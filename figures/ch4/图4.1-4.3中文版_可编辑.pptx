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812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390E7-44A6-BA4C-8481-1D730FEFD8D2}" v="3" dt="2026-08-07T10:07:40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3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赫 郝" userId="eac1196edf7977d1" providerId="LiveId" clId="{06512E50-0563-545E-8A2D-AA85B947D58D}"/>
    <pc:docChg chg="undo custSel modSld">
      <pc:chgData name="赫 郝" userId="eac1196edf7977d1" providerId="LiveId" clId="{06512E50-0563-545E-8A2D-AA85B947D58D}" dt="2026-08-07T10:17:28.593" v="277" actId="6549"/>
      <pc:docMkLst>
        <pc:docMk/>
      </pc:docMkLst>
      <pc:sldChg chg="delSp modSp mod">
        <pc:chgData name="赫 郝" userId="eac1196edf7977d1" providerId="LiveId" clId="{06512E50-0563-545E-8A2D-AA85B947D58D}" dt="2026-08-07T10:12:54.521" v="127" actId="2711"/>
        <pc:sldMkLst>
          <pc:docMk/>
          <pc:sldMk cId="1939364567" sldId="256"/>
        </pc:sldMkLst>
        <pc:spChg chg="mod">
          <ac:chgData name="赫 郝" userId="eac1196edf7977d1" providerId="LiveId" clId="{06512E50-0563-545E-8A2D-AA85B947D58D}" dt="2026-08-07T10:05:50.651" v="1" actId="1076"/>
          <ac:spMkLst>
            <pc:docMk/>
            <pc:sldMk cId="1939364567" sldId="256"/>
            <ac:spMk id="5" creationId="{562D648D-508C-4D70-A78C-695CA0568E6C}"/>
          </ac:spMkLst>
        </pc:spChg>
        <pc:spChg chg="mod">
          <ac:chgData name="赫 郝" userId="eac1196edf7977d1" providerId="LiveId" clId="{06512E50-0563-545E-8A2D-AA85B947D58D}" dt="2026-08-07T10:05:54.969" v="3" actId="1076"/>
          <ac:spMkLst>
            <pc:docMk/>
            <pc:sldMk cId="1939364567" sldId="256"/>
            <ac:spMk id="9" creationId="{B77838E5-22EA-4B3F-98A1-D77341E1DB61}"/>
          </ac:spMkLst>
        </pc:spChg>
        <pc:spChg chg="mod">
          <ac:chgData name="赫 郝" userId="eac1196edf7977d1" providerId="LiveId" clId="{06512E50-0563-545E-8A2D-AA85B947D58D}" dt="2026-08-07T10:05:58.490" v="4" actId="1076"/>
          <ac:spMkLst>
            <pc:docMk/>
            <pc:sldMk cId="1939364567" sldId="256"/>
            <ac:spMk id="10" creationId="{3D2B0332-A55B-4E5F-B995-FEFA7C93DD1A}"/>
          </ac:spMkLst>
        </pc:spChg>
        <pc:spChg chg="mod">
          <ac:chgData name="赫 郝" userId="eac1196edf7977d1" providerId="LiveId" clId="{06512E50-0563-545E-8A2D-AA85B947D58D}" dt="2026-08-07T10:08:20.300" v="53" actId="20577"/>
          <ac:spMkLst>
            <pc:docMk/>
            <pc:sldMk cId="1939364567" sldId="256"/>
            <ac:spMk id="11" creationId="{D634AE1B-825D-4156-934D-AAD290C640A6}"/>
          </ac:spMkLst>
        </pc:spChg>
        <pc:spChg chg="mod">
          <ac:chgData name="赫 郝" userId="eac1196edf7977d1" providerId="LiveId" clId="{06512E50-0563-545E-8A2D-AA85B947D58D}" dt="2026-08-07T10:06:30.557" v="7" actId="14100"/>
          <ac:spMkLst>
            <pc:docMk/>
            <pc:sldMk cId="1939364567" sldId="256"/>
            <ac:spMk id="32" creationId="{758072BE-1BB4-4EEA-A8B2-3795B285DE2B}"/>
          </ac:spMkLst>
        </pc:spChg>
        <pc:spChg chg="mod">
          <ac:chgData name="赫 郝" userId="eac1196edf7977d1" providerId="LiveId" clId="{06512E50-0563-545E-8A2D-AA85B947D58D}" dt="2026-08-07T10:09:01.019" v="75" actId="20577"/>
          <ac:spMkLst>
            <pc:docMk/>
            <pc:sldMk cId="1939364567" sldId="256"/>
            <ac:spMk id="33" creationId="{C9ADD5BD-C5DD-45CD-BAAF-FE78AB9FC3F4}"/>
          </ac:spMkLst>
        </pc:spChg>
        <pc:spChg chg="mod">
          <ac:chgData name="赫 郝" userId="eac1196edf7977d1" providerId="LiveId" clId="{06512E50-0563-545E-8A2D-AA85B947D58D}" dt="2026-08-07T10:06:40.897" v="10"/>
          <ac:spMkLst>
            <pc:docMk/>
            <pc:sldMk cId="1939364567" sldId="256"/>
            <ac:spMk id="37" creationId="{3E65A116-0AAB-4113-A00C-CD72EB1541BB}"/>
          </ac:spMkLst>
        </pc:spChg>
        <pc:spChg chg="mod">
          <ac:chgData name="赫 郝" userId="eac1196edf7977d1" providerId="LiveId" clId="{06512E50-0563-545E-8A2D-AA85B947D58D}" dt="2026-08-07T10:07:32.430" v="24" actId="403"/>
          <ac:spMkLst>
            <pc:docMk/>
            <pc:sldMk cId="1939364567" sldId="256"/>
            <ac:spMk id="38" creationId="{8B8FFAC4-07D5-4EC7-AE4E-9ED622BCB6B0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45" creationId="{8F2370C7-8268-45AB-AC03-55F30AC1D8DB}"/>
          </ac:spMkLst>
        </pc:spChg>
        <pc:spChg chg="mod">
          <ac:chgData name="赫 郝" userId="eac1196edf7977d1" providerId="LiveId" clId="{06512E50-0563-545E-8A2D-AA85B947D58D}" dt="2026-08-07T10:06:52.485" v="13" actId="20577"/>
          <ac:spMkLst>
            <pc:docMk/>
            <pc:sldMk cId="1939364567" sldId="256"/>
            <ac:spMk id="46" creationId="{11947F12-08E1-45AE-8323-11EEDE6E2780}"/>
          </ac:spMkLst>
        </pc:spChg>
        <pc:spChg chg="mod">
          <ac:chgData name="赫 郝" userId="eac1196edf7977d1" providerId="LiveId" clId="{06512E50-0563-545E-8A2D-AA85B947D58D}" dt="2026-08-07T10:07:42.744" v="28"/>
          <ac:spMkLst>
            <pc:docMk/>
            <pc:sldMk cId="1939364567" sldId="256"/>
            <ac:spMk id="47" creationId="{49F366BC-162E-4821-88A7-F15D1C7BEF96}"/>
          </ac:spMkLst>
        </pc:spChg>
        <pc:spChg chg="mod">
          <ac:chgData name="赫 郝" userId="eac1196edf7977d1" providerId="LiveId" clId="{06512E50-0563-545E-8A2D-AA85B947D58D}" dt="2026-08-07T10:07:35.114" v="26" actId="403"/>
          <ac:spMkLst>
            <pc:docMk/>
            <pc:sldMk cId="1939364567" sldId="256"/>
            <ac:spMk id="48" creationId="{DACE735B-1C70-493D-B75C-0A528568CA6F}"/>
          </ac:spMkLst>
        </pc:spChg>
        <pc:spChg chg="mod">
          <ac:chgData name="赫 郝" userId="eac1196edf7977d1" providerId="LiveId" clId="{06512E50-0563-545E-8A2D-AA85B947D58D}" dt="2026-08-07T10:08:43.909" v="57" actId="403"/>
          <ac:spMkLst>
            <pc:docMk/>
            <pc:sldMk cId="1939364567" sldId="256"/>
            <ac:spMk id="50" creationId="{8ABCAD48-3DE8-457F-8367-CCFA6751BF01}"/>
          </ac:spMkLst>
        </pc:spChg>
        <pc:spChg chg="mod">
          <ac:chgData name="赫 郝" userId="eac1196edf7977d1" providerId="LiveId" clId="{06512E50-0563-545E-8A2D-AA85B947D58D}" dt="2026-08-07T10:09:09.690" v="76" actId="1076"/>
          <ac:spMkLst>
            <pc:docMk/>
            <pc:sldMk cId="1939364567" sldId="256"/>
            <ac:spMk id="62" creationId="{E958FD9A-4AAC-42CB-B7A2-9B49AACCEF26}"/>
          </ac:spMkLst>
        </pc:spChg>
        <pc:spChg chg="mod">
          <ac:chgData name="赫 郝" userId="eac1196edf7977d1" providerId="LiveId" clId="{06512E50-0563-545E-8A2D-AA85B947D58D}" dt="2026-08-07T10:10:04.981" v="92" actId="1035"/>
          <ac:spMkLst>
            <pc:docMk/>
            <pc:sldMk cId="1939364567" sldId="256"/>
            <ac:spMk id="76" creationId="{41BAA3F4-609B-4B88-A14A-184D5BBBF42C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77" creationId="{226EF2D0-0340-45B9-9FBC-0133ABE4363C}"/>
          </ac:spMkLst>
        </pc:spChg>
        <pc:spChg chg="mod">
          <ac:chgData name="赫 郝" userId="eac1196edf7977d1" providerId="LiveId" clId="{06512E50-0563-545E-8A2D-AA85B947D58D}" dt="2026-08-07T10:09:59.617" v="87" actId="403"/>
          <ac:spMkLst>
            <pc:docMk/>
            <pc:sldMk cId="1939364567" sldId="256"/>
            <ac:spMk id="117" creationId="{8850CB0F-BC68-4AD2-83C2-CCA7FD4A1316}"/>
          </ac:spMkLst>
        </pc:spChg>
        <pc:spChg chg="mod">
          <ac:chgData name="赫 郝" userId="eac1196edf7977d1" providerId="LiveId" clId="{06512E50-0563-545E-8A2D-AA85B947D58D}" dt="2026-08-07T10:09:53.611" v="83" actId="403"/>
          <ac:spMkLst>
            <pc:docMk/>
            <pc:sldMk cId="1939364567" sldId="256"/>
            <ac:spMk id="131" creationId="{C0EC8F87-9939-418C-B8CF-1A8F3007C1A7}"/>
          </ac:spMkLst>
        </pc:spChg>
        <pc:spChg chg="mod">
          <ac:chgData name="赫 郝" userId="eac1196edf7977d1" providerId="LiveId" clId="{06512E50-0563-545E-8A2D-AA85B947D58D}" dt="2026-08-07T10:09:43.573" v="79" actId="403"/>
          <ac:spMkLst>
            <pc:docMk/>
            <pc:sldMk cId="1939364567" sldId="256"/>
            <ac:spMk id="133" creationId="{729A63D0-8012-48F6-8A0C-A14E1F63C97A}"/>
          </ac:spMkLst>
        </pc:spChg>
        <pc:spChg chg="mod">
          <ac:chgData name="赫 郝" userId="eac1196edf7977d1" providerId="LiveId" clId="{06512E50-0563-545E-8A2D-AA85B947D58D}" dt="2026-08-07T10:09:46.747" v="81" actId="403"/>
          <ac:spMkLst>
            <pc:docMk/>
            <pc:sldMk cId="1939364567" sldId="256"/>
            <ac:spMk id="141" creationId="{3028E1E9-8066-4607-9B46-9B079F6260DC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161" creationId="{B740A875-0311-44B0-8831-4789CDE32E5A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172" creationId="{65E26B0A-810B-441C-9D44-37DBC64B3E92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183" creationId="{232A06B9-3615-4C7D-AE69-8E418199B9D7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216" creationId="{D264BB80-8335-41BD-9835-6E146D8B2D2D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2" creationId="{3BFF85B2-FB7B-4B1E-B0D5-C2633703D07F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3" creationId="{83138B41-8169-4525-84B2-E0FE064E1438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4" creationId="{007A78CB-0E19-459A-81AB-8746EB9D6EC8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5" creationId="{95F6C5C6-526B-464A-B099-D5ADAFF78BF1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6" creationId="{60A3BF24-E294-4780-92D8-3A9850287874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7" creationId="{4D96505A-7BC0-4D8E-864E-2C605E20C526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8" creationId="{0B19A93F-B075-47AC-AE4C-BC33EAD9FACD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79" creationId="{1D9277B5-369E-48B5-82AB-7F6E5B984EFC}"/>
          </ac:spMkLst>
        </pc:spChg>
        <pc:spChg chg="mod">
          <ac:chgData name="赫 郝" userId="eac1196edf7977d1" providerId="LiveId" clId="{06512E50-0563-545E-8A2D-AA85B947D58D}" dt="2026-08-07T10:10:58.054" v="96" actId="403"/>
          <ac:spMkLst>
            <pc:docMk/>
            <pc:sldMk cId="1939364567" sldId="256"/>
            <ac:spMk id="280" creationId="{A5202291-A16C-49F1-8567-46FF7DD40C44}"/>
          </ac:spMkLst>
        </pc:spChg>
        <pc:spChg chg="mod">
          <ac:chgData name="赫 郝" userId="eac1196edf7977d1" providerId="LiveId" clId="{06512E50-0563-545E-8A2D-AA85B947D58D}" dt="2026-08-07T10:11:02.167" v="98" actId="1035"/>
          <ac:spMkLst>
            <pc:docMk/>
            <pc:sldMk cId="1939364567" sldId="256"/>
            <ac:spMk id="283" creationId="{C89A44FD-E728-47CB-A655-65CEFD67ED24}"/>
          </ac:spMkLst>
        </pc:spChg>
        <pc:spChg chg="mod">
          <ac:chgData name="赫 郝" userId="eac1196edf7977d1" providerId="LiveId" clId="{06512E50-0563-545E-8A2D-AA85B947D58D}" dt="2026-08-07T10:08:02.632" v="30" actId="1076"/>
          <ac:spMkLst>
            <pc:docMk/>
            <pc:sldMk cId="1939364567" sldId="256"/>
            <ac:spMk id="286" creationId="{80948230-D8F6-445B-B92B-07B181342EC5}"/>
          </ac:spMkLst>
        </pc:spChg>
        <pc:spChg chg="mod">
          <ac:chgData name="赫 郝" userId="eac1196edf7977d1" providerId="LiveId" clId="{06512E50-0563-545E-8A2D-AA85B947D58D}" dt="2026-08-07T10:08:08.225" v="35" actId="1035"/>
          <ac:spMkLst>
            <pc:docMk/>
            <pc:sldMk cId="1939364567" sldId="256"/>
            <ac:spMk id="290" creationId="{A80E933C-D4EF-40D7-B266-F2473B1D9A55}"/>
          </ac:spMkLst>
        </pc:spChg>
        <pc:spChg chg="mod">
          <ac:chgData name="赫 郝" userId="eac1196edf7977d1" providerId="LiveId" clId="{06512E50-0563-545E-8A2D-AA85B947D58D}" dt="2026-08-07T10:11:12.495" v="100" actId="403"/>
          <ac:spMkLst>
            <pc:docMk/>
            <pc:sldMk cId="1939364567" sldId="256"/>
            <ac:spMk id="293" creationId="{0AA6F3D1-AB47-48F1-93F0-9F0F2153B034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09" creationId="{E163C1F0-3F49-4ED0-B329-A92E7380790D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11" creationId="{199CE0B1-1A8D-40E5-A212-B8DE9C8C7E82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26" creationId="{F535583C-258F-47B1-B359-797B5EFCFF25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32" creationId="{00EEA2BC-46E9-4BB2-A3AA-A0603D3CFF72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33" creationId="{894BCC67-F9F1-4686-BD22-3294E704C97F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47" creationId="{E318D497-D62E-407D-981C-00F665ADCE33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52" creationId="{77E2EF6F-0AAE-47A8-9315-9C07B5DF7D84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355" creationId="{A46971D6-4306-4C6A-92A6-50CD4A135AFB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413" creationId="{5F353487-18EC-C8B9-EAE7-C3FA60D3115E}"/>
          </ac:spMkLst>
        </pc:spChg>
        <pc:spChg chg="mod">
          <ac:chgData name="赫 郝" userId="eac1196edf7977d1" providerId="LiveId" clId="{06512E50-0563-545E-8A2D-AA85B947D58D}" dt="2026-08-07T10:09:56.811" v="85" actId="403"/>
          <ac:spMkLst>
            <pc:docMk/>
            <pc:sldMk cId="1939364567" sldId="256"/>
            <ac:spMk id="418" creationId="{3C1C2C30-49CB-CE97-37B5-3A50B13E3F4F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459" creationId="{D63A90AC-C2FD-03F5-556D-9924A8DF045F}"/>
          </ac:spMkLst>
        </pc:spChg>
        <pc:spChg chg="del">
          <ac:chgData name="赫 郝" userId="eac1196edf7977d1" providerId="LiveId" clId="{06512E50-0563-545E-8A2D-AA85B947D58D}" dt="2026-08-07T10:06:49.040" v="11" actId="478"/>
          <ac:spMkLst>
            <pc:docMk/>
            <pc:sldMk cId="1939364567" sldId="256"/>
            <ac:spMk id="535" creationId="{01110ECE-41C5-5923-D956-DAAEABAA1671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536" creationId="{43C323AE-0EA1-9C28-1F79-175C770B05C5}"/>
          </ac:spMkLst>
        </pc:spChg>
        <pc:spChg chg="mod">
          <ac:chgData name="赫 郝" userId="eac1196edf7977d1" providerId="LiveId" clId="{06512E50-0563-545E-8A2D-AA85B947D58D}" dt="2026-08-07T10:07:20.726" v="14" actId="1076"/>
          <ac:spMkLst>
            <pc:docMk/>
            <pc:sldMk cId="1939364567" sldId="256"/>
            <ac:spMk id="537" creationId="{5321CFE8-ED6A-739F-6A84-4E525F32B2EC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538" creationId="{E3802CD7-4597-6DCF-6731-7DC10956204F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543" creationId="{86607A67-26E3-42AD-B59E-9C82947CB98A}"/>
          </ac:spMkLst>
        </pc:spChg>
        <pc:spChg chg="mod">
          <ac:chgData name="赫 郝" userId="eac1196edf7977d1" providerId="LiveId" clId="{06512E50-0563-545E-8A2D-AA85B947D58D}" dt="2026-08-07T10:12:54.521" v="127" actId="2711"/>
          <ac:spMkLst>
            <pc:docMk/>
            <pc:sldMk cId="1939364567" sldId="256"/>
            <ac:spMk id="558" creationId="{CF795F0D-4360-4A29-959A-3F126A86455A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593" creationId="{BC45C6C5-0AAD-66F3-61D0-778431E59E29}"/>
          </ac:spMkLst>
        </pc:spChg>
        <pc:spChg chg="mod">
          <ac:chgData name="赫 郝" userId="eac1196edf7977d1" providerId="LiveId" clId="{06512E50-0563-545E-8A2D-AA85B947D58D}" dt="2026-08-07T10:12:00.130" v="112" actId="1036"/>
          <ac:spMkLst>
            <pc:docMk/>
            <pc:sldMk cId="1939364567" sldId="256"/>
            <ac:spMk id="596" creationId="{E9F5C043-808A-0765-878A-86D004D01E4F}"/>
          </ac:spMkLst>
        </pc:spChg>
        <pc:spChg chg="mod">
          <ac:chgData name="赫 郝" userId="eac1196edf7977d1" providerId="LiveId" clId="{06512E50-0563-545E-8A2D-AA85B947D58D}" dt="2026-08-07T10:12:08.147" v="125" actId="20577"/>
          <ac:spMkLst>
            <pc:docMk/>
            <pc:sldMk cId="1939364567" sldId="256"/>
            <ac:spMk id="598" creationId="{5CAC3A39-A6DE-46DB-2E18-910AB0B1294C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599" creationId="{61568659-8D86-7AF4-C006-9D9D212ECF0B}"/>
          </ac:spMkLst>
        </pc:spChg>
        <pc:spChg chg="mod">
          <ac:chgData name="赫 郝" userId="eac1196edf7977d1" providerId="LiveId" clId="{06512E50-0563-545E-8A2D-AA85B947D58D}" dt="2026-08-07T10:11:57.631" v="108" actId="1036"/>
          <ac:spMkLst>
            <pc:docMk/>
            <pc:sldMk cId="1939364567" sldId="256"/>
            <ac:spMk id="600" creationId="{1088D0A7-D208-5EA4-9870-7E096E2893B5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602" creationId="{DCD130F6-0A85-9F2B-BC85-CCBEF2841A26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605" creationId="{25BC8900-23B9-DA16-33E6-B108D6829E75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608" creationId="{C4EFDE9F-6029-95DD-0180-57482F070053}"/>
          </ac:spMkLst>
        </pc:spChg>
        <pc:spChg chg="mod">
          <ac:chgData name="赫 郝" userId="eac1196edf7977d1" providerId="LiveId" clId="{06512E50-0563-545E-8A2D-AA85B947D58D}" dt="2026-08-07T10:11:43.766" v="104" actId="6549"/>
          <ac:spMkLst>
            <pc:docMk/>
            <pc:sldMk cId="1939364567" sldId="256"/>
            <ac:spMk id="616" creationId="{B7F6D851-8E8F-C09C-757D-52B2546A106C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617" creationId="{C7381F48-81EC-26A2-475B-14301D2101CC}"/>
          </ac:spMkLst>
        </pc:spChg>
        <pc:spChg chg="mod">
          <ac:chgData name="赫 郝" userId="eac1196edf7977d1" providerId="LiveId" clId="{06512E50-0563-545E-8A2D-AA85B947D58D}" dt="2026-08-07T10:11:29.331" v="102" actId="403"/>
          <ac:spMkLst>
            <pc:docMk/>
            <pc:sldMk cId="1939364567" sldId="256"/>
            <ac:spMk id="630" creationId="{2422F2A5-C86E-428B-9BC2-E69A1B36372A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641" creationId="{11E65524-C7AF-65D0-E161-1C0B2AC46AFA}"/>
          </ac:spMkLst>
        </pc:spChg>
        <pc:spChg chg="mod">
          <ac:chgData name="赫 郝" userId="eac1196edf7977d1" providerId="LiveId" clId="{06512E50-0563-545E-8A2D-AA85B947D58D}" dt="2026-08-07T10:10:49.222" v="94" actId="403"/>
          <ac:spMkLst>
            <pc:docMk/>
            <pc:sldMk cId="1939364567" sldId="256"/>
            <ac:spMk id="644" creationId="{98941EB6-DCAB-4C67-9471-211CC0D3116E}"/>
          </ac:spMkLst>
        </pc:spChg>
      </pc:sldChg>
      <pc:sldChg chg="modSp mod">
        <pc:chgData name="赫 郝" userId="eac1196edf7977d1" providerId="LiveId" clId="{06512E50-0563-545E-8A2D-AA85B947D58D}" dt="2026-08-07T10:14:45.139" v="170" actId="20577"/>
        <pc:sldMkLst>
          <pc:docMk/>
          <pc:sldMk cId="2749993307" sldId="257"/>
        </pc:sldMkLst>
        <pc:spChg chg="mod">
          <ac:chgData name="赫 郝" userId="eac1196edf7977d1" providerId="LiveId" clId="{06512E50-0563-545E-8A2D-AA85B947D58D}" dt="2026-08-07T10:14:26.561" v="157" actId="14100"/>
          <ac:spMkLst>
            <pc:docMk/>
            <pc:sldMk cId="2749993307" sldId="257"/>
            <ac:spMk id="50" creationId="{42BB4C3B-2F32-4684-A1DC-21B0BA9DE5FD}"/>
          </ac:spMkLst>
        </pc:spChg>
        <pc:spChg chg="mod">
          <ac:chgData name="赫 郝" userId="eac1196edf7977d1" providerId="LiveId" clId="{06512E50-0563-545E-8A2D-AA85B947D58D}" dt="2026-08-07T10:13:19.658" v="135" actId="20577"/>
          <ac:spMkLst>
            <pc:docMk/>
            <pc:sldMk cId="2749993307" sldId="257"/>
            <ac:spMk id="51" creationId="{C5A1804B-74B5-1192-3C35-F13B2DD636B0}"/>
          </ac:spMkLst>
        </pc:spChg>
        <pc:spChg chg="mod">
          <ac:chgData name="赫 郝" userId="eac1196edf7977d1" providerId="LiveId" clId="{06512E50-0563-545E-8A2D-AA85B947D58D}" dt="2026-08-07T10:13:27.531" v="137" actId="403"/>
          <ac:spMkLst>
            <pc:docMk/>
            <pc:sldMk cId="2749993307" sldId="257"/>
            <ac:spMk id="52" creationId="{AF709357-8920-C65F-B34B-A1A658CC10B0}"/>
          </ac:spMkLst>
        </pc:spChg>
        <pc:spChg chg="mod">
          <ac:chgData name="赫 郝" userId="eac1196edf7977d1" providerId="LiveId" clId="{06512E50-0563-545E-8A2D-AA85B947D58D}" dt="2026-08-07T10:13:27.531" v="137" actId="403"/>
          <ac:spMkLst>
            <pc:docMk/>
            <pc:sldMk cId="2749993307" sldId="257"/>
            <ac:spMk id="53" creationId="{D11029F0-B5E8-FE64-7950-308855DD54ED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54" creationId="{9C461460-06CF-D959-1F66-B93DBDC87607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59" creationId="{2A807B58-F0A9-5E7A-948D-78CD94AC8F48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64" creationId="{CDB03EA0-E8B8-6C23-1B0C-4DCB63456151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74" creationId="{EE7C87F6-34ED-E397-0C89-39A3E8EA645F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75" creationId="{1DC05153-3D68-8338-3E5C-424C642D65B0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76" creationId="{9B760856-BC66-066A-8558-0EB210ADF147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79" creationId="{9104E9D4-9CCC-E366-4C88-8FDDD443210B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85" creationId="{E8B7CA32-75E4-08AA-74A6-0255C253AE73}"/>
          </ac:spMkLst>
        </pc:spChg>
        <pc:spChg chg="mod">
          <ac:chgData name="赫 郝" userId="eac1196edf7977d1" providerId="LiveId" clId="{06512E50-0563-545E-8A2D-AA85B947D58D}" dt="2026-08-07T10:13:42.707" v="145" actId="20577"/>
          <ac:spMkLst>
            <pc:docMk/>
            <pc:sldMk cId="2749993307" sldId="257"/>
            <ac:spMk id="86" creationId="{3625B842-A143-5F83-C300-CE6DFF8A2C3D}"/>
          </ac:spMkLst>
        </pc:spChg>
        <pc:spChg chg="mod">
          <ac:chgData name="赫 郝" userId="eac1196edf7977d1" providerId="LiveId" clId="{06512E50-0563-545E-8A2D-AA85B947D58D}" dt="2026-08-07T10:14:45.139" v="170" actId="20577"/>
          <ac:spMkLst>
            <pc:docMk/>
            <pc:sldMk cId="2749993307" sldId="257"/>
            <ac:spMk id="87" creationId="{7CCB0E3F-2A4C-7A56-AEFB-001215D43A01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98" creationId="{861A50E9-62DA-C926-3073-E325A16701F7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109" creationId="{02F27575-1488-AC1C-BDB5-DCAD0D23D86C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110" creationId="{E3B3FF04-7C64-C326-792D-C9DFAEC542C8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113" creationId="{62CD383A-C2E9-732C-D16B-ABF72497AB6B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118" creationId="{470757B3-147B-A6C7-C856-94D3D23E0763}"/>
          </ac:spMkLst>
        </pc:spChg>
        <pc:spChg chg="mod">
          <ac:chgData name="赫 郝" userId="eac1196edf7977d1" providerId="LiveId" clId="{06512E50-0563-545E-8A2D-AA85B947D58D}" dt="2026-08-07T10:13:54.960" v="146" actId="14100"/>
          <ac:spMkLst>
            <pc:docMk/>
            <pc:sldMk cId="2749993307" sldId="257"/>
            <ac:spMk id="119" creationId="{403F3604-1A9E-4EA5-80CC-0FC1DDCE1A46}"/>
          </ac:spMkLst>
        </pc:spChg>
        <pc:spChg chg="mod">
          <ac:chgData name="赫 郝" userId="eac1196edf7977d1" providerId="LiveId" clId="{06512E50-0563-545E-8A2D-AA85B947D58D}" dt="2026-08-07T10:14:11.882" v="153" actId="1035"/>
          <ac:spMkLst>
            <pc:docMk/>
            <pc:sldMk cId="2749993307" sldId="257"/>
            <ac:spMk id="123" creationId="{AC68E5B9-09D5-2D99-A73B-0FC17229B9D6}"/>
          </ac:spMkLst>
        </pc:spChg>
        <pc:spChg chg="mod">
          <ac:chgData name="赫 郝" userId="eac1196edf7977d1" providerId="LiveId" clId="{06512E50-0563-545E-8A2D-AA85B947D58D}" dt="2026-08-07T10:14:15.198" v="154" actId="403"/>
          <ac:spMkLst>
            <pc:docMk/>
            <pc:sldMk cId="2749993307" sldId="257"/>
            <ac:spMk id="147" creationId="{12EC4005-EDDA-9A3F-84E6-BB634A6C21E1}"/>
          </ac:spMkLst>
        </pc:spChg>
        <pc:spChg chg="mod">
          <ac:chgData name="赫 郝" userId="eac1196edf7977d1" providerId="LiveId" clId="{06512E50-0563-545E-8A2D-AA85B947D58D}" dt="2026-08-07T10:14:15.198" v="154" actId="403"/>
          <ac:spMkLst>
            <pc:docMk/>
            <pc:sldMk cId="2749993307" sldId="257"/>
            <ac:spMk id="156" creationId="{CF98B14D-6348-2206-B91C-E5D055B0E3FE}"/>
          </ac:spMkLst>
        </pc:spChg>
        <pc:spChg chg="mod">
          <ac:chgData name="赫 郝" userId="eac1196edf7977d1" providerId="LiveId" clId="{06512E50-0563-545E-8A2D-AA85B947D58D}" dt="2026-08-07T10:14:15.198" v="154" actId="403"/>
          <ac:spMkLst>
            <pc:docMk/>
            <pc:sldMk cId="2749993307" sldId="257"/>
            <ac:spMk id="165" creationId="{D2B9EE15-14F9-2EF2-2A9D-7CEC05CC7512}"/>
          </ac:spMkLst>
        </pc:spChg>
        <pc:spChg chg="mod">
          <ac:chgData name="赫 郝" userId="eac1196edf7977d1" providerId="LiveId" clId="{06512E50-0563-545E-8A2D-AA85B947D58D}" dt="2026-08-07T10:14:03.789" v="147" actId="403"/>
          <ac:spMkLst>
            <pc:docMk/>
            <pc:sldMk cId="2749993307" sldId="257"/>
            <ac:spMk id="174" creationId="{DBA35CD6-EAD7-967C-E7D5-3FC3DFE6EA79}"/>
          </ac:spMkLst>
        </pc:spChg>
        <pc:spChg chg="mod">
          <ac:chgData name="赫 郝" userId="eac1196edf7977d1" providerId="LiveId" clId="{06512E50-0563-545E-8A2D-AA85B947D58D}" dt="2026-08-07T10:14:03.789" v="147" actId="403"/>
          <ac:spMkLst>
            <pc:docMk/>
            <pc:sldMk cId="2749993307" sldId="257"/>
            <ac:spMk id="175" creationId="{D0240107-C4C7-970F-06ED-43CA31FB6107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286" creationId="{4C7CF169-D247-6262-56B3-B8F5FF3C9F33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287" creationId="{CBDDCAF7-555F-FDAE-DFEB-9DB984E9F2FB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288" creationId="{E87939BB-8047-0A64-4F0E-BACAE477B4EA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289" creationId="{5648E2F1-09F9-544C-BBFE-5EDFD4EE4DE7}"/>
          </ac:spMkLst>
        </pc:spChg>
        <pc:spChg chg="mod">
          <ac:chgData name="赫 郝" userId="eac1196edf7977d1" providerId="LiveId" clId="{06512E50-0563-545E-8A2D-AA85B947D58D}" dt="2026-08-07T10:14:20.889" v="155" actId="403"/>
          <ac:spMkLst>
            <pc:docMk/>
            <pc:sldMk cId="2749993307" sldId="257"/>
            <ac:spMk id="290" creationId="{54F70C88-7289-C11B-F899-B78E2A50FE8E}"/>
          </ac:spMkLst>
        </pc:spChg>
        <pc:spChg chg="mod">
          <ac:chgData name="赫 郝" userId="eac1196edf7977d1" providerId="LiveId" clId="{06512E50-0563-545E-8A2D-AA85B947D58D}" dt="2026-08-07T10:14:20.889" v="155" actId="403"/>
          <ac:spMkLst>
            <pc:docMk/>
            <pc:sldMk cId="2749993307" sldId="257"/>
            <ac:spMk id="291" creationId="{ADBEF20C-A2E9-F774-9D85-6D1460BDD426}"/>
          </ac:spMkLst>
        </pc:spChg>
        <pc:spChg chg="mod">
          <ac:chgData name="赫 郝" userId="eac1196edf7977d1" providerId="LiveId" clId="{06512E50-0563-545E-8A2D-AA85B947D58D}" dt="2026-08-07T10:14:20.889" v="155" actId="403"/>
          <ac:spMkLst>
            <pc:docMk/>
            <pc:sldMk cId="2749993307" sldId="257"/>
            <ac:spMk id="301" creationId="{EB149931-1651-DA2E-23D8-52C1993D5F22}"/>
          </ac:spMkLst>
        </pc:spChg>
        <pc:spChg chg="mod">
          <ac:chgData name="赫 郝" userId="eac1196edf7977d1" providerId="LiveId" clId="{06512E50-0563-545E-8A2D-AA85B947D58D}" dt="2026-08-07T10:14:20.889" v="155" actId="403"/>
          <ac:spMkLst>
            <pc:docMk/>
            <pc:sldMk cId="2749993307" sldId="257"/>
            <ac:spMk id="302" creationId="{6AB9F9D1-539E-51BC-05E6-70BF755CA399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10" creationId="{7B554479-AB72-4E1A-9A71-C4B1F1211D4E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11" creationId="{ED8D058F-CDE3-A5AD-49FD-F25454643363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13" creationId="{23BB6D81-9AF5-EAF8-0202-A4F9FDE83F77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22" creationId="{8421AB26-251A-3255-1750-48E4CBE78FE8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331" creationId="{B7EAFD2A-19FE-42E4-8FE3-3621112E41FE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335" creationId="{163ACB25-A145-9908-BD09-38C4D9EE3868}"/>
          </ac:spMkLst>
        </pc:spChg>
        <pc:spChg chg="mod">
          <ac:chgData name="赫 郝" userId="eac1196edf7977d1" providerId="LiveId" clId="{06512E50-0563-545E-8A2D-AA85B947D58D}" dt="2026-08-07T10:13:07.910" v="129" actId="2711"/>
          <ac:spMkLst>
            <pc:docMk/>
            <pc:sldMk cId="2749993307" sldId="257"/>
            <ac:spMk id="337" creationId="{CE699E95-0901-4ECB-4672-E2ABE463C69C}"/>
          </ac:spMkLst>
        </pc:spChg>
        <pc:spChg chg="mod">
          <ac:chgData name="赫 郝" userId="eac1196edf7977d1" providerId="LiveId" clId="{06512E50-0563-545E-8A2D-AA85B947D58D}" dt="2026-08-07T10:14:20.889" v="155" actId="403"/>
          <ac:spMkLst>
            <pc:docMk/>
            <pc:sldMk cId="2749993307" sldId="257"/>
            <ac:spMk id="379" creationId="{4462122A-FF4B-16FE-1161-DB5DC978EE63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80" creationId="{8FBD3B1D-2B66-3859-D4E7-4FA0B5094CED}"/>
          </ac:spMkLst>
        </pc:spChg>
        <pc:spChg chg="mod">
          <ac:chgData name="赫 郝" userId="eac1196edf7977d1" providerId="LiveId" clId="{06512E50-0563-545E-8A2D-AA85B947D58D}" dt="2026-08-07T10:14:29.927" v="158" actId="403"/>
          <ac:spMkLst>
            <pc:docMk/>
            <pc:sldMk cId="2749993307" sldId="257"/>
            <ac:spMk id="381" creationId="{A5B30CBE-9E39-2FDE-84B9-1BDC7FB6C170}"/>
          </ac:spMkLst>
        </pc:spChg>
        <pc:spChg chg="mod">
          <ac:chgData name="赫 郝" userId="eac1196edf7977d1" providerId="LiveId" clId="{06512E50-0563-545E-8A2D-AA85B947D58D}" dt="2026-08-07T10:13:32.421" v="138" actId="403"/>
          <ac:spMkLst>
            <pc:docMk/>
            <pc:sldMk cId="2749993307" sldId="257"/>
            <ac:spMk id="383" creationId="{EECEE786-CDE9-4A84-9C2D-988B3039A3C8}"/>
          </ac:spMkLst>
        </pc:spChg>
        <pc:cxnChg chg="mod">
          <ac:chgData name="赫 郝" userId="eac1196edf7977d1" providerId="LiveId" clId="{06512E50-0563-545E-8A2D-AA85B947D58D}" dt="2026-08-07T10:14:15.198" v="154" actId="403"/>
          <ac:cxnSpMkLst>
            <pc:docMk/>
            <pc:sldMk cId="2749993307" sldId="257"/>
            <ac:cxnSpMk id="581" creationId="{00000000-0000-0000-0000-000000000000}"/>
          </ac:cxnSpMkLst>
        </pc:cxnChg>
        <pc:cxnChg chg="mod">
          <ac:chgData name="赫 郝" userId="eac1196edf7977d1" providerId="LiveId" clId="{06512E50-0563-545E-8A2D-AA85B947D58D}" dt="2026-08-07T10:14:15.198" v="154" actId="403"/>
          <ac:cxnSpMkLst>
            <pc:docMk/>
            <pc:sldMk cId="2749993307" sldId="257"/>
            <ac:cxnSpMk id="582" creationId="{00000000-0000-0000-0000-000000000000}"/>
          </ac:cxnSpMkLst>
        </pc:cxnChg>
        <pc:cxnChg chg="mod">
          <ac:chgData name="赫 郝" userId="eac1196edf7977d1" providerId="LiveId" clId="{06512E50-0563-545E-8A2D-AA85B947D58D}" dt="2026-08-07T10:14:15.198" v="154" actId="403"/>
          <ac:cxnSpMkLst>
            <pc:docMk/>
            <pc:sldMk cId="2749993307" sldId="257"/>
            <ac:cxnSpMk id="583" creationId="{00000000-0000-0000-0000-000000000000}"/>
          </ac:cxnSpMkLst>
        </pc:cxnChg>
      </pc:sldChg>
      <pc:sldChg chg="modSp mod">
        <pc:chgData name="赫 郝" userId="eac1196edf7977d1" providerId="LiveId" clId="{06512E50-0563-545E-8A2D-AA85B947D58D}" dt="2026-08-07T10:17:28.593" v="277" actId="6549"/>
        <pc:sldMkLst>
          <pc:docMk/>
          <pc:sldMk cId="3161696493" sldId="258"/>
        </pc:sldMkLst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2" creationId="{AAFDEE7A-DE08-6865-317B-8B57D8483A0C}"/>
          </ac:spMkLst>
        </pc:spChg>
        <pc:spChg chg="mod">
          <ac:chgData name="赫 郝" userId="eac1196edf7977d1" providerId="LiveId" clId="{06512E50-0563-545E-8A2D-AA85B947D58D}" dt="2026-08-07T10:15:08.776" v="177" actId="20577"/>
          <ac:spMkLst>
            <pc:docMk/>
            <pc:sldMk cId="3161696493" sldId="258"/>
            <ac:spMk id="3" creationId="{7A6C7B15-23DB-5711-1651-5C5D2DDEA3F9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4" creationId="{DF736642-32A2-C20C-D329-1F6B01E05BBA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5" creationId="{C3D7CDE4-5BD1-ABBE-45C0-BD56BBACC002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7" creationId="{BAC1ACDF-0BDB-B9E3-39E0-33A56A73DB65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9" creationId="{09283F67-ABE3-D12A-9EF6-9CD90C9C7F1A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10" creationId="{6148DF1D-7136-22CC-27C3-9F62C2B3DFFB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11" creationId="{99A916BD-E3BE-DCEE-56D9-36D82FF4417F}"/>
          </ac:spMkLst>
        </pc:spChg>
        <pc:spChg chg="mod">
          <ac:chgData name="赫 郝" userId="eac1196edf7977d1" providerId="LiveId" clId="{06512E50-0563-545E-8A2D-AA85B947D58D}" dt="2026-08-07T10:16:46.447" v="242" actId="403"/>
          <ac:spMkLst>
            <pc:docMk/>
            <pc:sldMk cId="3161696493" sldId="258"/>
            <ac:spMk id="13" creationId="{0E51C3E9-3A19-D36D-552C-23116BD098C8}"/>
          </ac:spMkLst>
        </pc:spChg>
        <pc:spChg chg="mod">
          <ac:chgData name="赫 郝" userId="eac1196edf7977d1" providerId="LiveId" clId="{06512E50-0563-545E-8A2D-AA85B947D58D}" dt="2026-08-07T10:17:28.593" v="277" actId="6549"/>
          <ac:spMkLst>
            <pc:docMk/>
            <pc:sldMk cId="3161696493" sldId="258"/>
            <ac:spMk id="16" creationId="{13FD5B02-3F48-E811-EED8-A8F8A6383B1B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19" creationId="{B99722EE-D592-5C62-C049-CB0300869362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29" creationId="{D76D304A-BD15-912F-9952-88E66F6E1F9F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33" creationId="{2F9D5827-8350-4498-B758-04CFE3C763AE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39" creationId="{9B2EFBF0-EBB7-9096-6D23-AB11C73FAA21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42" creationId="{84843433-38D9-359C-3CF9-ECC83B803CE3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44" creationId="{232ECD12-4235-3D84-5A5F-D7CE55678CBB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52" creationId="{658F67C4-7D3A-4115-80AB-E459C216C04B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53" creationId="{A582AB82-766D-4052-9299-2CB8C70B915E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58" creationId="{EA181528-83C3-4A16-9594-5EB263ECD744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62" creationId="{CC80F985-9B84-871A-8430-1815CF122232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66" creationId="{1AF47652-45CD-B78A-4094-C51E6E0AC0AB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71" creationId="{564A788B-3F53-8308-85EC-CC9117B864D9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74" creationId="{13E98D3C-28F9-A0C4-478A-E41CDCC3DE1D}"/>
          </ac:spMkLst>
        </pc:spChg>
        <pc:spChg chg="mod">
          <ac:chgData name="赫 郝" userId="eac1196edf7977d1" providerId="LiveId" clId="{06512E50-0563-545E-8A2D-AA85B947D58D}" dt="2026-08-07T10:16:41.700" v="240" actId="403"/>
          <ac:spMkLst>
            <pc:docMk/>
            <pc:sldMk cId="3161696493" sldId="258"/>
            <ac:spMk id="75" creationId="{E566E931-4AF4-7CEB-645F-35831EC25B28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76" creationId="{1D3A7AC7-0C16-8445-7FE6-D7E42035D269}"/>
          </ac:spMkLst>
        </pc:spChg>
        <pc:spChg chg="mod">
          <ac:chgData name="赫 郝" userId="eac1196edf7977d1" providerId="LiveId" clId="{06512E50-0563-545E-8A2D-AA85B947D58D}" dt="2026-08-07T10:15:34.902" v="204" actId="403"/>
          <ac:spMkLst>
            <pc:docMk/>
            <pc:sldMk cId="3161696493" sldId="258"/>
            <ac:spMk id="83" creationId="{49977652-3BFB-BB2C-C75E-620F7D0C979F}"/>
          </ac:spMkLst>
        </pc:spChg>
        <pc:spChg chg="mod">
          <ac:chgData name="赫 郝" userId="eac1196edf7977d1" providerId="LiveId" clId="{06512E50-0563-545E-8A2D-AA85B947D58D}" dt="2026-08-07T10:15:34.902" v="204" actId="403"/>
          <ac:spMkLst>
            <pc:docMk/>
            <pc:sldMk cId="3161696493" sldId="258"/>
            <ac:spMk id="84" creationId="{EE834F94-4226-2D75-1B38-E4D021A2E0B1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86" creationId="{3C5DC027-F5EF-3404-99CC-812010F2FAB9}"/>
          </ac:spMkLst>
        </pc:spChg>
        <pc:spChg chg="mod">
          <ac:chgData name="赫 郝" userId="eac1196edf7977d1" providerId="LiveId" clId="{06512E50-0563-545E-8A2D-AA85B947D58D}" dt="2026-08-07T10:15:59.514" v="220" actId="20577"/>
          <ac:spMkLst>
            <pc:docMk/>
            <pc:sldMk cId="3161696493" sldId="258"/>
            <ac:spMk id="88" creationId="{CA953D76-2A25-490F-8D6A-9C9753149B33}"/>
          </ac:spMkLst>
        </pc:spChg>
        <pc:spChg chg="mod">
          <ac:chgData name="赫 郝" userId="eac1196edf7977d1" providerId="LiveId" clId="{06512E50-0563-545E-8A2D-AA85B947D58D}" dt="2026-08-07T10:16:17.899" v="232" actId="1036"/>
          <ac:spMkLst>
            <pc:docMk/>
            <pc:sldMk cId="3161696493" sldId="258"/>
            <ac:spMk id="92" creationId="{F0D0BE71-4D31-4BDC-3E55-EED4C940BADA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94" creationId="{657AFCE6-7152-CD40-F96C-DDBAEB12E406}"/>
          </ac:spMkLst>
        </pc:spChg>
        <pc:spChg chg="mod">
          <ac:chgData name="赫 郝" userId="eac1196edf7977d1" providerId="LiveId" clId="{06512E50-0563-545E-8A2D-AA85B947D58D}" dt="2026-08-07T10:16:36.488" v="238" actId="1076"/>
          <ac:spMkLst>
            <pc:docMk/>
            <pc:sldMk cId="3161696493" sldId="258"/>
            <ac:spMk id="96" creationId="{BD17DFBD-ABF9-3A0C-CA33-78937571AEDA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00" creationId="{6B6AAEA2-4F37-5285-D8F1-2CFCE6C4B26F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01" creationId="{9704CBAC-BF7D-6311-DD40-9263BA33C23E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03" creationId="{47009306-BBFE-84AB-40EE-119C3FEF279C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07" creationId="{F85336EB-0D84-E579-BCF6-CD57DC2E0E8D}"/>
          </ac:spMkLst>
        </pc:spChg>
        <pc:spChg chg="mod">
          <ac:chgData name="赫 郝" userId="eac1196edf7977d1" providerId="LiveId" clId="{06512E50-0563-545E-8A2D-AA85B947D58D}" dt="2026-08-07T10:15:34.902" v="204" actId="403"/>
          <ac:spMkLst>
            <pc:docMk/>
            <pc:sldMk cId="3161696493" sldId="258"/>
            <ac:spMk id="110" creationId="{3A9C1EA9-464E-4A51-AE1A-3BBAFA357E2E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20" creationId="{59F1B214-E7A6-EDB8-EA8A-6AAAB1EDA728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21" creationId="{5135B4CF-3BFE-19CE-14E3-338C3AC89FE5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25" creationId="{E4F4E8B3-6F49-520B-BADE-80777756A45F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32" creationId="{2371B96C-D6A3-0148-D463-70E7184C74E6}"/>
          </ac:spMkLst>
        </pc:spChg>
        <pc:spChg chg="mod">
          <ac:chgData name="赫 郝" userId="eac1196edf7977d1" providerId="LiveId" clId="{06512E50-0563-545E-8A2D-AA85B947D58D}" dt="2026-08-07T10:14:53.999" v="172" actId="2711"/>
          <ac:spMkLst>
            <pc:docMk/>
            <pc:sldMk cId="3161696493" sldId="258"/>
            <ac:spMk id="133" creationId="{FC8FA736-EA70-2185-6118-BFD7C4AA75CD}"/>
          </ac:spMkLst>
        </pc:spChg>
        <pc:spChg chg="mod">
          <ac:chgData name="赫 郝" userId="eac1196edf7977d1" providerId="LiveId" clId="{06512E50-0563-545E-8A2D-AA85B947D58D}" dt="2026-08-07T10:15:42.648" v="206" actId="403"/>
          <ac:spMkLst>
            <pc:docMk/>
            <pc:sldMk cId="3161696493" sldId="258"/>
            <ac:spMk id="139" creationId="{CD29B512-1040-48AD-8FC4-8C3112AD6B11}"/>
          </ac:spMkLst>
        </pc:spChg>
        <pc:spChg chg="mod">
          <ac:chgData name="赫 郝" userId="eac1196edf7977d1" providerId="LiveId" clId="{06512E50-0563-545E-8A2D-AA85B947D58D}" dt="2026-08-07T10:15:12.667" v="178" actId="403"/>
          <ac:spMkLst>
            <pc:docMk/>
            <pc:sldMk cId="3161696493" sldId="258"/>
            <ac:spMk id="141" creationId="{669538F3-4998-5A7B-EE4C-B904E9AB6665}"/>
          </ac:spMkLst>
        </pc:spChg>
        <pc:spChg chg="mod">
          <ac:chgData name="赫 郝" userId="eac1196edf7977d1" providerId="LiveId" clId="{06512E50-0563-545E-8A2D-AA85B947D58D}" dt="2026-08-07T10:15:12.667" v="178" actId="403"/>
          <ac:spMkLst>
            <pc:docMk/>
            <pc:sldMk cId="3161696493" sldId="258"/>
            <ac:spMk id="142" creationId="{6BEFCB2E-B784-C82A-9FCD-718D161F9D5B}"/>
          </ac:spMkLst>
        </pc:spChg>
        <pc:spChg chg="mod">
          <ac:chgData name="赫 郝" userId="eac1196edf7977d1" providerId="LiveId" clId="{06512E50-0563-545E-8A2D-AA85B947D58D}" dt="2026-08-07T10:15:25.399" v="203" actId="20577"/>
          <ac:spMkLst>
            <pc:docMk/>
            <pc:sldMk cId="3161696493" sldId="258"/>
            <ac:spMk id="143" creationId="{92F41B05-7E91-F1D6-D66B-B02B6180AD5A}"/>
          </ac:spMkLst>
        </pc:spChg>
        <pc:spChg chg="mod">
          <ac:chgData name="赫 郝" userId="eac1196edf7977d1" providerId="LiveId" clId="{06512E50-0563-545E-8A2D-AA85B947D58D}" dt="2026-08-07T10:15:34.902" v="204" actId="403"/>
          <ac:spMkLst>
            <pc:docMk/>
            <pc:sldMk cId="3161696493" sldId="258"/>
            <ac:spMk id="144" creationId="{528109A3-6429-66FD-B40A-451606F64F57}"/>
          </ac:spMkLst>
        </pc:spChg>
        <pc:spChg chg="mod">
          <ac:chgData name="赫 郝" userId="eac1196edf7977d1" providerId="LiveId" clId="{06512E50-0563-545E-8A2D-AA85B947D58D}" dt="2026-08-07T10:15:34.902" v="204" actId="403"/>
          <ac:spMkLst>
            <pc:docMk/>
            <pc:sldMk cId="3161696493" sldId="258"/>
            <ac:spMk id="145" creationId="{DC93E706-8DB7-FA20-A467-BDD48A2552AA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166" creationId="{D68DABC6-9D74-F938-75FC-85E1CC974BBD}"/>
          </ac:spMkLst>
        </pc:spChg>
        <pc:spChg chg="mod">
          <ac:chgData name="赫 郝" userId="eac1196edf7977d1" providerId="LiveId" clId="{06512E50-0563-545E-8A2D-AA85B947D58D}" dt="2026-08-07T10:15:04.352" v="176" actId="403"/>
          <ac:spMkLst>
            <pc:docMk/>
            <pc:sldMk cId="3161696493" sldId="258"/>
            <ac:spMk id="167" creationId="{363C0133-88CD-6C27-4B9F-8E78CAE4DC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22373-0FB1-41D5-AA8B-36EBD955E7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C5521-7FEA-46B8-A58E-D62953788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3B317-3C20-496D-ACE7-67FC8D4C7A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B4540-B124-4966-B13D-9EDB1952B4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B8E40-F75E-47C3-A61F-3AAB956F28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87CD-2265-44DC-8877-5E404531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271E-E137-40FA-8699-A6D832EFA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987A4-E188-4150-B6B5-49E90A48C3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A3FF80-0426-4106-8377-7FB01FC30B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7B640-D8F3-4F2D-B34A-156B96F588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B1E4-0564-44F7-B030-B1BBEA879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C1B9F8-896F-463B-BB9F-09AA1F1592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6209F1-A378-48A7-B0F2-F28C77CFFA5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4D4D4-E9B1-4D82-8EB8-285E0CCED9B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6FA19-EF31-452B-8FE7-80548AC0F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1402-C0EB-4559-BCCD-5AB82EEBB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371BD-92A7-4B21-B4B4-EE3CEF9700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7A481-26C3-4913-B1BC-79C7590F66B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8F74B1-2628-4C39-8B53-31CE61EB47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79B4-357C-4EDB-BE8D-04148068E8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8FADD5-F4A4-4E73-A502-F9C255BF9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94AB0-B34A-4BA8-9601-A7E82FA4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2EFABC-331F-40B1-B8E8-9C30AF2BB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40C17-551B-482C-AFF0-AD3B4258E28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10C44B-55CC-4AA0-9FCF-3780F872B54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304734-DA5D-4B95-BAD1-F665489B10D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1A7543-F3FB-4583-BCD6-9A798ED1D49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1D2DB3-82CB-4C7E-9E74-502F35FCF71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E0C66E-95EC-404B-B7E4-E3E89F547B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1B79-A375-4243-9C0D-1D8232169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3CF2B-4585-4B47-A73A-640BAD550C3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D5673-347B-4A23-B91B-3AB8D7A7C74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92053-5C94-4C05-98C6-FABBC0A6E7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E81170-4A90-4002-BFF3-328E7B2C30E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6F4B7B-C832-4238-BA51-5B85F1277D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3FF97-9A07-46AA-86B8-8094960B3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B27B-7B37-40D6-8E86-1405B7BF5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8B5CA-2637-419E-A3BA-C9080E37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1C3A6B-9CCC-44DA-97A5-6B1E390DEA6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ACCD4-6161-45B2-8F2F-AAC5C9F0DAC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C9776D-AEFA-4F59-9D15-55D86652F0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174044-DF71-41BB-8072-E94851ACB4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34ED-D189-4A1E-BB4B-F71FC6052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7FE75C-68F1-43F8-A12D-29F1108225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74384-3FC5-4616-AFA9-1AC66C4C034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252CC-0EE0-4135-AC72-7A1355EF477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22CFE-1D89-4F93-92FD-EA820BE089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C2AD3-4D36-4655-976E-75EADB6D81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CCBD0-9974-4908-83D3-F9D3B5A5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6AB7CE-B83C-4D3E-A4D7-67C3882339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B13DF-2B8E-43EC-AA36-9FF987546C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A318B-8B46-462B-B5FF-BCF296B886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2A59E-E73A-4593-8075-AE9E1A58730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044F6-6CD8-4204-A18F-65312E01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D6FAC6-F4A4-4BFC-B44E-5945C905C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3B3FA-F02A-4074-8DEA-1DC5182422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A43E33-82FC-4472-8C48-AD177C32651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DD985-2701-47F1-AE85-A80515A77D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F2B881-AC4E-4689-9E95-0126E10CF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40738-AFF9-4DBC-8E8C-38E555509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58892-2294-400A-A231-AED4F725F18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t>2026/8/7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A6A02-D243-4E29-8D11-D5117881FD7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BDF72C-8A54-42B0-8A32-CBECE0F2D9A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D4AD5C-8F27-4C0C-83E8-AC0F18A53157}"/>
              </a:ext>
            </a:extLst>
          </p:cNvPr>
          <p:cNvSpPr>
            <a:spLocks noGrp="1"/>
          </p:cNvSpPr>
          <p:nvPr/>
        </p:nvSpPr>
        <p:spPr>
          <a:xfrm>
            <a:off x="91440" y="350073"/>
            <a:ext cx="1417320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</a:t>
            </a:r>
            <a:endParaRPr sz="14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BB874D6-2DA5-4FD8-AB31-99292533C8E8}"/>
              </a:ext>
            </a:extLst>
          </p:cNvPr>
          <p:cNvSpPr>
            <a:spLocks noGrp="1"/>
          </p:cNvSpPr>
          <p:nvPr/>
        </p:nvSpPr>
        <p:spPr>
          <a:xfrm>
            <a:off x="91440" y="713916"/>
            <a:ext cx="1417320" cy="190652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7EA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8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648D-508C-4D70-A78C-695CA0568E6C}"/>
              </a:ext>
            </a:extLst>
          </p:cNvPr>
          <p:cNvSpPr>
            <a:spLocks noGrp="1"/>
          </p:cNvSpPr>
          <p:nvPr/>
        </p:nvSpPr>
        <p:spPr>
          <a:xfrm>
            <a:off x="180837" y="938348"/>
            <a:ext cx="1271016" cy="184666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家庭级属性</a:t>
            </a:r>
            <a:endParaRPr sz="1400" b="1" i="1" dirty="0">
              <a:solidFill>
                <a:srgbClr val="1F6FB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2FB5B8-49F3-42F0-A304-15FB28411728}"/>
              </a:ext>
            </a:extLst>
          </p:cNvPr>
          <p:cNvSpPr>
            <a:spLocks noGrp="1"/>
          </p:cNvSpPr>
          <p:nvPr/>
        </p:nvSpPr>
        <p:spPr>
          <a:xfrm>
            <a:off x="182880" y="1317380"/>
            <a:ext cx="1252728" cy="9095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家庭规模、构成</a:t>
            </a:r>
          </a:p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车辆拥有</a:t>
            </a:r>
          </a:p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收入</a:t>
            </a:r>
          </a:p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住房类型</a:t>
            </a:r>
          </a:p>
          <a:p>
            <a:pPr algn="l">
              <a:lnSpc>
                <a:spcPct val="112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1ABC6E-5F7E-408B-9BC1-D52C41E02BBC}"/>
              </a:ext>
            </a:extLst>
          </p:cNvPr>
          <p:cNvSpPr>
            <a:spLocks noGrp="1"/>
          </p:cNvSpPr>
          <p:nvPr/>
        </p:nvSpPr>
        <p:spPr>
          <a:xfrm>
            <a:off x="1078992" y="2327833"/>
            <a:ext cx="201168" cy="146304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A26B1B3-9D59-4B51-99B9-E223F6FE1663}"/>
              </a:ext>
            </a:extLst>
          </p:cNvPr>
          <p:cNvSpPr>
            <a:spLocks noGrp="1"/>
          </p:cNvSpPr>
          <p:nvPr/>
        </p:nvSpPr>
        <p:spPr>
          <a:xfrm>
            <a:off x="1051560" y="2199817"/>
            <a:ext cx="256032" cy="137160"/>
          </a:xfrm>
          <a:prstGeom prst="triangle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7838E5-22EA-4B3F-98A1-D77341E1DB61}"/>
              </a:ext>
            </a:extLst>
          </p:cNvPr>
          <p:cNvSpPr>
            <a:spLocks noGrp="1"/>
          </p:cNvSpPr>
          <p:nvPr/>
        </p:nvSpPr>
        <p:spPr>
          <a:xfrm>
            <a:off x="91440" y="2803321"/>
            <a:ext cx="1417320" cy="287121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524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2B0332-A55B-4E5F-B995-FEFA7C93DD1A}"/>
              </a:ext>
            </a:extLst>
          </p:cNvPr>
          <p:cNvSpPr>
            <a:spLocks noGrp="1"/>
          </p:cNvSpPr>
          <p:nvPr/>
        </p:nvSpPr>
        <p:spPr>
          <a:xfrm>
            <a:off x="164592" y="3160405"/>
            <a:ext cx="1271016" cy="21544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400" b="1" i="0" dirty="0" err="1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成员级属性</a:t>
            </a:r>
            <a:endParaRPr sz="1400" b="1" i="0" dirty="0">
              <a:solidFill>
                <a:srgbClr val="2E7D3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4AE1B-825D-4156-934D-AAD290C640A6}"/>
              </a:ext>
            </a:extLst>
          </p:cNvPr>
          <p:cNvSpPr>
            <a:spLocks noGrp="1"/>
          </p:cNvSpPr>
          <p:nvPr/>
        </p:nvSpPr>
        <p:spPr>
          <a:xfrm>
            <a:off x="182880" y="3774172"/>
            <a:ext cx="1252728" cy="108882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12000"/>
              </a:lnSpc>
              <a:buNone/>
            </a:pPr>
            <a:r>
              <a:rPr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105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年龄</a:t>
            </a:r>
            <a:endParaRPr sz="105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2000"/>
              </a:lnSpc>
              <a:buNone/>
            </a:pPr>
            <a:r>
              <a:rPr sz="105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105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性别</a:t>
            </a:r>
            <a:endParaRPr sz="105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  <a:buNone/>
            </a:pPr>
            <a:r>
              <a:rPr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105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职业</a:t>
            </a:r>
            <a:endParaRPr sz="105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  <a:buNone/>
            </a:pPr>
            <a:r>
              <a:rPr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lang="zh-CN" altLang="en-US"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是否有驾照</a:t>
            </a:r>
            <a:endParaRPr sz="105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  <a:buNone/>
            </a:pPr>
            <a:r>
              <a:rPr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105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学历</a:t>
            </a:r>
            <a:endParaRPr sz="105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12000"/>
              </a:lnSpc>
              <a:buNone/>
            </a:pPr>
            <a:r>
              <a:rPr sz="105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105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与户主关系</a:t>
            </a:r>
            <a:endParaRPr sz="105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C1BFCBD-7EB3-403A-8B3D-90760C5BC5FD}"/>
              </a:ext>
            </a:extLst>
          </p:cNvPr>
          <p:cNvSpPr>
            <a:spLocks noGrp="1"/>
          </p:cNvSpPr>
          <p:nvPr/>
        </p:nvSpPr>
        <p:spPr>
          <a:xfrm>
            <a:off x="351472" y="5322033"/>
            <a:ext cx="65150" cy="651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DC64C22-FE36-4381-B87D-91FD8CDF947E}"/>
              </a:ext>
            </a:extLst>
          </p:cNvPr>
          <p:cNvSpPr>
            <a:spLocks noGrp="1"/>
          </p:cNvSpPr>
          <p:nvPr/>
        </p:nvSpPr>
        <p:spPr>
          <a:xfrm>
            <a:off x="330189" y="5395437"/>
            <a:ext cx="107716" cy="73837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4184FEA-7152-4D6B-9A77-718C451A8C31}"/>
              </a:ext>
            </a:extLst>
          </p:cNvPr>
          <p:cNvSpPr>
            <a:spLocks noGrp="1"/>
          </p:cNvSpPr>
          <p:nvPr/>
        </p:nvSpPr>
        <p:spPr>
          <a:xfrm>
            <a:off x="561784" y="5322033"/>
            <a:ext cx="65150" cy="651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944D984-DF60-4F76-AD72-AD8DD8F6C127}"/>
              </a:ext>
            </a:extLst>
          </p:cNvPr>
          <p:cNvSpPr>
            <a:spLocks noGrp="1"/>
          </p:cNvSpPr>
          <p:nvPr/>
        </p:nvSpPr>
        <p:spPr>
          <a:xfrm>
            <a:off x="540501" y="5395437"/>
            <a:ext cx="107716" cy="73837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5B8B283-6991-4178-8A03-E4C387341EF6}"/>
              </a:ext>
            </a:extLst>
          </p:cNvPr>
          <p:cNvSpPr>
            <a:spLocks noGrp="1"/>
          </p:cNvSpPr>
          <p:nvPr/>
        </p:nvSpPr>
        <p:spPr>
          <a:xfrm>
            <a:off x="772096" y="5322033"/>
            <a:ext cx="65150" cy="6515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D2371CF-5CBB-4962-9B6F-B2EE35ADD05C}"/>
              </a:ext>
            </a:extLst>
          </p:cNvPr>
          <p:cNvSpPr>
            <a:spLocks noGrp="1"/>
          </p:cNvSpPr>
          <p:nvPr/>
        </p:nvSpPr>
        <p:spPr>
          <a:xfrm>
            <a:off x="750813" y="5395437"/>
            <a:ext cx="107716" cy="73837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51ECDC-DC41-48F0-94AC-1370249F9CD2}"/>
              </a:ext>
            </a:extLst>
          </p:cNvPr>
          <p:cNvSpPr>
            <a:spLocks noGrp="1"/>
          </p:cNvSpPr>
          <p:nvPr/>
        </p:nvSpPr>
        <p:spPr>
          <a:xfrm>
            <a:off x="960120" y="5302260"/>
            <a:ext cx="36576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BF893F4-BA28-48B0-A15F-4C2C3877B0D1}"/>
              </a:ext>
            </a:extLst>
          </p:cNvPr>
          <p:cNvSpPr>
            <a:spLocks noGrp="1"/>
          </p:cNvSpPr>
          <p:nvPr/>
        </p:nvSpPr>
        <p:spPr>
          <a:xfrm>
            <a:off x="1645920" y="316153"/>
            <a:ext cx="2194560" cy="5760720"/>
          </a:xfrm>
          <a:prstGeom prst="roundRect">
            <a:avLst>
              <a:gd name="adj" fmla="val 4500"/>
            </a:avLst>
          </a:prstGeom>
          <a:solidFill>
            <a:srgbClr val="EAF2FB"/>
          </a:solidFill>
          <a:ln w="16510">
            <a:solidFill>
              <a:srgbClr val="7EA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65ABF1-C831-47E2-8B33-D3C153A4BA78}"/>
              </a:ext>
            </a:extLst>
          </p:cNvPr>
          <p:cNvSpPr>
            <a:spLocks noGrp="1"/>
          </p:cNvSpPr>
          <p:nvPr/>
        </p:nvSpPr>
        <p:spPr>
          <a:xfrm>
            <a:off x="1796796" y="467028"/>
            <a:ext cx="246888" cy="246888"/>
          </a:xfrm>
          <a:prstGeom prst="ellipse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E32E98-4BFB-4D45-9B93-3173554F64FA}"/>
              </a:ext>
            </a:extLst>
          </p:cNvPr>
          <p:cNvSpPr>
            <a:spLocks noGrp="1"/>
          </p:cNvSpPr>
          <p:nvPr/>
        </p:nvSpPr>
        <p:spPr>
          <a:xfrm>
            <a:off x="1796796" y="464374"/>
            <a:ext cx="246888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400" b="1" i="0">
                <a:solidFill>
                  <a:srgbClr val="FFFFF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58072BE-1BB4-4EEA-A8B2-3795B285DE2B}"/>
              </a:ext>
            </a:extLst>
          </p:cNvPr>
          <p:cNvSpPr>
            <a:spLocks noGrp="1"/>
          </p:cNvSpPr>
          <p:nvPr/>
        </p:nvSpPr>
        <p:spPr>
          <a:xfrm>
            <a:off x="2151468" y="390084"/>
            <a:ext cx="1487844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1" i="0" dirty="0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融合家庭</a:t>
            </a:r>
            <a:r>
              <a:rPr lang="en-US" altLang="zh-CN" sz="1200" b="1" i="0" dirty="0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200" b="1" i="0" dirty="0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成员特征的多任务编码器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ADD5BD-C5DD-45CD-BAAF-FE78AB9FC3F4}"/>
              </a:ext>
            </a:extLst>
          </p:cNvPr>
          <p:cNvSpPr>
            <a:spLocks noGrp="1"/>
          </p:cNvSpPr>
          <p:nvPr/>
        </p:nvSpPr>
        <p:spPr>
          <a:xfrm>
            <a:off x="1773936" y="846505"/>
            <a:ext cx="1938528" cy="34528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整合</a:t>
            </a:r>
            <a:r>
              <a:rPr lang="zh-CN" altLang="en-US" sz="1050" b="0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分层</a:t>
            </a: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信息并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推断活动模式先验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19DB679-1854-4291-B5A2-869064E30CFA}"/>
              </a:ext>
            </a:extLst>
          </p:cNvPr>
          <p:cNvSpPr>
            <a:spLocks noGrp="1"/>
          </p:cNvSpPr>
          <p:nvPr/>
        </p:nvSpPr>
        <p:spPr>
          <a:xfrm>
            <a:off x="4041648" y="316153"/>
            <a:ext cx="2066543" cy="5760720"/>
          </a:xfrm>
          <a:prstGeom prst="roundRect">
            <a:avLst>
              <a:gd name="adj" fmla="val 4500"/>
            </a:avLst>
          </a:prstGeom>
          <a:solidFill>
            <a:srgbClr val="FFF8E8"/>
          </a:solidFill>
          <a:ln w="1651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EF55A1C-6124-410D-B316-2A8CB9E4AFEC}"/>
              </a:ext>
            </a:extLst>
          </p:cNvPr>
          <p:cNvSpPr>
            <a:spLocks noGrp="1"/>
          </p:cNvSpPr>
          <p:nvPr/>
        </p:nvSpPr>
        <p:spPr>
          <a:xfrm>
            <a:off x="4192524" y="467028"/>
            <a:ext cx="246888" cy="246888"/>
          </a:xfrm>
          <a:prstGeom prst="ellipse">
            <a:avLst/>
          </a:prstGeom>
          <a:solidFill>
            <a:srgbClr val="C7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9C1216A-005E-447F-99BF-0BC050097831}"/>
              </a:ext>
            </a:extLst>
          </p:cNvPr>
          <p:cNvSpPr>
            <a:spLocks noGrp="1"/>
          </p:cNvSpPr>
          <p:nvPr/>
        </p:nvSpPr>
        <p:spPr>
          <a:xfrm>
            <a:off x="4192524" y="464374"/>
            <a:ext cx="246888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lvl1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65A116-0AAB-4113-A00C-CD72EB1541BB}"/>
              </a:ext>
            </a:extLst>
          </p:cNvPr>
          <p:cNvSpPr>
            <a:spLocks noGrp="1"/>
          </p:cNvSpPr>
          <p:nvPr/>
        </p:nvSpPr>
        <p:spPr>
          <a:xfrm>
            <a:off x="4448556" y="382273"/>
            <a:ext cx="1609343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1" i="0" dirty="0">
                <a:solidFill>
                  <a:srgbClr val="C778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考虑家庭联合活动的多任务学习解码器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8FFAC4-07D5-4EC7-AE4E-9ED622BCB6B0}"/>
              </a:ext>
            </a:extLst>
          </p:cNvPr>
          <p:cNvSpPr>
            <a:spLocks noGrp="1"/>
          </p:cNvSpPr>
          <p:nvPr/>
        </p:nvSpPr>
        <p:spPr>
          <a:xfrm>
            <a:off x="4169663" y="846505"/>
            <a:ext cx="1810511" cy="34528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同时生成全体成员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的活动链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2357A49-24DA-474F-9E88-A783076FF352}"/>
              </a:ext>
            </a:extLst>
          </p:cNvPr>
          <p:cNvSpPr>
            <a:spLocks noGrp="1"/>
          </p:cNvSpPr>
          <p:nvPr/>
        </p:nvSpPr>
        <p:spPr>
          <a:xfrm>
            <a:off x="6355080" y="316153"/>
            <a:ext cx="1993392" cy="5760720"/>
          </a:xfrm>
          <a:prstGeom prst="roundRect">
            <a:avLst>
              <a:gd name="adj" fmla="val 4500"/>
            </a:avLst>
          </a:prstGeom>
          <a:solidFill>
            <a:srgbClr val="F1EDF9"/>
          </a:solidFill>
          <a:ln w="1651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F2370C7-8268-45AB-AC03-55F30AC1D8DB}"/>
              </a:ext>
            </a:extLst>
          </p:cNvPr>
          <p:cNvSpPr>
            <a:spLocks noGrp="1"/>
          </p:cNvSpPr>
          <p:nvPr/>
        </p:nvSpPr>
        <p:spPr>
          <a:xfrm>
            <a:off x="6505956" y="467028"/>
            <a:ext cx="246888" cy="246888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947F12-08E1-45AE-8323-11EEDE6E2780}"/>
              </a:ext>
            </a:extLst>
          </p:cNvPr>
          <p:cNvSpPr>
            <a:spLocks noGrp="1"/>
          </p:cNvSpPr>
          <p:nvPr/>
        </p:nvSpPr>
        <p:spPr>
          <a:xfrm>
            <a:off x="6501383" y="464374"/>
            <a:ext cx="246888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lvl1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rPr lang="en-US" altLang="zh-CN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  <a:endParaRPr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9F366BC-162E-4821-88A7-F15D1C7BEF96}"/>
              </a:ext>
            </a:extLst>
          </p:cNvPr>
          <p:cNvSpPr>
            <a:spLocks noGrp="1"/>
          </p:cNvSpPr>
          <p:nvPr/>
        </p:nvSpPr>
        <p:spPr>
          <a:xfrm>
            <a:off x="6876288" y="371635"/>
            <a:ext cx="1536192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zh-CN" altLang="en-US" sz="1200" b="1" i="0" dirty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基于纳什议价的家庭活动计划协调层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CE735B-1C70-493D-B75C-0A528568CA6F}"/>
              </a:ext>
            </a:extLst>
          </p:cNvPr>
          <p:cNvSpPr>
            <a:spLocks noGrp="1"/>
          </p:cNvSpPr>
          <p:nvPr/>
        </p:nvSpPr>
        <p:spPr>
          <a:xfrm>
            <a:off x="6483096" y="846505"/>
            <a:ext cx="1737360" cy="34528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施加家庭级可行性并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最大化家庭效用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7B000B4F-078E-4E9D-84AA-4D10B4927DC8}"/>
              </a:ext>
            </a:extLst>
          </p:cNvPr>
          <p:cNvSpPr>
            <a:spLocks noGrp="1"/>
          </p:cNvSpPr>
          <p:nvPr/>
        </p:nvSpPr>
        <p:spPr>
          <a:xfrm>
            <a:off x="1764792" y="1267129"/>
            <a:ext cx="932687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7EA6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BCAD48-3DE8-457F-8367-CCFA6751BF01}"/>
              </a:ext>
            </a:extLst>
          </p:cNvPr>
          <p:cNvSpPr>
            <a:spLocks noGrp="1"/>
          </p:cNvSpPr>
          <p:nvPr/>
        </p:nvSpPr>
        <p:spPr>
          <a:xfrm>
            <a:off x="1772164" y="1509237"/>
            <a:ext cx="896111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家庭上下文</a:t>
            </a:r>
            <a:endParaRPr sz="1200" b="1" i="0" dirty="0">
              <a:solidFill>
                <a:srgbClr val="1F6FB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编码器</a:t>
            </a:r>
            <a:endParaRPr sz="1200" b="1" i="0" dirty="0">
              <a:solidFill>
                <a:srgbClr val="1F6FB5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6D8ACCC-89ED-4382-AC79-6BE5DBCF3257}"/>
              </a:ext>
            </a:extLst>
          </p:cNvPr>
          <p:cNvSpPr>
            <a:spLocks noGrp="1"/>
          </p:cNvSpPr>
          <p:nvPr/>
        </p:nvSpPr>
        <p:spPr>
          <a:xfrm>
            <a:off x="2788920" y="1267129"/>
            <a:ext cx="932687" cy="841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58FD9A-4AAC-42CB-B7A2-9B49AACCEF26}"/>
              </a:ext>
            </a:extLst>
          </p:cNvPr>
          <p:cNvSpPr>
            <a:spLocks noGrp="1"/>
          </p:cNvSpPr>
          <p:nvPr/>
        </p:nvSpPr>
        <p:spPr>
          <a:xfrm>
            <a:off x="2807208" y="1497420"/>
            <a:ext cx="896111" cy="38779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成员属性</a:t>
            </a:r>
            <a:endParaRPr sz="1200" b="1" i="0" dirty="0">
              <a:solidFill>
                <a:srgbClr val="2E7D3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共享编码器</a:t>
            </a:r>
            <a:endParaRPr sz="1200" b="1" i="0" dirty="0">
              <a:solidFill>
                <a:srgbClr val="2E7D3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Connector 72">
            <a:extLst>
              <a:ext uri="{FF2B5EF4-FFF2-40B4-BE49-F238E27FC236}">
                <a16:creationId xmlns:a16="http://schemas.microsoft.com/office/drawing/2014/main" id="{EC46228E-265C-4573-91EF-834CF5E257BE}"/>
              </a:ext>
            </a:extLst>
          </p:cNvPr>
          <p:cNvSpPr>
            <a:spLocks noGrp="1"/>
          </p:cNvSpPr>
          <p:nvPr/>
        </p:nvSpPr>
        <p:spPr>
          <a:xfrm>
            <a:off x="2231136" y="2108377"/>
            <a:ext cx="0" cy="182880"/>
          </a:xfrm>
          <a:prstGeom prst="line">
            <a:avLst/>
          </a:prstGeom>
          <a:ln w="12700">
            <a:solidFill>
              <a:srgbClr val="1F6F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Connector 73">
            <a:extLst>
              <a:ext uri="{FF2B5EF4-FFF2-40B4-BE49-F238E27FC236}">
                <a16:creationId xmlns:a16="http://schemas.microsoft.com/office/drawing/2014/main" id="{03D2B043-ECC8-495C-BDCC-606B9C872FB5}"/>
              </a:ext>
            </a:extLst>
          </p:cNvPr>
          <p:cNvSpPr>
            <a:spLocks noGrp="1"/>
          </p:cNvSpPr>
          <p:nvPr/>
        </p:nvSpPr>
        <p:spPr>
          <a:xfrm>
            <a:off x="3255264" y="2108377"/>
            <a:ext cx="0" cy="182880"/>
          </a:xfrm>
          <a:prstGeom prst="line">
            <a:avLst/>
          </a:prstGeom>
          <a:ln w="127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2CD3B87E-2E89-4208-9212-089A44E7B73D}"/>
              </a:ext>
            </a:extLst>
          </p:cNvPr>
          <p:cNvSpPr>
            <a:spLocks noGrp="1"/>
          </p:cNvSpPr>
          <p:nvPr/>
        </p:nvSpPr>
        <p:spPr>
          <a:xfrm>
            <a:off x="1764792" y="2291257"/>
            <a:ext cx="19568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1BAA3F4-609B-4B88-A14A-184D5BBBF42C}"/>
              </a:ext>
            </a:extLst>
          </p:cNvPr>
          <p:cNvSpPr>
            <a:spLocks noGrp="1"/>
          </p:cNvSpPr>
          <p:nvPr/>
        </p:nvSpPr>
        <p:spPr>
          <a:xfrm>
            <a:off x="1764792" y="2289733"/>
            <a:ext cx="1956815" cy="341632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 dirty="0" err="1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集合注意力专家</a:t>
            </a:r>
            <a:endParaRPr sz="1050" b="1" i="0" dirty="0">
              <a:solidFill>
                <a:srgbClr val="6A4FA3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050" b="1" i="0" dirty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050" b="1" i="0" dirty="0" err="1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渐进分层提取</a:t>
            </a:r>
            <a:r>
              <a:rPr sz="1050" b="1" i="0" dirty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26EF2D0-0340-45B9-9FBC-0133ABE4363C}"/>
              </a:ext>
            </a:extLst>
          </p:cNvPr>
          <p:cNvSpPr>
            <a:spLocks noGrp="1"/>
          </p:cNvSpPr>
          <p:nvPr/>
        </p:nvSpPr>
        <p:spPr>
          <a:xfrm>
            <a:off x="1856232" y="2657017"/>
            <a:ext cx="566928" cy="512064"/>
          </a:xfrm>
          <a:prstGeom prst="roundRect">
            <a:avLst>
              <a:gd name="adj" fmla="val 12000"/>
            </a:avLst>
          </a:prstGeom>
          <a:solidFill>
            <a:srgbClr val="F1EDF9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8474B6A-DBF6-4CB5-91E7-0C49CC8C8287}"/>
              </a:ext>
            </a:extLst>
          </p:cNvPr>
          <p:cNvSpPr>
            <a:spLocks noGrp="1"/>
          </p:cNvSpPr>
          <p:nvPr/>
        </p:nvSpPr>
        <p:spPr>
          <a:xfrm>
            <a:off x="1856232" y="2675305"/>
            <a:ext cx="566928" cy="1569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 i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专家 1</a:t>
            </a:r>
          </a:p>
        </p:txBody>
      </p:sp>
      <p:cxnSp>
        <p:nvCxnSpPr>
          <p:cNvPr id="1014" name="Connector 78"/>
          <p:cNvCxnSpPr>
            <a:stCxn id="84" idx="3"/>
            <a:endCxn id="433" idx="7"/>
          </p:cNvCxnSpPr>
          <p:nvPr/>
        </p:nvCxnSpPr>
        <p:spPr>
          <a:xfrm flipH="1">
            <a:off x="2037625" y="2900184"/>
            <a:ext cx="73649" cy="49503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5" name="Connector 79"/>
          <p:cNvCxnSpPr>
            <a:endCxn id="434" idx="5"/>
          </p:cNvCxnSpPr>
          <p:nvPr/>
        </p:nvCxnSpPr>
        <p:spPr>
          <a:xfrm>
            <a:off x="2145498" y="2881159"/>
            <a:ext cx="141434" cy="98830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6" name="Connector 80"/>
          <p:cNvCxnSpPr>
            <a:stCxn id="433" idx="1"/>
            <a:endCxn id="435" idx="5"/>
          </p:cNvCxnSpPr>
          <p:nvPr/>
        </p:nvCxnSpPr>
        <p:spPr>
          <a:xfrm>
            <a:off x="1989697" y="2949687"/>
            <a:ext cx="119099" cy="179334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7" name="Connector 81"/>
          <p:cNvCxnSpPr>
            <a:stCxn id="84" idx="0"/>
            <a:endCxn id="435" idx="4"/>
          </p:cNvCxnSpPr>
          <p:nvPr/>
        </p:nvCxnSpPr>
        <p:spPr>
          <a:xfrm flipH="1">
            <a:off x="2084832" y="2842330"/>
            <a:ext cx="50406" cy="296617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8" name="Connector 82"/>
          <p:cNvCxnSpPr>
            <a:stCxn id="435" idx="2"/>
            <a:endCxn id="436" idx="2"/>
          </p:cNvCxnSpPr>
          <p:nvPr/>
        </p:nvCxnSpPr>
        <p:spPr>
          <a:xfrm flipV="1">
            <a:off x="2050942" y="3081231"/>
            <a:ext cx="144246" cy="2382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>
            <a:extLst>
              <a:ext uri="{FF2B5EF4-FFF2-40B4-BE49-F238E27FC236}">
                <a16:creationId xmlns:a16="http://schemas.microsoft.com/office/drawing/2014/main" id="{95BB03FF-B2F0-421F-89D3-937AD817CF7D}"/>
              </a:ext>
            </a:extLst>
          </p:cNvPr>
          <p:cNvSpPr>
            <a:spLocks noGrp="1"/>
          </p:cNvSpPr>
          <p:nvPr/>
        </p:nvSpPr>
        <p:spPr>
          <a:xfrm>
            <a:off x="2101348" y="2842330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C2D0E905-9EC8-4CF0-866A-7F1CDA9642C2}"/>
              </a:ext>
            </a:extLst>
          </p:cNvPr>
          <p:cNvSpPr>
            <a:spLocks noGrp="1"/>
          </p:cNvSpPr>
          <p:nvPr/>
        </p:nvSpPr>
        <p:spPr>
          <a:xfrm>
            <a:off x="2459736" y="2657017"/>
            <a:ext cx="566928" cy="512064"/>
          </a:xfrm>
          <a:prstGeom prst="roundRect">
            <a:avLst>
              <a:gd name="adj" fmla="val 12000"/>
            </a:avLst>
          </a:prstGeom>
          <a:solidFill>
            <a:srgbClr val="F1EDF9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C66DB7-3360-4784-8F15-3FDED45689DA}"/>
              </a:ext>
            </a:extLst>
          </p:cNvPr>
          <p:cNvSpPr>
            <a:spLocks noGrp="1"/>
          </p:cNvSpPr>
          <p:nvPr/>
        </p:nvSpPr>
        <p:spPr>
          <a:xfrm>
            <a:off x="2459736" y="2675305"/>
            <a:ext cx="566928" cy="1569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 i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专家 k</a:t>
            </a:r>
          </a:p>
        </p:txBody>
      </p:sp>
      <p:sp>
        <p:nvSpPr>
          <p:cNvPr id="101" name="Rounded Rectangle 100">
            <a:extLst>
              <a:ext uri="{FF2B5EF4-FFF2-40B4-BE49-F238E27FC236}">
                <a16:creationId xmlns:a16="http://schemas.microsoft.com/office/drawing/2014/main" id="{B7798AE4-B282-4461-9444-0EAFD65569AA}"/>
              </a:ext>
            </a:extLst>
          </p:cNvPr>
          <p:cNvSpPr>
            <a:spLocks noGrp="1"/>
          </p:cNvSpPr>
          <p:nvPr/>
        </p:nvSpPr>
        <p:spPr>
          <a:xfrm>
            <a:off x="3063240" y="2657017"/>
            <a:ext cx="566928" cy="512064"/>
          </a:xfrm>
          <a:prstGeom prst="roundRect">
            <a:avLst>
              <a:gd name="adj" fmla="val 12000"/>
            </a:avLst>
          </a:prstGeom>
          <a:solidFill>
            <a:srgbClr val="F1EDF9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6B120B46-BF81-42B6-A568-8C4ED8E41806}"/>
              </a:ext>
            </a:extLst>
          </p:cNvPr>
          <p:cNvSpPr>
            <a:spLocks noGrp="1"/>
          </p:cNvSpPr>
          <p:nvPr/>
        </p:nvSpPr>
        <p:spPr>
          <a:xfrm>
            <a:off x="3063240" y="2675305"/>
            <a:ext cx="566928" cy="1569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 i="0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专家 K</a:t>
            </a:r>
          </a:p>
        </p:txBody>
      </p:sp>
      <p:sp>
        <p:nvSpPr>
          <p:cNvPr id="115" name="Connector 114">
            <a:extLst>
              <a:ext uri="{FF2B5EF4-FFF2-40B4-BE49-F238E27FC236}">
                <a16:creationId xmlns:a16="http://schemas.microsoft.com/office/drawing/2014/main" id="{9F3DDBE5-2E20-47D9-A62F-FE84E092788E}"/>
              </a:ext>
            </a:extLst>
          </p:cNvPr>
          <p:cNvSpPr>
            <a:spLocks noGrp="1"/>
          </p:cNvSpPr>
          <p:nvPr/>
        </p:nvSpPr>
        <p:spPr>
          <a:xfrm>
            <a:off x="2743200" y="3242233"/>
            <a:ext cx="0" cy="182880"/>
          </a:xfrm>
          <a:prstGeom prst="line">
            <a:avLst/>
          </a:prstGeom>
          <a:ln w="12700">
            <a:solidFill>
              <a:srgbClr val="1F6F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Rounded Rectangle 115">
            <a:extLst>
              <a:ext uri="{FF2B5EF4-FFF2-40B4-BE49-F238E27FC236}">
                <a16:creationId xmlns:a16="http://schemas.microsoft.com/office/drawing/2014/main" id="{831D0BF1-F98E-477F-BB15-A3BBBE5F914F}"/>
              </a:ext>
            </a:extLst>
          </p:cNvPr>
          <p:cNvSpPr>
            <a:spLocks noGrp="1"/>
          </p:cNvSpPr>
          <p:nvPr/>
        </p:nvSpPr>
        <p:spPr>
          <a:xfrm>
            <a:off x="1764792" y="3425113"/>
            <a:ext cx="1956815" cy="786384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2700">
            <a:solidFill>
              <a:srgbClr val="E0C3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850CB0F-BC68-4AD2-83C2-CCA7FD4A1316}"/>
              </a:ext>
            </a:extLst>
          </p:cNvPr>
          <p:cNvSpPr>
            <a:spLocks noGrp="1"/>
          </p:cNvSpPr>
          <p:nvPr/>
        </p:nvSpPr>
        <p:spPr>
          <a:xfrm>
            <a:off x="1764792" y="3461689"/>
            <a:ext cx="1956815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协调成员表征</a:t>
            </a:r>
            <a:endParaRPr sz="105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F7BCCDBA-19AC-49D8-AF86-3FAB2E479D85}"/>
              </a:ext>
            </a:extLst>
          </p:cNvPr>
          <p:cNvSpPr>
            <a:spLocks noGrp="1"/>
          </p:cNvSpPr>
          <p:nvPr/>
        </p:nvSpPr>
        <p:spPr>
          <a:xfrm>
            <a:off x="2020824" y="3699433"/>
            <a:ext cx="1682495" cy="1692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r₁                r₂        </a:t>
            </a:r>
            <a:r>
              <a:rPr sz="7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  <a:r>
              <a:rPr sz="11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  r</a:t>
            </a:r>
            <a:r>
              <a:rPr sz="10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ɴ</a:t>
            </a:r>
            <a:endParaRPr sz="1100" b="0" i="1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18742A76-50CA-4C1E-97AE-47712300B23C}"/>
              </a:ext>
            </a:extLst>
          </p:cNvPr>
          <p:cNvSpPr>
            <a:spLocks noGrp="1"/>
          </p:cNvSpPr>
          <p:nvPr/>
        </p:nvSpPr>
        <p:spPr>
          <a:xfrm>
            <a:off x="1924526" y="3928033"/>
            <a:ext cx="57950" cy="91440"/>
          </a:xfrm>
          <a:prstGeom prst="rect">
            <a:avLst/>
          </a:prstGeom>
          <a:solidFill>
            <a:srgbClr val="EAF2FB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9BBDCEA3-9E5D-4D7E-B52C-B3036A313E27}"/>
              </a:ext>
            </a:extLst>
          </p:cNvPr>
          <p:cNvSpPr>
            <a:spLocks noGrp="1"/>
          </p:cNvSpPr>
          <p:nvPr/>
        </p:nvSpPr>
        <p:spPr>
          <a:xfrm>
            <a:off x="2043398" y="3928033"/>
            <a:ext cx="57950" cy="91440"/>
          </a:xfrm>
          <a:prstGeom prst="rect">
            <a:avLst/>
          </a:prstGeom>
          <a:solidFill>
            <a:srgbClr val="EAF2FB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8BF41CAE-DDDC-41B4-BFFD-9E7F33A18B12}"/>
              </a:ext>
            </a:extLst>
          </p:cNvPr>
          <p:cNvSpPr>
            <a:spLocks noGrp="1"/>
          </p:cNvSpPr>
          <p:nvPr/>
        </p:nvSpPr>
        <p:spPr>
          <a:xfrm>
            <a:off x="2162270" y="3928033"/>
            <a:ext cx="57950" cy="91440"/>
          </a:xfrm>
          <a:prstGeom prst="rect">
            <a:avLst/>
          </a:prstGeom>
          <a:solidFill>
            <a:srgbClr val="EAF2FB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85FC48B2-8D75-430E-B5C8-7AA19203F817}"/>
              </a:ext>
            </a:extLst>
          </p:cNvPr>
          <p:cNvSpPr>
            <a:spLocks noGrp="1"/>
          </p:cNvSpPr>
          <p:nvPr/>
        </p:nvSpPr>
        <p:spPr>
          <a:xfrm>
            <a:off x="2599524" y="3928033"/>
            <a:ext cx="57950" cy="91440"/>
          </a:xfrm>
          <a:prstGeom prst="rect">
            <a:avLst/>
          </a:prstGeom>
          <a:solidFill>
            <a:srgbClr val="D9F0DA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F1F2110-B865-44AE-8CA5-142DD7D6B7E2}"/>
              </a:ext>
            </a:extLst>
          </p:cNvPr>
          <p:cNvSpPr>
            <a:spLocks noGrp="1"/>
          </p:cNvSpPr>
          <p:nvPr/>
        </p:nvSpPr>
        <p:spPr>
          <a:xfrm>
            <a:off x="2718395" y="3928033"/>
            <a:ext cx="57950" cy="91440"/>
          </a:xfrm>
          <a:prstGeom prst="rect">
            <a:avLst/>
          </a:prstGeom>
          <a:solidFill>
            <a:srgbClr val="D9F0DA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B778BC5-7FD4-469B-97F7-513307803DB9}"/>
              </a:ext>
            </a:extLst>
          </p:cNvPr>
          <p:cNvSpPr>
            <a:spLocks noGrp="1"/>
          </p:cNvSpPr>
          <p:nvPr/>
        </p:nvSpPr>
        <p:spPr>
          <a:xfrm>
            <a:off x="2837267" y="3928033"/>
            <a:ext cx="57950" cy="91440"/>
          </a:xfrm>
          <a:prstGeom prst="rect">
            <a:avLst/>
          </a:prstGeom>
          <a:solidFill>
            <a:srgbClr val="D9F0DA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AD7515A-BC5F-45F3-91E8-46B0710CE664}"/>
              </a:ext>
            </a:extLst>
          </p:cNvPr>
          <p:cNvSpPr>
            <a:spLocks noGrp="1"/>
          </p:cNvSpPr>
          <p:nvPr/>
        </p:nvSpPr>
        <p:spPr>
          <a:xfrm>
            <a:off x="3029291" y="3882313"/>
            <a:ext cx="201168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8BE08918-3A9C-4E77-9802-28B94480BD20}"/>
              </a:ext>
            </a:extLst>
          </p:cNvPr>
          <p:cNvSpPr>
            <a:spLocks noGrp="1"/>
          </p:cNvSpPr>
          <p:nvPr/>
        </p:nvSpPr>
        <p:spPr>
          <a:xfrm>
            <a:off x="3248748" y="3928033"/>
            <a:ext cx="57950" cy="91440"/>
          </a:xfrm>
          <a:prstGeom prst="rect">
            <a:avLst/>
          </a:prstGeom>
          <a:solidFill>
            <a:srgbClr val="FDEBD9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7DF67EBB-1122-47AD-8E65-D96149452466}"/>
              </a:ext>
            </a:extLst>
          </p:cNvPr>
          <p:cNvSpPr>
            <a:spLocks noGrp="1"/>
          </p:cNvSpPr>
          <p:nvPr/>
        </p:nvSpPr>
        <p:spPr>
          <a:xfrm>
            <a:off x="3367619" y="3928033"/>
            <a:ext cx="57950" cy="91440"/>
          </a:xfrm>
          <a:prstGeom prst="rect">
            <a:avLst/>
          </a:prstGeom>
          <a:solidFill>
            <a:srgbClr val="FDEBD9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E68F9F68-0893-42F8-8451-2B98E0ABCD15}"/>
              </a:ext>
            </a:extLst>
          </p:cNvPr>
          <p:cNvSpPr>
            <a:spLocks noGrp="1"/>
          </p:cNvSpPr>
          <p:nvPr/>
        </p:nvSpPr>
        <p:spPr>
          <a:xfrm>
            <a:off x="3486491" y="3928033"/>
            <a:ext cx="57950" cy="91440"/>
          </a:xfrm>
          <a:prstGeom prst="rect">
            <a:avLst/>
          </a:prstGeom>
          <a:solidFill>
            <a:srgbClr val="FDEBD9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9" name="Connector 128">
            <a:extLst>
              <a:ext uri="{FF2B5EF4-FFF2-40B4-BE49-F238E27FC236}">
                <a16:creationId xmlns:a16="http://schemas.microsoft.com/office/drawing/2014/main" id="{B18372E2-0C93-44A3-BC54-756B50727FCF}"/>
              </a:ext>
            </a:extLst>
          </p:cNvPr>
          <p:cNvSpPr>
            <a:spLocks noGrp="1"/>
          </p:cNvSpPr>
          <p:nvPr/>
        </p:nvSpPr>
        <p:spPr>
          <a:xfrm>
            <a:off x="2743200" y="4211497"/>
            <a:ext cx="0" cy="182880"/>
          </a:xfrm>
          <a:prstGeom prst="line">
            <a:avLst/>
          </a:prstGeom>
          <a:ln w="12700">
            <a:solidFill>
              <a:srgbClr val="BBBBB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A59C5242-1EE0-415D-BA54-AD1065E59043}"/>
              </a:ext>
            </a:extLst>
          </p:cNvPr>
          <p:cNvSpPr>
            <a:spLocks noGrp="1"/>
          </p:cNvSpPr>
          <p:nvPr/>
        </p:nvSpPr>
        <p:spPr>
          <a:xfrm>
            <a:off x="1764792" y="4760137"/>
            <a:ext cx="1956815" cy="1152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BBBB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0EC8F87-9939-418C-B8CF-1A8F3007C1A7}"/>
              </a:ext>
            </a:extLst>
          </p:cNvPr>
          <p:cNvSpPr>
            <a:spLocks noGrp="1"/>
          </p:cNvSpPr>
          <p:nvPr/>
        </p:nvSpPr>
        <p:spPr>
          <a:xfrm>
            <a:off x="1764792" y="4796713"/>
            <a:ext cx="1956815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活动模式先验</a:t>
            </a:r>
            <a:endParaRPr sz="105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2BE0C900-B8D2-4CE6-815E-33BA07E00334}"/>
              </a:ext>
            </a:extLst>
          </p:cNvPr>
          <p:cNvSpPr>
            <a:spLocks noGrp="1"/>
          </p:cNvSpPr>
          <p:nvPr/>
        </p:nvSpPr>
        <p:spPr>
          <a:xfrm>
            <a:off x="1847088" y="5016169"/>
            <a:ext cx="859535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29A63D0-8012-48F6-8A0C-A14E1F63C97A}"/>
              </a:ext>
            </a:extLst>
          </p:cNvPr>
          <p:cNvSpPr>
            <a:spLocks noGrp="1"/>
          </p:cNvSpPr>
          <p:nvPr/>
        </p:nvSpPr>
        <p:spPr>
          <a:xfrm>
            <a:off x="1847088" y="5082053"/>
            <a:ext cx="859535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家庭级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活动模式先验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7477ACB0-D405-4709-9593-1C8A606349AA}"/>
              </a:ext>
            </a:extLst>
          </p:cNvPr>
          <p:cNvSpPr>
            <a:spLocks noGrp="1"/>
          </p:cNvSpPr>
          <p:nvPr/>
        </p:nvSpPr>
        <p:spPr>
          <a:xfrm>
            <a:off x="1975104" y="5583097"/>
            <a:ext cx="77724" cy="146304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C78966A7-E943-4F2E-96C3-6CB45776DE6B}"/>
              </a:ext>
            </a:extLst>
          </p:cNvPr>
          <p:cNvSpPr>
            <a:spLocks noGrp="1"/>
          </p:cNvSpPr>
          <p:nvPr/>
        </p:nvSpPr>
        <p:spPr>
          <a:xfrm>
            <a:off x="2093976" y="5455081"/>
            <a:ext cx="77724" cy="274320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6506159-B5B9-48A8-9C2D-43C0FEC25208}"/>
              </a:ext>
            </a:extLst>
          </p:cNvPr>
          <p:cNvSpPr>
            <a:spLocks noGrp="1"/>
          </p:cNvSpPr>
          <p:nvPr/>
        </p:nvSpPr>
        <p:spPr>
          <a:xfrm>
            <a:off x="2212848" y="5528233"/>
            <a:ext cx="77724" cy="20116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497A7C55-4AE6-4AE2-B06E-3AF4A6B5113F}"/>
              </a:ext>
            </a:extLst>
          </p:cNvPr>
          <p:cNvSpPr>
            <a:spLocks noGrp="1"/>
          </p:cNvSpPr>
          <p:nvPr/>
        </p:nvSpPr>
        <p:spPr>
          <a:xfrm>
            <a:off x="2331720" y="5619673"/>
            <a:ext cx="77724" cy="109728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802913E5-6051-4B90-BD2E-439CD5F8A048}"/>
              </a:ext>
            </a:extLst>
          </p:cNvPr>
          <p:cNvSpPr>
            <a:spLocks noGrp="1"/>
          </p:cNvSpPr>
          <p:nvPr/>
        </p:nvSpPr>
        <p:spPr>
          <a:xfrm>
            <a:off x="2450591" y="5491657"/>
            <a:ext cx="77724" cy="237744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B50148F3-6A89-4BD7-BF30-59C3AD506EF8}"/>
              </a:ext>
            </a:extLst>
          </p:cNvPr>
          <p:cNvSpPr>
            <a:spLocks noGrp="1"/>
          </p:cNvSpPr>
          <p:nvPr/>
        </p:nvSpPr>
        <p:spPr>
          <a:xfrm>
            <a:off x="2569463" y="5564809"/>
            <a:ext cx="77724" cy="1645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0" name="Rounded Rectangle 139">
            <a:extLst>
              <a:ext uri="{FF2B5EF4-FFF2-40B4-BE49-F238E27FC236}">
                <a16:creationId xmlns:a16="http://schemas.microsoft.com/office/drawing/2014/main" id="{EBA481EB-D1B0-41AB-A99E-179CA2322909}"/>
              </a:ext>
            </a:extLst>
          </p:cNvPr>
          <p:cNvSpPr>
            <a:spLocks noGrp="1"/>
          </p:cNvSpPr>
          <p:nvPr/>
        </p:nvSpPr>
        <p:spPr>
          <a:xfrm>
            <a:off x="2779776" y="5016169"/>
            <a:ext cx="859535" cy="804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3028E1E9-8066-4607-9B46-9B079F6260DC}"/>
              </a:ext>
            </a:extLst>
          </p:cNvPr>
          <p:cNvSpPr>
            <a:spLocks noGrp="1"/>
          </p:cNvSpPr>
          <p:nvPr/>
        </p:nvSpPr>
        <p:spPr>
          <a:xfrm>
            <a:off x="2779776" y="5082053"/>
            <a:ext cx="859535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个人级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活动模式先验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7E3314AB-D2C7-4355-A534-071BE9552BB4}"/>
              </a:ext>
            </a:extLst>
          </p:cNvPr>
          <p:cNvSpPr>
            <a:spLocks noGrp="1"/>
          </p:cNvSpPr>
          <p:nvPr/>
        </p:nvSpPr>
        <p:spPr>
          <a:xfrm>
            <a:off x="2907792" y="5583097"/>
            <a:ext cx="77724" cy="14630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6FAAF022-1DE1-41DA-9047-5E810015C929}"/>
              </a:ext>
            </a:extLst>
          </p:cNvPr>
          <p:cNvSpPr>
            <a:spLocks noGrp="1"/>
          </p:cNvSpPr>
          <p:nvPr/>
        </p:nvSpPr>
        <p:spPr>
          <a:xfrm>
            <a:off x="3026664" y="5455081"/>
            <a:ext cx="77724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DFACE47-9A76-4FDF-AF07-ADB01B8CF5EC}"/>
              </a:ext>
            </a:extLst>
          </p:cNvPr>
          <p:cNvSpPr>
            <a:spLocks noGrp="1"/>
          </p:cNvSpPr>
          <p:nvPr/>
        </p:nvSpPr>
        <p:spPr>
          <a:xfrm>
            <a:off x="3145536" y="5528233"/>
            <a:ext cx="77724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32B26CE-9143-456A-BDF8-59215A4616E9}"/>
              </a:ext>
            </a:extLst>
          </p:cNvPr>
          <p:cNvSpPr>
            <a:spLocks noGrp="1"/>
          </p:cNvSpPr>
          <p:nvPr/>
        </p:nvSpPr>
        <p:spPr>
          <a:xfrm>
            <a:off x="3264408" y="5619673"/>
            <a:ext cx="77724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1C0B2149-5333-4C5F-AD52-1AC2B3C228F8}"/>
              </a:ext>
            </a:extLst>
          </p:cNvPr>
          <p:cNvSpPr>
            <a:spLocks noGrp="1"/>
          </p:cNvSpPr>
          <p:nvPr/>
        </p:nvSpPr>
        <p:spPr>
          <a:xfrm>
            <a:off x="3383279" y="5491657"/>
            <a:ext cx="77724" cy="237744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345BF034-8D9F-4BB1-9AA5-DB6DDB95FD24}"/>
              </a:ext>
            </a:extLst>
          </p:cNvPr>
          <p:cNvSpPr>
            <a:spLocks noGrp="1"/>
          </p:cNvSpPr>
          <p:nvPr/>
        </p:nvSpPr>
        <p:spPr>
          <a:xfrm>
            <a:off x="3502151" y="5564809"/>
            <a:ext cx="77724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8" name="Rounded Rectangle 147">
            <a:extLst>
              <a:ext uri="{FF2B5EF4-FFF2-40B4-BE49-F238E27FC236}">
                <a16:creationId xmlns:a16="http://schemas.microsoft.com/office/drawing/2014/main" id="{59834F96-98C7-4E48-AB19-FF9B1E586C82}"/>
              </a:ext>
            </a:extLst>
          </p:cNvPr>
          <p:cNvSpPr>
            <a:spLocks noGrp="1"/>
          </p:cNvSpPr>
          <p:nvPr/>
        </p:nvSpPr>
        <p:spPr>
          <a:xfrm>
            <a:off x="4160520" y="1267129"/>
            <a:ext cx="1828799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3C1CA8C3-3ADB-4F57-9EC7-233075C634D7}"/>
              </a:ext>
            </a:extLst>
          </p:cNvPr>
          <p:cNvSpPr>
            <a:spLocks noGrp="1"/>
          </p:cNvSpPr>
          <p:nvPr/>
        </p:nvSpPr>
        <p:spPr>
          <a:xfrm>
            <a:off x="4160520" y="1312849"/>
            <a:ext cx="1828799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每位有效成员</a:t>
            </a:r>
            <a:endParaRPr sz="10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0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的起始信息</a:t>
            </a:r>
            <a:endParaRPr sz="10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791BF0FC-EB99-43D3-8627-1CD5581EC3AF}"/>
              </a:ext>
            </a:extLst>
          </p:cNvPr>
          <p:cNvSpPr>
            <a:spLocks noGrp="1"/>
          </p:cNvSpPr>
          <p:nvPr/>
        </p:nvSpPr>
        <p:spPr>
          <a:xfrm>
            <a:off x="4507992" y="1699182"/>
            <a:ext cx="86868" cy="86868"/>
          </a:xfrm>
          <a:prstGeom prst="rect">
            <a:avLst/>
          </a:prstGeom>
          <a:solidFill>
            <a:srgbClr val="EAF2FB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A1DC37A2-D08C-4516-8034-D0E5906A5A34}"/>
              </a:ext>
            </a:extLst>
          </p:cNvPr>
          <p:cNvSpPr>
            <a:spLocks noGrp="1"/>
          </p:cNvSpPr>
          <p:nvPr/>
        </p:nvSpPr>
        <p:spPr>
          <a:xfrm>
            <a:off x="4620463" y="1699182"/>
            <a:ext cx="86868" cy="86868"/>
          </a:xfrm>
          <a:prstGeom prst="rect">
            <a:avLst/>
          </a:prstGeom>
          <a:solidFill>
            <a:srgbClr val="EAF2FB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8AAE2D68-5D02-4EEA-88B0-021DF8C43007}"/>
              </a:ext>
            </a:extLst>
          </p:cNvPr>
          <p:cNvSpPr>
            <a:spLocks noGrp="1"/>
          </p:cNvSpPr>
          <p:nvPr/>
        </p:nvSpPr>
        <p:spPr>
          <a:xfrm>
            <a:off x="4817059" y="1699182"/>
            <a:ext cx="86868" cy="86868"/>
          </a:xfrm>
          <a:prstGeom prst="rect">
            <a:avLst/>
          </a:prstGeom>
          <a:solidFill>
            <a:srgbClr val="D9F0DA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E348CC99-6563-443B-A569-420741DD2BE9}"/>
              </a:ext>
            </a:extLst>
          </p:cNvPr>
          <p:cNvSpPr>
            <a:spLocks noGrp="1"/>
          </p:cNvSpPr>
          <p:nvPr/>
        </p:nvSpPr>
        <p:spPr>
          <a:xfrm>
            <a:off x="4929530" y="1699182"/>
            <a:ext cx="86868" cy="86868"/>
          </a:xfrm>
          <a:prstGeom prst="rect">
            <a:avLst/>
          </a:prstGeom>
          <a:solidFill>
            <a:srgbClr val="D9F0DA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F007B2C7-B4AC-4AF3-9029-465255F9C0BC}"/>
              </a:ext>
            </a:extLst>
          </p:cNvPr>
          <p:cNvSpPr>
            <a:spLocks noGrp="1"/>
          </p:cNvSpPr>
          <p:nvPr/>
        </p:nvSpPr>
        <p:spPr>
          <a:xfrm>
            <a:off x="5107838" y="1651176"/>
            <a:ext cx="201168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EEFD613F-9A46-4EF3-A8DA-022AF18F9DAE}"/>
              </a:ext>
            </a:extLst>
          </p:cNvPr>
          <p:cNvSpPr>
            <a:spLocks noGrp="1"/>
          </p:cNvSpPr>
          <p:nvPr/>
        </p:nvSpPr>
        <p:spPr>
          <a:xfrm>
            <a:off x="5327294" y="1699182"/>
            <a:ext cx="86868" cy="86868"/>
          </a:xfrm>
          <a:prstGeom prst="rect">
            <a:avLst/>
          </a:prstGeom>
          <a:solidFill>
            <a:srgbClr val="FDEBD9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29D69E7C-6B25-48F5-81EA-561197DD93A6}"/>
              </a:ext>
            </a:extLst>
          </p:cNvPr>
          <p:cNvSpPr>
            <a:spLocks noGrp="1"/>
          </p:cNvSpPr>
          <p:nvPr/>
        </p:nvSpPr>
        <p:spPr>
          <a:xfrm>
            <a:off x="5439765" y="1699182"/>
            <a:ext cx="86868" cy="86868"/>
          </a:xfrm>
          <a:prstGeom prst="rect">
            <a:avLst/>
          </a:prstGeom>
          <a:solidFill>
            <a:srgbClr val="FDEBD9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Connector 156">
            <a:extLst>
              <a:ext uri="{FF2B5EF4-FFF2-40B4-BE49-F238E27FC236}">
                <a16:creationId xmlns:a16="http://schemas.microsoft.com/office/drawing/2014/main" id="{A923C24B-FA62-47F3-B9B6-4ED9818379B6}"/>
              </a:ext>
            </a:extLst>
          </p:cNvPr>
          <p:cNvSpPr>
            <a:spLocks noGrp="1"/>
          </p:cNvSpPr>
          <p:nvPr/>
        </p:nvSpPr>
        <p:spPr>
          <a:xfrm>
            <a:off x="5074920" y="1907209"/>
            <a:ext cx="0" cy="16459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8" name="Rounded Rectangle 157">
            <a:extLst>
              <a:ext uri="{FF2B5EF4-FFF2-40B4-BE49-F238E27FC236}">
                <a16:creationId xmlns:a16="http://schemas.microsoft.com/office/drawing/2014/main" id="{867A50E8-B6DA-40C9-A414-10793FAD4CC7}"/>
              </a:ext>
            </a:extLst>
          </p:cNvPr>
          <p:cNvSpPr>
            <a:spLocks noGrp="1"/>
          </p:cNvSpPr>
          <p:nvPr/>
        </p:nvSpPr>
        <p:spPr>
          <a:xfrm>
            <a:off x="4160520" y="2071801"/>
            <a:ext cx="1828799" cy="17007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B3CB22E-F01D-4414-B0C6-5CABBB1BCA9A}"/>
              </a:ext>
            </a:extLst>
          </p:cNvPr>
          <p:cNvSpPr>
            <a:spLocks noGrp="1"/>
          </p:cNvSpPr>
          <p:nvPr/>
        </p:nvSpPr>
        <p:spPr>
          <a:xfrm>
            <a:off x="4160520" y="2108377"/>
            <a:ext cx="1828799" cy="3262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跨角色注意力</a:t>
            </a:r>
          </a:p>
          <a:p>
            <a:pPr algn="ctr">
              <a:lnSpc>
                <a:spcPct val="100000"/>
              </a:lnSpc>
              <a:buNone/>
            </a:pPr>
            <a:r>
              <a:rPr sz="10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（成员间相互感知）</a:t>
            </a:r>
          </a:p>
        </p:txBody>
      </p:sp>
      <p:sp>
        <p:nvSpPr>
          <p:cNvPr id="160" name="Oval 159">
            <a:extLst>
              <a:ext uri="{FF2B5EF4-FFF2-40B4-BE49-F238E27FC236}">
                <a16:creationId xmlns:a16="http://schemas.microsoft.com/office/drawing/2014/main" id="{29900416-9812-4B6B-A0C4-0420998317D3}"/>
              </a:ext>
            </a:extLst>
          </p:cNvPr>
          <p:cNvSpPr>
            <a:spLocks noGrp="1"/>
          </p:cNvSpPr>
          <p:nvPr/>
        </p:nvSpPr>
        <p:spPr>
          <a:xfrm>
            <a:off x="4330826" y="2570834"/>
            <a:ext cx="61722" cy="61722"/>
          </a:xfrm>
          <a:prstGeom prst="ellipse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1" name="Rounded Rectangle 160">
            <a:extLst>
              <a:ext uri="{FF2B5EF4-FFF2-40B4-BE49-F238E27FC236}">
                <a16:creationId xmlns:a16="http://schemas.microsoft.com/office/drawing/2014/main" id="{B740A875-0311-44B0-8831-4789CDE32E5A}"/>
              </a:ext>
            </a:extLst>
          </p:cNvPr>
          <p:cNvSpPr>
            <a:spLocks noGrp="1"/>
          </p:cNvSpPr>
          <p:nvPr/>
        </p:nvSpPr>
        <p:spPr>
          <a:xfrm>
            <a:off x="4310664" y="2640374"/>
            <a:ext cx="102047" cy="69951"/>
          </a:xfrm>
          <a:prstGeom prst="roundRect">
            <a:avLst>
              <a:gd name="adj" fmla="val 50000"/>
            </a:avLst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2" name="Oval 161">
            <a:extLst>
              <a:ext uri="{FF2B5EF4-FFF2-40B4-BE49-F238E27FC236}">
                <a16:creationId xmlns:a16="http://schemas.microsoft.com/office/drawing/2014/main" id="{C60B3089-1946-47FB-B3C1-B751AE3A71FC}"/>
              </a:ext>
            </a:extLst>
          </p:cNvPr>
          <p:cNvSpPr>
            <a:spLocks noGrp="1"/>
          </p:cNvSpPr>
          <p:nvPr/>
        </p:nvSpPr>
        <p:spPr>
          <a:xfrm>
            <a:off x="4330826" y="2845154"/>
            <a:ext cx="61722" cy="6172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F420086D-76DD-4C00-925D-CD1C527893AA}"/>
              </a:ext>
            </a:extLst>
          </p:cNvPr>
          <p:cNvSpPr>
            <a:spLocks noGrp="1"/>
          </p:cNvSpPr>
          <p:nvPr/>
        </p:nvSpPr>
        <p:spPr>
          <a:xfrm>
            <a:off x="4310664" y="2914694"/>
            <a:ext cx="102047" cy="69951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Oval 163">
            <a:extLst>
              <a:ext uri="{FF2B5EF4-FFF2-40B4-BE49-F238E27FC236}">
                <a16:creationId xmlns:a16="http://schemas.microsoft.com/office/drawing/2014/main" id="{728308A7-D4CC-4F1B-B8CD-9531A66A3EFB}"/>
              </a:ext>
            </a:extLst>
          </p:cNvPr>
          <p:cNvSpPr>
            <a:spLocks noGrp="1"/>
          </p:cNvSpPr>
          <p:nvPr/>
        </p:nvSpPr>
        <p:spPr>
          <a:xfrm>
            <a:off x="4330826" y="3119474"/>
            <a:ext cx="61722" cy="61722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70B61860-160C-4652-82E8-FC8055945C43}"/>
              </a:ext>
            </a:extLst>
          </p:cNvPr>
          <p:cNvSpPr>
            <a:spLocks noGrp="1"/>
          </p:cNvSpPr>
          <p:nvPr/>
        </p:nvSpPr>
        <p:spPr>
          <a:xfrm>
            <a:off x="4310664" y="3189014"/>
            <a:ext cx="102047" cy="69951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Oval 165">
            <a:extLst>
              <a:ext uri="{FF2B5EF4-FFF2-40B4-BE49-F238E27FC236}">
                <a16:creationId xmlns:a16="http://schemas.microsoft.com/office/drawing/2014/main" id="{40536241-9B7B-40C8-8A54-33D8F6093E80}"/>
              </a:ext>
            </a:extLst>
          </p:cNvPr>
          <p:cNvSpPr>
            <a:spLocks noGrp="1"/>
          </p:cNvSpPr>
          <p:nvPr/>
        </p:nvSpPr>
        <p:spPr>
          <a:xfrm>
            <a:off x="4330826" y="3393794"/>
            <a:ext cx="61722" cy="61722"/>
          </a:xfrm>
          <a:prstGeom prst="ellipse">
            <a:avLst/>
          </a:prstGeom>
          <a:solidFill>
            <a:srgbClr val="E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7" name="Rounded Rectangle 166">
            <a:extLst>
              <a:ext uri="{FF2B5EF4-FFF2-40B4-BE49-F238E27FC236}">
                <a16:creationId xmlns:a16="http://schemas.microsoft.com/office/drawing/2014/main" id="{B0F822C0-6DDC-486A-8FE7-1593ABDB3473}"/>
              </a:ext>
            </a:extLst>
          </p:cNvPr>
          <p:cNvSpPr>
            <a:spLocks noGrp="1"/>
          </p:cNvSpPr>
          <p:nvPr/>
        </p:nvSpPr>
        <p:spPr>
          <a:xfrm>
            <a:off x="4310664" y="3463334"/>
            <a:ext cx="102047" cy="69951"/>
          </a:xfrm>
          <a:prstGeom prst="roundRect">
            <a:avLst>
              <a:gd name="adj" fmla="val 50000"/>
            </a:avLst>
          </a:prstGeom>
          <a:solidFill>
            <a:srgbClr val="E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952C4735-F15D-429C-BF4A-C85453C21E3B}"/>
              </a:ext>
            </a:extLst>
          </p:cNvPr>
          <p:cNvSpPr>
            <a:spLocks noGrp="1"/>
          </p:cNvSpPr>
          <p:nvPr/>
        </p:nvSpPr>
        <p:spPr>
          <a:xfrm>
            <a:off x="4279392" y="3553129"/>
            <a:ext cx="274320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A42ACAA9-53A4-428C-8956-93EE08524460}"/>
              </a:ext>
            </a:extLst>
          </p:cNvPr>
          <p:cNvSpPr>
            <a:spLocks noGrp="1"/>
          </p:cNvSpPr>
          <p:nvPr/>
        </p:nvSpPr>
        <p:spPr>
          <a:xfrm>
            <a:off x="4636008" y="2547289"/>
            <a:ext cx="240030" cy="24003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778C5D48-D07C-4858-B3DC-5535A1D7C031}"/>
              </a:ext>
            </a:extLst>
          </p:cNvPr>
          <p:cNvSpPr>
            <a:spLocks noGrp="1"/>
          </p:cNvSpPr>
          <p:nvPr/>
        </p:nvSpPr>
        <p:spPr>
          <a:xfrm>
            <a:off x="4876038" y="254728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A598506-51EC-433B-A04F-C23B0DFE12B5}"/>
              </a:ext>
            </a:extLst>
          </p:cNvPr>
          <p:cNvSpPr>
            <a:spLocks noGrp="1"/>
          </p:cNvSpPr>
          <p:nvPr/>
        </p:nvSpPr>
        <p:spPr>
          <a:xfrm>
            <a:off x="5116068" y="254728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65E26B0A-810B-441C-9D44-37DBC64B3E92}"/>
              </a:ext>
            </a:extLst>
          </p:cNvPr>
          <p:cNvSpPr>
            <a:spLocks noGrp="1"/>
          </p:cNvSpPr>
          <p:nvPr/>
        </p:nvSpPr>
        <p:spPr>
          <a:xfrm>
            <a:off x="5356098" y="254728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8F99674C-993D-4918-966D-EE4D9BF9DD3B}"/>
              </a:ext>
            </a:extLst>
          </p:cNvPr>
          <p:cNvSpPr>
            <a:spLocks noGrp="1"/>
          </p:cNvSpPr>
          <p:nvPr/>
        </p:nvSpPr>
        <p:spPr>
          <a:xfrm>
            <a:off x="4636008" y="278731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B56C0C04-5BD8-4314-B149-B07AD5A42FC3}"/>
              </a:ext>
            </a:extLst>
          </p:cNvPr>
          <p:cNvSpPr>
            <a:spLocks noGrp="1"/>
          </p:cNvSpPr>
          <p:nvPr/>
        </p:nvSpPr>
        <p:spPr>
          <a:xfrm>
            <a:off x="4876038" y="2787319"/>
            <a:ext cx="240030" cy="24003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984F618-A338-4AA8-AD31-EE15A4FD2453}"/>
              </a:ext>
            </a:extLst>
          </p:cNvPr>
          <p:cNvSpPr>
            <a:spLocks noGrp="1"/>
          </p:cNvSpPr>
          <p:nvPr/>
        </p:nvSpPr>
        <p:spPr>
          <a:xfrm>
            <a:off x="5116068" y="278731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18F38F57-9087-4944-AAB4-BB5E1BB1741C}"/>
              </a:ext>
            </a:extLst>
          </p:cNvPr>
          <p:cNvSpPr>
            <a:spLocks noGrp="1"/>
          </p:cNvSpPr>
          <p:nvPr/>
        </p:nvSpPr>
        <p:spPr>
          <a:xfrm>
            <a:off x="5356098" y="278731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8E927591-2797-467E-81EE-2378221BA67A}"/>
              </a:ext>
            </a:extLst>
          </p:cNvPr>
          <p:cNvSpPr>
            <a:spLocks noGrp="1"/>
          </p:cNvSpPr>
          <p:nvPr/>
        </p:nvSpPr>
        <p:spPr>
          <a:xfrm>
            <a:off x="4636008" y="302734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62D2D9CE-8506-493C-BF8A-AC0EA7A653E2}"/>
              </a:ext>
            </a:extLst>
          </p:cNvPr>
          <p:cNvSpPr>
            <a:spLocks noGrp="1"/>
          </p:cNvSpPr>
          <p:nvPr/>
        </p:nvSpPr>
        <p:spPr>
          <a:xfrm>
            <a:off x="4876038" y="302734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A9E98DD2-C383-47A6-B7A2-10FEB8DF589D}"/>
              </a:ext>
            </a:extLst>
          </p:cNvPr>
          <p:cNvSpPr>
            <a:spLocks noGrp="1"/>
          </p:cNvSpPr>
          <p:nvPr/>
        </p:nvSpPr>
        <p:spPr>
          <a:xfrm>
            <a:off x="5116068" y="3027349"/>
            <a:ext cx="240030" cy="24003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9FD7F634-46BF-431B-AEDB-0055AD3619A3}"/>
              </a:ext>
            </a:extLst>
          </p:cNvPr>
          <p:cNvSpPr>
            <a:spLocks noGrp="1"/>
          </p:cNvSpPr>
          <p:nvPr/>
        </p:nvSpPr>
        <p:spPr>
          <a:xfrm>
            <a:off x="5356098" y="302734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D6CFF01D-FD7C-4F9A-8E2F-B10E333F6620}"/>
              </a:ext>
            </a:extLst>
          </p:cNvPr>
          <p:cNvSpPr>
            <a:spLocks noGrp="1"/>
          </p:cNvSpPr>
          <p:nvPr/>
        </p:nvSpPr>
        <p:spPr>
          <a:xfrm>
            <a:off x="4636008" y="326737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C95E99BF-F36E-4B7D-B1E3-2169C605C761}"/>
              </a:ext>
            </a:extLst>
          </p:cNvPr>
          <p:cNvSpPr>
            <a:spLocks noGrp="1"/>
          </p:cNvSpPr>
          <p:nvPr/>
        </p:nvSpPr>
        <p:spPr>
          <a:xfrm>
            <a:off x="4876038" y="3267379"/>
            <a:ext cx="240030" cy="240030"/>
          </a:xfrm>
          <a:prstGeom prst="rect">
            <a:avLst/>
          </a:prstGeom>
          <a:solidFill>
            <a:srgbClr val="D9D9D9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232A06B9-3615-4C7D-AE69-8E418199B9D7}"/>
              </a:ext>
            </a:extLst>
          </p:cNvPr>
          <p:cNvSpPr>
            <a:spLocks noGrp="1"/>
          </p:cNvSpPr>
          <p:nvPr/>
        </p:nvSpPr>
        <p:spPr>
          <a:xfrm>
            <a:off x="5116068" y="3267379"/>
            <a:ext cx="240030" cy="240030"/>
          </a:xfrm>
          <a:prstGeom prst="rect">
            <a:avLst/>
          </a:prstGeom>
          <a:solidFill>
            <a:srgbClr val="BFBFBF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C0850BF-6D7E-417B-92FF-DA54671BF2D1}"/>
              </a:ext>
            </a:extLst>
          </p:cNvPr>
          <p:cNvSpPr>
            <a:spLocks noGrp="1"/>
          </p:cNvSpPr>
          <p:nvPr/>
        </p:nvSpPr>
        <p:spPr>
          <a:xfrm>
            <a:off x="5356098" y="3267379"/>
            <a:ext cx="240030" cy="240030"/>
          </a:xfrm>
          <a:prstGeom prst="rect">
            <a:avLst/>
          </a:prstGeom>
          <a:solidFill>
            <a:srgbClr val="8C8C8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8" name="Connector 187">
            <a:extLst>
              <a:ext uri="{FF2B5EF4-FFF2-40B4-BE49-F238E27FC236}">
                <a16:creationId xmlns:a16="http://schemas.microsoft.com/office/drawing/2014/main" id="{CD1A4073-10DE-4142-82CC-7FAA4F40F61A}"/>
              </a:ext>
            </a:extLst>
          </p:cNvPr>
          <p:cNvSpPr>
            <a:spLocks noGrp="1"/>
          </p:cNvSpPr>
          <p:nvPr/>
        </p:nvSpPr>
        <p:spPr>
          <a:xfrm>
            <a:off x="5074920" y="3772585"/>
            <a:ext cx="0" cy="16459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9" name="Rounded Rectangle 188">
            <a:extLst>
              <a:ext uri="{FF2B5EF4-FFF2-40B4-BE49-F238E27FC236}">
                <a16:creationId xmlns:a16="http://schemas.microsoft.com/office/drawing/2014/main" id="{C3629D47-D391-4C89-A15E-69C4DA9D87C8}"/>
              </a:ext>
            </a:extLst>
          </p:cNvPr>
          <p:cNvSpPr>
            <a:spLocks noGrp="1"/>
          </p:cNvSpPr>
          <p:nvPr/>
        </p:nvSpPr>
        <p:spPr>
          <a:xfrm>
            <a:off x="4160520" y="3937177"/>
            <a:ext cx="1828799" cy="365760"/>
          </a:xfrm>
          <a:prstGeom prst="roundRect">
            <a:avLst>
              <a:gd name="adj" fmla="val 14000"/>
            </a:avLst>
          </a:prstGeom>
          <a:solidFill>
            <a:srgbClr val="FFF8E8"/>
          </a:solidFill>
          <a:ln w="1270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A15731E-C0F3-4D1D-A774-201DFBA1C324}"/>
              </a:ext>
            </a:extLst>
          </p:cNvPr>
          <p:cNvSpPr>
            <a:spLocks noGrp="1"/>
          </p:cNvSpPr>
          <p:nvPr/>
        </p:nvSpPr>
        <p:spPr>
          <a:xfrm>
            <a:off x="4142668" y="4028617"/>
            <a:ext cx="1855190" cy="1538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Transformer 解码器层（× L）</a:t>
            </a:r>
          </a:p>
        </p:txBody>
      </p:sp>
      <p:sp>
        <p:nvSpPr>
          <p:cNvPr id="191" name="Connector 190">
            <a:extLst>
              <a:ext uri="{FF2B5EF4-FFF2-40B4-BE49-F238E27FC236}">
                <a16:creationId xmlns:a16="http://schemas.microsoft.com/office/drawing/2014/main" id="{25EAB627-A665-46AE-BAD9-E9FAC35460C0}"/>
              </a:ext>
            </a:extLst>
          </p:cNvPr>
          <p:cNvSpPr>
            <a:spLocks noGrp="1"/>
          </p:cNvSpPr>
          <p:nvPr/>
        </p:nvSpPr>
        <p:spPr>
          <a:xfrm>
            <a:off x="5074920" y="4302937"/>
            <a:ext cx="0" cy="16459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2" name="Rounded Rectangle 191">
            <a:extLst>
              <a:ext uri="{FF2B5EF4-FFF2-40B4-BE49-F238E27FC236}">
                <a16:creationId xmlns:a16="http://schemas.microsoft.com/office/drawing/2014/main" id="{16066ADC-5F4F-4F06-9F24-3CDD85815AB5}"/>
              </a:ext>
            </a:extLst>
          </p:cNvPr>
          <p:cNvSpPr>
            <a:spLocks noGrp="1"/>
          </p:cNvSpPr>
          <p:nvPr/>
        </p:nvSpPr>
        <p:spPr>
          <a:xfrm>
            <a:off x="4160520" y="4467529"/>
            <a:ext cx="1828799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C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93E4628C-AECE-4982-896C-0BD3F7E2E36E}"/>
              </a:ext>
            </a:extLst>
          </p:cNvPr>
          <p:cNvSpPr>
            <a:spLocks noGrp="1"/>
          </p:cNvSpPr>
          <p:nvPr/>
        </p:nvSpPr>
        <p:spPr>
          <a:xfrm>
            <a:off x="4160520" y="4537823"/>
            <a:ext cx="1828799" cy="29546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9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多属性预测头</a:t>
            </a:r>
          </a:p>
          <a:p>
            <a:pPr algn="ctr">
              <a:lnSpc>
                <a:spcPct val="100000"/>
              </a:lnSpc>
              <a:buNone/>
            </a:pPr>
            <a:r>
              <a:rPr sz="9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（各成员在步 t）</a:t>
            </a:r>
          </a:p>
        </p:txBody>
      </p:sp>
      <p:sp>
        <p:nvSpPr>
          <p:cNvPr id="194" name="Rounded Rectangle 193">
            <a:extLst>
              <a:ext uri="{FF2B5EF4-FFF2-40B4-BE49-F238E27FC236}">
                <a16:creationId xmlns:a16="http://schemas.microsoft.com/office/drawing/2014/main" id="{10699B32-BD71-4B12-BBE8-0E0C18A7C8ED}"/>
              </a:ext>
            </a:extLst>
          </p:cNvPr>
          <p:cNvSpPr>
            <a:spLocks noGrp="1"/>
          </p:cNvSpPr>
          <p:nvPr/>
        </p:nvSpPr>
        <p:spPr>
          <a:xfrm>
            <a:off x="4221327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D6E8FA"/>
          </a:solidFill>
          <a:ln w="1143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195" name="Connector 194">
            <a:extLst>
              <a:ext uri="{FF2B5EF4-FFF2-40B4-BE49-F238E27FC236}">
                <a16:creationId xmlns:a16="http://schemas.microsoft.com/office/drawing/2014/main" id="{826A7E1A-791E-463A-8C5F-C0605DC9F8A5}"/>
              </a:ext>
            </a:extLst>
          </p:cNvPr>
          <p:cNvSpPr>
            <a:spLocks noGrp="1"/>
          </p:cNvSpPr>
          <p:nvPr/>
        </p:nvSpPr>
        <p:spPr>
          <a:xfrm>
            <a:off x="4315053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0C5C33D0-6B72-46C8-8C73-50ADAF84FE62}"/>
              </a:ext>
            </a:extLst>
          </p:cNvPr>
          <p:cNvSpPr>
            <a:spLocks noGrp="1"/>
          </p:cNvSpPr>
          <p:nvPr/>
        </p:nvSpPr>
        <p:spPr>
          <a:xfrm>
            <a:off x="4237329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5A33343C-1DE3-4C9A-8E84-51E76D39EEFF}"/>
              </a:ext>
            </a:extLst>
          </p:cNvPr>
          <p:cNvSpPr>
            <a:spLocks noGrp="1"/>
          </p:cNvSpPr>
          <p:nvPr/>
        </p:nvSpPr>
        <p:spPr>
          <a:xfrm>
            <a:off x="4474616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D6E8FA"/>
          </a:solidFill>
          <a:ln w="1143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198" name="Connector 197">
            <a:extLst>
              <a:ext uri="{FF2B5EF4-FFF2-40B4-BE49-F238E27FC236}">
                <a16:creationId xmlns:a16="http://schemas.microsoft.com/office/drawing/2014/main" id="{69FEB6AD-3EFA-405C-88C7-6546E9302F40}"/>
              </a:ext>
            </a:extLst>
          </p:cNvPr>
          <p:cNvSpPr>
            <a:spLocks noGrp="1"/>
          </p:cNvSpPr>
          <p:nvPr/>
        </p:nvSpPr>
        <p:spPr>
          <a:xfrm>
            <a:off x="4568342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C08135E8-3642-41F5-A79F-2CFF3681E820}"/>
              </a:ext>
            </a:extLst>
          </p:cNvPr>
          <p:cNvSpPr>
            <a:spLocks noGrp="1"/>
          </p:cNvSpPr>
          <p:nvPr/>
        </p:nvSpPr>
        <p:spPr>
          <a:xfrm>
            <a:off x="4490618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Rounded Rectangle 199">
            <a:extLst>
              <a:ext uri="{FF2B5EF4-FFF2-40B4-BE49-F238E27FC236}">
                <a16:creationId xmlns:a16="http://schemas.microsoft.com/office/drawing/2014/main" id="{5E4CF5EA-C61D-49A1-981C-B656A52E5B25}"/>
              </a:ext>
            </a:extLst>
          </p:cNvPr>
          <p:cNvSpPr>
            <a:spLocks noGrp="1"/>
          </p:cNvSpPr>
          <p:nvPr/>
        </p:nvSpPr>
        <p:spPr>
          <a:xfrm>
            <a:off x="4727905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FFF1C2"/>
          </a:solidFill>
          <a:ln w="1143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201" name="Connector 200">
            <a:extLst>
              <a:ext uri="{FF2B5EF4-FFF2-40B4-BE49-F238E27FC236}">
                <a16:creationId xmlns:a16="http://schemas.microsoft.com/office/drawing/2014/main" id="{1BCE0C10-6604-480C-8F1F-E061939171B5}"/>
              </a:ext>
            </a:extLst>
          </p:cNvPr>
          <p:cNvSpPr>
            <a:spLocks noGrp="1"/>
          </p:cNvSpPr>
          <p:nvPr/>
        </p:nvSpPr>
        <p:spPr>
          <a:xfrm>
            <a:off x="4821631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EA0ABE90-B7CA-4C02-BD1D-57334FEEE520}"/>
              </a:ext>
            </a:extLst>
          </p:cNvPr>
          <p:cNvSpPr>
            <a:spLocks noGrp="1"/>
          </p:cNvSpPr>
          <p:nvPr/>
        </p:nvSpPr>
        <p:spPr>
          <a:xfrm>
            <a:off x="4743907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3" name="Rounded Rectangle 202">
            <a:extLst>
              <a:ext uri="{FF2B5EF4-FFF2-40B4-BE49-F238E27FC236}">
                <a16:creationId xmlns:a16="http://schemas.microsoft.com/office/drawing/2014/main" id="{2BF30E82-E40E-4703-9125-EA803AEC55FF}"/>
              </a:ext>
            </a:extLst>
          </p:cNvPr>
          <p:cNvSpPr>
            <a:spLocks noGrp="1"/>
          </p:cNvSpPr>
          <p:nvPr/>
        </p:nvSpPr>
        <p:spPr>
          <a:xfrm>
            <a:off x="4981194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D9F0DA"/>
          </a:solidFill>
          <a:ln w="1143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204" name="Connector 203">
            <a:extLst>
              <a:ext uri="{FF2B5EF4-FFF2-40B4-BE49-F238E27FC236}">
                <a16:creationId xmlns:a16="http://schemas.microsoft.com/office/drawing/2014/main" id="{E99E401D-A77B-4CA8-AA4A-E8E2F576CD57}"/>
              </a:ext>
            </a:extLst>
          </p:cNvPr>
          <p:cNvSpPr>
            <a:spLocks noGrp="1"/>
          </p:cNvSpPr>
          <p:nvPr/>
        </p:nvSpPr>
        <p:spPr>
          <a:xfrm>
            <a:off x="5074920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23D1E1CC-F082-42A2-B669-052CB8623C9B}"/>
              </a:ext>
            </a:extLst>
          </p:cNvPr>
          <p:cNvSpPr>
            <a:spLocks noGrp="1"/>
          </p:cNvSpPr>
          <p:nvPr/>
        </p:nvSpPr>
        <p:spPr>
          <a:xfrm>
            <a:off x="4997196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7D044C22-314F-4C40-B0E6-A29096D5625A}"/>
              </a:ext>
            </a:extLst>
          </p:cNvPr>
          <p:cNvSpPr>
            <a:spLocks noGrp="1"/>
          </p:cNvSpPr>
          <p:nvPr/>
        </p:nvSpPr>
        <p:spPr>
          <a:xfrm>
            <a:off x="5234482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EEEEEE"/>
          </a:solidFill>
          <a:ln w="1143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207" name="Connector 206">
            <a:extLst>
              <a:ext uri="{FF2B5EF4-FFF2-40B4-BE49-F238E27FC236}">
                <a16:creationId xmlns:a16="http://schemas.microsoft.com/office/drawing/2014/main" id="{54793534-4705-412E-A15D-66F88AE047B4}"/>
              </a:ext>
            </a:extLst>
          </p:cNvPr>
          <p:cNvSpPr>
            <a:spLocks noGrp="1"/>
          </p:cNvSpPr>
          <p:nvPr/>
        </p:nvSpPr>
        <p:spPr>
          <a:xfrm>
            <a:off x="5328208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8" name="Oval 207">
            <a:extLst>
              <a:ext uri="{FF2B5EF4-FFF2-40B4-BE49-F238E27FC236}">
                <a16:creationId xmlns:a16="http://schemas.microsoft.com/office/drawing/2014/main" id="{4243380A-4CF4-49E6-A35A-81AB6968670C}"/>
              </a:ext>
            </a:extLst>
          </p:cNvPr>
          <p:cNvSpPr>
            <a:spLocks noGrp="1"/>
          </p:cNvSpPr>
          <p:nvPr/>
        </p:nvSpPr>
        <p:spPr>
          <a:xfrm>
            <a:off x="5250484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9" name="Rounded Rectangle 208">
            <a:extLst>
              <a:ext uri="{FF2B5EF4-FFF2-40B4-BE49-F238E27FC236}">
                <a16:creationId xmlns:a16="http://schemas.microsoft.com/office/drawing/2014/main" id="{3BC32CD3-BD9F-4098-93EF-CD49C60A4840}"/>
              </a:ext>
            </a:extLst>
          </p:cNvPr>
          <p:cNvSpPr>
            <a:spLocks noGrp="1"/>
          </p:cNvSpPr>
          <p:nvPr/>
        </p:nvSpPr>
        <p:spPr>
          <a:xfrm>
            <a:off x="5487771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EBDFF7"/>
          </a:solidFill>
          <a:ln w="1143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210" name="Connector 209">
            <a:extLst>
              <a:ext uri="{FF2B5EF4-FFF2-40B4-BE49-F238E27FC236}">
                <a16:creationId xmlns:a16="http://schemas.microsoft.com/office/drawing/2014/main" id="{80506C5C-E07A-4BD7-8CF8-35335E542D1C}"/>
              </a:ext>
            </a:extLst>
          </p:cNvPr>
          <p:cNvSpPr>
            <a:spLocks noGrp="1"/>
          </p:cNvSpPr>
          <p:nvPr/>
        </p:nvSpPr>
        <p:spPr>
          <a:xfrm>
            <a:off x="5581497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DD70F430-BD7C-4562-8DFC-E5DFDCFB9EC9}"/>
              </a:ext>
            </a:extLst>
          </p:cNvPr>
          <p:cNvSpPr>
            <a:spLocks noGrp="1"/>
          </p:cNvSpPr>
          <p:nvPr/>
        </p:nvSpPr>
        <p:spPr>
          <a:xfrm>
            <a:off x="5503773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2" name="Rounded Rectangle 211">
            <a:extLst>
              <a:ext uri="{FF2B5EF4-FFF2-40B4-BE49-F238E27FC236}">
                <a16:creationId xmlns:a16="http://schemas.microsoft.com/office/drawing/2014/main" id="{E3AAA234-F406-46A9-81AD-CF584D5475E6}"/>
              </a:ext>
            </a:extLst>
          </p:cNvPr>
          <p:cNvSpPr>
            <a:spLocks noGrp="1"/>
          </p:cNvSpPr>
          <p:nvPr/>
        </p:nvSpPr>
        <p:spPr>
          <a:xfrm>
            <a:off x="5741060" y="4924729"/>
            <a:ext cx="187452" cy="187452"/>
          </a:xfrm>
          <a:prstGeom prst="roundRect">
            <a:avLst>
              <a:gd name="adj" fmla="val 25000"/>
            </a:avLst>
          </a:prstGeom>
          <a:solidFill>
            <a:srgbClr val="FBDADA"/>
          </a:solidFill>
          <a:ln w="11430">
            <a:solidFill>
              <a:srgbClr val="D9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7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213" name="Connector 212">
            <a:extLst>
              <a:ext uri="{FF2B5EF4-FFF2-40B4-BE49-F238E27FC236}">
                <a16:creationId xmlns:a16="http://schemas.microsoft.com/office/drawing/2014/main" id="{363FF3A2-6D52-48C0-B1A4-454507D412AB}"/>
              </a:ext>
            </a:extLst>
          </p:cNvPr>
          <p:cNvSpPr>
            <a:spLocks noGrp="1"/>
          </p:cNvSpPr>
          <p:nvPr/>
        </p:nvSpPr>
        <p:spPr>
          <a:xfrm>
            <a:off x="5834786" y="5112181"/>
            <a:ext cx="0" cy="123444"/>
          </a:xfrm>
          <a:prstGeom prst="line">
            <a:avLst/>
          </a:prstGeom>
          <a:ln w="10160">
            <a:solidFill>
              <a:srgbClr val="8888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" name="Oval 213">
            <a:extLst>
              <a:ext uri="{FF2B5EF4-FFF2-40B4-BE49-F238E27FC236}">
                <a16:creationId xmlns:a16="http://schemas.microsoft.com/office/drawing/2014/main" id="{41A7ADE0-4B1B-4543-82F5-E15DAC8FFE21}"/>
              </a:ext>
            </a:extLst>
          </p:cNvPr>
          <p:cNvSpPr>
            <a:spLocks noGrp="1"/>
          </p:cNvSpPr>
          <p:nvPr/>
        </p:nvSpPr>
        <p:spPr>
          <a:xfrm>
            <a:off x="5757062" y="5258485"/>
            <a:ext cx="155448" cy="155448"/>
          </a:xfrm>
          <a:prstGeom prst="ellipse">
            <a:avLst/>
          </a:prstGeom>
          <a:solidFill>
            <a:srgbClr val="FFFFFF"/>
          </a:solidFill>
          <a:ln w="9525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5" name="Connector 214">
            <a:extLst>
              <a:ext uri="{FF2B5EF4-FFF2-40B4-BE49-F238E27FC236}">
                <a16:creationId xmlns:a16="http://schemas.microsoft.com/office/drawing/2014/main" id="{F1D63F7F-E77E-42A3-9E17-E2512F6E7915}"/>
              </a:ext>
            </a:extLst>
          </p:cNvPr>
          <p:cNvSpPr>
            <a:spLocks noGrp="1"/>
          </p:cNvSpPr>
          <p:nvPr/>
        </p:nvSpPr>
        <p:spPr>
          <a:xfrm flipH="1">
            <a:off x="5980174" y="5473369"/>
            <a:ext cx="68581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6" name="Connector 215">
            <a:extLst>
              <a:ext uri="{FF2B5EF4-FFF2-40B4-BE49-F238E27FC236}">
                <a16:creationId xmlns:a16="http://schemas.microsoft.com/office/drawing/2014/main" id="{D264BB80-8335-41BD-9835-6E146D8B2D2D}"/>
              </a:ext>
            </a:extLst>
          </p:cNvPr>
          <p:cNvSpPr>
            <a:spLocks noGrp="1"/>
          </p:cNvSpPr>
          <p:nvPr/>
        </p:nvSpPr>
        <p:spPr>
          <a:xfrm flipV="1">
            <a:off x="6054088" y="1724329"/>
            <a:ext cx="0" cy="374904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7" name="Connector 216">
            <a:extLst>
              <a:ext uri="{FF2B5EF4-FFF2-40B4-BE49-F238E27FC236}">
                <a16:creationId xmlns:a16="http://schemas.microsoft.com/office/drawing/2014/main" id="{2EE64828-0FAA-46DB-A8D7-31DFC98D4404}"/>
              </a:ext>
            </a:extLst>
          </p:cNvPr>
          <p:cNvSpPr>
            <a:spLocks noGrp="1"/>
          </p:cNvSpPr>
          <p:nvPr/>
        </p:nvSpPr>
        <p:spPr>
          <a:xfrm flipH="1">
            <a:off x="5980174" y="1724329"/>
            <a:ext cx="60807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9" name="Connector 268">
            <a:extLst>
              <a:ext uri="{FF2B5EF4-FFF2-40B4-BE49-F238E27FC236}">
                <a16:creationId xmlns:a16="http://schemas.microsoft.com/office/drawing/2014/main" id="{8840CF2D-D3B2-4E55-8701-149A9DAE23D1}"/>
              </a:ext>
            </a:extLst>
          </p:cNvPr>
          <p:cNvSpPr>
            <a:spLocks noGrp="1"/>
          </p:cNvSpPr>
          <p:nvPr/>
        </p:nvSpPr>
        <p:spPr>
          <a:xfrm flipH="1">
            <a:off x="5049593" y="6160294"/>
            <a:ext cx="3798141" cy="0"/>
          </a:xfrm>
          <a:prstGeom prst="line">
            <a:avLst/>
          </a:prstGeom>
          <a:ln w="12700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3BFF85B2-FB7B-4B1E-B0D5-C2633703D07F}"/>
              </a:ext>
            </a:extLst>
          </p:cNvPr>
          <p:cNvSpPr>
            <a:spLocks noGrp="1"/>
          </p:cNvSpPr>
          <p:nvPr/>
        </p:nvSpPr>
        <p:spPr>
          <a:xfrm>
            <a:off x="6473952" y="1267129"/>
            <a:ext cx="1755648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83138B41-8169-4525-84B2-E0FE064E1438}"/>
              </a:ext>
            </a:extLst>
          </p:cNvPr>
          <p:cNvSpPr>
            <a:spLocks noGrp="1"/>
          </p:cNvSpPr>
          <p:nvPr/>
        </p:nvSpPr>
        <p:spPr>
          <a:xfrm>
            <a:off x="6473952" y="1345257"/>
            <a:ext cx="1755648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解码器输出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007A78CB-0E19-459A-81AB-8746EB9D6EC8}"/>
              </a:ext>
            </a:extLst>
          </p:cNvPr>
          <p:cNvSpPr>
            <a:spLocks noGrp="1"/>
          </p:cNvSpPr>
          <p:nvPr/>
        </p:nvSpPr>
        <p:spPr>
          <a:xfrm>
            <a:off x="6821424" y="1623745"/>
            <a:ext cx="91440" cy="91440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95F6C5C6-526B-464A-B099-D5ADAFF78BF1}"/>
              </a:ext>
            </a:extLst>
          </p:cNvPr>
          <p:cNvSpPr>
            <a:spLocks noGrp="1"/>
          </p:cNvSpPr>
          <p:nvPr/>
        </p:nvSpPr>
        <p:spPr>
          <a:xfrm>
            <a:off x="6940296" y="1623745"/>
            <a:ext cx="91440" cy="91440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6" name="Oval 275">
            <a:extLst>
              <a:ext uri="{FF2B5EF4-FFF2-40B4-BE49-F238E27FC236}">
                <a16:creationId xmlns:a16="http://schemas.microsoft.com/office/drawing/2014/main" id="{60A3BF24-E294-4780-92D8-3A9850287874}"/>
              </a:ext>
            </a:extLst>
          </p:cNvPr>
          <p:cNvSpPr>
            <a:spLocks noGrp="1"/>
          </p:cNvSpPr>
          <p:nvPr/>
        </p:nvSpPr>
        <p:spPr>
          <a:xfrm>
            <a:off x="7141464" y="1623745"/>
            <a:ext cx="91440" cy="91440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7" name="Oval 276">
            <a:extLst>
              <a:ext uri="{FF2B5EF4-FFF2-40B4-BE49-F238E27FC236}">
                <a16:creationId xmlns:a16="http://schemas.microsoft.com/office/drawing/2014/main" id="{4D96505A-7BC0-4D8E-864E-2C605E20C526}"/>
              </a:ext>
            </a:extLst>
          </p:cNvPr>
          <p:cNvSpPr>
            <a:spLocks noGrp="1"/>
          </p:cNvSpPr>
          <p:nvPr/>
        </p:nvSpPr>
        <p:spPr>
          <a:xfrm>
            <a:off x="7260336" y="1623745"/>
            <a:ext cx="91440" cy="91440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0B19A93F-B075-47AC-AE4C-BC33EAD9FACD}"/>
              </a:ext>
            </a:extLst>
          </p:cNvPr>
          <p:cNvSpPr>
            <a:spLocks noGrp="1"/>
          </p:cNvSpPr>
          <p:nvPr/>
        </p:nvSpPr>
        <p:spPr>
          <a:xfrm>
            <a:off x="7443216" y="1578025"/>
            <a:ext cx="201168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279" name="Oval 278">
            <a:extLst>
              <a:ext uri="{FF2B5EF4-FFF2-40B4-BE49-F238E27FC236}">
                <a16:creationId xmlns:a16="http://schemas.microsoft.com/office/drawing/2014/main" id="{1D9277B5-369E-48B5-82AB-7F6E5B984EFC}"/>
              </a:ext>
            </a:extLst>
          </p:cNvPr>
          <p:cNvSpPr>
            <a:spLocks noGrp="1"/>
          </p:cNvSpPr>
          <p:nvPr/>
        </p:nvSpPr>
        <p:spPr>
          <a:xfrm>
            <a:off x="7662672" y="1623745"/>
            <a:ext cx="91440" cy="91440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0" name="Oval 279">
            <a:extLst>
              <a:ext uri="{FF2B5EF4-FFF2-40B4-BE49-F238E27FC236}">
                <a16:creationId xmlns:a16="http://schemas.microsoft.com/office/drawing/2014/main" id="{A5202291-A16C-49F1-8567-46FF7DD40C44}"/>
              </a:ext>
            </a:extLst>
          </p:cNvPr>
          <p:cNvSpPr>
            <a:spLocks noGrp="1"/>
          </p:cNvSpPr>
          <p:nvPr/>
        </p:nvSpPr>
        <p:spPr>
          <a:xfrm>
            <a:off x="7781544" y="1623745"/>
            <a:ext cx="91440" cy="91440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1" name="Connector 280">
            <a:extLst>
              <a:ext uri="{FF2B5EF4-FFF2-40B4-BE49-F238E27FC236}">
                <a16:creationId xmlns:a16="http://schemas.microsoft.com/office/drawing/2014/main" id="{D8BFBB6B-8B33-4026-927C-83AE2F81F522}"/>
              </a:ext>
            </a:extLst>
          </p:cNvPr>
          <p:cNvSpPr>
            <a:spLocks noGrp="1"/>
          </p:cNvSpPr>
          <p:nvPr/>
        </p:nvSpPr>
        <p:spPr>
          <a:xfrm>
            <a:off x="7351776" y="1834056"/>
            <a:ext cx="0" cy="164593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2" name="Rounded Rectangle 281">
            <a:extLst>
              <a:ext uri="{FF2B5EF4-FFF2-40B4-BE49-F238E27FC236}">
                <a16:creationId xmlns:a16="http://schemas.microsoft.com/office/drawing/2014/main" id="{6BF4F3F9-B12A-448F-AE1C-B59F935CFF9A}"/>
              </a:ext>
            </a:extLst>
          </p:cNvPr>
          <p:cNvSpPr>
            <a:spLocks noGrp="1"/>
          </p:cNvSpPr>
          <p:nvPr/>
        </p:nvSpPr>
        <p:spPr>
          <a:xfrm>
            <a:off x="6473952" y="1998649"/>
            <a:ext cx="1755648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C89A44FD-E728-47CB-A655-65CEFD67ED24}"/>
              </a:ext>
            </a:extLst>
          </p:cNvPr>
          <p:cNvSpPr>
            <a:spLocks noGrp="1"/>
          </p:cNvSpPr>
          <p:nvPr/>
        </p:nvSpPr>
        <p:spPr>
          <a:xfrm>
            <a:off x="6473952" y="2018969"/>
            <a:ext cx="1755648" cy="3570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 dirty="0" err="1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可微两阶段</a:t>
            </a:r>
            <a:endParaRPr sz="1100" b="1" i="0" dirty="0">
              <a:solidFill>
                <a:srgbClr val="6A4FA3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100" b="1" i="0" dirty="0" err="1">
                <a:solidFill>
                  <a:srgbClr val="6A4FA3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纳什议价优化</a:t>
            </a:r>
            <a:endParaRPr sz="1100" b="1" i="0" dirty="0">
              <a:solidFill>
                <a:srgbClr val="6A4FA3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4" name="Rounded Rectangle 283">
            <a:extLst>
              <a:ext uri="{FF2B5EF4-FFF2-40B4-BE49-F238E27FC236}">
                <a16:creationId xmlns:a16="http://schemas.microsoft.com/office/drawing/2014/main" id="{816CB424-8ADC-49A6-BF58-D34888C24A2A}"/>
              </a:ext>
            </a:extLst>
          </p:cNvPr>
          <p:cNvSpPr>
            <a:spLocks noGrp="1"/>
          </p:cNvSpPr>
          <p:nvPr/>
        </p:nvSpPr>
        <p:spPr>
          <a:xfrm>
            <a:off x="6565392" y="2419273"/>
            <a:ext cx="1572768" cy="1005840"/>
          </a:xfrm>
          <a:prstGeom prst="roundRect">
            <a:avLst>
              <a:gd name="adj" fmla="val 9000"/>
            </a:avLst>
          </a:prstGeom>
          <a:solidFill>
            <a:srgbClr val="F1EDF9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960D943A-347F-41D6-AEB6-A406EAC3CE45}"/>
              </a:ext>
            </a:extLst>
          </p:cNvPr>
          <p:cNvSpPr>
            <a:spLocks noGrp="1"/>
          </p:cNvSpPr>
          <p:nvPr/>
        </p:nvSpPr>
        <p:spPr>
          <a:xfrm>
            <a:off x="6620256" y="2442795"/>
            <a:ext cx="1463040" cy="2923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第一阶段：可行性投影</a:t>
            </a:r>
            <a:endParaRPr sz="10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buNone/>
            </a:pPr>
            <a:r>
              <a:rPr sz="900" b="0" i="1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900" b="0" i="1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施加家庭约束</a:t>
            </a:r>
            <a:r>
              <a:rPr sz="900" b="0" i="1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80948230-D8F6-445B-B92B-07B181342EC5}"/>
              </a:ext>
            </a:extLst>
          </p:cNvPr>
          <p:cNvSpPr>
            <a:spLocks noGrp="1"/>
          </p:cNvSpPr>
          <p:nvPr/>
        </p:nvSpPr>
        <p:spPr>
          <a:xfrm>
            <a:off x="6638544" y="2777974"/>
            <a:ext cx="1426464" cy="60651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联合出行与接送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车辆容量与共享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时间与同步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…</a:t>
            </a:r>
          </a:p>
        </p:txBody>
      </p:sp>
      <p:sp>
        <p:nvSpPr>
          <p:cNvPr id="287" name="Down Arrow 286">
            <a:extLst>
              <a:ext uri="{FF2B5EF4-FFF2-40B4-BE49-F238E27FC236}">
                <a16:creationId xmlns:a16="http://schemas.microsoft.com/office/drawing/2014/main" id="{5CAD1795-1491-4EB7-A51A-447CF5F1CA12}"/>
              </a:ext>
            </a:extLst>
          </p:cNvPr>
          <p:cNvSpPr>
            <a:spLocks noGrp="1"/>
          </p:cNvSpPr>
          <p:nvPr/>
        </p:nvSpPr>
        <p:spPr>
          <a:xfrm>
            <a:off x="7232904" y="3455515"/>
            <a:ext cx="237744" cy="170765"/>
          </a:xfrm>
          <a:prstGeom prst="downArrow">
            <a:avLst/>
          </a:prstGeom>
          <a:solidFill>
            <a:srgbClr val="5B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8" name="Rounded Rectangle 287">
            <a:extLst>
              <a:ext uri="{FF2B5EF4-FFF2-40B4-BE49-F238E27FC236}">
                <a16:creationId xmlns:a16="http://schemas.microsoft.com/office/drawing/2014/main" id="{26DB5E06-E97A-4C86-A6D4-7F48EFC1BFFB}"/>
              </a:ext>
            </a:extLst>
          </p:cNvPr>
          <p:cNvSpPr>
            <a:spLocks noGrp="1"/>
          </p:cNvSpPr>
          <p:nvPr/>
        </p:nvSpPr>
        <p:spPr>
          <a:xfrm>
            <a:off x="6565392" y="3681145"/>
            <a:ext cx="1572768" cy="932688"/>
          </a:xfrm>
          <a:prstGeom prst="roundRect">
            <a:avLst>
              <a:gd name="adj" fmla="val 9000"/>
            </a:avLst>
          </a:prstGeom>
          <a:solidFill>
            <a:srgbClr val="F1EDF9"/>
          </a:solidFill>
          <a:ln w="10160"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9" name="TextBox 288">
            <a:extLst>
              <a:ext uri="{FF2B5EF4-FFF2-40B4-BE49-F238E27FC236}">
                <a16:creationId xmlns:a16="http://schemas.microsoft.com/office/drawing/2014/main" id="{7D0142CF-2543-451D-87B3-AAA3276C7EE7}"/>
              </a:ext>
            </a:extLst>
          </p:cNvPr>
          <p:cNvSpPr>
            <a:spLocks noGrp="1"/>
          </p:cNvSpPr>
          <p:nvPr/>
        </p:nvSpPr>
        <p:spPr>
          <a:xfrm>
            <a:off x="6620256" y="3726864"/>
            <a:ext cx="1463040" cy="292388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第二阶段：效用最大化</a:t>
            </a:r>
          </a:p>
          <a:p>
            <a:pPr algn="l">
              <a:lnSpc>
                <a:spcPct val="100000"/>
              </a:lnSpc>
              <a:buNone/>
            </a:pPr>
            <a:r>
              <a:rPr sz="900" b="0" i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（最大化家庭效用）</a:t>
            </a: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80E933C-D4EF-40D7-B266-F2473B1D9A55}"/>
              </a:ext>
            </a:extLst>
          </p:cNvPr>
          <p:cNvSpPr>
            <a:spLocks noGrp="1"/>
          </p:cNvSpPr>
          <p:nvPr/>
        </p:nvSpPr>
        <p:spPr>
          <a:xfrm>
            <a:off x="6638544" y="4117376"/>
            <a:ext cx="1426464" cy="45550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个体效用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公平性考量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ct val="108000"/>
              </a:lnSpc>
              <a:buNone/>
            </a:pPr>
            <a:r>
              <a:rPr sz="9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• </a:t>
            </a:r>
            <a:r>
              <a:rPr sz="9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纳什积最大化</a:t>
            </a:r>
            <a:endParaRPr sz="9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1" name="Connector 290">
            <a:extLst>
              <a:ext uri="{FF2B5EF4-FFF2-40B4-BE49-F238E27FC236}">
                <a16:creationId xmlns:a16="http://schemas.microsoft.com/office/drawing/2014/main" id="{23F72EA1-9CB6-42C9-B631-FE80D52FF4AE}"/>
              </a:ext>
            </a:extLst>
          </p:cNvPr>
          <p:cNvSpPr>
            <a:spLocks noGrp="1"/>
          </p:cNvSpPr>
          <p:nvPr/>
        </p:nvSpPr>
        <p:spPr>
          <a:xfrm>
            <a:off x="7351776" y="4833289"/>
            <a:ext cx="0" cy="164592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2" name="Rounded Rectangle 291">
            <a:extLst>
              <a:ext uri="{FF2B5EF4-FFF2-40B4-BE49-F238E27FC236}">
                <a16:creationId xmlns:a16="http://schemas.microsoft.com/office/drawing/2014/main" id="{79337F86-DFF1-4A65-A880-2F86980BD733}"/>
              </a:ext>
            </a:extLst>
          </p:cNvPr>
          <p:cNvSpPr>
            <a:spLocks noGrp="1"/>
          </p:cNvSpPr>
          <p:nvPr/>
        </p:nvSpPr>
        <p:spPr>
          <a:xfrm>
            <a:off x="6473952" y="4997881"/>
            <a:ext cx="1755648" cy="841248"/>
          </a:xfrm>
          <a:prstGeom prst="roundRect">
            <a:avLst>
              <a:gd name="adj" fmla="val 9000"/>
            </a:avLst>
          </a:prstGeom>
          <a:solidFill>
            <a:srgbClr val="F1EDF9"/>
          </a:solidFill>
          <a:ln w="15240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0AA6F3D1-AB47-48F1-93F0-9F0F2153B034}"/>
              </a:ext>
            </a:extLst>
          </p:cNvPr>
          <p:cNvSpPr>
            <a:spLocks noGrp="1"/>
          </p:cNvSpPr>
          <p:nvPr/>
        </p:nvSpPr>
        <p:spPr>
          <a:xfrm>
            <a:off x="6461125" y="5037594"/>
            <a:ext cx="1713611" cy="47705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协调均衡解</a:t>
            </a:r>
            <a:endParaRPr sz="11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000" b="0" i="1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000" b="0" i="1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可行且效用最大化的</a:t>
            </a:r>
            <a:endParaRPr sz="1000" b="0" i="1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000" b="0" i="1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活动链</a:t>
            </a:r>
            <a:r>
              <a:rPr sz="1000" b="0" i="1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14B89BA2-EC82-40DC-8A43-56A1B69ECC70}"/>
              </a:ext>
            </a:extLst>
          </p:cNvPr>
          <p:cNvSpPr>
            <a:spLocks noGrp="1"/>
          </p:cNvSpPr>
          <p:nvPr/>
        </p:nvSpPr>
        <p:spPr>
          <a:xfrm>
            <a:off x="6821424" y="5610529"/>
            <a:ext cx="91440" cy="91440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3A0A1DCF-FA6A-4DB3-81FB-F21568F0AA6D}"/>
              </a:ext>
            </a:extLst>
          </p:cNvPr>
          <p:cNvSpPr>
            <a:spLocks noGrp="1"/>
          </p:cNvSpPr>
          <p:nvPr/>
        </p:nvSpPr>
        <p:spPr>
          <a:xfrm>
            <a:off x="6940296" y="5610529"/>
            <a:ext cx="91440" cy="91440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0A6C793-F9B0-47C0-A610-A32BA6A24822}"/>
              </a:ext>
            </a:extLst>
          </p:cNvPr>
          <p:cNvSpPr>
            <a:spLocks noGrp="1"/>
          </p:cNvSpPr>
          <p:nvPr/>
        </p:nvSpPr>
        <p:spPr>
          <a:xfrm>
            <a:off x="7141464" y="5610529"/>
            <a:ext cx="91440" cy="91440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996F2BE5-883F-4236-9631-0399648AFF38}"/>
              </a:ext>
            </a:extLst>
          </p:cNvPr>
          <p:cNvSpPr>
            <a:spLocks noGrp="1"/>
          </p:cNvSpPr>
          <p:nvPr/>
        </p:nvSpPr>
        <p:spPr>
          <a:xfrm>
            <a:off x="7260336" y="5610529"/>
            <a:ext cx="91440" cy="91440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4E58E43D-6327-4CF9-A815-DFFF6DD26F9C}"/>
              </a:ext>
            </a:extLst>
          </p:cNvPr>
          <p:cNvSpPr>
            <a:spLocks noGrp="1"/>
          </p:cNvSpPr>
          <p:nvPr/>
        </p:nvSpPr>
        <p:spPr>
          <a:xfrm>
            <a:off x="7443216" y="5564809"/>
            <a:ext cx="201168" cy="14157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8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71B4A04A-0373-4351-9160-0AE66E73EDA8}"/>
              </a:ext>
            </a:extLst>
          </p:cNvPr>
          <p:cNvSpPr>
            <a:spLocks noGrp="1"/>
          </p:cNvSpPr>
          <p:nvPr/>
        </p:nvSpPr>
        <p:spPr>
          <a:xfrm>
            <a:off x="7662672" y="5610529"/>
            <a:ext cx="91440" cy="91440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15793E31-D6BF-4740-864B-B5D4116C8D71}"/>
              </a:ext>
            </a:extLst>
          </p:cNvPr>
          <p:cNvSpPr>
            <a:spLocks noGrp="1"/>
          </p:cNvSpPr>
          <p:nvPr/>
        </p:nvSpPr>
        <p:spPr>
          <a:xfrm>
            <a:off x="7781544" y="5610529"/>
            <a:ext cx="91440" cy="91440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1" name="TextBox 300">
            <a:extLst>
              <a:ext uri="{FF2B5EF4-FFF2-40B4-BE49-F238E27FC236}">
                <a16:creationId xmlns:a16="http://schemas.microsoft.com/office/drawing/2014/main" id="{EF09A246-7BBF-4222-ABD0-D7D9DB2086F0}"/>
              </a:ext>
            </a:extLst>
          </p:cNvPr>
          <p:cNvSpPr>
            <a:spLocks noGrp="1"/>
          </p:cNvSpPr>
          <p:nvPr/>
        </p:nvSpPr>
        <p:spPr>
          <a:xfrm>
            <a:off x="8471458" y="316153"/>
            <a:ext cx="1353312" cy="664797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lvl1pPr algn="ctr">
              <a:lnSpc>
                <a:spcPct val="100000"/>
              </a:lnSpc>
              <a:buNone/>
              <a:defRPr sz="1400" b="1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rPr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输出</a:t>
            </a:r>
            <a:endParaRPr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家庭级</a:t>
            </a:r>
            <a:endParaRPr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r>
              <a:rPr dirty="0" err="1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活动链</a:t>
            </a:r>
            <a:endParaRPr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2" name="Rounded Rectangle 301">
            <a:extLst>
              <a:ext uri="{FF2B5EF4-FFF2-40B4-BE49-F238E27FC236}">
                <a16:creationId xmlns:a16="http://schemas.microsoft.com/office/drawing/2014/main" id="{47F05AD6-F0EE-4D38-8CF2-876EA3B3ED7E}"/>
              </a:ext>
            </a:extLst>
          </p:cNvPr>
          <p:cNvSpPr>
            <a:spLocks noGrp="1"/>
          </p:cNvSpPr>
          <p:nvPr/>
        </p:nvSpPr>
        <p:spPr>
          <a:xfrm>
            <a:off x="8599474" y="3294156"/>
            <a:ext cx="124358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F6FB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3" name="Oval 302">
            <a:extLst>
              <a:ext uri="{FF2B5EF4-FFF2-40B4-BE49-F238E27FC236}">
                <a16:creationId xmlns:a16="http://schemas.microsoft.com/office/drawing/2014/main" id="{06F6F9BC-C452-40D4-A585-BE5A5BE3F819}"/>
              </a:ext>
            </a:extLst>
          </p:cNvPr>
          <p:cNvSpPr>
            <a:spLocks noGrp="1"/>
          </p:cNvSpPr>
          <p:nvPr/>
        </p:nvSpPr>
        <p:spPr>
          <a:xfrm>
            <a:off x="8718346" y="3375537"/>
            <a:ext cx="54864" cy="54864"/>
          </a:xfrm>
          <a:prstGeom prst="ellipse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4" name="Rounded Rectangle 303">
            <a:extLst>
              <a:ext uri="{FF2B5EF4-FFF2-40B4-BE49-F238E27FC236}">
                <a16:creationId xmlns:a16="http://schemas.microsoft.com/office/drawing/2014/main" id="{69FFDCCD-3DF1-4AA8-AC7B-D3CAC11BF25D}"/>
              </a:ext>
            </a:extLst>
          </p:cNvPr>
          <p:cNvSpPr>
            <a:spLocks noGrp="1"/>
          </p:cNvSpPr>
          <p:nvPr/>
        </p:nvSpPr>
        <p:spPr>
          <a:xfrm>
            <a:off x="8700423" y="3437351"/>
            <a:ext cx="90708" cy="62179"/>
          </a:xfrm>
          <a:prstGeom prst="roundRect">
            <a:avLst>
              <a:gd name="adj" fmla="val 50000"/>
            </a:avLst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70DA566A-37A4-4EC8-90FD-2E932D23575C}"/>
              </a:ext>
            </a:extLst>
          </p:cNvPr>
          <p:cNvSpPr>
            <a:spLocks noGrp="1"/>
          </p:cNvSpPr>
          <p:nvPr/>
        </p:nvSpPr>
        <p:spPr>
          <a:xfrm>
            <a:off x="8837218" y="3349020"/>
            <a:ext cx="969264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1F6FB5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 1</a:t>
            </a:r>
          </a:p>
        </p:txBody>
      </p:sp>
      <p:sp>
        <p:nvSpPr>
          <p:cNvPr id="306" name="Oval 305">
            <a:extLst>
              <a:ext uri="{FF2B5EF4-FFF2-40B4-BE49-F238E27FC236}">
                <a16:creationId xmlns:a16="http://schemas.microsoft.com/office/drawing/2014/main" id="{9C2672B9-9EA5-4704-A305-9E3894103999}"/>
              </a:ext>
            </a:extLst>
          </p:cNvPr>
          <p:cNvSpPr>
            <a:spLocks noGrp="1"/>
          </p:cNvSpPr>
          <p:nvPr/>
        </p:nvSpPr>
        <p:spPr>
          <a:xfrm>
            <a:off x="8702344" y="3653057"/>
            <a:ext cx="105156" cy="105156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7" name="Connector 306">
            <a:extLst>
              <a:ext uri="{FF2B5EF4-FFF2-40B4-BE49-F238E27FC236}">
                <a16:creationId xmlns:a16="http://schemas.microsoft.com/office/drawing/2014/main" id="{C819BE5C-D81E-47A2-B733-40C80F4BE44A}"/>
              </a:ext>
            </a:extLst>
          </p:cNvPr>
          <p:cNvSpPr>
            <a:spLocks noGrp="1"/>
          </p:cNvSpPr>
          <p:nvPr/>
        </p:nvSpPr>
        <p:spPr>
          <a:xfrm>
            <a:off x="8809786" y="3705636"/>
            <a:ext cx="160019" cy="0"/>
          </a:xfrm>
          <a:prstGeom prst="line">
            <a:avLst/>
          </a:prstGeom>
          <a:ln w="10160">
            <a:solidFill>
              <a:srgbClr val="1F6F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8" name="Oval 307">
            <a:extLst>
              <a:ext uri="{FF2B5EF4-FFF2-40B4-BE49-F238E27FC236}">
                <a16:creationId xmlns:a16="http://schemas.microsoft.com/office/drawing/2014/main" id="{E7731132-CF76-4BFB-AA0E-ECD6AECD4CC3}"/>
              </a:ext>
            </a:extLst>
          </p:cNvPr>
          <p:cNvSpPr>
            <a:spLocks noGrp="1"/>
          </p:cNvSpPr>
          <p:nvPr/>
        </p:nvSpPr>
        <p:spPr>
          <a:xfrm>
            <a:off x="8976664" y="3653057"/>
            <a:ext cx="105156" cy="105156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9" name="Connector 308">
            <a:extLst>
              <a:ext uri="{FF2B5EF4-FFF2-40B4-BE49-F238E27FC236}">
                <a16:creationId xmlns:a16="http://schemas.microsoft.com/office/drawing/2014/main" id="{E163C1F0-3F49-4ED0-B329-A92E7380790D}"/>
              </a:ext>
            </a:extLst>
          </p:cNvPr>
          <p:cNvSpPr>
            <a:spLocks noGrp="1"/>
          </p:cNvSpPr>
          <p:nvPr/>
        </p:nvSpPr>
        <p:spPr>
          <a:xfrm>
            <a:off x="9084106" y="3705636"/>
            <a:ext cx="160020" cy="0"/>
          </a:xfrm>
          <a:prstGeom prst="line">
            <a:avLst/>
          </a:prstGeom>
          <a:ln w="10160">
            <a:solidFill>
              <a:srgbClr val="1F6F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Oval 309">
            <a:extLst>
              <a:ext uri="{FF2B5EF4-FFF2-40B4-BE49-F238E27FC236}">
                <a16:creationId xmlns:a16="http://schemas.microsoft.com/office/drawing/2014/main" id="{2519FCDC-D79B-4C84-9694-98A1482F9E05}"/>
              </a:ext>
            </a:extLst>
          </p:cNvPr>
          <p:cNvSpPr>
            <a:spLocks noGrp="1"/>
          </p:cNvSpPr>
          <p:nvPr/>
        </p:nvSpPr>
        <p:spPr>
          <a:xfrm>
            <a:off x="9250984" y="3653057"/>
            <a:ext cx="105156" cy="105156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" name="Connector 310">
            <a:extLst>
              <a:ext uri="{FF2B5EF4-FFF2-40B4-BE49-F238E27FC236}">
                <a16:creationId xmlns:a16="http://schemas.microsoft.com/office/drawing/2014/main" id="{199CE0B1-1A8D-40E5-A212-B8DE9C8C7E82}"/>
              </a:ext>
            </a:extLst>
          </p:cNvPr>
          <p:cNvSpPr>
            <a:spLocks noGrp="1"/>
          </p:cNvSpPr>
          <p:nvPr/>
        </p:nvSpPr>
        <p:spPr>
          <a:xfrm>
            <a:off x="9358426" y="3705636"/>
            <a:ext cx="160019" cy="0"/>
          </a:xfrm>
          <a:prstGeom prst="line">
            <a:avLst/>
          </a:prstGeom>
          <a:ln w="10160">
            <a:solidFill>
              <a:srgbClr val="1F6F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Oval 311">
            <a:extLst>
              <a:ext uri="{FF2B5EF4-FFF2-40B4-BE49-F238E27FC236}">
                <a16:creationId xmlns:a16="http://schemas.microsoft.com/office/drawing/2014/main" id="{66E7CC3F-3C8E-42EF-8D55-C6A8038E6BC8}"/>
              </a:ext>
            </a:extLst>
          </p:cNvPr>
          <p:cNvSpPr>
            <a:spLocks noGrp="1"/>
          </p:cNvSpPr>
          <p:nvPr/>
        </p:nvSpPr>
        <p:spPr>
          <a:xfrm>
            <a:off x="9525304" y="3653057"/>
            <a:ext cx="105156" cy="105156"/>
          </a:xfrm>
          <a:prstGeom prst="ellipse">
            <a:avLst/>
          </a:prstGeom>
          <a:solidFill>
            <a:srgbClr val="EAF2FB"/>
          </a:solidFill>
          <a:ln w="9525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3" name="Rounded Rectangle 312">
            <a:extLst>
              <a:ext uri="{FF2B5EF4-FFF2-40B4-BE49-F238E27FC236}">
                <a16:creationId xmlns:a16="http://schemas.microsoft.com/office/drawing/2014/main" id="{51AE2EE7-2BA5-440F-8F19-7989B9E721AB}"/>
              </a:ext>
            </a:extLst>
          </p:cNvPr>
          <p:cNvSpPr>
            <a:spLocks noGrp="1"/>
          </p:cNvSpPr>
          <p:nvPr/>
        </p:nvSpPr>
        <p:spPr>
          <a:xfrm>
            <a:off x="8599474" y="3989928"/>
            <a:ext cx="124358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2E7D3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4" name="Oval 313">
            <a:extLst>
              <a:ext uri="{FF2B5EF4-FFF2-40B4-BE49-F238E27FC236}">
                <a16:creationId xmlns:a16="http://schemas.microsoft.com/office/drawing/2014/main" id="{2A281ABC-911C-44A7-A7B4-DA8062B7B33A}"/>
              </a:ext>
            </a:extLst>
          </p:cNvPr>
          <p:cNvSpPr>
            <a:spLocks noGrp="1"/>
          </p:cNvSpPr>
          <p:nvPr/>
        </p:nvSpPr>
        <p:spPr>
          <a:xfrm>
            <a:off x="8718346" y="4071309"/>
            <a:ext cx="54864" cy="5486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5" name="Rounded Rectangle 314">
            <a:extLst>
              <a:ext uri="{FF2B5EF4-FFF2-40B4-BE49-F238E27FC236}">
                <a16:creationId xmlns:a16="http://schemas.microsoft.com/office/drawing/2014/main" id="{24A8EA51-F9AB-4A6D-84B6-77BB0561F37B}"/>
              </a:ext>
            </a:extLst>
          </p:cNvPr>
          <p:cNvSpPr>
            <a:spLocks noGrp="1"/>
          </p:cNvSpPr>
          <p:nvPr/>
        </p:nvSpPr>
        <p:spPr>
          <a:xfrm>
            <a:off x="8700423" y="4133123"/>
            <a:ext cx="90708" cy="62179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29B5BDF7-31AF-4DFB-8AC4-297CB1B76BEB}"/>
              </a:ext>
            </a:extLst>
          </p:cNvPr>
          <p:cNvSpPr>
            <a:spLocks noGrp="1"/>
          </p:cNvSpPr>
          <p:nvPr/>
        </p:nvSpPr>
        <p:spPr>
          <a:xfrm>
            <a:off x="8837218" y="4044792"/>
            <a:ext cx="969264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 2</a:t>
            </a:r>
          </a:p>
        </p:txBody>
      </p:sp>
      <p:sp>
        <p:nvSpPr>
          <p:cNvPr id="317" name="Oval 316">
            <a:extLst>
              <a:ext uri="{FF2B5EF4-FFF2-40B4-BE49-F238E27FC236}">
                <a16:creationId xmlns:a16="http://schemas.microsoft.com/office/drawing/2014/main" id="{C79C6B70-3128-4C25-83FF-094AD6A60ADC}"/>
              </a:ext>
            </a:extLst>
          </p:cNvPr>
          <p:cNvSpPr>
            <a:spLocks noGrp="1"/>
          </p:cNvSpPr>
          <p:nvPr/>
        </p:nvSpPr>
        <p:spPr>
          <a:xfrm>
            <a:off x="8702344" y="4348830"/>
            <a:ext cx="105156" cy="105156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8" name="Connector 317">
            <a:extLst>
              <a:ext uri="{FF2B5EF4-FFF2-40B4-BE49-F238E27FC236}">
                <a16:creationId xmlns:a16="http://schemas.microsoft.com/office/drawing/2014/main" id="{DF61177D-F117-4360-A8ED-A347C1CF3223}"/>
              </a:ext>
            </a:extLst>
          </p:cNvPr>
          <p:cNvSpPr>
            <a:spLocks noGrp="1"/>
          </p:cNvSpPr>
          <p:nvPr/>
        </p:nvSpPr>
        <p:spPr>
          <a:xfrm>
            <a:off x="8809786" y="4401408"/>
            <a:ext cx="160019" cy="0"/>
          </a:xfrm>
          <a:prstGeom prst="line">
            <a:avLst/>
          </a:prstGeom>
          <a:ln w="1016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9" name="Oval 318">
            <a:extLst>
              <a:ext uri="{FF2B5EF4-FFF2-40B4-BE49-F238E27FC236}">
                <a16:creationId xmlns:a16="http://schemas.microsoft.com/office/drawing/2014/main" id="{004E54F2-2407-4B3F-BE0B-F876AF7E4FDD}"/>
              </a:ext>
            </a:extLst>
          </p:cNvPr>
          <p:cNvSpPr>
            <a:spLocks noGrp="1"/>
          </p:cNvSpPr>
          <p:nvPr/>
        </p:nvSpPr>
        <p:spPr>
          <a:xfrm>
            <a:off x="8976664" y="4348830"/>
            <a:ext cx="105156" cy="105156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0" name="Connector 319">
            <a:extLst>
              <a:ext uri="{FF2B5EF4-FFF2-40B4-BE49-F238E27FC236}">
                <a16:creationId xmlns:a16="http://schemas.microsoft.com/office/drawing/2014/main" id="{CD079637-BBCE-4308-858F-E7ABF435DD89}"/>
              </a:ext>
            </a:extLst>
          </p:cNvPr>
          <p:cNvSpPr>
            <a:spLocks noGrp="1"/>
          </p:cNvSpPr>
          <p:nvPr/>
        </p:nvSpPr>
        <p:spPr>
          <a:xfrm>
            <a:off x="9084106" y="4401408"/>
            <a:ext cx="160020" cy="0"/>
          </a:xfrm>
          <a:prstGeom prst="line">
            <a:avLst/>
          </a:prstGeom>
          <a:ln w="1016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1" name="Oval 320">
            <a:extLst>
              <a:ext uri="{FF2B5EF4-FFF2-40B4-BE49-F238E27FC236}">
                <a16:creationId xmlns:a16="http://schemas.microsoft.com/office/drawing/2014/main" id="{56AB0247-3961-46C8-A5F5-BDA0765AA0C9}"/>
              </a:ext>
            </a:extLst>
          </p:cNvPr>
          <p:cNvSpPr>
            <a:spLocks noGrp="1"/>
          </p:cNvSpPr>
          <p:nvPr/>
        </p:nvSpPr>
        <p:spPr>
          <a:xfrm>
            <a:off x="9250984" y="4348830"/>
            <a:ext cx="105156" cy="105156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" name="Connector 321">
            <a:extLst>
              <a:ext uri="{FF2B5EF4-FFF2-40B4-BE49-F238E27FC236}">
                <a16:creationId xmlns:a16="http://schemas.microsoft.com/office/drawing/2014/main" id="{F871CB32-196F-47FC-A4B4-775F1B5EE317}"/>
              </a:ext>
            </a:extLst>
          </p:cNvPr>
          <p:cNvSpPr>
            <a:spLocks noGrp="1"/>
          </p:cNvSpPr>
          <p:nvPr/>
        </p:nvSpPr>
        <p:spPr>
          <a:xfrm>
            <a:off x="9358426" y="4401408"/>
            <a:ext cx="160019" cy="0"/>
          </a:xfrm>
          <a:prstGeom prst="line">
            <a:avLst/>
          </a:prstGeom>
          <a:ln w="1016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2F7AD580-7D00-44D6-B259-1E36A7F1DC6D}"/>
              </a:ext>
            </a:extLst>
          </p:cNvPr>
          <p:cNvSpPr>
            <a:spLocks noGrp="1"/>
          </p:cNvSpPr>
          <p:nvPr/>
        </p:nvSpPr>
        <p:spPr>
          <a:xfrm>
            <a:off x="9525304" y="4348830"/>
            <a:ext cx="105156" cy="105156"/>
          </a:xfrm>
          <a:prstGeom prst="ellipse">
            <a:avLst/>
          </a:prstGeom>
          <a:solidFill>
            <a:srgbClr val="D9F0DA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14B37C0D-6E63-4804-A90C-9639EF224F7D}"/>
              </a:ext>
            </a:extLst>
          </p:cNvPr>
          <p:cNvSpPr>
            <a:spLocks noGrp="1"/>
          </p:cNvSpPr>
          <p:nvPr/>
        </p:nvSpPr>
        <p:spPr>
          <a:xfrm>
            <a:off x="8599474" y="5293320"/>
            <a:ext cx="1243584" cy="20313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218F5485-D932-49F1-990D-8AE686AEBF62}"/>
              </a:ext>
            </a:extLst>
          </p:cNvPr>
          <p:cNvSpPr>
            <a:spLocks noGrp="1"/>
          </p:cNvSpPr>
          <p:nvPr/>
        </p:nvSpPr>
        <p:spPr>
          <a:xfrm>
            <a:off x="8599474" y="5474615"/>
            <a:ext cx="124358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923A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6" name="Oval 325">
            <a:extLst>
              <a:ext uri="{FF2B5EF4-FFF2-40B4-BE49-F238E27FC236}">
                <a16:creationId xmlns:a16="http://schemas.microsoft.com/office/drawing/2014/main" id="{F535583C-258F-47B1-B359-797B5EFCFF25}"/>
              </a:ext>
            </a:extLst>
          </p:cNvPr>
          <p:cNvSpPr>
            <a:spLocks noGrp="1"/>
          </p:cNvSpPr>
          <p:nvPr/>
        </p:nvSpPr>
        <p:spPr>
          <a:xfrm>
            <a:off x="8718346" y="5555996"/>
            <a:ext cx="54864" cy="54864"/>
          </a:xfrm>
          <a:prstGeom prst="ellipse">
            <a:avLst/>
          </a:prstGeom>
          <a:solidFill>
            <a:srgbClr val="E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7" name="Rounded Rectangle 326">
            <a:extLst>
              <a:ext uri="{FF2B5EF4-FFF2-40B4-BE49-F238E27FC236}">
                <a16:creationId xmlns:a16="http://schemas.microsoft.com/office/drawing/2014/main" id="{F228F38A-2417-46F1-BBF2-9423CD369B7C}"/>
              </a:ext>
            </a:extLst>
          </p:cNvPr>
          <p:cNvSpPr>
            <a:spLocks noGrp="1"/>
          </p:cNvSpPr>
          <p:nvPr/>
        </p:nvSpPr>
        <p:spPr>
          <a:xfrm>
            <a:off x="8700423" y="5617810"/>
            <a:ext cx="90708" cy="62179"/>
          </a:xfrm>
          <a:prstGeom prst="roundRect">
            <a:avLst>
              <a:gd name="adj" fmla="val 50000"/>
            </a:avLst>
          </a:prstGeom>
          <a:solidFill>
            <a:srgbClr val="E89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84B9224B-B52F-4B7C-B824-61F547EEAF2C}"/>
              </a:ext>
            </a:extLst>
          </p:cNvPr>
          <p:cNvSpPr>
            <a:spLocks noGrp="1"/>
          </p:cNvSpPr>
          <p:nvPr/>
        </p:nvSpPr>
        <p:spPr>
          <a:xfrm>
            <a:off x="8837218" y="5529479"/>
            <a:ext cx="969264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E8923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 N</a:t>
            </a:r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01C6A51D-DC7B-4177-A554-CCE8CA9B52BB}"/>
              </a:ext>
            </a:extLst>
          </p:cNvPr>
          <p:cNvSpPr>
            <a:spLocks noGrp="1"/>
          </p:cNvSpPr>
          <p:nvPr/>
        </p:nvSpPr>
        <p:spPr>
          <a:xfrm>
            <a:off x="8702344" y="5833517"/>
            <a:ext cx="105156" cy="105156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0" name="Connector 329">
            <a:extLst>
              <a:ext uri="{FF2B5EF4-FFF2-40B4-BE49-F238E27FC236}">
                <a16:creationId xmlns:a16="http://schemas.microsoft.com/office/drawing/2014/main" id="{BD995846-0B8C-4BDB-8820-6EDD659DAB1F}"/>
              </a:ext>
            </a:extLst>
          </p:cNvPr>
          <p:cNvSpPr>
            <a:spLocks noGrp="1"/>
          </p:cNvSpPr>
          <p:nvPr/>
        </p:nvSpPr>
        <p:spPr>
          <a:xfrm>
            <a:off x="8809786" y="5886095"/>
            <a:ext cx="160019" cy="0"/>
          </a:xfrm>
          <a:prstGeom prst="line">
            <a:avLst/>
          </a:prstGeom>
          <a:ln w="10160">
            <a:solidFill>
              <a:srgbClr val="E892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37CA5BBB-82B0-4A18-8CAA-79E9F4EB41E4}"/>
              </a:ext>
            </a:extLst>
          </p:cNvPr>
          <p:cNvSpPr>
            <a:spLocks noGrp="1"/>
          </p:cNvSpPr>
          <p:nvPr/>
        </p:nvSpPr>
        <p:spPr>
          <a:xfrm>
            <a:off x="8976664" y="5833517"/>
            <a:ext cx="105156" cy="105156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2" name="Connector 331">
            <a:extLst>
              <a:ext uri="{FF2B5EF4-FFF2-40B4-BE49-F238E27FC236}">
                <a16:creationId xmlns:a16="http://schemas.microsoft.com/office/drawing/2014/main" id="{00EEA2BC-46E9-4BB2-A3AA-A0603D3CFF72}"/>
              </a:ext>
            </a:extLst>
          </p:cNvPr>
          <p:cNvSpPr>
            <a:spLocks noGrp="1"/>
          </p:cNvSpPr>
          <p:nvPr/>
        </p:nvSpPr>
        <p:spPr>
          <a:xfrm>
            <a:off x="9084106" y="5886095"/>
            <a:ext cx="160020" cy="0"/>
          </a:xfrm>
          <a:prstGeom prst="line">
            <a:avLst/>
          </a:prstGeom>
          <a:ln w="10160">
            <a:solidFill>
              <a:srgbClr val="E892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894BCC67-F9F1-4686-BD22-3294E704C97F}"/>
              </a:ext>
            </a:extLst>
          </p:cNvPr>
          <p:cNvSpPr>
            <a:spLocks noGrp="1"/>
          </p:cNvSpPr>
          <p:nvPr/>
        </p:nvSpPr>
        <p:spPr>
          <a:xfrm>
            <a:off x="9250984" y="5833517"/>
            <a:ext cx="105156" cy="105156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4" name="Connector 333">
            <a:extLst>
              <a:ext uri="{FF2B5EF4-FFF2-40B4-BE49-F238E27FC236}">
                <a16:creationId xmlns:a16="http://schemas.microsoft.com/office/drawing/2014/main" id="{BF429714-0099-4058-9614-5596974617DA}"/>
              </a:ext>
            </a:extLst>
          </p:cNvPr>
          <p:cNvSpPr>
            <a:spLocks noGrp="1"/>
          </p:cNvSpPr>
          <p:nvPr/>
        </p:nvSpPr>
        <p:spPr>
          <a:xfrm>
            <a:off x="9358426" y="5886095"/>
            <a:ext cx="160019" cy="0"/>
          </a:xfrm>
          <a:prstGeom prst="line">
            <a:avLst/>
          </a:prstGeom>
          <a:ln w="10160">
            <a:solidFill>
              <a:srgbClr val="E892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1F910AE6-0251-4582-BBA1-04A8137C80F4}"/>
              </a:ext>
            </a:extLst>
          </p:cNvPr>
          <p:cNvSpPr>
            <a:spLocks noGrp="1"/>
          </p:cNvSpPr>
          <p:nvPr/>
        </p:nvSpPr>
        <p:spPr>
          <a:xfrm>
            <a:off x="9525304" y="5833517"/>
            <a:ext cx="105156" cy="105156"/>
          </a:xfrm>
          <a:prstGeom prst="ellipse">
            <a:avLst/>
          </a:prstGeom>
          <a:solidFill>
            <a:srgbClr val="FDEBD9"/>
          </a:solidFill>
          <a:ln w="9525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4" name="Rounded Rectangle 343">
            <a:extLst>
              <a:ext uri="{FF2B5EF4-FFF2-40B4-BE49-F238E27FC236}">
                <a16:creationId xmlns:a16="http://schemas.microsoft.com/office/drawing/2014/main" id="{DBE00BA8-E0BD-469A-A2F9-F41F305752C4}"/>
              </a:ext>
            </a:extLst>
          </p:cNvPr>
          <p:cNvSpPr>
            <a:spLocks noGrp="1"/>
          </p:cNvSpPr>
          <p:nvPr/>
        </p:nvSpPr>
        <p:spPr>
          <a:xfrm>
            <a:off x="8599474" y="1087776"/>
            <a:ext cx="1243584" cy="2108092"/>
          </a:xfrm>
          <a:prstGeom prst="roundRect">
            <a:avLst>
              <a:gd name="adj" fmla="val 7000"/>
            </a:avLst>
          </a:prstGeom>
          <a:solidFill>
            <a:srgbClr val="FBFBFB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5" name="TextBox 344">
            <a:extLst>
              <a:ext uri="{FF2B5EF4-FFF2-40B4-BE49-F238E27FC236}">
                <a16:creationId xmlns:a16="http://schemas.microsoft.com/office/drawing/2014/main" id="{E059AA19-A2D6-4CA0-9EA0-879A27F8D14C}"/>
              </a:ext>
            </a:extLst>
          </p:cNvPr>
          <p:cNvSpPr>
            <a:spLocks noGrp="1"/>
          </p:cNvSpPr>
          <p:nvPr/>
        </p:nvSpPr>
        <p:spPr>
          <a:xfrm>
            <a:off x="8672626" y="1142639"/>
            <a:ext cx="1097280" cy="1692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1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 aₙ,ₜ =</a:t>
            </a:r>
          </a:p>
        </p:txBody>
      </p:sp>
      <p:sp>
        <p:nvSpPr>
          <p:cNvPr id="346" name="Rounded Rectangle 345">
            <a:extLst>
              <a:ext uri="{FF2B5EF4-FFF2-40B4-BE49-F238E27FC236}">
                <a16:creationId xmlns:a16="http://schemas.microsoft.com/office/drawing/2014/main" id="{0183A8ED-21B7-4512-AA93-9A89B7DF9702}"/>
              </a:ext>
            </a:extLst>
          </p:cNvPr>
          <p:cNvSpPr>
            <a:spLocks noGrp="1"/>
          </p:cNvSpPr>
          <p:nvPr/>
        </p:nvSpPr>
        <p:spPr>
          <a:xfrm>
            <a:off x="8681770" y="1398672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D6E8FA"/>
          </a:solidFill>
          <a:ln w="1016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347" name="TextBox 346">
            <a:extLst>
              <a:ext uri="{FF2B5EF4-FFF2-40B4-BE49-F238E27FC236}">
                <a16:creationId xmlns:a16="http://schemas.microsoft.com/office/drawing/2014/main" id="{E318D497-D62E-407D-981C-00F665ADCE33}"/>
              </a:ext>
            </a:extLst>
          </p:cNvPr>
          <p:cNvSpPr>
            <a:spLocks noGrp="1"/>
          </p:cNvSpPr>
          <p:nvPr/>
        </p:nvSpPr>
        <p:spPr>
          <a:xfrm>
            <a:off x="8901226" y="1412387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出发时间</a:t>
            </a:r>
          </a:p>
        </p:txBody>
      </p:sp>
      <p:sp>
        <p:nvSpPr>
          <p:cNvPr id="348" name="Rounded Rectangle 347">
            <a:extLst>
              <a:ext uri="{FF2B5EF4-FFF2-40B4-BE49-F238E27FC236}">
                <a16:creationId xmlns:a16="http://schemas.microsoft.com/office/drawing/2014/main" id="{EAD6FF9A-FF09-49F9-8CA8-F1D75E910DEC}"/>
              </a:ext>
            </a:extLst>
          </p:cNvPr>
          <p:cNvSpPr>
            <a:spLocks noGrp="1"/>
          </p:cNvSpPr>
          <p:nvPr/>
        </p:nvSpPr>
        <p:spPr>
          <a:xfrm>
            <a:off x="8681770" y="1659276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D6E8FA"/>
          </a:solidFill>
          <a:ln w="1016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E91D0E8A-1181-421B-8C92-024166734FD1}"/>
              </a:ext>
            </a:extLst>
          </p:cNvPr>
          <p:cNvSpPr>
            <a:spLocks noGrp="1"/>
          </p:cNvSpPr>
          <p:nvPr/>
        </p:nvSpPr>
        <p:spPr>
          <a:xfrm>
            <a:off x="8901226" y="1672992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到达时间</a:t>
            </a:r>
          </a:p>
        </p:txBody>
      </p:sp>
      <p:sp>
        <p:nvSpPr>
          <p:cNvPr id="350" name="Rounded Rectangle 349">
            <a:extLst>
              <a:ext uri="{FF2B5EF4-FFF2-40B4-BE49-F238E27FC236}">
                <a16:creationId xmlns:a16="http://schemas.microsoft.com/office/drawing/2014/main" id="{51A3636D-1C72-4396-8622-3BDF723FA616}"/>
              </a:ext>
            </a:extLst>
          </p:cNvPr>
          <p:cNvSpPr>
            <a:spLocks noGrp="1"/>
          </p:cNvSpPr>
          <p:nvPr/>
        </p:nvSpPr>
        <p:spPr>
          <a:xfrm>
            <a:off x="8681770" y="1919880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FFF1C2"/>
          </a:solidFill>
          <a:ln w="1016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BD58EA6E-EE82-4DDE-BBB0-B9913742F8AF}"/>
              </a:ext>
            </a:extLst>
          </p:cNvPr>
          <p:cNvSpPr>
            <a:spLocks noGrp="1"/>
          </p:cNvSpPr>
          <p:nvPr/>
        </p:nvSpPr>
        <p:spPr>
          <a:xfrm>
            <a:off x="8901226" y="1933596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活动目的</a:t>
            </a:r>
          </a:p>
        </p:txBody>
      </p:sp>
      <p:sp>
        <p:nvSpPr>
          <p:cNvPr id="352" name="Rounded Rectangle 351">
            <a:extLst>
              <a:ext uri="{FF2B5EF4-FFF2-40B4-BE49-F238E27FC236}">
                <a16:creationId xmlns:a16="http://schemas.microsoft.com/office/drawing/2014/main" id="{77E2EF6F-0AAE-47A8-9315-9C07B5DF7D84}"/>
              </a:ext>
            </a:extLst>
          </p:cNvPr>
          <p:cNvSpPr>
            <a:spLocks noGrp="1"/>
          </p:cNvSpPr>
          <p:nvPr/>
        </p:nvSpPr>
        <p:spPr>
          <a:xfrm>
            <a:off x="8681770" y="218048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D9F0DA"/>
          </a:solidFill>
          <a:ln w="10160">
            <a:solidFill>
              <a:srgbClr val="82B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66338181-5F59-4A3C-B0F7-0F9AAB1186FF}"/>
              </a:ext>
            </a:extLst>
          </p:cNvPr>
          <p:cNvSpPr>
            <a:spLocks noGrp="1"/>
          </p:cNvSpPr>
          <p:nvPr/>
        </p:nvSpPr>
        <p:spPr>
          <a:xfrm>
            <a:off x="8901226" y="2194200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出行方式</a:t>
            </a:r>
          </a:p>
        </p:txBody>
      </p:sp>
      <p:sp>
        <p:nvSpPr>
          <p:cNvPr id="354" name="Rounded Rectangle 353">
            <a:extLst>
              <a:ext uri="{FF2B5EF4-FFF2-40B4-BE49-F238E27FC236}">
                <a16:creationId xmlns:a16="http://schemas.microsoft.com/office/drawing/2014/main" id="{53DEECD6-ED8F-40CC-B040-6C40DCD01AE2}"/>
              </a:ext>
            </a:extLst>
          </p:cNvPr>
          <p:cNvSpPr>
            <a:spLocks noGrp="1"/>
          </p:cNvSpPr>
          <p:nvPr/>
        </p:nvSpPr>
        <p:spPr>
          <a:xfrm>
            <a:off x="8681770" y="2441087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EEEEEE"/>
          </a:solidFill>
          <a:ln w="1016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A46971D6-4306-4C6A-92A6-50CD4A135AFB}"/>
              </a:ext>
            </a:extLst>
          </p:cNvPr>
          <p:cNvSpPr>
            <a:spLocks noGrp="1"/>
          </p:cNvSpPr>
          <p:nvPr/>
        </p:nvSpPr>
        <p:spPr>
          <a:xfrm>
            <a:off x="8901226" y="2454803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驾驶标识</a:t>
            </a:r>
          </a:p>
        </p:txBody>
      </p:sp>
      <p:sp>
        <p:nvSpPr>
          <p:cNvPr id="356" name="Rounded Rectangle 355">
            <a:extLst>
              <a:ext uri="{FF2B5EF4-FFF2-40B4-BE49-F238E27FC236}">
                <a16:creationId xmlns:a16="http://schemas.microsoft.com/office/drawing/2014/main" id="{FB3092A8-BFFD-493B-8BFF-C4D59FD8C19C}"/>
              </a:ext>
            </a:extLst>
          </p:cNvPr>
          <p:cNvSpPr>
            <a:spLocks noGrp="1"/>
          </p:cNvSpPr>
          <p:nvPr/>
        </p:nvSpPr>
        <p:spPr>
          <a:xfrm>
            <a:off x="8681770" y="2701692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EBDFF7"/>
          </a:solidFill>
          <a:ln w="10160">
            <a:solidFill>
              <a:srgbClr val="9673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j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B130C29C-1F33-4D33-A1B9-82E54DD6421A}"/>
              </a:ext>
            </a:extLst>
          </p:cNvPr>
          <p:cNvSpPr>
            <a:spLocks noGrp="1"/>
          </p:cNvSpPr>
          <p:nvPr/>
        </p:nvSpPr>
        <p:spPr>
          <a:xfrm>
            <a:off x="8901226" y="2715407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联合出行标识</a:t>
            </a:r>
          </a:p>
        </p:txBody>
      </p:sp>
      <p:sp>
        <p:nvSpPr>
          <p:cNvPr id="358" name="Rounded Rectangle 357">
            <a:extLst>
              <a:ext uri="{FF2B5EF4-FFF2-40B4-BE49-F238E27FC236}">
                <a16:creationId xmlns:a16="http://schemas.microsoft.com/office/drawing/2014/main" id="{B69C846C-E355-4201-8B22-D0F7DB7E3483}"/>
              </a:ext>
            </a:extLst>
          </p:cNvPr>
          <p:cNvSpPr>
            <a:spLocks noGrp="1"/>
          </p:cNvSpPr>
          <p:nvPr/>
        </p:nvSpPr>
        <p:spPr>
          <a:xfrm>
            <a:off x="8686723" y="2971428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FBDADA"/>
          </a:solidFill>
          <a:ln w="10160">
            <a:solidFill>
              <a:srgbClr val="D9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anchor="ctr"/>
          <a:lstStyle/>
          <a:p>
            <a:pPr algn="ctr">
              <a:lnSpc>
                <a:spcPct val="100000"/>
              </a:lnSpc>
              <a:buNone/>
            </a:pPr>
            <a:r>
              <a:rPr sz="105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26EA43DA-FB05-41D0-A487-43B8A6D42176}"/>
              </a:ext>
            </a:extLst>
          </p:cNvPr>
          <p:cNvSpPr>
            <a:spLocks noGrp="1"/>
          </p:cNvSpPr>
          <p:nvPr/>
        </p:nvSpPr>
        <p:spPr>
          <a:xfrm>
            <a:off x="8906179" y="2985143"/>
            <a:ext cx="896112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目的地小区</a:t>
            </a:r>
          </a:p>
        </p:txBody>
      </p:sp>
      <p:sp>
        <p:nvSpPr>
          <p:cNvPr id="360" name="Connector 359">
            <a:extLst>
              <a:ext uri="{FF2B5EF4-FFF2-40B4-BE49-F238E27FC236}">
                <a16:creationId xmlns:a16="http://schemas.microsoft.com/office/drawing/2014/main" id="{507CE5C6-950C-46EB-9741-865DEBCF4A92}"/>
              </a:ext>
            </a:extLst>
          </p:cNvPr>
          <p:cNvSpPr>
            <a:spLocks noGrp="1"/>
          </p:cNvSpPr>
          <p:nvPr/>
        </p:nvSpPr>
        <p:spPr>
          <a:xfrm>
            <a:off x="1508760" y="4137202"/>
            <a:ext cx="13716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2" name="Connector 361">
            <a:extLst>
              <a:ext uri="{FF2B5EF4-FFF2-40B4-BE49-F238E27FC236}">
                <a16:creationId xmlns:a16="http://schemas.microsoft.com/office/drawing/2014/main" id="{F24AA442-75C8-41CF-B5F4-D3D4FE4786E8}"/>
              </a:ext>
            </a:extLst>
          </p:cNvPr>
          <p:cNvSpPr>
            <a:spLocks noGrp="1"/>
          </p:cNvSpPr>
          <p:nvPr/>
        </p:nvSpPr>
        <p:spPr>
          <a:xfrm>
            <a:off x="6108192" y="3059353"/>
            <a:ext cx="201168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4" name="Connector 363">
            <a:extLst>
              <a:ext uri="{FF2B5EF4-FFF2-40B4-BE49-F238E27FC236}">
                <a16:creationId xmlns:a16="http://schemas.microsoft.com/office/drawing/2014/main" id="{16B153EF-9EBA-4E9F-AD75-09739752ACB6}"/>
              </a:ext>
            </a:extLst>
          </p:cNvPr>
          <p:cNvSpPr>
            <a:spLocks noGrp="1"/>
          </p:cNvSpPr>
          <p:nvPr/>
        </p:nvSpPr>
        <p:spPr>
          <a:xfrm>
            <a:off x="8408108" y="2764845"/>
            <a:ext cx="146305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08" name="Connector 364"/>
          <p:cNvCxnSpPr>
            <a:stCxn id="417" idx="3"/>
          </p:cNvCxnSpPr>
          <p:nvPr/>
        </p:nvCxnSpPr>
        <p:spPr>
          <a:xfrm>
            <a:off x="3328110" y="4496160"/>
            <a:ext cx="608382" cy="0"/>
          </a:xfrm>
          <a:prstGeom prst="line">
            <a:avLst/>
          </a:prstGeom>
          <a:ln w="12700">
            <a:solidFill>
              <a:srgbClr val="1F6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Connector 365">
            <a:extLst>
              <a:ext uri="{FF2B5EF4-FFF2-40B4-BE49-F238E27FC236}">
                <a16:creationId xmlns:a16="http://schemas.microsoft.com/office/drawing/2014/main" id="{2F85B51E-2946-4605-B92F-3FC9EFACE035}"/>
              </a:ext>
            </a:extLst>
          </p:cNvPr>
          <p:cNvSpPr>
            <a:spLocks noGrp="1"/>
          </p:cNvSpPr>
          <p:nvPr/>
        </p:nvSpPr>
        <p:spPr>
          <a:xfrm flipV="1">
            <a:off x="3936492" y="1468297"/>
            <a:ext cx="0" cy="3027863"/>
          </a:xfrm>
          <a:prstGeom prst="line">
            <a:avLst/>
          </a:prstGeom>
          <a:ln w="12700">
            <a:solidFill>
              <a:srgbClr val="1F6FB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7" name="Connector 366">
            <a:extLst>
              <a:ext uri="{FF2B5EF4-FFF2-40B4-BE49-F238E27FC236}">
                <a16:creationId xmlns:a16="http://schemas.microsoft.com/office/drawing/2014/main" id="{7DA597C0-2A97-4031-B40E-42B78D3DB448}"/>
              </a:ext>
            </a:extLst>
          </p:cNvPr>
          <p:cNvSpPr>
            <a:spLocks noGrp="1"/>
          </p:cNvSpPr>
          <p:nvPr/>
        </p:nvSpPr>
        <p:spPr>
          <a:xfrm>
            <a:off x="3936492" y="1468297"/>
            <a:ext cx="224028" cy="0"/>
          </a:xfrm>
          <a:prstGeom prst="line">
            <a:avLst/>
          </a:prstGeom>
          <a:ln w="12700">
            <a:solidFill>
              <a:srgbClr val="1F6FB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0" name="Connector 359">
            <a:extLst>
              <a:ext uri="{FF2B5EF4-FFF2-40B4-BE49-F238E27FC236}">
                <a16:creationId xmlns:a16="http://schemas.microsoft.com/office/drawing/2014/main" id="{3EC97D3D-3859-4D8B-A1E9-26FF39BB2162}"/>
              </a:ext>
            </a:extLst>
          </p:cNvPr>
          <p:cNvSpPr>
            <a:spLocks noGrp="1"/>
          </p:cNvSpPr>
          <p:nvPr/>
        </p:nvSpPr>
        <p:spPr>
          <a:xfrm>
            <a:off x="1508760" y="1651861"/>
            <a:ext cx="13716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1" name="Rectangle 119">
            <a:extLst>
              <a:ext uri="{FF2B5EF4-FFF2-40B4-BE49-F238E27FC236}">
                <a16:creationId xmlns:a16="http://schemas.microsoft.com/office/drawing/2014/main" id="{913D7063-3037-967F-076A-0019F90FE5DF}"/>
              </a:ext>
            </a:extLst>
          </p:cNvPr>
          <p:cNvSpPr>
            <a:spLocks noGrp="1"/>
          </p:cNvSpPr>
          <p:nvPr/>
        </p:nvSpPr>
        <p:spPr>
          <a:xfrm>
            <a:off x="1986991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2" name="Rectangle 119">
            <a:extLst>
              <a:ext uri="{FF2B5EF4-FFF2-40B4-BE49-F238E27FC236}">
                <a16:creationId xmlns:a16="http://schemas.microsoft.com/office/drawing/2014/main" id="{AF20D02D-706B-EF25-4BF8-67FA6DA4448B}"/>
              </a:ext>
            </a:extLst>
          </p:cNvPr>
          <p:cNvSpPr>
            <a:spLocks noGrp="1"/>
          </p:cNvSpPr>
          <p:nvPr/>
        </p:nvSpPr>
        <p:spPr>
          <a:xfrm>
            <a:off x="2106386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1F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3" name="Rectangle 119">
            <a:extLst>
              <a:ext uri="{FF2B5EF4-FFF2-40B4-BE49-F238E27FC236}">
                <a16:creationId xmlns:a16="http://schemas.microsoft.com/office/drawing/2014/main" id="{5F353487-18EC-C8B9-EAE7-C3FA60D3115E}"/>
              </a:ext>
            </a:extLst>
          </p:cNvPr>
          <p:cNvSpPr>
            <a:spLocks noGrp="1"/>
          </p:cNvSpPr>
          <p:nvPr/>
        </p:nvSpPr>
        <p:spPr>
          <a:xfrm>
            <a:off x="2658521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4" name="Rectangle 119">
            <a:extLst>
              <a:ext uri="{FF2B5EF4-FFF2-40B4-BE49-F238E27FC236}">
                <a16:creationId xmlns:a16="http://schemas.microsoft.com/office/drawing/2014/main" id="{7B406687-7144-20C9-2114-9F42F21EF758}"/>
              </a:ext>
            </a:extLst>
          </p:cNvPr>
          <p:cNvSpPr>
            <a:spLocks noGrp="1"/>
          </p:cNvSpPr>
          <p:nvPr/>
        </p:nvSpPr>
        <p:spPr>
          <a:xfrm>
            <a:off x="2777916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5" name="Rectangle 119">
            <a:extLst>
              <a:ext uri="{FF2B5EF4-FFF2-40B4-BE49-F238E27FC236}">
                <a16:creationId xmlns:a16="http://schemas.microsoft.com/office/drawing/2014/main" id="{C3D45324-B4C7-5E32-5D5B-031E2B027D58}"/>
              </a:ext>
            </a:extLst>
          </p:cNvPr>
          <p:cNvSpPr>
            <a:spLocks noGrp="1"/>
          </p:cNvSpPr>
          <p:nvPr/>
        </p:nvSpPr>
        <p:spPr>
          <a:xfrm>
            <a:off x="3308384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6" name="Rectangle 119">
            <a:extLst>
              <a:ext uri="{FF2B5EF4-FFF2-40B4-BE49-F238E27FC236}">
                <a16:creationId xmlns:a16="http://schemas.microsoft.com/office/drawing/2014/main" id="{0BBC4EF4-DB71-2F95-B080-B2AA7A1C8CEF}"/>
              </a:ext>
            </a:extLst>
          </p:cNvPr>
          <p:cNvSpPr>
            <a:spLocks noGrp="1"/>
          </p:cNvSpPr>
          <p:nvPr/>
        </p:nvSpPr>
        <p:spPr>
          <a:xfrm>
            <a:off x="3427779" y="3928033"/>
            <a:ext cx="57950" cy="91440"/>
          </a:xfrm>
          <a:prstGeom prst="rect">
            <a:avLst/>
          </a:prstGeom>
          <a:solidFill>
            <a:schemeClr val="bg1"/>
          </a:solidFill>
          <a:ln w="7620">
            <a:solidFill>
              <a:srgbClr val="E89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7" name="Rounded Rectangle 335">
            <a:extLst>
              <a:ext uri="{FF2B5EF4-FFF2-40B4-BE49-F238E27FC236}">
                <a16:creationId xmlns:a16="http://schemas.microsoft.com/office/drawing/2014/main" id="{A1F52C6C-8ECC-DFB9-8573-762AA49BB488}"/>
              </a:ext>
            </a:extLst>
          </p:cNvPr>
          <p:cNvSpPr>
            <a:spLocks noGrp="1"/>
          </p:cNvSpPr>
          <p:nvPr/>
        </p:nvSpPr>
        <p:spPr>
          <a:xfrm>
            <a:off x="2084526" y="4398888"/>
            <a:ext cx="1243584" cy="19454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18" name="TextBox 336">
            <a:extLst>
              <a:ext uri="{FF2B5EF4-FFF2-40B4-BE49-F238E27FC236}">
                <a16:creationId xmlns:a16="http://schemas.microsoft.com/office/drawing/2014/main" id="{3C1C2C30-49CB-CE97-37B5-3A50B13E3F4F}"/>
              </a:ext>
            </a:extLst>
          </p:cNvPr>
          <p:cNvSpPr>
            <a:spLocks noGrp="1"/>
          </p:cNvSpPr>
          <p:nvPr/>
        </p:nvSpPr>
        <p:spPr>
          <a:xfrm>
            <a:off x="2003603" y="4407334"/>
            <a:ext cx="1379676" cy="180049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5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解码器输入</a:t>
            </a:r>
            <a:endParaRPr sz="105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25" name="Connector 128">
            <a:extLst>
              <a:ext uri="{FF2B5EF4-FFF2-40B4-BE49-F238E27FC236}">
                <a16:creationId xmlns:a16="http://schemas.microsoft.com/office/drawing/2014/main" id="{A524482B-3DE8-4EDF-9BA3-4A35BCFFBC7A}"/>
              </a:ext>
            </a:extLst>
          </p:cNvPr>
          <p:cNvSpPr>
            <a:spLocks noGrp="1"/>
          </p:cNvSpPr>
          <p:nvPr/>
        </p:nvSpPr>
        <p:spPr>
          <a:xfrm flipV="1">
            <a:off x="2743200" y="4619376"/>
            <a:ext cx="0" cy="127045"/>
          </a:xfrm>
          <a:prstGeom prst="line">
            <a:avLst/>
          </a:prstGeom>
          <a:ln w="12700">
            <a:solidFill>
              <a:srgbClr val="BBBBB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3" name="Oval 83">
            <a:extLst>
              <a:ext uri="{FF2B5EF4-FFF2-40B4-BE49-F238E27FC236}">
                <a16:creationId xmlns:a16="http://schemas.microsoft.com/office/drawing/2014/main" id="{7DC683D3-157B-8E4D-428F-B309F3627595}"/>
              </a:ext>
            </a:extLst>
          </p:cNvPr>
          <p:cNvSpPr>
            <a:spLocks noGrp="1"/>
          </p:cNvSpPr>
          <p:nvPr/>
        </p:nvSpPr>
        <p:spPr>
          <a:xfrm>
            <a:off x="1979771" y="2939761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4" name="Oval 83">
            <a:extLst>
              <a:ext uri="{FF2B5EF4-FFF2-40B4-BE49-F238E27FC236}">
                <a16:creationId xmlns:a16="http://schemas.microsoft.com/office/drawing/2014/main" id="{023E8655-5924-845E-B922-ADF798FF26E3}"/>
              </a:ext>
            </a:extLst>
          </p:cNvPr>
          <p:cNvSpPr>
            <a:spLocks noGrp="1"/>
          </p:cNvSpPr>
          <p:nvPr/>
        </p:nvSpPr>
        <p:spPr>
          <a:xfrm>
            <a:off x="2229078" y="2922135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5" name="Oval 83">
            <a:extLst>
              <a:ext uri="{FF2B5EF4-FFF2-40B4-BE49-F238E27FC236}">
                <a16:creationId xmlns:a16="http://schemas.microsoft.com/office/drawing/2014/main" id="{95137E17-FEB9-CFDE-E529-50477EFDE390}"/>
              </a:ext>
            </a:extLst>
          </p:cNvPr>
          <p:cNvSpPr>
            <a:spLocks noGrp="1"/>
          </p:cNvSpPr>
          <p:nvPr/>
        </p:nvSpPr>
        <p:spPr>
          <a:xfrm>
            <a:off x="2050942" y="3071167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6" name="Oval 83">
            <a:extLst>
              <a:ext uri="{FF2B5EF4-FFF2-40B4-BE49-F238E27FC236}">
                <a16:creationId xmlns:a16="http://schemas.microsoft.com/office/drawing/2014/main" id="{EB9F212F-3389-21D7-5C9F-4DC9D4679EBD}"/>
              </a:ext>
            </a:extLst>
          </p:cNvPr>
          <p:cNvSpPr>
            <a:spLocks noGrp="1"/>
          </p:cNvSpPr>
          <p:nvPr/>
        </p:nvSpPr>
        <p:spPr>
          <a:xfrm>
            <a:off x="2195188" y="3047341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25" name="Connector 81"/>
          <p:cNvCxnSpPr>
            <a:stCxn id="434" idx="0"/>
            <a:endCxn id="436" idx="4"/>
          </p:cNvCxnSpPr>
          <p:nvPr/>
        </p:nvCxnSpPr>
        <p:spPr>
          <a:xfrm flipH="1">
            <a:off x="2229078" y="2922135"/>
            <a:ext cx="33890" cy="19298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78"/>
          <p:cNvCxnSpPr>
            <a:stCxn id="458" idx="3"/>
            <a:endCxn id="459" idx="7"/>
          </p:cNvCxnSpPr>
          <p:nvPr/>
        </p:nvCxnSpPr>
        <p:spPr>
          <a:xfrm flipH="1">
            <a:off x="2642900" y="2903008"/>
            <a:ext cx="73649" cy="49503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79"/>
          <p:cNvCxnSpPr>
            <a:endCxn id="460" idx="5"/>
          </p:cNvCxnSpPr>
          <p:nvPr/>
        </p:nvCxnSpPr>
        <p:spPr>
          <a:xfrm>
            <a:off x="2750773" y="2883983"/>
            <a:ext cx="141434" cy="98830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Connector 80"/>
          <p:cNvCxnSpPr>
            <a:stCxn id="459" idx="1"/>
            <a:endCxn id="461" idx="5"/>
          </p:cNvCxnSpPr>
          <p:nvPr/>
        </p:nvCxnSpPr>
        <p:spPr>
          <a:xfrm>
            <a:off x="2594972" y="2952511"/>
            <a:ext cx="119099" cy="179334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9" name="Connector 81"/>
          <p:cNvCxnSpPr>
            <a:stCxn id="458" idx="0"/>
            <a:endCxn id="461" idx="4"/>
          </p:cNvCxnSpPr>
          <p:nvPr/>
        </p:nvCxnSpPr>
        <p:spPr>
          <a:xfrm flipH="1">
            <a:off x="2690107" y="2845154"/>
            <a:ext cx="50406" cy="296617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0" name="Connector 82"/>
          <p:cNvCxnSpPr>
            <a:stCxn id="461" idx="2"/>
            <a:endCxn id="462" idx="2"/>
          </p:cNvCxnSpPr>
          <p:nvPr/>
        </p:nvCxnSpPr>
        <p:spPr>
          <a:xfrm flipV="1">
            <a:off x="2656217" y="3084055"/>
            <a:ext cx="144246" cy="2382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Oval 83">
            <a:extLst>
              <a:ext uri="{FF2B5EF4-FFF2-40B4-BE49-F238E27FC236}">
                <a16:creationId xmlns:a16="http://schemas.microsoft.com/office/drawing/2014/main" id="{54D07BB9-000C-6268-4EA6-77099C47D8FB}"/>
              </a:ext>
            </a:extLst>
          </p:cNvPr>
          <p:cNvSpPr>
            <a:spLocks noGrp="1"/>
          </p:cNvSpPr>
          <p:nvPr/>
        </p:nvSpPr>
        <p:spPr>
          <a:xfrm>
            <a:off x="2706623" y="2845154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9" name="Oval 83">
            <a:extLst>
              <a:ext uri="{FF2B5EF4-FFF2-40B4-BE49-F238E27FC236}">
                <a16:creationId xmlns:a16="http://schemas.microsoft.com/office/drawing/2014/main" id="{D63A90AC-C2FD-03F5-556D-9924A8DF045F}"/>
              </a:ext>
            </a:extLst>
          </p:cNvPr>
          <p:cNvSpPr>
            <a:spLocks noGrp="1"/>
          </p:cNvSpPr>
          <p:nvPr/>
        </p:nvSpPr>
        <p:spPr>
          <a:xfrm>
            <a:off x="2585046" y="2942585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0" name="Oval 83">
            <a:extLst>
              <a:ext uri="{FF2B5EF4-FFF2-40B4-BE49-F238E27FC236}">
                <a16:creationId xmlns:a16="http://schemas.microsoft.com/office/drawing/2014/main" id="{4BFC369F-A4EE-50C2-B33F-B8A81F6A652E}"/>
              </a:ext>
            </a:extLst>
          </p:cNvPr>
          <p:cNvSpPr>
            <a:spLocks noGrp="1"/>
          </p:cNvSpPr>
          <p:nvPr/>
        </p:nvSpPr>
        <p:spPr>
          <a:xfrm>
            <a:off x="2834353" y="2924959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1" name="Oval 83">
            <a:extLst>
              <a:ext uri="{FF2B5EF4-FFF2-40B4-BE49-F238E27FC236}">
                <a16:creationId xmlns:a16="http://schemas.microsoft.com/office/drawing/2014/main" id="{664CDCFB-148E-9AEA-0CB0-BB3D14BF3E8D}"/>
              </a:ext>
            </a:extLst>
          </p:cNvPr>
          <p:cNvSpPr>
            <a:spLocks noGrp="1"/>
          </p:cNvSpPr>
          <p:nvPr/>
        </p:nvSpPr>
        <p:spPr>
          <a:xfrm>
            <a:off x="2656217" y="3073991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2" name="Oval 83">
            <a:extLst>
              <a:ext uri="{FF2B5EF4-FFF2-40B4-BE49-F238E27FC236}">
                <a16:creationId xmlns:a16="http://schemas.microsoft.com/office/drawing/2014/main" id="{13525590-97C1-BE8D-8200-65F163034D8D}"/>
              </a:ext>
            </a:extLst>
          </p:cNvPr>
          <p:cNvSpPr>
            <a:spLocks noGrp="1"/>
          </p:cNvSpPr>
          <p:nvPr/>
        </p:nvSpPr>
        <p:spPr>
          <a:xfrm>
            <a:off x="2800463" y="3050165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36" name="Connector 81"/>
          <p:cNvCxnSpPr>
            <a:stCxn id="460" idx="0"/>
            <a:endCxn id="462" idx="4"/>
          </p:cNvCxnSpPr>
          <p:nvPr/>
        </p:nvCxnSpPr>
        <p:spPr>
          <a:xfrm flipH="1">
            <a:off x="2834353" y="2924959"/>
            <a:ext cx="33890" cy="19298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7" name="Connector 78"/>
          <p:cNvCxnSpPr>
            <a:stCxn id="469" idx="3"/>
            <a:endCxn id="470" idx="7"/>
          </p:cNvCxnSpPr>
          <p:nvPr/>
        </p:nvCxnSpPr>
        <p:spPr>
          <a:xfrm flipH="1">
            <a:off x="3251776" y="2903728"/>
            <a:ext cx="73649" cy="49503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8" name="Connector 79"/>
          <p:cNvCxnSpPr>
            <a:endCxn id="471" idx="5"/>
          </p:cNvCxnSpPr>
          <p:nvPr/>
        </p:nvCxnSpPr>
        <p:spPr>
          <a:xfrm>
            <a:off x="3359649" y="2884703"/>
            <a:ext cx="141434" cy="98830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9" name="Connector 80"/>
          <p:cNvCxnSpPr>
            <a:stCxn id="470" idx="1"/>
            <a:endCxn id="472" idx="5"/>
          </p:cNvCxnSpPr>
          <p:nvPr/>
        </p:nvCxnSpPr>
        <p:spPr>
          <a:xfrm>
            <a:off x="3203848" y="2953231"/>
            <a:ext cx="119099" cy="179334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0" name="Connector 81"/>
          <p:cNvCxnSpPr>
            <a:stCxn id="469" idx="0"/>
            <a:endCxn id="472" idx="4"/>
          </p:cNvCxnSpPr>
          <p:nvPr/>
        </p:nvCxnSpPr>
        <p:spPr>
          <a:xfrm flipH="1">
            <a:off x="3298983" y="2845874"/>
            <a:ext cx="50406" cy="296617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1" name="Connector 82"/>
          <p:cNvCxnSpPr>
            <a:stCxn id="472" idx="2"/>
            <a:endCxn id="473" idx="2"/>
          </p:cNvCxnSpPr>
          <p:nvPr/>
        </p:nvCxnSpPr>
        <p:spPr>
          <a:xfrm flipV="1">
            <a:off x="3265093" y="3084775"/>
            <a:ext cx="144246" cy="2382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9" name="Oval 83">
            <a:extLst>
              <a:ext uri="{FF2B5EF4-FFF2-40B4-BE49-F238E27FC236}">
                <a16:creationId xmlns:a16="http://schemas.microsoft.com/office/drawing/2014/main" id="{105791F5-EA55-9F2C-F8B6-59680D176E4A}"/>
              </a:ext>
            </a:extLst>
          </p:cNvPr>
          <p:cNvSpPr>
            <a:spLocks noGrp="1"/>
          </p:cNvSpPr>
          <p:nvPr/>
        </p:nvSpPr>
        <p:spPr>
          <a:xfrm>
            <a:off x="3315499" y="2845874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0" name="Oval 83">
            <a:extLst>
              <a:ext uri="{FF2B5EF4-FFF2-40B4-BE49-F238E27FC236}">
                <a16:creationId xmlns:a16="http://schemas.microsoft.com/office/drawing/2014/main" id="{A4A68BE4-1963-B036-0DFE-27AD4E46285C}"/>
              </a:ext>
            </a:extLst>
          </p:cNvPr>
          <p:cNvSpPr>
            <a:spLocks noGrp="1"/>
          </p:cNvSpPr>
          <p:nvPr/>
        </p:nvSpPr>
        <p:spPr>
          <a:xfrm>
            <a:off x="3193922" y="2943305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1" name="Oval 83">
            <a:extLst>
              <a:ext uri="{FF2B5EF4-FFF2-40B4-BE49-F238E27FC236}">
                <a16:creationId xmlns:a16="http://schemas.microsoft.com/office/drawing/2014/main" id="{51F55C49-53E2-4C96-ACF2-7547CF242A4F}"/>
              </a:ext>
            </a:extLst>
          </p:cNvPr>
          <p:cNvSpPr>
            <a:spLocks noGrp="1"/>
          </p:cNvSpPr>
          <p:nvPr/>
        </p:nvSpPr>
        <p:spPr>
          <a:xfrm>
            <a:off x="3443229" y="2925679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2" name="Oval 83">
            <a:extLst>
              <a:ext uri="{FF2B5EF4-FFF2-40B4-BE49-F238E27FC236}">
                <a16:creationId xmlns:a16="http://schemas.microsoft.com/office/drawing/2014/main" id="{EBA16C53-F85E-F035-AC8D-5B3322AF962E}"/>
              </a:ext>
            </a:extLst>
          </p:cNvPr>
          <p:cNvSpPr>
            <a:spLocks noGrp="1"/>
          </p:cNvSpPr>
          <p:nvPr/>
        </p:nvSpPr>
        <p:spPr>
          <a:xfrm>
            <a:off x="3265093" y="3074711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3" name="Oval 83">
            <a:extLst>
              <a:ext uri="{FF2B5EF4-FFF2-40B4-BE49-F238E27FC236}">
                <a16:creationId xmlns:a16="http://schemas.microsoft.com/office/drawing/2014/main" id="{030D454A-A76C-506F-BFBD-7BA18640D8C8}"/>
              </a:ext>
            </a:extLst>
          </p:cNvPr>
          <p:cNvSpPr>
            <a:spLocks noGrp="1"/>
          </p:cNvSpPr>
          <p:nvPr/>
        </p:nvSpPr>
        <p:spPr>
          <a:xfrm>
            <a:off x="3409339" y="3050885"/>
            <a:ext cx="67780" cy="67780"/>
          </a:xfrm>
          <a:prstGeom prst="ellipse">
            <a:avLst/>
          </a:prstGeom>
          <a:solidFill>
            <a:srgbClr val="6A4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47" name="Connector 81"/>
          <p:cNvCxnSpPr>
            <a:stCxn id="471" idx="0"/>
            <a:endCxn id="473" idx="4"/>
          </p:cNvCxnSpPr>
          <p:nvPr/>
        </p:nvCxnSpPr>
        <p:spPr>
          <a:xfrm flipH="1">
            <a:off x="3443229" y="2925679"/>
            <a:ext cx="33890" cy="192986"/>
          </a:xfrm>
          <a:prstGeom prst="line">
            <a:avLst/>
          </a:prstGeom>
          <a:ln w="6350">
            <a:solidFill>
              <a:srgbClr val="6A4FA3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ounded Rectangle 38">
            <a:extLst>
              <a:ext uri="{FF2B5EF4-FFF2-40B4-BE49-F238E27FC236}">
                <a16:creationId xmlns:a16="http://schemas.microsoft.com/office/drawing/2014/main" id="{3FAC94EE-92D6-573C-10FC-55C55A0E83F4}"/>
              </a:ext>
            </a:extLst>
          </p:cNvPr>
          <p:cNvSpPr>
            <a:spLocks noGrp="1"/>
          </p:cNvSpPr>
          <p:nvPr/>
        </p:nvSpPr>
        <p:spPr>
          <a:xfrm>
            <a:off x="91441" y="6225300"/>
            <a:ext cx="9790748" cy="1576041"/>
          </a:xfrm>
          <a:prstGeom prst="roundRect">
            <a:avLst>
              <a:gd name="adj" fmla="val 4500"/>
            </a:avLst>
          </a:prstGeom>
          <a:solidFill>
            <a:srgbClr val="EDF7ED"/>
          </a:solidFill>
          <a:ln w="1651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6" name="TextBox 40">
            <a:extLst>
              <a:ext uri="{FF2B5EF4-FFF2-40B4-BE49-F238E27FC236}">
                <a16:creationId xmlns:a16="http://schemas.microsoft.com/office/drawing/2014/main" id="{43C323AE-0EA1-9C28-1F79-175C770B05C5}"/>
              </a:ext>
            </a:extLst>
          </p:cNvPr>
          <p:cNvSpPr>
            <a:spLocks noGrp="1"/>
          </p:cNvSpPr>
          <p:nvPr/>
        </p:nvSpPr>
        <p:spPr>
          <a:xfrm>
            <a:off x="3392423" y="6305672"/>
            <a:ext cx="246888" cy="23391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>
            <a:lvl1pPr algn="ctr">
              <a:lnSpc>
                <a:spcPct val="100000"/>
              </a:lnSpc>
              <a:buNone/>
              <a:defRPr sz="140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r>
              <a:rPr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537" name="TextBox 41">
            <a:extLst>
              <a:ext uri="{FF2B5EF4-FFF2-40B4-BE49-F238E27FC236}">
                <a16:creationId xmlns:a16="http://schemas.microsoft.com/office/drawing/2014/main" id="{5321CFE8-ED6A-739F-6A84-4E525F32B2EC}"/>
              </a:ext>
            </a:extLst>
          </p:cNvPr>
          <p:cNvSpPr>
            <a:spLocks noGrp="1"/>
          </p:cNvSpPr>
          <p:nvPr/>
        </p:nvSpPr>
        <p:spPr>
          <a:xfrm>
            <a:off x="3703319" y="6284773"/>
            <a:ext cx="4119371" cy="20313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200" b="1" i="0" dirty="0" err="1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考虑空间异质性的目的地注意力层</a:t>
            </a:r>
            <a:endParaRPr sz="1200" b="1" i="0" dirty="0">
              <a:solidFill>
                <a:srgbClr val="2E7D32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8" name="TextBox 42">
            <a:extLst>
              <a:ext uri="{FF2B5EF4-FFF2-40B4-BE49-F238E27FC236}">
                <a16:creationId xmlns:a16="http://schemas.microsoft.com/office/drawing/2014/main" id="{E3802CD7-4597-6DCF-6731-7DC10956204F}"/>
              </a:ext>
            </a:extLst>
          </p:cNvPr>
          <p:cNvSpPr>
            <a:spLocks noGrp="1"/>
          </p:cNvSpPr>
          <p:nvPr/>
        </p:nvSpPr>
        <p:spPr>
          <a:xfrm>
            <a:off x="3401703" y="6552219"/>
            <a:ext cx="3282695" cy="17562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5000"/>
              </a:lnSpc>
              <a:buNone/>
            </a:pP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从大</a:t>
            </a:r>
            <a:r>
              <a:rPr lang="zh-CN" altLang="en-US" sz="1050" b="0" dirty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规模</a:t>
            </a:r>
            <a:r>
              <a:rPr sz="1050" b="0" dirty="0" err="1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候选集中选择目的地小区</a:t>
            </a:r>
            <a:endParaRPr sz="1050" b="0" dirty="0">
              <a:solidFill>
                <a:srgbClr val="59595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9" name="Rounded Rectangle 217">
            <a:extLst>
              <a:ext uri="{FF2B5EF4-FFF2-40B4-BE49-F238E27FC236}">
                <a16:creationId xmlns:a16="http://schemas.microsoft.com/office/drawing/2014/main" id="{B4165B2F-0676-588B-B378-E1114DC1FC41}"/>
              </a:ext>
            </a:extLst>
          </p:cNvPr>
          <p:cNvSpPr>
            <a:spLocks noGrp="1"/>
          </p:cNvSpPr>
          <p:nvPr/>
        </p:nvSpPr>
        <p:spPr>
          <a:xfrm>
            <a:off x="565041" y="6858316"/>
            <a:ext cx="1975104" cy="769303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0" name="TextBox 218">
            <a:extLst>
              <a:ext uri="{FF2B5EF4-FFF2-40B4-BE49-F238E27FC236}">
                <a16:creationId xmlns:a16="http://schemas.microsoft.com/office/drawing/2014/main" id="{34E07CF5-BBA8-C6AF-1975-1DC5C7DE8F1C}"/>
              </a:ext>
            </a:extLst>
          </p:cNvPr>
          <p:cNvSpPr>
            <a:spLocks noGrp="1"/>
          </p:cNvSpPr>
          <p:nvPr/>
        </p:nvSpPr>
        <p:spPr>
          <a:xfrm>
            <a:off x="570031" y="6945436"/>
            <a:ext cx="1901952" cy="33855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活动生成上下文</a:t>
            </a:r>
          </a:p>
          <a:p>
            <a:pPr algn="ctr">
              <a:lnSpc>
                <a:spcPct val="100000"/>
              </a:lnSpc>
              <a:buNone/>
            </a:pPr>
            <a:r>
              <a:rPr sz="11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（成员 n 在步 t）</a:t>
            </a:r>
          </a:p>
        </p:txBody>
      </p:sp>
      <p:sp>
        <p:nvSpPr>
          <p:cNvPr id="541" name="Oval 219">
            <a:extLst>
              <a:ext uri="{FF2B5EF4-FFF2-40B4-BE49-F238E27FC236}">
                <a16:creationId xmlns:a16="http://schemas.microsoft.com/office/drawing/2014/main" id="{BB763DFA-ED74-7AD3-C3C1-C6914765A2A9}"/>
              </a:ext>
            </a:extLst>
          </p:cNvPr>
          <p:cNvSpPr>
            <a:spLocks noGrp="1"/>
          </p:cNvSpPr>
          <p:nvPr/>
        </p:nvSpPr>
        <p:spPr>
          <a:xfrm>
            <a:off x="889533" y="7330244"/>
            <a:ext cx="157995" cy="157995"/>
          </a:xfrm>
          <a:prstGeom prst="ellipse">
            <a:avLst/>
          </a:prstGeom>
          <a:solidFill>
            <a:srgbClr val="EBDFF7"/>
          </a:solidFill>
          <a:ln w="9525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2" name="Oval 220">
            <a:extLst>
              <a:ext uri="{FF2B5EF4-FFF2-40B4-BE49-F238E27FC236}">
                <a16:creationId xmlns:a16="http://schemas.microsoft.com/office/drawing/2014/main" id="{602A8D6F-9539-8FEA-2B14-E342906D8BD8}"/>
              </a:ext>
            </a:extLst>
          </p:cNvPr>
          <p:cNvSpPr>
            <a:spLocks noGrp="1"/>
          </p:cNvSpPr>
          <p:nvPr/>
        </p:nvSpPr>
        <p:spPr>
          <a:xfrm>
            <a:off x="1127396" y="7330244"/>
            <a:ext cx="157995" cy="157995"/>
          </a:xfrm>
          <a:prstGeom prst="ellipse">
            <a:avLst/>
          </a:prstGeom>
          <a:solidFill>
            <a:srgbClr val="EBDFF7"/>
          </a:solidFill>
          <a:ln w="9525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3" name="TextBox 221">
            <a:extLst>
              <a:ext uri="{FF2B5EF4-FFF2-40B4-BE49-F238E27FC236}">
                <a16:creationId xmlns:a16="http://schemas.microsoft.com/office/drawing/2014/main" id="{86607A67-26E3-42AD-B59E-9C82947CB98A}"/>
              </a:ext>
            </a:extLst>
          </p:cNvPr>
          <p:cNvSpPr>
            <a:spLocks noGrp="1"/>
          </p:cNvSpPr>
          <p:nvPr/>
        </p:nvSpPr>
        <p:spPr>
          <a:xfrm>
            <a:off x="1327580" y="7330244"/>
            <a:ext cx="201168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59595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544" name="Oval 222">
            <a:extLst>
              <a:ext uri="{FF2B5EF4-FFF2-40B4-BE49-F238E27FC236}">
                <a16:creationId xmlns:a16="http://schemas.microsoft.com/office/drawing/2014/main" id="{688A6E1F-3DB1-0170-E09C-D9DF513B010B}"/>
              </a:ext>
            </a:extLst>
          </p:cNvPr>
          <p:cNvSpPr>
            <a:spLocks noGrp="1"/>
          </p:cNvSpPr>
          <p:nvPr/>
        </p:nvSpPr>
        <p:spPr>
          <a:xfrm>
            <a:off x="1573382" y="7330244"/>
            <a:ext cx="157995" cy="157995"/>
          </a:xfrm>
          <a:prstGeom prst="ellipse">
            <a:avLst/>
          </a:prstGeom>
          <a:solidFill>
            <a:srgbClr val="EBDFF7"/>
          </a:solidFill>
          <a:ln w="9525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5" name="Oval 223">
            <a:extLst>
              <a:ext uri="{FF2B5EF4-FFF2-40B4-BE49-F238E27FC236}">
                <a16:creationId xmlns:a16="http://schemas.microsoft.com/office/drawing/2014/main" id="{434B29FF-E440-D510-6C8C-998044CC6C43}"/>
              </a:ext>
            </a:extLst>
          </p:cNvPr>
          <p:cNvSpPr>
            <a:spLocks noGrp="1"/>
          </p:cNvSpPr>
          <p:nvPr/>
        </p:nvSpPr>
        <p:spPr>
          <a:xfrm>
            <a:off x="1801008" y="7330244"/>
            <a:ext cx="157995" cy="157995"/>
          </a:xfrm>
          <a:prstGeom prst="ellipse">
            <a:avLst/>
          </a:prstGeom>
          <a:solidFill>
            <a:srgbClr val="EBDFF7"/>
          </a:solidFill>
          <a:ln w="9525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6" name="Oval 224">
            <a:extLst>
              <a:ext uri="{FF2B5EF4-FFF2-40B4-BE49-F238E27FC236}">
                <a16:creationId xmlns:a16="http://schemas.microsoft.com/office/drawing/2014/main" id="{0C6A0C15-7DE4-0038-7CB8-B236BE82D989}"/>
              </a:ext>
            </a:extLst>
          </p:cNvPr>
          <p:cNvSpPr>
            <a:spLocks noGrp="1"/>
          </p:cNvSpPr>
          <p:nvPr/>
        </p:nvSpPr>
        <p:spPr>
          <a:xfrm>
            <a:off x="2029916" y="7330244"/>
            <a:ext cx="157995" cy="157995"/>
          </a:xfrm>
          <a:prstGeom prst="ellipse">
            <a:avLst/>
          </a:prstGeom>
          <a:solidFill>
            <a:srgbClr val="EBDFF7"/>
          </a:solidFill>
          <a:ln w="9525">
            <a:solidFill>
              <a:srgbClr val="6A4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4" name="Connector 214">
            <a:extLst>
              <a:ext uri="{FF2B5EF4-FFF2-40B4-BE49-F238E27FC236}">
                <a16:creationId xmlns:a16="http://schemas.microsoft.com/office/drawing/2014/main" id="{AE4DAB1E-B3AE-42FB-90F7-2F2034B54D76}"/>
              </a:ext>
            </a:extLst>
          </p:cNvPr>
          <p:cNvSpPr>
            <a:spLocks noGrp="1"/>
          </p:cNvSpPr>
          <p:nvPr/>
        </p:nvSpPr>
        <p:spPr>
          <a:xfrm flipH="1">
            <a:off x="4087091" y="4359580"/>
            <a:ext cx="962502" cy="0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5" name="Connector 215">
            <a:extLst>
              <a:ext uri="{FF2B5EF4-FFF2-40B4-BE49-F238E27FC236}">
                <a16:creationId xmlns:a16="http://schemas.microsoft.com/office/drawing/2014/main" id="{6D432D6B-0958-462B-91FE-E6715AD943D3}"/>
              </a:ext>
            </a:extLst>
          </p:cNvPr>
          <p:cNvSpPr>
            <a:spLocks noGrp="1"/>
          </p:cNvSpPr>
          <p:nvPr/>
        </p:nvSpPr>
        <p:spPr>
          <a:xfrm flipV="1">
            <a:off x="4083367" y="4359580"/>
            <a:ext cx="0" cy="1800714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8" name="Connector 215">
            <a:extLst>
              <a:ext uri="{FF2B5EF4-FFF2-40B4-BE49-F238E27FC236}">
                <a16:creationId xmlns:a16="http://schemas.microsoft.com/office/drawing/2014/main" id="{CF795F0D-4360-4A29-959A-3F126A86455A}"/>
              </a:ext>
            </a:extLst>
          </p:cNvPr>
          <p:cNvSpPr>
            <a:spLocks noGrp="1"/>
          </p:cNvSpPr>
          <p:nvPr/>
        </p:nvSpPr>
        <p:spPr>
          <a:xfrm flipV="1">
            <a:off x="1541677" y="6160294"/>
            <a:ext cx="2541690" cy="22794"/>
          </a:xfrm>
          <a:prstGeom prst="line">
            <a:avLst/>
          </a:prstGeom>
          <a:ln w="12700">
            <a:solidFill>
              <a:srgbClr val="55555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64" name="Connector 216"/>
          <p:cNvCxnSpPr>
            <a:endCxn id="539" idx="0"/>
          </p:cNvCxnSpPr>
          <p:nvPr/>
        </p:nvCxnSpPr>
        <p:spPr>
          <a:xfrm>
            <a:off x="1552593" y="6197478"/>
            <a:ext cx="0" cy="660838"/>
          </a:xfrm>
          <a:prstGeom prst="line">
            <a:avLst/>
          </a:prstGeom>
          <a:ln w="12700">
            <a:solidFill>
              <a:srgbClr val="5555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3" name="Rounded Rectangle 226">
            <a:extLst>
              <a:ext uri="{FF2B5EF4-FFF2-40B4-BE49-F238E27FC236}">
                <a16:creationId xmlns:a16="http://schemas.microsoft.com/office/drawing/2014/main" id="{BC45C6C5-0AAD-66F3-61D0-778431E59E29}"/>
              </a:ext>
            </a:extLst>
          </p:cNvPr>
          <p:cNvSpPr>
            <a:spLocks noGrp="1"/>
          </p:cNvSpPr>
          <p:nvPr/>
        </p:nvSpPr>
        <p:spPr>
          <a:xfrm>
            <a:off x="2778213" y="6858317"/>
            <a:ext cx="3041144" cy="76930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4" name="TextBox 227">
            <a:extLst>
              <a:ext uri="{FF2B5EF4-FFF2-40B4-BE49-F238E27FC236}">
                <a16:creationId xmlns:a16="http://schemas.microsoft.com/office/drawing/2014/main" id="{A29053B3-E528-1FE4-4B55-47EBA28F1598}"/>
              </a:ext>
            </a:extLst>
          </p:cNvPr>
          <p:cNvSpPr>
            <a:spLocks noGrp="1"/>
          </p:cNvSpPr>
          <p:nvPr/>
        </p:nvSpPr>
        <p:spPr>
          <a:xfrm>
            <a:off x="3153881" y="6870815"/>
            <a:ext cx="2176272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>
                <a:solidFill>
                  <a:srgbClr val="2E7D32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考虑空间异质性的目的地注意力</a:t>
            </a:r>
          </a:p>
        </p:txBody>
      </p:sp>
      <p:sp>
        <p:nvSpPr>
          <p:cNvPr id="595" name="Rounded Rectangle 228">
            <a:extLst>
              <a:ext uri="{FF2B5EF4-FFF2-40B4-BE49-F238E27FC236}">
                <a16:creationId xmlns:a16="http://schemas.microsoft.com/office/drawing/2014/main" id="{A0EA0417-FF9F-C862-1674-42BDE53FF6C8}"/>
              </a:ext>
            </a:extLst>
          </p:cNvPr>
          <p:cNvSpPr>
            <a:spLocks noGrp="1"/>
          </p:cNvSpPr>
          <p:nvPr/>
        </p:nvSpPr>
        <p:spPr>
          <a:xfrm>
            <a:off x="2838848" y="7103287"/>
            <a:ext cx="911497" cy="457200"/>
          </a:xfrm>
          <a:prstGeom prst="roundRect">
            <a:avLst>
              <a:gd name="adj" fmla="val 12000"/>
            </a:avLst>
          </a:prstGeom>
          <a:solidFill>
            <a:srgbClr val="EDF7ED"/>
          </a:solidFill>
          <a:ln w="1016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6" name="TextBox 229">
            <a:extLst>
              <a:ext uri="{FF2B5EF4-FFF2-40B4-BE49-F238E27FC236}">
                <a16:creationId xmlns:a16="http://schemas.microsoft.com/office/drawing/2014/main" id="{E9F5C043-808A-0765-878A-86D004D01E4F}"/>
              </a:ext>
            </a:extLst>
          </p:cNvPr>
          <p:cNvSpPr>
            <a:spLocks noGrp="1"/>
          </p:cNvSpPr>
          <p:nvPr/>
        </p:nvSpPr>
        <p:spPr>
          <a:xfrm>
            <a:off x="2792635" y="7215047"/>
            <a:ext cx="1036814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地理邻近性</a:t>
            </a:r>
            <a:endParaRPr sz="11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7" name="Rounded Rectangle 228">
            <a:extLst>
              <a:ext uri="{FF2B5EF4-FFF2-40B4-BE49-F238E27FC236}">
                <a16:creationId xmlns:a16="http://schemas.microsoft.com/office/drawing/2014/main" id="{414497BE-10EE-2254-DD79-8D4FAD71BE62}"/>
              </a:ext>
            </a:extLst>
          </p:cNvPr>
          <p:cNvSpPr>
            <a:spLocks noGrp="1"/>
          </p:cNvSpPr>
          <p:nvPr/>
        </p:nvSpPr>
        <p:spPr>
          <a:xfrm>
            <a:off x="3828687" y="7104734"/>
            <a:ext cx="911497" cy="457200"/>
          </a:xfrm>
          <a:prstGeom prst="roundRect">
            <a:avLst>
              <a:gd name="adj" fmla="val 12000"/>
            </a:avLst>
          </a:prstGeom>
          <a:solidFill>
            <a:srgbClr val="EDF7ED"/>
          </a:solidFill>
          <a:ln w="1016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8" name="TextBox 229">
            <a:extLst>
              <a:ext uri="{FF2B5EF4-FFF2-40B4-BE49-F238E27FC236}">
                <a16:creationId xmlns:a16="http://schemas.microsoft.com/office/drawing/2014/main" id="{5CAC3A39-A6DE-46DB-2E18-910AB0B1294C}"/>
              </a:ext>
            </a:extLst>
          </p:cNvPr>
          <p:cNvSpPr>
            <a:spLocks noGrp="1"/>
          </p:cNvSpPr>
          <p:nvPr/>
        </p:nvSpPr>
        <p:spPr>
          <a:xfrm>
            <a:off x="3759939" y="7164247"/>
            <a:ext cx="1036814" cy="3570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</a:t>
            </a:r>
            <a:r>
              <a:rPr lang="zh-CN" altLang="en-US" sz="11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地活动</a:t>
            </a:r>
            <a:endParaRPr sz="11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1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吸引力</a:t>
            </a:r>
            <a:endParaRPr sz="11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9" name="Rounded Rectangle 228">
            <a:extLst>
              <a:ext uri="{FF2B5EF4-FFF2-40B4-BE49-F238E27FC236}">
                <a16:creationId xmlns:a16="http://schemas.microsoft.com/office/drawing/2014/main" id="{61568659-8D86-7AF4-C006-9D9D212ECF0B}"/>
              </a:ext>
            </a:extLst>
          </p:cNvPr>
          <p:cNvSpPr>
            <a:spLocks noGrp="1"/>
          </p:cNvSpPr>
          <p:nvPr/>
        </p:nvSpPr>
        <p:spPr>
          <a:xfrm>
            <a:off x="4818256" y="7104734"/>
            <a:ext cx="911497" cy="457200"/>
          </a:xfrm>
          <a:prstGeom prst="roundRect">
            <a:avLst>
              <a:gd name="adj" fmla="val 12000"/>
            </a:avLst>
          </a:prstGeom>
          <a:solidFill>
            <a:srgbClr val="EDF7ED"/>
          </a:solidFill>
          <a:ln w="1016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0" name="TextBox 229">
            <a:extLst>
              <a:ext uri="{FF2B5EF4-FFF2-40B4-BE49-F238E27FC236}">
                <a16:creationId xmlns:a16="http://schemas.microsoft.com/office/drawing/2014/main" id="{1088D0A7-D208-5EA4-9870-7E096E2893B5}"/>
              </a:ext>
            </a:extLst>
          </p:cNvPr>
          <p:cNvSpPr>
            <a:spLocks noGrp="1"/>
          </p:cNvSpPr>
          <p:nvPr/>
        </p:nvSpPr>
        <p:spPr>
          <a:xfrm>
            <a:off x="4734820" y="7202347"/>
            <a:ext cx="1036814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语义相似度</a:t>
            </a:r>
            <a:endParaRPr sz="11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1" name="Rounded Rectangle 249">
            <a:extLst>
              <a:ext uri="{FF2B5EF4-FFF2-40B4-BE49-F238E27FC236}">
                <a16:creationId xmlns:a16="http://schemas.microsoft.com/office/drawing/2014/main" id="{2837017D-FE22-0F1F-35F7-98D73B580940}"/>
              </a:ext>
            </a:extLst>
          </p:cNvPr>
          <p:cNvSpPr>
            <a:spLocks noGrp="1"/>
          </p:cNvSpPr>
          <p:nvPr/>
        </p:nvSpPr>
        <p:spPr>
          <a:xfrm>
            <a:off x="6135776" y="6856675"/>
            <a:ext cx="1829038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9CC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2" name="TextBox 250">
            <a:extLst>
              <a:ext uri="{FF2B5EF4-FFF2-40B4-BE49-F238E27FC236}">
                <a16:creationId xmlns:a16="http://schemas.microsoft.com/office/drawing/2014/main" id="{DCD130F6-0A85-9F2B-BC85-CCBEF2841A26}"/>
              </a:ext>
            </a:extLst>
          </p:cNvPr>
          <p:cNvSpPr>
            <a:spLocks noGrp="1"/>
          </p:cNvSpPr>
          <p:nvPr/>
        </p:nvSpPr>
        <p:spPr>
          <a:xfrm>
            <a:off x="6044336" y="6893251"/>
            <a:ext cx="1975104" cy="18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候选小区注意力评分</a:t>
            </a:r>
          </a:p>
        </p:txBody>
      </p:sp>
      <p:sp>
        <p:nvSpPr>
          <p:cNvPr id="603" name="Rectangle 251">
            <a:extLst>
              <a:ext uri="{FF2B5EF4-FFF2-40B4-BE49-F238E27FC236}">
                <a16:creationId xmlns:a16="http://schemas.microsoft.com/office/drawing/2014/main" id="{82577111-FB18-33F9-50A0-9D58DA3CCFAF}"/>
              </a:ext>
            </a:extLst>
          </p:cNvPr>
          <p:cNvSpPr>
            <a:spLocks noGrp="1"/>
          </p:cNvSpPr>
          <p:nvPr/>
        </p:nvSpPr>
        <p:spPr>
          <a:xfrm>
            <a:off x="6414668" y="7295587"/>
            <a:ext cx="91440" cy="128016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4" name="Rectangle 252">
            <a:extLst>
              <a:ext uri="{FF2B5EF4-FFF2-40B4-BE49-F238E27FC236}">
                <a16:creationId xmlns:a16="http://schemas.microsoft.com/office/drawing/2014/main" id="{2C78C8F2-DC4F-3CF2-33F2-BD5EBE140343}"/>
              </a:ext>
            </a:extLst>
          </p:cNvPr>
          <p:cNvSpPr>
            <a:spLocks noGrp="1"/>
          </p:cNvSpPr>
          <p:nvPr/>
        </p:nvSpPr>
        <p:spPr>
          <a:xfrm>
            <a:off x="6643268" y="7222435"/>
            <a:ext cx="91440" cy="201168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5" name="Rectangle 253">
            <a:extLst>
              <a:ext uri="{FF2B5EF4-FFF2-40B4-BE49-F238E27FC236}">
                <a16:creationId xmlns:a16="http://schemas.microsoft.com/office/drawing/2014/main" id="{25BC8900-23B9-DA16-33E6-B108D6829E75}"/>
              </a:ext>
            </a:extLst>
          </p:cNvPr>
          <p:cNvSpPr>
            <a:spLocks noGrp="1"/>
          </p:cNvSpPr>
          <p:nvPr/>
        </p:nvSpPr>
        <p:spPr>
          <a:xfrm>
            <a:off x="6871868" y="7112707"/>
            <a:ext cx="91440" cy="310896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6" name="Rectangle 254">
            <a:extLst>
              <a:ext uri="{FF2B5EF4-FFF2-40B4-BE49-F238E27FC236}">
                <a16:creationId xmlns:a16="http://schemas.microsoft.com/office/drawing/2014/main" id="{D55E0DEB-5A4F-CF36-641A-590583C7A09C}"/>
              </a:ext>
            </a:extLst>
          </p:cNvPr>
          <p:cNvSpPr>
            <a:spLocks noGrp="1"/>
          </p:cNvSpPr>
          <p:nvPr/>
        </p:nvSpPr>
        <p:spPr>
          <a:xfrm>
            <a:off x="7100468" y="7259011"/>
            <a:ext cx="91440" cy="164592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7" name="Rectangle 255">
            <a:extLst>
              <a:ext uri="{FF2B5EF4-FFF2-40B4-BE49-F238E27FC236}">
                <a16:creationId xmlns:a16="http://schemas.microsoft.com/office/drawing/2014/main" id="{A24F49C0-33CA-D231-018C-3E9495B7B99A}"/>
              </a:ext>
            </a:extLst>
          </p:cNvPr>
          <p:cNvSpPr>
            <a:spLocks noGrp="1"/>
          </p:cNvSpPr>
          <p:nvPr/>
        </p:nvSpPr>
        <p:spPr>
          <a:xfrm>
            <a:off x="7329068" y="7185859"/>
            <a:ext cx="91440" cy="237744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8" name="Rectangle 256">
            <a:extLst>
              <a:ext uri="{FF2B5EF4-FFF2-40B4-BE49-F238E27FC236}">
                <a16:creationId xmlns:a16="http://schemas.microsoft.com/office/drawing/2014/main" id="{C4EFDE9F-6029-95DD-0180-57482F070053}"/>
              </a:ext>
            </a:extLst>
          </p:cNvPr>
          <p:cNvSpPr>
            <a:spLocks noGrp="1"/>
          </p:cNvSpPr>
          <p:nvPr/>
        </p:nvSpPr>
        <p:spPr>
          <a:xfrm>
            <a:off x="7557668" y="7323019"/>
            <a:ext cx="91440" cy="100584"/>
          </a:xfrm>
          <a:prstGeom prst="rect">
            <a:avLst/>
          </a:prstGeom>
          <a:solidFill>
            <a:srgbClr val="7EA6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09" name="TextBox 257">
            <a:extLst>
              <a:ext uri="{FF2B5EF4-FFF2-40B4-BE49-F238E27FC236}">
                <a16:creationId xmlns:a16="http://schemas.microsoft.com/office/drawing/2014/main" id="{E5CDAC89-F286-DBD6-ADC8-74F964A0D9FF}"/>
              </a:ext>
            </a:extLst>
          </p:cNvPr>
          <p:cNvSpPr>
            <a:spLocks noGrp="1"/>
          </p:cNvSpPr>
          <p:nvPr/>
        </p:nvSpPr>
        <p:spPr>
          <a:xfrm>
            <a:off x="6368948" y="7432747"/>
            <a:ext cx="18288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10" name="TextBox 258">
            <a:extLst>
              <a:ext uri="{FF2B5EF4-FFF2-40B4-BE49-F238E27FC236}">
                <a16:creationId xmlns:a16="http://schemas.microsoft.com/office/drawing/2014/main" id="{EF8FABF6-F4FA-03B8-FF62-FC0ECE6064E0}"/>
              </a:ext>
            </a:extLst>
          </p:cNvPr>
          <p:cNvSpPr>
            <a:spLocks noGrp="1"/>
          </p:cNvSpPr>
          <p:nvPr/>
        </p:nvSpPr>
        <p:spPr>
          <a:xfrm>
            <a:off x="6597548" y="7432747"/>
            <a:ext cx="18288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11" name="TextBox 259">
            <a:extLst>
              <a:ext uri="{FF2B5EF4-FFF2-40B4-BE49-F238E27FC236}">
                <a16:creationId xmlns:a16="http://schemas.microsoft.com/office/drawing/2014/main" id="{614A2DA9-D1E4-116A-B1DB-A6108586BE76}"/>
              </a:ext>
            </a:extLst>
          </p:cNvPr>
          <p:cNvSpPr>
            <a:spLocks noGrp="1"/>
          </p:cNvSpPr>
          <p:nvPr/>
        </p:nvSpPr>
        <p:spPr>
          <a:xfrm>
            <a:off x="6826148" y="7432747"/>
            <a:ext cx="18288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612" name="TextBox 260">
            <a:extLst>
              <a:ext uri="{FF2B5EF4-FFF2-40B4-BE49-F238E27FC236}">
                <a16:creationId xmlns:a16="http://schemas.microsoft.com/office/drawing/2014/main" id="{7D91889E-5797-797F-706F-AFD2DFFB136F}"/>
              </a:ext>
            </a:extLst>
          </p:cNvPr>
          <p:cNvSpPr>
            <a:spLocks noGrp="1"/>
          </p:cNvSpPr>
          <p:nvPr/>
        </p:nvSpPr>
        <p:spPr>
          <a:xfrm>
            <a:off x="7054748" y="7432747"/>
            <a:ext cx="18288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613" name="TextBox 261">
            <a:extLst>
              <a:ext uri="{FF2B5EF4-FFF2-40B4-BE49-F238E27FC236}">
                <a16:creationId xmlns:a16="http://schemas.microsoft.com/office/drawing/2014/main" id="{BDD29B70-B665-ACFD-D766-EB39E00F3557}"/>
              </a:ext>
            </a:extLst>
          </p:cNvPr>
          <p:cNvSpPr>
            <a:spLocks noGrp="1"/>
          </p:cNvSpPr>
          <p:nvPr/>
        </p:nvSpPr>
        <p:spPr>
          <a:xfrm>
            <a:off x="7511948" y="7432747"/>
            <a:ext cx="182880" cy="172355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0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615" name="Rounded Rectangle 263">
            <a:extLst>
              <a:ext uri="{FF2B5EF4-FFF2-40B4-BE49-F238E27FC236}">
                <a16:creationId xmlns:a16="http://schemas.microsoft.com/office/drawing/2014/main" id="{82112EA2-2FA0-AA6B-9FAF-8AA79D9076E5}"/>
              </a:ext>
            </a:extLst>
          </p:cNvPr>
          <p:cNvSpPr>
            <a:spLocks noGrp="1"/>
          </p:cNvSpPr>
          <p:nvPr/>
        </p:nvSpPr>
        <p:spPr>
          <a:xfrm>
            <a:off x="8207654" y="6856675"/>
            <a:ext cx="1243584" cy="768096"/>
          </a:xfrm>
          <a:prstGeom prst="roundRect">
            <a:avLst>
              <a:gd name="adj" fmla="val 10000"/>
            </a:avLst>
          </a:prstGeom>
          <a:solidFill>
            <a:srgbClr val="EDF7ED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6" name="TextBox 264">
            <a:extLst>
              <a:ext uri="{FF2B5EF4-FFF2-40B4-BE49-F238E27FC236}">
                <a16:creationId xmlns:a16="http://schemas.microsoft.com/office/drawing/2014/main" id="{B7F6D851-8E8F-C09C-757D-52B2546A106C}"/>
              </a:ext>
            </a:extLst>
          </p:cNvPr>
          <p:cNvSpPr>
            <a:spLocks noGrp="1"/>
          </p:cNvSpPr>
          <p:nvPr/>
        </p:nvSpPr>
        <p:spPr>
          <a:xfrm>
            <a:off x="8224418" y="7075373"/>
            <a:ext cx="905256" cy="338554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sz="11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选定目的地</a:t>
            </a:r>
            <a:endParaRPr sz="11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1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小区</a:t>
            </a:r>
            <a:r>
              <a:rPr sz="11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zₙ,ₜ</a:t>
            </a:r>
          </a:p>
        </p:txBody>
      </p:sp>
      <p:sp>
        <p:nvSpPr>
          <p:cNvPr id="617" name="Oval 265">
            <a:extLst>
              <a:ext uri="{FF2B5EF4-FFF2-40B4-BE49-F238E27FC236}">
                <a16:creationId xmlns:a16="http://schemas.microsoft.com/office/drawing/2014/main" id="{C7381F48-81EC-26A2-475B-14301D2101CC}"/>
              </a:ext>
            </a:extLst>
          </p:cNvPr>
          <p:cNvSpPr>
            <a:spLocks noGrp="1"/>
          </p:cNvSpPr>
          <p:nvPr/>
        </p:nvSpPr>
        <p:spPr>
          <a:xfrm>
            <a:off x="9138056" y="7157056"/>
            <a:ext cx="130759" cy="130759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8" name="Isosceles Triangle 266">
            <a:extLst>
              <a:ext uri="{FF2B5EF4-FFF2-40B4-BE49-F238E27FC236}">
                <a16:creationId xmlns:a16="http://schemas.microsoft.com/office/drawing/2014/main" id="{E26AD2FA-135F-63B4-5395-09B7E4BD6864}"/>
              </a:ext>
            </a:extLst>
          </p:cNvPr>
          <p:cNvSpPr>
            <a:spLocks noGrp="1"/>
          </p:cNvSpPr>
          <p:nvPr/>
        </p:nvSpPr>
        <p:spPr>
          <a:xfrm rot="10800000">
            <a:off x="9148114" y="7262669"/>
            <a:ext cx="110642" cy="100584"/>
          </a:xfrm>
          <a:prstGeom prst="triangl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9" name="Oval 267">
            <a:extLst>
              <a:ext uri="{FF2B5EF4-FFF2-40B4-BE49-F238E27FC236}">
                <a16:creationId xmlns:a16="http://schemas.microsoft.com/office/drawing/2014/main" id="{1225547A-7362-B484-2AEA-05F722958AF9}"/>
              </a:ext>
            </a:extLst>
          </p:cNvPr>
          <p:cNvSpPr>
            <a:spLocks noGrp="1"/>
          </p:cNvSpPr>
          <p:nvPr/>
        </p:nvSpPr>
        <p:spPr>
          <a:xfrm>
            <a:off x="9180804" y="7199804"/>
            <a:ext cx="45262" cy="4526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1" name="Connector 270">
            <a:extLst>
              <a:ext uri="{FF2B5EF4-FFF2-40B4-BE49-F238E27FC236}">
                <a16:creationId xmlns:a16="http://schemas.microsoft.com/office/drawing/2014/main" id="{1CD6F387-DE4B-436C-862B-40C3F0548F93}"/>
              </a:ext>
            </a:extLst>
          </p:cNvPr>
          <p:cNvSpPr>
            <a:spLocks noGrp="1"/>
          </p:cNvSpPr>
          <p:nvPr/>
        </p:nvSpPr>
        <p:spPr>
          <a:xfrm flipV="1">
            <a:off x="5049593" y="5692824"/>
            <a:ext cx="0" cy="467470"/>
          </a:xfrm>
          <a:prstGeom prst="line">
            <a:avLst/>
          </a:prstGeom>
          <a:ln w="12700">
            <a:solidFill>
              <a:srgbClr val="2E7D3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0" name="Connector 269">
            <a:extLst>
              <a:ext uri="{FF2B5EF4-FFF2-40B4-BE49-F238E27FC236}">
                <a16:creationId xmlns:a16="http://schemas.microsoft.com/office/drawing/2014/main" id="{31B4E573-5B06-41D6-AB1B-5247EF087176}"/>
              </a:ext>
            </a:extLst>
          </p:cNvPr>
          <p:cNvSpPr>
            <a:spLocks noGrp="1"/>
          </p:cNvSpPr>
          <p:nvPr/>
        </p:nvSpPr>
        <p:spPr>
          <a:xfrm flipV="1">
            <a:off x="8847734" y="6160294"/>
            <a:ext cx="0" cy="666244"/>
          </a:xfrm>
          <a:prstGeom prst="line">
            <a:avLst/>
          </a:prstGeom>
          <a:ln w="12700">
            <a:solidFill>
              <a:srgbClr val="2E7D3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293" name="Connector 248"/>
          <p:cNvCxnSpPr>
            <a:stCxn id="539" idx="3"/>
            <a:endCxn id="593" idx="1"/>
          </p:cNvCxnSpPr>
          <p:nvPr/>
        </p:nvCxnSpPr>
        <p:spPr>
          <a:xfrm>
            <a:off x="2540145" y="7242968"/>
            <a:ext cx="238068" cy="1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0" name="Connector 248">
            <a:extLst>
              <a:ext uri="{FF2B5EF4-FFF2-40B4-BE49-F238E27FC236}">
                <a16:creationId xmlns:a16="http://schemas.microsoft.com/office/drawing/2014/main" id="{2422F2A5-C86E-428B-9BC2-E69A1B36372A}"/>
              </a:ext>
            </a:extLst>
          </p:cNvPr>
          <p:cNvSpPr>
            <a:spLocks noGrp="1"/>
          </p:cNvSpPr>
          <p:nvPr/>
        </p:nvSpPr>
        <p:spPr>
          <a:xfrm>
            <a:off x="5825642" y="7277629"/>
            <a:ext cx="292608" cy="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4" name="Connector 248">
            <a:extLst>
              <a:ext uri="{FF2B5EF4-FFF2-40B4-BE49-F238E27FC236}">
                <a16:creationId xmlns:a16="http://schemas.microsoft.com/office/drawing/2014/main" id="{0C67F1FD-BE2C-44AB-A677-70BDF773E01D}"/>
              </a:ext>
            </a:extLst>
          </p:cNvPr>
          <p:cNvSpPr>
            <a:spLocks noGrp="1"/>
          </p:cNvSpPr>
          <p:nvPr/>
        </p:nvSpPr>
        <p:spPr>
          <a:xfrm>
            <a:off x="7969910" y="7262669"/>
            <a:ext cx="218742" cy="0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9" name="Rounded Rectangle 312">
            <a:extLst>
              <a:ext uri="{FF2B5EF4-FFF2-40B4-BE49-F238E27FC236}">
                <a16:creationId xmlns:a16="http://schemas.microsoft.com/office/drawing/2014/main" id="{37607A25-5CEC-92D9-3803-6DDAEF81F75E}"/>
              </a:ext>
            </a:extLst>
          </p:cNvPr>
          <p:cNvSpPr>
            <a:spLocks noGrp="1"/>
          </p:cNvSpPr>
          <p:nvPr/>
        </p:nvSpPr>
        <p:spPr>
          <a:xfrm>
            <a:off x="8599474" y="4703375"/>
            <a:ext cx="1243584" cy="603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0" name="Oval 313">
            <a:extLst>
              <a:ext uri="{FF2B5EF4-FFF2-40B4-BE49-F238E27FC236}">
                <a16:creationId xmlns:a16="http://schemas.microsoft.com/office/drawing/2014/main" id="{62BDD611-A276-B365-6F5D-E3E01F4F8E60}"/>
              </a:ext>
            </a:extLst>
          </p:cNvPr>
          <p:cNvSpPr>
            <a:spLocks noGrp="1"/>
          </p:cNvSpPr>
          <p:nvPr/>
        </p:nvSpPr>
        <p:spPr>
          <a:xfrm>
            <a:off x="8718346" y="4784756"/>
            <a:ext cx="54864" cy="54864"/>
          </a:xfrm>
          <a:prstGeom prst="ellipse">
            <a:avLst/>
          </a:prstGeom>
          <a:solidFill>
            <a:srgbClr val="7030A0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1" name="Rounded Rectangle 314">
            <a:extLst>
              <a:ext uri="{FF2B5EF4-FFF2-40B4-BE49-F238E27FC236}">
                <a16:creationId xmlns:a16="http://schemas.microsoft.com/office/drawing/2014/main" id="{11E65524-C7AF-65D0-E161-1C0B2AC46AFA}"/>
              </a:ext>
            </a:extLst>
          </p:cNvPr>
          <p:cNvSpPr>
            <a:spLocks noGrp="1"/>
          </p:cNvSpPr>
          <p:nvPr/>
        </p:nvSpPr>
        <p:spPr>
          <a:xfrm>
            <a:off x="8700423" y="4846570"/>
            <a:ext cx="90708" cy="6217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2" name="TextBox 315">
            <a:extLst>
              <a:ext uri="{FF2B5EF4-FFF2-40B4-BE49-F238E27FC236}">
                <a16:creationId xmlns:a16="http://schemas.microsoft.com/office/drawing/2014/main" id="{D2570E92-F70F-A945-31C1-9FBFF69B2A71}"/>
              </a:ext>
            </a:extLst>
          </p:cNvPr>
          <p:cNvSpPr>
            <a:spLocks noGrp="1"/>
          </p:cNvSpPr>
          <p:nvPr/>
        </p:nvSpPr>
        <p:spPr>
          <a:xfrm>
            <a:off x="8837218" y="4758239"/>
            <a:ext cx="969264" cy="18004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t">
            <a:spAutoFit/>
          </a:bodyPr>
          <a:lstStyle/>
          <a:p>
            <a:pPr algn="l">
              <a:lnSpc>
                <a:spcPct val="100000"/>
              </a:lnSpc>
              <a:buNone/>
            </a:pPr>
            <a:r>
              <a:rPr sz="1050" b="1" i="0">
                <a:solidFill>
                  <a:srgbClr val="7030A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 3</a:t>
            </a:r>
          </a:p>
        </p:txBody>
      </p:sp>
      <p:sp>
        <p:nvSpPr>
          <p:cNvPr id="643" name="Oval 316">
            <a:extLst>
              <a:ext uri="{FF2B5EF4-FFF2-40B4-BE49-F238E27FC236}">
                <a16:creationId xmlns:a16="http://schemas.microsoft.com/office/drawing/2014/main" id="{00299D91-4D05-64B1-9041-6F1EBB0B7E12}"/>
              </a:ext>
            </a:extLst>
          </p:cNvPr>
          <p:cNvSpPr>
            <a:spLocks noGrp="1"/>
          </p:cNvSpPr>
          <p:nvPr/>
        </p:nvSpPr>
        <p:spPr>
          <a:xfrm>
            <a:off x="8702344" y="5062277"/>
            <a:ext cx="105156" cy="105156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4" name="Connector 317">
            <a:extLst>
              <a:ext uri="{FF2B5EF4-FFF2-40B4-BE49-F238E27FC236}">
                <a16:creationId xmlns:a16="http://schemas.microsoft.com/office/drawing/2014/main" id="{98941EB6-DCAB-4C67-9471-211CC0D3116E}"/>
              </a:ext>
            </a:extLst>
          </p:cNvPr>
          <p:cNvSpPr>
            <a:spLocks noGrp="1"/>
          </p:cNvSpPr>
          <p:nvPr/>
        </p:nvSpPr>
        <p:spPr>
          <a:xfrm>
            <a:off x="8809786" y="5114855"/>
            <a:ext cx="160019" cy="0"/>
          </a:xfrm>
          <a:prstGeom prst="line">
            <a:avLst/>
          </a:prstGeom>
          <a:ln w="10160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5" name="Oval 318">
            <a:extLst>
              <a:ext uri="{FF2B5EF4-FFF2-40B4-BE49-F238E27FC236}">
                <a16:creationId xmlns:a16="http://schemas.microsoft.com/office/drawing/2014/main" id="{5C1FC132-AA80-7A0F-3679-67B5804251C4}"/>
              </a:ext>
            </a:extLst>
          </p:cNvPr>
          <p:cNvSpPr>
            <a:spLocks noGrp="1"/>
          </p:cNvSpPr>
          <p:nvPr/>
        </p:nvSpPr>
        <p:spPr>
          <a:xfrm>
            <a:off x="8976664" y="5062277"/>
            <a:ext cx="105156" cy="105156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6" name="Connector 319">
            <a:extLst>
              <a:ext uri="{FF2B5EF4-FFF2-40B4-BE49-F238E27FC236}">
                <a16:creationId xmlns:a16="http://schemas.microsoft.com/office/drawing/2014/main" id="{B36DC0CD-21D2-4CB8-9A2C-1C9343EFE39D}"/>
              </a:ext>
            </a:extLst>
          </p:cNvPr>
          <p:cNvSpPr>
            <a:spLocks noGrp="1"/>
          </p:cNvSpPr>
          <p:nvPr/>
        </p:nvSpPr>
        <p:spPr>
          <a:xfrm>
            <a:off x="9084106" y="5114855"/>
            <a:ext cx="160020" cy="0"/>
          </a:xfrm>
          <a:prstGeom prst="line">
            <a:avLst/>
          </a:prstGeom>
          <a:ln w="10160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7" name="Oval 320">
            <a:extLst>
              <a:ext uri="{FF2B5EF4-FFF2-40B4-BE49-F238E27FC236}">
                <a16:creationId xmlns:a16="http://schemas.microsoft.com/office/drawing/2014/main" id="{F4D723A9-15B8-CFA0-A74F-CB68DFD54459}"/>
              </a:ext>
            </a:extLst>
          </p:cNvPr>
          <p:cNvSpPr>
            <a:spLocks noGrp="1"/>
          </p:cNvSpPr>
          <p:nvPr/>
        </p:nvSpPr>
        <p:spPr>
          <a:xfrm>
            <a:off x="9250984" y="5062277"/>
            <a:ext cx="105156" cy="105156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8" name="Connector 321">
            <a:extLst>
              <a:ext uri="{FF2B5EF4-FFF2-40B4-BE49-F238E27FC236}">
                <a16:creationId xmlns:a16="http://schemas.microsoft.com/office/drawing/2014/main" id="{825DD6E6-A378-4F7C-8A1A-30DB4AC8AC22}"/>
              </a:ext>
            </a:extLst>
          </p:cNvPr>
          <p:cNvSpPr>
            <a:spLocks noGrp="1"/>
          </p:cNvSpPr>
          <p:nvPr/>
        </p:nvSpPr>
        <p:spPr>
          <a:xfrm>
            <a:off x="9358426" y="5114855"/>
            <a:ext cx="160019" cy="0"/>
          </a:xfrm>
          <a:prstGeom prst="line">
            <a:avLst/>
          </a:prstGeom>
          <a:ln w="10160">
            <a:solidFill>
              <a:schemeClr val="accent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49" name="Oval 322">
            <a:extLst>
              <a:ext uri="{FF2B5EF4-FFF2-40B4-BE49-F238E27FC236}">
                <a16:creationId xmlns:a16="http://schemas.microsoft.com/office/drawing/2014/main" id="{58252428-DA7B-A751-113D-0BD88D1FCA9A}"/>
              </a:ext>
            </a:extLst>
          </p:cNvPr>
          <p:cNvSpPr>
            <a:spLocks noGrp="1"/>
          </p:cNvSpPr>
          <p:nvPr/>
        </p:nvSpPr>
        <p:spPr>
          <a:xfrm>
            <a:off x="9525304" y="5062277"/>
            <a:ext cx="105156" cy="105156"/>
          </a:xfrm>
          <a:prstGeom prst="ellipse">
            <a:avLst/>
          </a:prstGeom>
          <a:solidFill>
            <a:srgbClr val="7030A0"/>
          </a:solidFill>
          <a:ln w="9525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0" name="弧形 649">
            <a:extLst>
              <a:ext uri="{FF2B5EF4-FFF2-40B4-BE49-F238E27FC236}">
                <a16:creationId xmlns:a16="http://schemas.microsoft.com/office/drawing/2014/main" id="{839459A8-3657-2A34-D7C1-8D2ABA8CAF4D}"/>
              </a:ext>
            </a:extLst>
          </p:cNvPr>
          <p:cNvSpPr>
            <a:spLocks noGrp="1"/>
          </p:cNvSpPr>
          <p:nvPr/>
        </p:nvSpPr>
        <p:spPr>
          <a:xfrm>
            <a:off x="5462193" y="2619597"/>
            <a:ext cx="372593" cy="520827"/>
          </a:xfrm>
          <a:prstGeom prst="arc">
            <a:avLst>
              <a:gd name="adj1" fmla="val 16200000"/>
              <a:gd name="adj2" fmla="val 5253011"/>
            </a:avLst>
          </a:prstGeom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51" name="弧形 650">
            <a:extLst>
              <a:ext uri="{FF2B5EF4-FFF2-40B4-BE49-F238E27FC236}">
                <a16:creationId xmlns:a16="http://schemas.microsoft.com/office/drawing/2014/main" id="{F36B8257-9991-24AE-2C7B-2F586CCD6223}"/>
              </a:ext>
            </a:extLst>
          </p:cNvPr>
          <p:cNvSpPr>
            <a:spLocks noGrp="1"/>
          </p:cNvSpPr>
          <p:nvPr/>
        </p:nvSpPr>
        <p:spPr>
          <a:xfrm>
            <a:off x="5468125" y="2880010"/>
            <a:ext cx="372593" cy="520827"/>
          </a:xfrm>
          <a:prstGeom prst="arc">
            <a:avLst>
              <a:gd name="adj1" fmla="val 16200000"/>
              <a:gd name="adj2" fmla="val 5253011"/>
            </a:avLst>
          </a:prstGeom>
          <a:ln w="9525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9364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Rounded Rectangle 2">
            <a:extLst>
              <a:ext uri="{FF2B5EF4-FFF2-40B4-BE49-F238E27FC236}">
                <a16:creationId xmlns:a16="http://schemas.microsoft.com/office/drawing/2014/main" id="{8FBD3B1D-2B66-3859-D4E7-4FA0B5094CED}"/>
              </a:ext>
            </a:extLst>
          </p:cNvPr>
          <p:cNvSpPr>
            <a:spLocks noGrp="1"/>
          </p:cNvSpPr>
          <p:nvPr/>
        </p:nvSpPr>
        <p:spPr>
          <a:xfrm>
            <a:off x="120396" y="2031247"/>
            <a:ext cx="3040665" cy="35295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5B8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9" name="Rounded Rectangle 2">
            <a:extLst>
              <a:ext uri="{FF2B5EF4-FFF2-40B4-BE49-F238E27FC236}">
                <a16:creationId xmlns:a16="http://schemas.microsoft.com/office/drawing/2014/main" id="{4462122A-FF4B-16FE-1161-DB5DC978EE63}"/>
              </a:ext>
            </a:extLst>
          </p:cNvPr>
          <p:cNvSpPr>
            <a:spLocks noGrp="1"/>
          </p:cNvSpPr>
          <p:nvPr/>
        </p:nvSpPr>
        <p:spPr>
          <a:xfrm>
            <a:off x="9264138" y="2463169"/>
            <a:ext cx="2624587" cy="2442363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92D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2" name="Rounded Rectangle 2">
            <a:extLst>
              <a:ext uri="{FF2B5EF4-FFF2-40B4-BE49-F238E27FC236}">
                <a16:creationId xmlns:a16="http://schemas.microsoft.com/office/drawing/2014/main" id="{8421AB26-251A-3255-1750-48E4CBE78FE8}"/>
              </a:ext>
            </a:extLst>
          </p:cNvPr>
          <p:cNvSpPr>
            <a:spLocks noGrp="1"/>
          </p:cNvSpPr>
          <p:nvPr/>
        </p:nvSpPr>
        <p:spPr>
          <a:xfrm>
            <a:off x="209550" y="2166938"/>
            <a:ext cx="2855214" cy="231826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7780">
            <a:solidFill>
              <a:srgbClr val="5B85C7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42BB4C3B-2F32-4684-A1DC-21B0BA9DE5FD}"/>
              </a:ext>
            </a:extLst>
          </p:cNvPr>
          <p:cNvSpPr>
            <a:spLocks noGrp="1"/>
          </p:cNvSpPr>
          <p:nvPr/>
        </p:nvSpPr>
        <p:spPr>
          <a:xfrm>
            <a:off x="3421380" y="1372878"/>
            <a:ext cx="5577840" cy="491970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A1804B-74B5-1192-3C35-F13B2DD636B0}"/>
              </a:ext>
            </a:extLst>
          </p:cNvPr>
          <p:cNvSpPr>
            <a:spLocks noGrp="1"/>
          </p:cNvSpPr>
          <p:nvPr/>
        </p:nvSpPr>
        <p:spPr>
          <a:xfrm>
            <a:off x="3421380" y="1427741"/>
            <a:ext cx="5577840" cy="4308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渐进分层提取（PLE</a:t>
            </a:r>
            <a:r>
              <a:rPr sz="1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  <a:p>
            <a:pPr algn="ctr">
              <a:lnSpc>
                <a:spcPct val="100000"/>
              </a:lnSpc>
              <a:buNone/>
            </a:pPr>
            <a:r>
              <a:rPr sz="1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与定制门控</a:t>
            </a:r>
            <a:r>
              <a:rPr lang="zh-CN" altLang="en-US" sz="1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机制</a:t>
            </a:r>
            <a:r>
              <a:rPr sz="1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（CGC）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AF709357-8920-C65F-B34B-A1A658CC10B0}"/>
              </a:ext>
            </a:extLst>
          </p:cNvPr>
          <p:cNvSpPr>
            <a:spLocks noGrp="1"/>
          </p:cNvSpPr>
          <p:nvPr/>
        </p:nvSpPr>
        <p:spPr>
          <a:xfrm>
            <a:off x="3604260" y="1958094"/>
            <a:ext cx="5212079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5555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1029F0-B5E8-FE64-7950-308855DD54ED}"/>
              </a:ext>
            </a:extLst>
          </p:cNvPr>
          <p:cNvSpPr>
            <a:spLocks noGrp="1"/>
          </p:cNvSpPr>
          <p:nvPr/>
        </p:nvSpPr>
        <p:spPr>
          <a:xfrm>
            <a:off x="3604260" y="2031246"/>
            <a:ext cx="5212079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堆叠 L 个 CGC 层：  1 → 2 → ⋯ → ℓ → ⋯ → L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C461460-06CF-D959-1F66-B93DBDC87607}"/>
              </a:ext>
            </a:extLst>
          </p:cNvPr>
          <p:cNvSpPr>
            <a:spLocks noGrp="1"/>
          </p:cNvSpPr>
          <p:nvPr/>
        </p:nvSpPr>
        <p:spPr>
          <a:xfrm>
            <a:off x="3549396" y="2515264"/>
            <a:ext cx="5321807" cy="3696209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24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04138C1-1459-3ABE-94FA-7BC75FA9F7E9}"/>
              </a:ext>
            </a:extLst>
          </p:cNvPr>
          <p:cNvSpPr>
            <a:spLocks noGrp="1"/>
          </p:cNvSpPr>
          <p:nvPr/>
        </p:nvSpPr>
        <p:spPr>
          <a:xfrm>
            <a:off x="3524887" y="2520681"/>
            <a:ext cx="5321807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CGC 层 ℓ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C1A972D6-B9BE-ED32-A24A-C35284B27541}"/>
              </a:ext>
            </a:extLst>
          </p:cNvPr>
          <p:cNvSpPr>
            <a:spLocks noGrp="1"/>
          </p:cNvSpPr>
          <p:nvPr/>
        </p:nvSpPr>
        <p:spPr>
          <a:xfrm>
            <a:off x="3677412" y="2781054"/>
            <a:ext cx="5065775" cy="20814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C5B819-932F-7130-B4B7-E4010E7355D7}"/>
              </a:ext>
            </a:extLst>
          </p:cNvPr>
          <p:cNvSpPr>
            <a:spLocks noGrp="1"/>
          </p:cNvSpPr>
          <p:nvPr/>
        </p:nvSpPr>
        <p:spPr>
          <a:xfrm>
            <a:off x="3768852" y="2822202"/>
            <a:ext cx="292608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(a) 专家池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120C5CA-F1EF-72EA-3FBA-B3C6B705A641}"/>
              </a:ext>
            </a:extLst>
          </p:cNvPr>
          <p:cNvSpPr>
            <a:spLocks noGrp="1"/>
          </p:cNvSpPr>
          <p:nvPr/>
        </p:nvSpPr>
        <p:spPr>
          <a:xfrm>
            <a:off x="3787140" y="3055374"/>
            <a:ext cx="1517904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A807B58-F0A9-5E7A-948D-78CD94AC8F48}"/>
              </a:ext>
            </a:extLst>
          </p:cNvPr>
          <p:cNvSpPr>
            <a:spLocks noGrp="1"/>
          </p:cNvSpPr>
          <p:nvPr/>
        </p:nvSpPr>
        <p:spPr>
          <a:xfrm>
            <a:off x="3787140" y="3082806"/>
            <a:ext cx="1517904" cy="16158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共享专家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07557798-672D-6176-D2DB-AE055FF7CC28}"/>
              </a:ext>
            </a:extLst>
          </p:cNvPr>
          <p:cNvSpPr>
            <a:spLocks noGrp="1"/>
          </p:cNvSpPr>
          <p:nvPr/>
        </p:nvSpPr>
        <p:spPr>
          <a:xfrm>
            <a:off x="3906012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6A748A7-E61A-8206-10F4-BFF02760DAE5}"/>
              </a:ext>
            </a:extLst>
          </p:cNvPr>
          <p:cNvSpPr>
            <a:spLocks noGrp="1"/>
          </p:cNvSpPr>
          <p:nvPr/>
        </p:nvSpPr>
        <p:spPr>
          <a:xfrm>
            <a:off x="3887724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0ABF4A8-DD83-EBE1-3CC9-24DBAED6A8D7}"/>
              </a:ext>
            </a:extLst>
          </p:cNvPr>
          <p:cNvSpPr>
            <a:spLocks noGrp="1"/>
          </p:cNvSpPr>
          <p:nvPr/>
        </p:nvSpPr>
        <p:spPr>
          <a:xfrm>
            <a:off x="4262627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B99E23-C930-DCCD-ECDD-9793F771C61B}"/>
              </a:ext>
            </a:extLst>
          </p:cNvPr>
          <p:cNvSpPr>
            <a:spLocks noGrp="1"/>
          </p:cNvSpPr>
          <p:nvPr/>
        </p:nvSpPr>
        <p:spPr>
          <a:xfrm>
            <a:off x="4244339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B03EA0-E8B8-6C23-1B0C-4DCB63456151}"/>
              </a:ext>
            </a:extLst>
          </p:cNvPr>
          <p:cNvSpPr>
            <a:spLocks noGrp="1"/>
          </p:cNvSpPr>
          <p:nvPr/>
        </p:nvSpPr>
        <p:spPr>
          <a:xfrm>
            <a:off x="4600955" y="3352722"/>
            <a:ext cx="182880" cy="1384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6C0CA1F4-5A84-C5F1-EF8F-C280A678A9F9}"/>
              </a:ext>
            </a:extLst>
          </p:cNvPr>
          <p:cNvSpPr>
            <a:spLocks noGrp="1"/>
          </p:cNvSpPr>
          <p:nvPr/>
        </p:nvSpPr>
        <p:spPr>
          <a:xfrm>
            <a:off x="4888992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C0FC10A-342E-ABBE-50AD-966ADF08D16D}"/>
              </a:ext>
            </a:extLst>
          </p:cNvPr>
          <p:cNvSpPr>
            <a:spLocks noGrp="1"/>
          </p:cNvSpPr>
          <p:nvPr/>
        </p:nvSpPr>
        <p:spPr>
          <a:xfrm>
            <a:off x="4870704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sz="7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8F75BF6B-57C5-2751-6D1E-CD1EBF4F6DB1}"/>
              </a:ext>
            </a:extLst>
          </p:cNvPr>
          <p:cNvSpPr>
            <a:spLocks noGrp="1"/>
          </p:cNvSpPr>
          <p:nvPr/>
        </p:nvSpPr>
        <p:spPr>
          <a:xfrm>
            <a:off x="5433060" y="3055374"/>
            <a:ext cx="1572768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37B04E-13DE-233D-3F17-8069B6134A26}"/>
              </a:ext>
            </a:extLst>
          </p:cNvPr>
          <p:cNvSpPr>
            <a:spLocks noGrp="1"/>
          </p:cNvSpPr>
          <p:nvPr/>
        </p:nvSpPr>
        <p:spPr>
          <a:xfrm>
            <a:off x="5433060" y="3082806"/>
            <a:ext cx="1572768" cy="16158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家庭任务专家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94CD6FC5-41AF-72B2-8283-B4A4CC02CAA5}"/>
              </a:ext>
            </a:extLst>
          </p:cNvPr>
          <p:cNvSpPr>
            <a:spLocks noGrp="1"/>
          </p:cNvSpPr>
          <p:nvPr/>
        </p:nvSpPr>
        <p:spPr>
          <a:xfrm>
            <a:off x="5551932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202B8A6-539B-70CC-D097-36CFFAA8863C}"/>
              </a:ext>
            </a:extLst>
          </p:cNvPr>
          <p:cNvSpPr>
            <a:spLocks noGrp="1"/>
          </p:cNvSpPr>
          <p:nvPr/>
        </p:nvSpPr>
        <p:spPr>
          <a:xfrm>
            <a:off x="5533644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6C6990FD-442A-4BCA-296B-846994BA11A8}"/>
              </a:ext>
            </a:extLst>
          </p:cNvPr>
          <p:cNvSpPr>
            <a:spLocks noGrp="1"/>
          </p:cNvSpPr>
          <p:nvPr/>
        </p:nvSpPr>
        <p:spPr>
          <a:xfrm>
            <a:off x="5938903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9FF3365-3E8B-0CD2-47C2-F34AC2DB5926}"/>
              </a:ext>
            </a:extLst>
          </p:cNvPr>
          <p:cNvSpPr>
            <a:spLocks noGrp="1"/>
          </p:cNvSpPr>
          <p:nvPr/>
        </p:nvSpPr>
        <p:spPr>
          <a:xfrm>
            <a:off x="5920615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197D4B-B92A-C377-6864-7CD206A9908B}"/>
              </a:ext>
            </a:extLst>
          </p:cNvPr>
          <p:cNvSpPr>
            <a:spLocks noGrp="1"/>
          </p:cNvSpPr>
          <p:nvPr/>
        </p:nvSpPr>
        <p:spPr>
          <a:xfrm>
            <a:off x="6308169" y="3349833"/>
            <a:ext cx="182880" cy="1384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EE7C87F6-34ED-E397-0C89-39A3E8EA645F}"/>
              </a:ext>
            </a:extLst>
          </p:cNvPr>
          <p:cNvSpPr>
            <a:spLocks noGrp="1"/>
          </p:cNvSpPr>
          <p:nvPr/>
        </p:nvSpPr>
        <p:spPr>
          <a:xfrm>
            <a:off x="6621351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C05153-3D68-8338-3E5C-424C642D65B0}"/>
              </a:ext>
            </a:extLst>
          </p:cNvPr>
          <p:cNvSpPr>
            <a:spLocks noGrp="1"/>
          </p:cNvSpPr>
          <p:nvPr/>
        </p:nvSpPr>
        <p:spPr>
          <a:xfrm>
            <a:off x="6603063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sz="7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F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9B760856-BC66-066A-8558-0EB210ADF147}"/>
              </a:ext>
            </a:extLst>
          </p:cNvPr>
          <p:cNvSpPr>
            <a:spLocks noGrp="1"/>
          </p:cNvSpPr>
          <p:nvPr/>
        </p:nvSpPr>
        <p:spPr>
          <a:xfrm>
            <a:off x="7133844" y="3055374"/>
            <a:ext cx="1525397" cy="5669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7C37FE-FAED-9CBC-7103-B8223D2955A9}"/>
              </a:ext>
            </a:extLst>
          </p:cNvPr>
          <p:cNvSpPr>
            <a:spLocks noGrp="1"/>
          </p:cNvSpPr>
          <p:nvPr/>
        </p:nvSpPr>
        <p:spPr>
          <a:xfrm>
            <a:off x="7133844" y="3082806"/>
            <a:ext cx="1591056" cy="16158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成员任务专家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792DF4E2-288D-AC11-9A4E-32C3C2A3CBCF}"/>
              </a:ext>
            </a:extLst>
          </p:cNvPr>
          <p:cNvSpPr>
            <a:spLocks noGrp="1"/>
          </p:cNvSpPr>
          <p:nvPr/>
        </p:nvSpPr>
        <p:spPr>
          <a:xfrm>
            <a:off x="7252716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04E9D4-9CCC-E366-4C88-8FDDD443210B}"/>
              </a:ext>
            </a:extLst>
          </p:cNvPr>
          <p:cNvSpPr>
            <a:spLocks noGrp="1"/>
          </p:cNvSpPr>
          <p:nvPr/>
        </p:nvSpPr>
        <p:spPr>
          <a:xfrm>
            <a:off x="7234428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314C62A4-8063-96E8-8B57-022969F263AC}"/>
              </a:ext>
            </a:extLst>
          </p:cNvPr>
          <p:cNvSpPr>
            <a:spLocks noGrp="1"/>
          </p:cNvSpPr>
          <p:nvPr/>
        </p:nvSpPr>
        <p:spPr>
          <a:xfrm>
            <a:off x="7625162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25ACDA5-3FA0-003D-F3C0-072BEB4B8C69}"/>
              </a:ext>
            </a:extLst>
          </p:cNvPr>
          <p:cNvSpPr>
            <a:spLocks noGrp="1"/>
          </p:cNvSpPr>
          <p:nvPr/>
        </p:nvSpPr>
        <p:spPr>
          <a:xfrm>
            <a:off x="7606874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sz="7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BE678D5-9578-B310-F608-AE7A59CE773B}"/>
              </a:ext>
            </a:extLst>
          </p:cNvPr>
          <p:cNvSpPr>
            <a:spLocks noGrp="1"/>
          </p:cNvSpPr>
          <p:nvPr/>
        </p:nvSpPr>
        <p:spPr>
          <a:xfrm>
            <a:off x="7977077" y="3349833"/>
            <a:ext cx="182880" cy="1384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83" name="Rounded Rectangle 82">
            <a:extLst>
              <a:ext uri="{FF2B5EF4-FFF2-40B4-BE49-F238E27FC236}">
                <a16:creationId xmlns:a16="http://schemas.microsoft.com/office/drawing/2014/main" id="{638B8037-1E42-606B-315C-7739DAA1DA04}"/>
              </a:ext>
            </a:extLst>
          </p:cNvPr>
          <p:cNvSpPr>
            <a:spLocks noGrp="1"/>
          </p:cNvSpPr>
          <p:nvPr/>
        </p:nvSpPr>
        <p:spPr>
          <a:xfrm>
            <a:off x="8264985" y="3311406"/>
            <a:ext cx="246888" cy="214884"/>
          </a:xfrm>
          <a:prstGeom prst="roundRect">
            <a:avLst>
              <a:gd name="adj" fmla="val 15000"/>
            </a:avLst>
          </a:prstGeom>
          <a:noFill/>
          <a:ln w="1016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CDBC30D-EA82-7F2B-8EBC-E2D5CD85B288}"/>
              </a:ext>
            </a:extLst>
          </p:cNvPr>
          <p:cNvSpPr>
            <a:spLocks noGrp="1"/>
          </p:cNvSpPr>
          <p:nvPr/>
        </p:nvSpPr>
        <p:spPr>
          <a:xfrm>
            <a:off x="8246697" y="3356457"/>
            <a:ext cx="283464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sz="7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E8B7CA32-75E4-08AA-74A6-0255C253AE73}"/>
              </a:ext>
            </a:extLst>
          </p:cNvPr>
          <p:cNvSpPr>
            <a:spLocks noGrp="1"/>
          </p:cNvSpPr>
          <p:nvPr/>
        </p:nvSpPr>
        <p:spPr>
          <a:xfrm>
            <a:off x="3768852" y="3756786"/>
            <a:ext cx="4937759" cy="10241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625B842-A143-5F83-C300-CE6DFF8A2C3D}"/>
              </a:ext>
            </a:extLst>
          </p:cNvPr>
          <p:cNvSpPr>
            <a:spLocks noGrp="1"/>
          </p:cNvSpPr>
          <p:nvPr/>
        </p:nvSpPr>
        <p:spPr>
          <a:xfrm>
            <a:off x="3860292" y="3797933"/>
            <a:ext cx="3730752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2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每个专家</a:t>
            </a:r>
            <a:r>
              <a:rPr lang="zh-CN" altLang="en-US" sz="12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内：</a:t>
            </a:r>
            <a:r>
              <a:rPr sz="12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诱导集合注意力块（ISAB</a:t>
            </a:r>
            <a:r>
              <a:rPr sz="12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CB0E3F-2A4C-7A56-AEFB-001215D43A01}"/>
              </a:ext>
            </a:extLst>
          </p:cNvPr>
          <p:cNvSpPr>
            <a:spLocks noGrp="1"/>
          </p:cNvSpPr>
          <p:nvPr/>
        </p:nvSpPr>
        <p:spPr>
          <a:xfrm>
            <a:off x="3814572" y="3983042"/>
            <a:ext cx="141732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</a:t>
            </a:r>
            <a:r>
              <a:rPr lang="zh-CN" altLang="en-US" sz="12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表证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9CD6B8C-F14C-34B0-D0B1-616DAEFC9101}"/>
              </a:ext>
            </a:extLst>
          </p:cNvPr>
          <p:cNvSpPr>
            <a:spLocks noGrp="1"/>
          </p:cNvSpPr>
          <p:nvPr/>
        </p:nvSpPr>
        <p:spPr>
          <a:xfrm>
            <a:off x="3814572" y="4147635"/>
            <a:ext cx="1417320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(ℓ−1)</a:t>
            </a:r>
          </a:p>
        </p:txBody>
      </p:sp>
      <p:sp>
        <p:nvSpPr>
          <p:cNvPr id="95" name="Connector 94">
            <a:extLst>
              <a:ext uri="{FF2B5EF4-FFF2-40B4-BE49-F238E27FC236}">
                <a16:creationId xmlns:a16="http://schemas.microsoft.com/office/drawing/2014/main" id="{05025A5E-337F-4D13-9561-06998A968F71}"/>
              </a:ext>
            </a:extLst>
          </p:cNvPr>
          <p:cNvSpPr>
            <a:spLocks noGrp="1"/>
          </p:cNvSpPr>
          <p:nvPr/>
        </p:nvSpPr>
        <p:spPr>
          <a:xfrm>
            <a:off x="6233160" y="4573928"/>
            <a:ext cx="402336" cy="0"/>
          </a:xfrm>
          <a:prstGeom prst="line">
            <a:avLst/>
          </a:prstGeom>
          <a:ln w="1397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B787414D-9960-73EA-F007-9D29E081B296}"/>
              </a:ext>
            </a:extLst>
          </p:cNvPr>
          <p:cNvSpPr>
            <a:spLocks noGrp="1"/>
          </p:cNvSpPr>
          <p:nvPr/>
        </p:nvSpPr>
        <p:spPr>
          <a:xfrm>
            <a:off x="6676644" y="4067681"/>
            <a:ext cx="64751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4716E34-7BB5-B8D6-8851-065505C9977A}"/>
              </a:ext>
            </a:extLst>
          </p:cNvPr>
          <p:cNvSpPr>
            <a:spLocks noGrp="1"/>
          </p:cNvSpPr>
          <p:nvPr/>
        </p:nvSpPr>
        <p:spPr>
          <a:xfrm>
            <a:off x="3801142" y="4376036"/>
            <a:ext cx="1481328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诱导点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61A50E9-62DA-C926-3073-E325A16701F7}"/>
              </a:ext>
            </a:extLst>
          </p:cNvPr>
          <p:cNvSpPr>
            <a:spLocks noGrp="1"/>
          </p:cNvSpPr>
          <p:nvPr/>
        </p:nvSpPr>
        <p:spPr>
          <a:xfrm>
            <a:off x="3801142" y="4531484"/>
            <a:ext cx="1481328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[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…, 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sz="11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3A4AE3D6-25CB-A5E4-98A3-9550376F853F}"/>
              </a:ext>
            </a:extLst>
          </p:cNvPr>
          <p:cNvSpPr>
            <a:spLocks noGrp="1"/>
          </p:cNvSpPr>
          <p:nvPr/>
        </p:nvSpPr>
        <p:spPr>
          <a:xfrm>
            <a:off x="5049012" y="4083179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2DD3DA9A-9FBC-102F-4FBF-BCCA788BA178}"/>
              </a:ext>
            </a:extLst>
          </p:cNvPr>
          <p:cNvSpPr>
            <a:spLocks noGrp="1"/>
          </p:cNvSpPr>
          <p:nvPr/>
        </p:nvSpPr>
        <p:spPr>
          <a:xfrm>
            <a:off x="5231892" y="4083179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F07525E-F7B2-5AB7-9A53-00357FA3675F}"/>
              </a:ext>
            </a:extLst>
          </p:cNvPr>
          <p:cNvSpPr>
            <a:spLocks noGrp="1"/>
          </p:cNvSpPr>
          <p:nvPr/>
        </p:nvSpPr>
        <p:spPr>
          <a:xfrm>
            <a:off x="5414772" y="4083179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02F27575-1488-AC1C-BDB5-DCAD0D23D86C}"/>
              </a:ext>
            </a:extLst>
          </p:cNvPr>
          <p:cNvSpPr>
            <a:spLocks noGrp="1"/>
          </p:cNvSpPr>
          <p:nvPr/>
        </p:nvSpPr>
        <p:spPr>
          <a:xfrm>
            <a:off x="5597651" y="4083179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E3B3FF04-7C64-C326-792D-C9DFAEC542C8}"/>
              </a:ext>
            </a:extLst>
          </p:cNvPr>
          <p:cNvSpPr>
            <a:spLocks noGrp="1"/>
          </p:cNvSpPr>
          <p:nvPr/>
        </p:nvSpPr>
        <p:spPr>
          <a:xfrm>
            <a:off x="5789675" y="4059649"/>
            <a:ext cx="201168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AA42F63-8F44-87AC-A9E5-7A6A600D60AB}"/>
              </a:ext>
            </a:extLst>
          </p:cNvPr>
          <p:cNvSpPr>
            <a:spLocks noGrp="1"/>
          </p:cNvSpPr>
          <p:nvPr/>
        </p:nvSpPr>
        <p:spPr>
          <a:xfrm>
            <a:off x="5981699" y="4083179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2" name="Rounded Rectangle 111">
            <a:extLst>
              <a:ext uri="{FF2B5EF4-FFF2-40B4-BE49-F238E27FC236}">
                <a16:creationId xmlns:a16="http://schemas.microsoft.com/office/drawing/2014/main" id="{673023A4-65E9-24D4-78B0-E170BE80F05D}"/>
              </a:ext>
            </a:extLst>
          </p:cNvPr>
          <p:cNvSpPr>
            <a:spLocks noGrp="1"/>
          </p:cNvSpPr>
          <p:nvPr/>
        </p:nvSpPr>
        <p:spPr>
          <a:xfrm>
            <a:off x="3677412" y="5011575"/>
            <a:ext cx="5065775" cy="10789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2CD383A-C2E9-732C-D16B-ABF72497AB6B}"/>
              </a:ext>
            </a:extLst>
          </p:cNvPr>
          <p:cNvSpPr>
            <a:spLocks noGrp="1"/>
          </p:cNvSpPr>
          <p:nvPr/>
        </p:nvSpPr>
        <p:spPr>
          <a:xfrm>
            <a:off x="3768852" y="5052723"/>
            <a:ext cx="292608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sz="12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(b) 门控网络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9187E35-A071-1330-C3BD-1A1C4D948179}"/>
              </a:ext>
            </a:extLst>
          </p:cNvPr>
          <p:cNvSpPr>
            <a:spLocks noGrp="1"/>
          </p:cNvSpPr>
          <p:nvPr/>
        </p:nvSpPr>
        <p:spPr>
          <a:xfrm>
            <a:off x="3723131" y="5321058"/>
            <a:ext cx="1581913" cy="3268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上一层输出的</a:t>
            </a:r>
          </a:p>
          <a:p>
            <a:pPr algn="ctr">
              <a:lnSpc>
                <a:spcPct val="105000"/>
              </a:lnSpc>
              <a:buNone/>
            </a:pP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掩码均值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77A54B8A-AFAD-5D2F-F47F-67EFCF6B5FD0}"/>
              </a:ext>
            </a:extLst>
          </p:cNvPr>
          <p:cNvSpPr>
            <a:spLocks noGrp="1"/>
          </p:cNvSpPr>
          <p:nvPr/>
        </p:nvSpPr>
        <p:spPr>
          <a:xfrm>
            <a:off x="4083558" y="5789082"/>
            <a:ext cx="164592" cy="146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34C79A49-9A86-1ECA-36F6-8295FF3AA6D0}"/>
              </a:ext>
            </a:extLst>
          </p:cNvPr>
          <p:cNvSpPr>
            <a:spLocks noGrp="1"/>
          </p:cNvSpPr>
          <p:nvPr/>
        </p:nvSpPr>
        <p:spPr>
          <a:xfrm>
            <a:off x="4248150" y="5789082"/>
            <a:ext cx="164592" cy="146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CB074C9-1BE7-B2B7-AB62-5E93729F5BC4}"/>
              </a:ext>
            </a:extLst>
          </p:cNvPr>
          <p:cNvSpPr>
            <a:spLocks noGrp="1"/>
          </p:cNvSpPr>
          <p:nvPr/>
        </p:nvSpPr>
        <p:spPr>
          <a:xfrm>
            <a:off x="4412741" y="5789082"/>
            <a:ext cx="164592" cy="146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70757B3-147B-A6C7-C856-94D3D23E0763}"/>
              </a:ext>
            </a:extLst>
          </p:cNvPr>
          <p:cNvSpPr>
            <a:spLocks noGrp="1"/>
          </p:cNvSpPr>
          <p:nvPr/>
        </p:nvSpPr>
        <p:spPr>
          <a:xfrm>
            <a:off x="4577333" y="5789082"/>
            <a:ext cx="164592" cy="14630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9" name="Connector 118">
            <a:extLst>
              <a:ext uri="{FF2B5EF4-FFF2-40B4-BE49-F238E27FC236}">
                <a16:creationId xmlns:a16="http://schemas.microsoft.com/office/drawing/2014/main" id="{403F3604-1A9E-4EA5-80CC-0FC1DDCE1A46}"/>
              </a:ext>
            </a:extLst>
          </p:cNvPr>
          <p:cNvSpPr>
            <a:spLocks noGrp="1"/>
          </p:cNvSpPr>
          <p:nvPr/>
        </p:nvSpPr>
        <p:spPr>
          <a:xfrm>
            <a:off x="5049012" y="5639836"/>
            <a:ext cx="475488" cy="0"/>
          </a:xfrm>
          <a:prstGeom prst="line">
            <a:avLst/>
          </a:prstGeom>
          <a:ln w="1397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Rounded Rectangle 119">
            <a:extLst>
              <a:ext uri="{FF2B5EF4-FFF2-40B4-BE49-F238E27FC236}">
                <a16:creationId xmlns:a16="http://schemas.microsoft.com/office/drawing/2014/main" id="{ECC88D25-CF26-BE8D-65DB-F2BC87824EC6}"/>
              </a:ext>
            </a:extLst>
          </p:cNvPr>
          <p:cNvSpPr>
            <a:spLocks noGrp="1"/>
          </p:cNvSpPr>
          <p:nvPr/>
        </p:nvSpPr>
        <p:spPr>
          <a:xfrm>
            <a:off x="5547360" y="5456956"/>
            <a:ext cx="84124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68EB9EC-DAA4-04AB-B13F-BDDF598B027A}"/>
              </a:ext>
            </a:extLst>
          </p:cNvPr>
          <p:cNvSpPr>
            <a:spLocks noGrp="1"/>
          </p:cNvSpPr>
          <p:nvPr/>
        </p:nvSpPr>
        <p:spPr>
          <a:xfrm>
            <a:off x="5539739" y="5548396"/>
            <a:ext cx="841248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门控 MLP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C68E5B9-09D5-2D99-A73B-0FC17229B9D6}"/>
              </a:ext>
            </a:extLst>
          </p:cNvPr>
          <p:cNvSpPr>
            <a:spLocks noGrp="1"/>
          </p:cNvSpPr>
          <p:nvPr/>
        </p:nvSpPr>
        <p:spPr>
          <a:xfrm>
            <a:off x="5326712" y="5047193"/>
            <a:ext cx="1248156" cy="369332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专家组合的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Softmax</a:t>
            </a:r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权重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12EC4005-EDDA-9A3F-84E6-BB634A6C21E1}"/>
              </a:ext>
            </a:extLst>
          </p:cNvPr>
          <p:cNvSpPr>
            <a:spLocks noGrp="1"/>
          </p:cNvSpPr>
          <p:nvPr/>
        </p:nvSpPr>
        <p:spPr>
          <a:xfrm>
            <a:off x="6814566" y="5109123"/>
            <a:ext cx="118872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共享专家输出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48" name="Connector 154"/>
          <p:cNvCxnSpPr>
            <a:stCxn id="121" idx="3"/>
          </p:cNvCxnSpPr>
          <p:nvPr/>
        </p:nvCxnSpPr>
        <p:spPr>
          <a:xfrm flipV="1">
            <a:off x="6380987" y="5207393"/>
            <a:ext cx="420624" cy="448725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CF98B14D-6348-2206-B91C-E5D055B0E3FE}"/>
              </a:ext>
            </a:extLst>
          </p:cNvPr>
          <p:cNvSpPr>
            <a:spLocks noGrp="1"/>
          </p:cNvSpPr>
          <p:nvPr/>
        </p:nvSpPr>
        <p:spPr>
          <a:xfrm>
            <a:off x="6818376" y="5505351"/>
            <a:ext cx="118872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家庭专家输出</a:t>
            </a:r>
          </a:p>
        </p:txBody>
      </p:sp>
      <p:cxnSp>
        <p:nvCxnSpPr>
          <p:cNvPr id="550" name="Connector 163"/>
          <p:cNvCxnSpPr>
            <a:stCxn id="120" idx="3"/>
          </p:cNvCxnSpPr>
          <p:nvPr/>
        </p:nvCxnSpPr>
        <p:spPr>
          <a:xfrm flipV="1">
            <a:off x="6388608" y="5596791"/>
            <a:ext cx="420624" cy="52189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D2B9EE15-14F9-2EF2-2A9D-7CEC05CC7512}"/>
              </a:ext>
            </a:extLst>
          </p:cNvPr>
          <p:cNvSpPr>
            <a:spLocks noGrp="1"/>
          </p:cNvSpPr>
          <p:nvPr/>
        </p:nvSpPr>
        <p:spPr>
          <a:xfrm>
            <a:off x="6832682" y="5887402"/>
            <a:ext cx="118872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成员专家输出</a:t>
            </a:r>
          </a:p>
        </p:txBody>
      </p:sp>
      <p:cxnSp>
        <p:nvCxnSpPr>
          <p:cNvPr id="552" name="Connector 172"/>
          <p:cNvCxnSpPr>
            <a:stCxn id="121" idx="3"/>
          </p:cNvCxnSpPr>
          <p:nvPr/>
        </p:nvCxnSpPr>
        <p:spPr>
          <a:xfrm>
            <a:off x="6380987" y="5656118"/>
            <a:ext cx="392430" cy="302148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Oval 173">
            <a:extLst>
              <a:ext uri="{FF2B5EF4-FFF2-40B4-BE49-F238E27FC236}">
                <a16:creationId xmlns:a16="http://schemas.microsoft.com/office/drawing/2014/main" id="{DBA35CD6-EAD7-967C-E7D5-3FC3DFE6EA79}"/>
              </a:ext>
            </a:extLst>
          </p:cNvPr>
          <p:cNvSpPr>
            <a:spLocks noGrp="1"/>
          </p:cNvSpPr>
          <p:nvPr/>
        </p:nvSpPr>
        <p:spPr>
          <a:xfrm>
            <a:off x="8371047" y="5484341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D0240107-C4C7-970F-06ED-43CA31FB6107}"/>
              </a:ext>
            </a:extLst>
          </p:cNvPr>
          <p:cNvSpPr>
            <a:spLocks noGrp="1"/>
          </p:cNvSpPr>
          <p:nvPr/>
        </p:nvSpPr>
        <p:spPr>
          <a:xfrm>
            <a:off x="8371047" y="5466230"/>
            <a:ext cx="201168" cy="215444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2" name="Connector 280">
            <a:extLst>
              <a:ext uri="{FF2B5EF4-FFF2-40B4-BE49-F238E27FC236}">
                <a16:creationId xmlns:a16="http://schemas.microsoft.com/office/drawing/2014/main" id="{937C30EF-D5CE-4C29-BFC1-62EF4C3CAE7B}"/>
              </a:ext>
            </a:extLst>
          </p:cNvPr>
          <p:cNvSpPr>
            <a:spLocks noGrp="1"/>
          </p:cNvSpPr>
          <p:nvPr/>
        </p:nvSpPr>
        <p:spPr>
          <a:xfrm>
            <a:off x="6109716" y="2314709"/>
            <a:ext cx="0" cy="164593"/>
          </a:xfrm>
          <a:prstGeom prst="line">
            <a:avLst/>
          </a:prstGeom>
          <a:ln w="1270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6" name="Rounded Rectangle 4">
            <a:extLst>
              <a:ext uri="{FF2B5EF4-FFF2-40B4-BE49-F238E27FC236}">
                <a16:creationId xmlns:a16="http://schemas.microsoft.com/office/drawing/2014/main" id="{4C7CF169-D247-6262-56B3-B8F5FF3C9F33}"/>
              </a:ext>
            </a:extLst>
          </p:cNvPr>
          <p:cNvSpPr>
            <a:spLocks noGrp="1"/>
          </p:cNvSpPr>
          <p:nvPr/>
        </p:nvSpPr>
        <p:spPr>
          <a:xfrm>
            <a:off x="303275" y="2281092"/>
            <a:ext cx="2688336" cy="1005839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 w="12700">
            <a:solidFill>
              <a:srgbClr val="7DA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7" name="TextBox 5">
            <a:extLst>
              <a:ext uri="{FF2B5EF4-FFF2-40B4-BE49-F238E27FC236}">
                <a16:creationId xmlns:a16="http://schemas.microsoft.com/office/drawing/2014/main" id="{CBDDCAF7-555F-FDAE-DFEB-9DB984E9F2FB}"/>
              </a:ext>
            </a:extLst>
          </p:cNvPr>
          <p:cNvSpPr>
            <a:spLocks noGrp="1"/>
          </p:cNvSpPr>
          <p:nvPr/>
        </p:nvSpPr>
        <p:spPr>
          <a:xfrm>
            <a:off x="303275" y="2458902"/>
            <a:ext cx="2688336" cy="75136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家庭级属性  h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（如规模、构成、收入等）</a:t>
            </a:r>
          </a:p>
          <a:p>
            <a:pPr algn="ctr">
              <a:lnSpc>
                <a:spcPct val="108000"/>
              </a:lnSpc>
              <a:buNone/>
            </a:pPr>
            <a:r>
              <a:rPr sz="16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 ∈ ℝᵈʰ</a:t>
            </a:r>
            <a:endParaRPr sz="1100" b="0" i="1" baseline="3000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8" name="Rounded Rectangle 6">
            <a:extLst>
              <a:ext uri="{FF2B5EF4-FFF2-40B4-BE49-F238E27FC236}">
                <a16:creationId xmlns:a16="http://schemas.microsoft.com/office/drawing/2014/main" id="{E87939BB-8047-0A64-4F0E-BACAE477B4EA}"/>
              </a:ext>
            </a:extLst>
          </p:cNvPr>
          <p:cNvSpPr>
            <a:spLocks noGrp="1"/>
          </p:cNvSpPr>
          <p:nvPr/>
        </p:nvSpPr>
        <p:spPr>
          <a:xfrm>
            <a:off x="303275" y="3396658"/>
            <a:ext cx="2688336" cy="1029773"/>
          </a:xfrm>
          <a:prstGeom prst="roundRect">
            <a:avLst>
              <a:gd name="adj" fmla="val 8000"/>
            </a:avLst>
          </a:prstGeom>
          <a:solidFill>
            <a:srgbClr val="E3EDF9"/>
          </a:solidFill>
          <a:ln w="12700">
            <a:solidFill>
              <a:srgbClr val="7DA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9" name="TextBox 7">
            <a:extLst>
              <a:ext uri="{FF2B5EF4-FFF2-40B4-BE49-F238E27FC236}">
                <a16:creationId xmlns:a16="http://schemas.microsoft.com/office/drawing/2014/main" id="{5648E2F1-09F9-544C-BBFE-5EDFD4EE4DE7}"/>
              </a:ext>
            </a:extLst>
          </p:cNvPr>
          <p:cNvSpPr>
            <a:spLocks noGrp="1"/>
          </p:cNvSpPr>
          <p:nvPr/>
        </p:nvSpPr>
        <p:spPr>
          <a:xfrm>
            <a:off x="303275" y="3515703"/>
            <a:ext cx="2688336" cy="78297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成员级属性  {Pᵢ}ᴺᵢ₌₁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（如年龄、性别、职业等）</a:t>
            </a:r>
          </a:p>
          <a:p>
            <a:pPr algn="ctr">
              <a:lnSpc>
                <a:spcPct val="108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Pᵢ ∈ ℝᵈᵖ</a:t>
            </a:r>
            <a:endParaRPr sz="1100" b="0" i="1" baseline="3000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0" name="Rounded Rectangle 192">
            <a:extLst>
              <a:ext uri="{FF2B5EF4-FFF2-40B4-BE49-F238E27FC236}">
                <a16:creationId xmlns:a16="http://schemas.microsoft.com/office/drawing/2014/main" id="{54F70C88-7289-C11B-F899-B78E2A50FE8E}"/>
              </a:ext>
            </a:extLst>
          </p:cNvPr>
          <p:cNvSpPr>
            <a:spLocks noGrp="1"/>
          </p:cNvSpPr>
          <p:nvPr/>
        </p:nvSpPr>
        <p:spPr>
          <a:xfrm>
            <a:off x="9412842" y="2515264"/>
            <a:ext cx="2340864" cy="1298448"/>
          </a:xfrm>
          <a:prstGeom prst="roundRect">
            <a:avLst>
              <a:gd name="adj" fmla="val 7000"/>
            </a:avLst>
          </a:prstGeom>
          <a:solidFill>
            <a:srgbClr val="EDF6E9"/>
          </a:solidFill>
          <a:ln w="1397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1" name="TextBox 193">
            <a:extLst>
              <a:ext uri="{FF2B5EF4-FFF2-40B4-BE49-F238E27FC236}">
                <a16:creationId xmlns:a16="http://schemas.microsoft.com/office/drawing/2014/main" id="{ADBEF20C-A2E9-F774-9D85-6D1460BDD426}"/>
              </a:ext>
            </a:extLst>
          </p:cNvPr>
          <p:cNvSpPr>
            <a:spLocks noGrp="1"/>
          </p:cNvSpPr>
          <p:nvPr/>
        </p:nvSpPr>
        <p:spPr>
          <a:xfrm>
            <a:off x="9412842" y="2788818"/>
            <a:ext cx="2340864" cy="53322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协调成员表征</a:t>
            </a:r>
          </a:p>
          <a:p>
            <a:pPr algn="ctr">
              <a:lnSpc>
                <a:spcPct val="112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{rₙ}ᴺₙ₌₁ ∈ ℝᴺ×ᵈᵐᵒᵈᵉˡ</a:t>
            </a:r>
          </a:p>
        </p:txBody>
      </p:sp>
      <p:sp>
        <p:nvSpPr>
          <p:cNvPr id="301" name="Rounded Rectangle 203">
            <a:extLst>
              <a:ext uri="{FF2B5EF4-FFF2-40B4-BE49-F238E27FC236}">
                <a16:creationId xmlns:a16="http://schemas.microsoft.com/office/drawing/2014/main" id="{EB149931-1651-DA2E-23D8-52C1993D5F22}"/>
              </a:ext>
            </a:extLst>
          </p:cNvPr>
          <p:cNvSpPr>
            <a:spLocks noGrp="1"/>
          </p:cNvSpPr>
          <p:nvPr/>
        </p:nvSpPr>
        <p:spPr>
          <a:xfrm>
            <a:off x="9412842" y="3978304"/>
            <a:ext cx="2340864" cy="841248"/>
          </a:xfrm>
          <a:prstGeom prst="roundRect">
            <a:avLst>
              <a:gd name="adj" fmla="val 7000"/>
            </a:avLst>
          </a:prstGeom>
          <a:solidFill>
            <a:srgbClr val="EDF6E9"/>
          </a:solidFill>
          <a:ln w="1397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2" name="TextBox 204">
            <a:extLst>
              <a:ext uri="{FF2B5EF4-FFF2-40B4-BE49-F238E27FC236}">
                <a16:creationId xmlns:a16="http://schemas.microsoft.com/office/drawing/2014/main" id="{6AB9F9D1-539E-51BC-05E6-70BF755CA399}"/>
              </a:ext>
            </a:extLst>
          </p:cNvPr>
          <p:cNvSpPr>
            <a:spLocks noGrp="1"/>
          </p:cNvSpPr>
          <p:nvPr/>
        </p:nvSpPr>
        <p:spPr>
          <a:xfrm>
            <a:off x="9412842" y="4128687"/>
            <a:ext cx="2340864" cy="58201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5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家庭表征</a:t>
            </a:r>
          </a:p>
          <a:p>
            <a:pPr algn="ctr">
              <a:lnSpc>
                <a:spcPct val="115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rʰ ∈ ℝᵈᵐᵒᵈᵉˡ</a:t>
            </a:r>
            <a:endParaRPr sz="1100" b="0" i="1" baseline="3000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0" name="Connector 35">
            <a:extLst>
              <a:ext uri="{FF2B5EF4-FFF2-40B4-BE49-F238E27FC236}">
                <a16:creationId xmlns:a16="http://schemas.microsoft.com/office/drawing/2014/main" id="{7B554479-AB72-4E1A-9A71-C4B1F1211D4E}"/>
              </a:ext>
            </a:extLst>
          </p:cNvPr>
          <p:cNvSpPr>
            <a:spLocks noGrp="1"/>
          </p:cNvSpPr>
          <p:nvPr/>
        </p:nvSpPr>
        <p:spPr>
          <a:xfrm>
            <a:off x="1647443" y="4514102"/>
            <a:ext cx="0" cy="305450"/>
          </a:xfrm>
          <a:prstGeom prst="line">
            <a:avLst/>
          </a:prstGeom>
          <a:ln w="1524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1" name="Rounded Rectangle 36">
            <a:extLst>
              <a:ext uri="{FF2B5EF4-FFF2-40B4-BE49-F238E27FC236}">
                <a16:creationId xmlns:a16="http://schemas.microsoft.com/office/drawing/2014/main" id="{ED8D058F-CDE3-A5AD-49FD-F25454643363}"/>
              </a:ext>
            </a:extLst>
          </p:cNvPr>
          <p:cNvSpPr>
            <a:spLocks noGrp="1"/>
          </p:cNvSpPr>
          <p:nvPr/>
        </p:nvSpPr>
        <p:spPr>
          <a:xfrm>
            <a:off x="303275" y="4850669"/>
            <a:ext cx="2688336" cy="61668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7DA6D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2" name="TextBox 37">
            <a:extLst>
              <a:ext uri="{FF2B5EF4-FFF2-40B4-BE49-F238E27FC236}">
                <a16:creationId xmlns:a16="http://schemas.microsoft.com/office/drawing/2014/main" id="{8B6F3294-BCF8-F4CC-7BE5-9D579A96AEB0}"/>
              </a:ext>
            </a:extLst>
          </p:cNvPr>
          <p:cNvSpPr>
            <a:spLocks noGrp="1"/>
          </p:cNvSpPr>
          <p:nvPr/>
        </p:nvSpPr>
        <p:spPr>
          <a:xfrm>
            <a:off x="303275" y="4905533"/>
            <a:ext cx="2688336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融合成员表征</a:t>
            </a:r>
            <a:endParaRPr sz="16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3" name="TextBox 38">
            <a:extLst>
              <a:ext uri="{FF2B5EF4-FFF2-40B4-BE49-F238E27FC236}">
                <a16:creationId xmlns:a16="http://schemas.microsoft.com/office/drawing/2014/main" id="{23BB6D81-9AF5-EAF8-0202-A4F9FDE83F77}"/>
              </a:ext>
            </a:extLst>
          </p:cNvPr>
          <p:cNvSpPr>
            <a:spLocks noGrp="1"/>
          </p:cNvSpPr>
          <p:nvPr/>
        </p:nvSpPr>
        <p:spPr>
          <a:xfrm>
            <a:off x="303275" y="5134133"/>
            <a:ext cx="2688336" cy="21544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= [ </a:t>
            </a:r>
            <a:r>
              <a:rPr sz="12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1(0)  </a:t>
            </a:r>
            <a:r>
              <a:rPr sz="12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2(0)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⋯  </a:t>
            </a:r>
            <a:r>
              <a:rPr sz="12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sz="105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sz="105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sz="12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]</a:t>
            </a:r>
          </a:p>
        </p:txBody>
      </p:sp>
      <p:sp>
        <p:nvSpPr>
          <p:cNvPr id="325" name="文本框 324">
            <a:extLst>
              <a:ext uri="{FF2B5EF4-FFF2-40B4-BE49-F238E27FC236}">
                <a16:creationId xmlns:a16="http://schemas.microsoft.com/office/drawing/2014/main" id="{5018B06A-214D-55DB-817E-68D0D2F4F18D}"/>
              </a:ext>
            </a:extLst>
          </p:cNvPr>
          <p:cNvSpPr>
            <a:spLocks noGrp="1"/>
          </p:cNvSpPr>
          <p:nvPr/>
        </p:nvSpPr>
        <p:spPr>
          <a:xfrm>
            <a:off x="6684549" y="4132826"/>
            <a:ext cx="6641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MAB</a:t>
            </a:r>
          </a:p>
          <a:p>
            <a:r>
              <a:rPr sz="160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I, X</a:t>
            </a:r>
            <a:endParaRPr sz="1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9" name="Rounded Rectangle 95">
            <a:extLst>
              <a:ext uri="{FF2B5EF4-FFF2-40B4-BE49-F238E27FC236}">
                <a16:creationId xmlns:a16="http://schemas.microsoft.com/office/drawing/2014/main" id="{23A2C841-9EF2-2418-08C1-1E22C7549AD3}"/>
              </a:ext>
            </a:extLst>
          </p:cNvPr>
          <p:cNvSpPr>
            <a:spLocks noGrp="1"/>
          </p:cNvSpPr>
          <p:nvPr/>
        </p:nvSpPr>
        <p:spPr>
          <a:xfrm>
            <a:off x="7717441" y="4060854"/>
            <a:ext cx="64751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0" name="文本框 329">
            <a:extLst>
              <a:ext uri="{FF2B5EF4-FFF2-40B4-BE49-F238E27FC236}">
                <a16:creationId xmlns:a16="http://schemas.microsoft.com/office/drawing/2014/main" id="{E2C388DD-23D2-C86E-9547-4418B09DEE7C}"/>
              </a:ext>
            </a:extLst>
          </p:cNvPr>
          <p:cNvSpPr>
            <a:spLocks noGrp="1"/>
          </p:cNvSpPr>
          <p:nvPr/>
        </p:nvSpPr>
        <p:spPr>
          <a:xfrm>
            <a:off x="7728204" y="4125999"/>
            <a:ext cx="6641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MAB</a:t>
            </a:r>
          </a:p>
          <a:p>
            <a:r>
              <a:rPr sz="160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X</a:t>
            </a:r>
            <a:r>
              <a:rPr sz="1600" b="1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sz="160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endParaRPr sz="1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1" name="Connector 94">
            <a:extLst>
              <a:ext uri="{FF2B5EF4-FFF2-40B4-BE49-F238E27FC236}">
                <a16:creationId xmlns:a16="http://schemas.microsoft.com/office/drawing/2014/main" id="{B7EAFD2A-19FE-42E4-8FE3-3621112E41FE}"/>
              </a:ext>
            </a:extLst>
          </p:cNvPr>
          <p:cNvSpPr>
            <a:spLocks noGrp="1"/>
          </p:cNvSpPr>
          <p:nvPr/>
        </p:nvSpPr>
        <p:spPr>
          <a:xfrm>
            <a:off x="7399020" y="4335974"/>
            <a:ext cx="237744" cy="0"/>
          </a:xfrm>
          <a:prstGeom prst="line">
            <a:avLst/>
          </a:prstGeom>
          <a:ln w="1397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3" name="文本框 332">
            <a:extLst>
              <a:ext uri="{FF2B5EF4-FFF2-40B4-BE49-F238E27FC236}">
                <a16:creationId xmlns:a16="http://schemas.microsoft.com/office/drawing/2014/main" id="{66211764-6E9A-796F-CCD3-BA1CCA36E21F}"/>
              </a:ext>
            </a:extLst>
          </p:cNvPr>
          <p:cNvSpPr>
            <a:spLocks noGrp="1"/>
          </p:cNvSpPr>
          <p:nvPr/>
        </p:nvSpPr>
        <p:spPr>
          <a:xfrm>
            <a:off x="7348727" y="4346238"/>
            <a:ext cx="4808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S</a:t>
            </a:r>
            <a:endParaRPr sz="1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4" name="Rectangle 105">
            <a:extLst>
              <a:ext uri="{FF2B5EF4-FFF2-40B4-BE49-F238E27FC236}">
                <a16:creationId xmlns:a16="http://schemas.microsoft.com/office/drawing/2014/main" id="{9C6E9C5A-707F-2D0A-00C6-BDB5D2B9CE93}"/>
              </a:ext>
            </a:extLst>
          </p:cNvPr>
          <p:cNvSpPr>
            <a:spLocks noGrp="1"/>
          </p:cNvSpPr>
          <p:nvPr/>
        </p:nvSpPr>
        <p:spPr>
          <a:xfrm>
            <a:off x="5049012" y="4492053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5" name="Rectangle 106">
            <a:extLst>
              <a:ext uri="{FF2B5EF4-FFF2-40B4-BE49-F238E27FC236}">
                <a16:creationId xmlns:a16="http://schemas.microsoft.com/office/drawing/2014/main" id="{163ACB25-A145-9908-BD09-38C4D9EE3868}"/>
              </a:ext>
            </a:extLst>
          </p:cNvPr>
          <p:cNvSpPr>
            <a:spLocks noGrp="1"/>
          </p:cNvSpPr>
          <p:nvPr/>
        </p:nvSpPr>
        <p:spPr>
          <a:xfrm>
            <a:off x="5231892" y="4492053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6" name="Rectangle 107">
            <a:extLst>
              <a:ext uri="{FF2B5EF4-FFF2-40B4-BE49-F238E27FC236}">
                <a16:creationId xmlns:a16="http://schemas.microsoft.com/office/drawing/2014/main" id="{6FFD81FE-CFFE-D593-DD1C-DB23B3838537}"/>
              </a:ext>
            </a:extLst>
          </p:cNvPr>
          <p:cNvSpPr>
            <a:spLocks noGrp="1"/>
          </p:cNvSpPr>
          <p:nvPr/>
        </p:nvSpPr>
        <p:spPr>
          <a:xfrm>
            <a:off x="5414772" y="4492053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7" name="Rectangle 108">
            <a:extLst>
              <a:ext uri="{FF2B5EF4-FFF2-40B4-BE49-F238E27FC236}">
                <a16:creationId xmlns:a16="http://schemas.microsoft.com/office/drawing/2014/main" id="{CE699E95-0901-4ECB-4672-E2ABE463C69C}"/>
              </a:ext>
            </a:extLst>
          </p:cNvPr>
          <p:cNvSpPr>
            <a:spLocks noGrp="1"/>
          </p:cNvSpPr>
          <p:nvPr/>
        </p:nvSpPr>
        <p:spPr>
          <a:xfrm>
            <a:off x="5597651" y="4492053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8" name="TextBox 109">
            <a:extLst>
              <a:ext uri="{FF2B5EF4-FFF2-40B4-BE49-F238E27FC236}">
                <a16:creationId xmlns:a16="http://schemas.microsoft.com/office/drawing/2014/main" id="{98D575F1-6B54-636F-4C17-BC0940E9A141}"/>
              </a:ext>
            </a:extLst>
          </p:cNvPr>
          <p:cNvSpPr>
            <a:spLocks noGrp="1"/>
          </p:cNvSpPr>
          <p:nvPr/>
        </p:nvSpPr>
        <p:spPr>
          <a:xfrm>
            <a:off x="5789675" y="4468523"/>
            <a:ext cx="201168" cy="13849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9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⋯</a:t>
            </a:r>
          </a:p>
        </p:txBody>
      </p:sp>
      <p:sp>
        <p:nvSpPr>
          <p:cNvPr id="339" name="Rectangle 110">
            <a:extLst>
              <a:ext uri="{FF2B5EF4-FFF2-40B4-BE49-F238E27FC236}">
                <a16:creationId xmlns:a16="http://schemas.microsoft.com/office/drawing/2014/main" id="{33116E13-3260-AC0D-C404-EA61BE0023D9}"/>
              </a:ext>
            </a:extLst>
          </p:cNvPr>
          <p:cNvSpPr>
            <a:spLocks noGrp="1"/>
          </p:cNvSpPr>
          <p:nvPr/>
        </p:nvSpPr>
        <p:spPr>
          <a:xfrm>
            <a:off x="5981699" y="4492053"/>
            <a:ext cx="182880" cy="155448"/>
          </a:xfrm>
          <a:prstGeom prst="rect">
            <a:avLst/>
          </a:prstGeom>
          <a:solidFill>
            <a:srgbClr val="8FC4BC"/>
          </a:solidFill>
          <a:ln w="9525">
            <a:solidFill>
              <a:srgbClr val="5F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79" name="Connector 94"/>
          <p:cNvCxnSpPr>
            <a:endCxn id="329" idx="0"/>
          </p:cNvCxnSpPr>
          <p:nvPr/>
        </p:nvCxnSpPr>
        <p:spPr>
          <a:xfrm flipV="1">
            <a:off x="6233160" y="4060854"/>
            <a:ext cx="1808036" cy="37586"/>
          </a:xfrm>
          <a:prstGeom prst="bentConnector4">
            <a:avLst>
              <a:gd name="adj1" fmla="val 10887"/>
              <a:gd name="adj2" fmla="val 328077"/>
            </a:avLst>
          </a:prstGeom>
          <a:ln w="1397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Connector 94">
            <a:extLst>
              <a:ext uri="{FF2B5EF4-FFF2-40B4-BE49-F238E27FC236}">
                <a16:creationId xmlns:a16="http://schemas.microsoft.com/office/drawing/2014/main" id="{48C10448-35D0-4F8D-8235-956564EA743F}"/>
              </a:ext>
            </a:extLst>
          </p:cNvPr>
          <p:cNvSpPr>
            <a:spLocks noGrp="1"/>
          </p:cNvSpPr>
          <p:nvPr/>
        </p:nvSpPr>
        <p:spPr>
          <a:xfrm>
            <a:off x="6233160" y="4191611"/>
            <a:ext cx="402336" cy="0"/>
          </a:xfrm>
          <a:prstGeom prst="line">
            <a:avLst/>
          </a:prstGeom>
          <a:ln w="1397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581" name="Connector 154"/>
          <p:cNvCxnSpPr>
            <a:stCxn id="147" idx="3"/>
            <a:endCxn id="175" idx="1"/>
          </p:cNvCxnSpPr>
          <p:nvPr/>
        </p:nvCxnSpPr>
        <p:spPr>
          <a:xfrm>
            <a:off x="8003286" y="5201456"/>
            <a:ext cx="367761" cy="372496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154"/>
          <p:cNvCxnSpPr>
            <a:stCxn id="156" idx="3"/>
            <a:endCxn id="174" idx="2"/>
          </p:cNvCxnSpPr>
          <p:nvPr/>
        </p:nvCxnSpPr>
        <p:spPr>
          <a:xfrm flipV="1">
            <a:off x="8007096" y="5584925"/>
            <a:ext cx="363951" cy="12759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3" name="Connector 154"/>
          <p:cNvCxnSpPr>
            <a:stCxn id="165" idx="3"/>
            <a:endCxn id="174" idx="2"/>
          </p:cNvCxnSpPr>
          <p:nvPr/>
        </p:nvCxnSpPr>
        <p:spPr>
          <a:xfrm flipV="1">
            <a:off x="8021402" y="5584925"/>
            <a:ext cx="349645" cy="394810"/>
          </a:xfrm>
          <a:prstGeom prst="line">
            <a:avLst/>
          </a:prstGeom>
          <a:ln w="1143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1" name="Down Arrow 286">
            <a:extLst>
              <a:ext uri="{FF2B5EF4-FFF2-40B4-BE49-F238E27FC236}">
                <a16:creationId xmlns:a16="http://schemas.microsoft.com/office/drawing/2014/main" id="{A5B30CBE-9E39-2FDE-84B9-1BDC7FB6C170}"/>
              </a:ext>
            </a:extLst>
          </p:cNvPr>
          <p:cNvSpPr>
            <a:spLocks noGrp="1"/>
          </p:cNvSpPr>
          <p:nvPr/>
        </p:nvSpPr>
        <p:spPr>
          <a:xfrm rot="16200000">
            <a:off x="3170204" y="3652117"/>
            <a:ext cx="237744" cy="170765"/>
          </a:xfrm>
          <a:prstGeom prst="downArrow">
            <a:avLst>
              <a:gd name="adj1" fmla="val 50000"/>
              <a:gd name="adj2" fmla="val 57437"/>
            </a:avLst>
          </a:prstGeom>
          <a:solidFill>
            <a:srgbClr val="5B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2" name="Down Arrow 286">
            <a:extLst>
              <a:ext uri="{FF2B5EF4-FFF2-40B4-BE49-F238E27FC236}">
                <a16:creationId xmlns:a16="http://schemas.microsoft.com/office/drawing/2014/main" id="{1D06116F-57C4-8897-4065-B5A88335D0DD}"/>
              </a:ext>
            </a:extLst>
          </p:cNvPr>
          <p:cNvSpPr>
            <a:spLocks noGrp="1"/>
          </p:cNvSpPr>
          <p:nvPr/>
        </p:nvSpPr>
        <p:spPr>
          <a:xfrm rot="16200000">
            <a:off x="9017249" y="3667348"/>
            <a:ext cx="237744" cy="170765"/>
          </a:xfrm>
          <a:prstGeom prst="downArrow">
            <a:avLst>
              <a:gd name="adj1" fmla="val 50000"/>
              <a:gd name="adj2" fmla="val 57437"/>
            </a:avLst>
          </a:prstGeom>
          <a:solidFill>
            <a:srgbClr val="5B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3" name="Connector 35">
            <a:extLst>
              <a:ext uri="{FF2B5EF4-FFF2-40B4-BE49-F238E27FC236}">
                <a16:creationId xmlns:a16="http://schemas.microsoft.com/office/drawing/2014/main" id="{EECEE786-CDE9-4A84-9C2D-988B3039A3C8}"/>
              </a:ext>
            </a:extLst>
          </p:cNvPr>
          <p:cNvSpPr>
            <a:spLocks noGrp="1"/>
          </p:cNvSpPr>
          <p:nvPr/>
        </p:nvSpPr>
        <p:spPr>
          <a:xfrm>
            <a:off x="6308169" y="4880588"/>
            <a:ext cx="0" cy="119245"/>
          </a:xfrm>
          <a:prstGeom prst="line">
            <a:avLst/>
          </a:prstGeom>
          <a:ln w="1524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99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ounded Rectangle 2">
            <a:extLst>
              <a:ext uri="{FF2B5EF4-FFF2-40B4-BE49-F238E27FC236}">
                <a16:creationId xmlns:a16="http://schemas.microsoft.com/office/drawing/2014/main" id="{B2DA89B9-36D2-C347-7A60-5CCE4F1B574A}"/>
              </a:ext>
            </a:extLst>
          </p:cNvPr>
          <p:cNvSpPr>
            <a:spLocks noGrp="1"/>
          </p:cNvSpPr>
          <p:nvPr/>
        </p:nvSpPr>
        <p:spPr>
          <a:xfrm>
            <a:off x="2162302" y="69113"/>
            <a:ext cx="7114605" cy="703620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6" name="Rounded Rectangle 86">
            <a:extLst>
              <a:ext uri="{FF2B5EF4-FFF2-40B4-BE49-F238E27FC236}">
                <a16:creationId xmlns:a16="http://schemas.microsoft.com/office/drawing/2014/main" id="{3C5DC027-F5EF-3404-99CC-812010F2FAB9}"/>
              </a:ext>
            </a:extLst>
          </p:cNvPr>
          <p:cNvSpPr>
            <a:spLocks noGrp="1"/>
          </p:cNvSpPr>
          <p:nvPr/>
        </p:nvSpPr>
        <p:spPr>
          <a:xfrm>
            <a:off x="2241804" y="3122168"/>
            <a:ext cx="4846320" cy="3745357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AAFDEE7A-DE08-6865-317B-8B57D8483A0C}"/>
              </a:ext>
            </a:extLst>
          </p:cNvPr>
          <p:cNvSpPr>
            <a:spLocks noGrp="1"/>
          </p:cNvSpPr>
          <p:nvPr/>
        </p:nvSpPr>
        <p:spPr>
          <a:xfrm>
            <a:off x="111252" y="296672"/>
            <a:ext cx="1828800" cy="662523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970">
            <a:solidFill>
              <a:srgbClr val="7F7F7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7" name="Rounded Rectangle 36">
            <a:extLst>
              <a:ext uri="{FF2B5EF4-FFF2-40B4-BE49-F238E27FC236}">
                <a16:creationId xmlns:a16="http://schemas.microsoft.com/office/drawing/2014/main" id="{363C0133-88CD-6C27-4B9F-8E78CAE4DCC0}"/>
              </a:ext>
            </a:extLst>
          </p:cNvPr>
          <p:cNvSpPr>
            <a:spLocks noGrp="1"/>
          </p:cNvSpPr>
          <p:nvPr/>
        </p:nvSpPr>
        <p:spPr>
          <a:xfrm>
            <a:off x="181609" y="941884"/>
            <a:ext cx="1667002" cy="26879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6" name="Rounded Rectangle 36">
            <a:extLst>
              <a:ext uri="{FF2B5EF4-FFF2-40B4-BE49-F238E27FC236}">
                <a16:creationId xmlns:a16="http://schemas.microsoft.com/office/drawing/2014/main" id="{D68DABC6-9D74-F938-75FC-85E1CC974BBD}"/>
              </a:ext>
            </a:extLst>
          </p:cNvPr>
          <p:cNvSpPr>
            <a:spLocks noGrp="1"/>
          </p:cNvSpPr>
          <p:nvPr/>
        </p:nvSpPr>
        <p:spPr>
          <a:xfrm>
            <a:off x="193548" y="3841123"/>
            <a:ext cx="1667002" cy="289892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chemeClr val="tx2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A6C7B15-23DB-5711-1651-5C5D2DDEA3F9}"/>
              </a:ext>
            </a:extLst>
          </p:cNvPr>
          <p:cNvSpPr>
            <a:spLocks noGrp="1"/>
          </p:cNvSpPr>
          <p:nvPr/>
        </p:nvSpPr>
        <p:spPr>
          <a:xfrm>
            <a:off x="111252" y="388112"/>
            <a:ext cx="182880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输入</a:t>
            </a:r>
            <a:endParaRPr sz="16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DF736642-32A2-C20C-D329-1F6B01E05BBA}"/>
              </a:ext>
            </a:extLst>
          </p:cNvPr>
          <p:cNvSpPr>
            <a:spLocks noGrp="1"/>
          </p:cNvSpPr>
          <p:nvPr/>
        </p:nvSpPr>
        <p:spPr>
          <a:xfrm>
            <a:off x="248412" y="1127201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E8F3E3"/>
          </a:solidFill>
          <a:ln w="1270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3D7CDE4-5BD1-ABBE-45C0-BD56BBACC002}"/>
              </a:ext>
            </a:extLst>
          </p:cNvPr>
          <p:cNvSpPr>
            <a:spLocks noGrp="1"/>
          </p:cNvSpPr>
          <p:nvPr/>
        </p:nvSpPr>
        <p:spPr>
          <a:xfrm>
            <a:off x="266700" y="1323370"/>
            <a:ext cx="1517904" cy="5220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家庭表征</a:t>
            </a:r>
          </a:p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rʰ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B6E87F1C-D507-9707-531F-1FF96AAA65B5}"/>
              </a:ext>
            </a:extLst>
          </p:cNvPr>
          <p:cNvSpPr>
            <a:spLocks noGrp="1"/>
          </p:cNvSpPr>
          <p:nvPr/>
        </p:nvSpPr>
        <p:spPr>
          <a:xfrm>
            <a:off x="248412" y="2454656"/>
            <a:ext cx="1554480" cy="1005840"/>
          </a:xfrm>
          <a:prstGeom prst="roundRect">
            <a:avLst>
              <a:gd name="adj" fmla="val 10000"/>
            </a:avLst>
          </a:prstGeom>
          <a:solidFill>
            <a:srgbClr val="E8F3E3"/>
          </a:solidFill>
          <a:ln w="1270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C1ACDF-0BDB-B9E3-39E0-33A56A73DB65}"/>
              </a:ext>
            </a:extLst>
          </p:cNvPr>
          <p:cNvSpPr>
            <a:spLocks noGrp="1"/>
          </p:cNvSpPr>
          <p:nvPr/>
        </p:nvSpPr>
        <p:spPr>
          <a:xfrm>
            <a:off x="266700" y="2696546"/>
            <a:ext cx="1517904" cy="522066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成员表征</a:t>
            </a:r>
          </a:p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{rₙ}ᴺₙ₌₁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510F62B5-DCBE-DF7C-4024-62E1F0AE096D}"/>
              </a:ext>
            </a:extLst>
          </p:cNvPr>
          <p:cNvSpPr>
            <a:spLocks noGrp="1"/>
          </p:cNvSpPr>
          <p:nvPr/>
        </p:nvSpPr>
        <p:spPr>
          <a:xfrm>
            <a:off x="248412" y="4020008"/>
            <a:ext cx="1554480" cy="1051560"/>
          </a:xfrm>
          <a:prstGeom prst="roundRect">
            <a:avLst>
              <a:gd name="adj" fmla="val 10000"/>
            </a:avLst>
          </a:prstGeom>
          <a:solidFill>
            <a:srgbClr val="E3EDF9"/>
          </a:solidFill>
          <a:ln w="12700">
            <a:solidFill>
              <a:srgbClr val="7DA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283F67-ABE3-D12A-9EF6-9CD90C9C7F1A}"/>
              </a:ext>
            </a:extLst>
          </p:cNvPr>
          <p:cNvSpPr>
            <a:spLocks noGrp="1"/>
          </p:cNvSpPr>
          <p:nvPr/>
        </p:nvSpPr>
        <p:spPr>
          <a:xfrm>
            <a:off x="266700" y="4125213"/>
            <a:ext cx="1517904" cy="855683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家庭级</a:t>
            </a:r>
          </a:p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活动模式先验</a:t>
            </a:r>
          </a:p>
          <a:p>
            <a:pPr algn="ctr">
              <a:lnSpc>
                <a:spcPct val="110000"/>
              </a:lnSpc>
              <a:buNone/>
            </a:pPr>
            <a:r>
              <a:rPr sz="20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πʰ</a:t>
            </a:r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6148DF1D-7136-22CC-27C3-9F62C2B3DFFB}"/>
              </a:ext>
            </a:extLst>
          </p:cNvPr>
          <p:cNvSpPr>
            <a:spLocks noGrp="1"/>
          </p:cNvSpPr>
          <p:nvPr/>
        </p:nvSpPr>
        <p:spPr>
          <a:xfrm>
            <a:off x="248412" y="5409896"/>
            <a:ext cx="1554480" cy="1188720"/>
          </a:xfrm>
          <a:prstGeom prst="roundRect">
            <a:avLst>
              <a:gd name="adj" fmla="val 10000"/>
            </a:avLst>
          </a:prstGeom>
          <a:solidFill>
            <a:srgbClr val="E3EDF9"/>
          </a:solidFill>
          <a:ln w="12700">
            <a:solidFill>
              <a:srgbClr val="7DA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9A916BD-E3BE-DCEE-56D9-36D82FF4417F}"/>
              </a:ext>
            </a:extLst>
          </p:cNvPr>
          <p:cNvSpPr>
            <a:spLocks noGrp="1"/>
          </p:cNvSpPr>
          <p:nvPr/>
        </p:nvSpPr>
        <p:spPr>
          <a:xfrm>
            <a:off x="266700" y="5607805"/>
            <a:ext cx="1517904" cy="792909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个人级</a:t>
            </a:r>
          </a:p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活动模式先验</a:t>
            </a:r>
          </a:p>
          <a:p>
            <a:pPr algn="ctr">
              <a:lnSpc>
                <a:spcPct val="110000"/>
              </a:lnSpc>
              <a:buNone/>
            </a:pPr>
            <a:r>
              <a:rPr sz="16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{πₙⁱⁿᵈ}ᴺₙ₌₁</a:t>
            </a:r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CBA3FA28-6B42-90CD-C50F-0C51647EA060}"/>
              </a:ext>
            </a:extLst>
          </p:cNvPr>
          <p:cNvSpPr>
            <a:spLocks noGrp="1"/>
          </p:cNvSpPr>
          <p:nvPr/>
        </p:nvSpPr>
        <p:spPr>
          <a:xfrm>
            <a:off x="2241805" y="196088"/>
            <a:ext cx="6934093" cy="26974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7780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E51C3E9-3A19-D36D-552C-23116BD098C8}"/>
              </a:ext>
            </a:extLst>
          </p:cNvPr>
          <p:cNvSpPr>
            <a:spLocks noGrp="1"/>
          </p:cNvSpPr>
          <p:nvPr/>
        </p:nvSpPr>
        <p:spPr>
          <a:xfrm>
            <a:off x="2241804" y="269240"/>
            <a:ext cx="6934093" cy="30777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2000" b="1" i="0" dirty="0" err="1">
                <a:solidFill>
                  <a:srgbClr val="1F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</a:t>
            </a:r>
            <a:r>
              <a:rPr sz="2000" b="1" i="0" dirty="0">
                <a:solidFill>
                  <a:srgbClr val="1F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1   </a:t>
            </a:r>
            <a:r>
              <a:rPr sz="2000" b="1" i="0" dirty="0" err="1">
                <a:solidFill>
                  <a:srgbClr val="1F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协调成员上下文</a:t>
            </a:r>
            <a:endParaRPr sz="2000" b="1" i="0" dirty="0">
              <a:solidFill>
                <a:srgbClr val="1F4E79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Rounded Rectangle 14">
            <a:extLst>
              <a:ext uri="{FF2B5EF4-FFF2-40B4-BE49-F238E27FC236}">
                <a16:creationId xmlns:a16="http://schemas.microsoft.com/office/drawing/2014/main" id="{ACA8E1A6-F6DE-164B-29B9-CC74D7ADAA91}"/>
              </a:ext>
            </a:extLst>
          </p:cNvPr>
          <p:cNvSpPr>
            <a:spLocks noGrp="1"/>
          </p:cNvSpPr>
          <p:nvPr/>
        </p:nvSpPr>
        <p:spPr>
          <a:xfrm>
            <a:off x="2497836" y="625856"/>
            <a:ext cx="205740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DD66904B-8BD7-74A5-DB86-0AD6C9BF8A10}"/>
              </a:ext>
            </a:extLst>
          </p:cNvPr>
          <p:cNvSpPr>
            <a:spLocks noGrp="1"/>
          </p:cNvSpPr>
          <p:nvPr/>
        </p:nvSpPr>
        <p:spPr>
          <a:xfrm>
            <a:off x="2497836" y="680720"/>
            <a:ext cx="2121408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1" i="0">
                <a:solidFill>
                  <a:srgbClr val="1F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任务特定注意力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13FD5B02-3F48-E811-EED8-A8F8A6383B1B}"/>
              </a:ext>
            </a:extLst>
          </p:cNvPr>
          <p:cNvSpPr>
            <a:spLocks noGrp="1"/>
          </p:cNvSpPr>
          <p:nvPr/>
        </p:nvSpPr>
        <p:spPr>
          <a:xfrm>
            <a:off x="2497836" y="1022684"/>
            <a:ext cx="2121408" cy="4308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各成员</a:t>
            </a:r>
            <a:r>
              <a:rPr lang="zh-CN" alt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相关的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</a:t>
            </a:r>
            <a:r>
              <a:rPr lang="zh-CN" alt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共享特征</a:t>
            </a:r>
            <a:endParaRPr sz="14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D70BA36-420B-DB0A-2B6D-F5CBF0656100}"/>
              </a:ext>
            </a:extLst>
          </p:cNvPr>
          <p:cNvSpPr>
            <a:spLocks noGrp="1"/>
          </p:cNvSpPr>
          <p:nvPr/>
        </p:nvSpPr>
        <p:spPr>
          <a:xfrm>
            <a:off x="2763012" y="1631696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</a:t>
            </a:r>
          </a:p>
        </p:txBody>
      </p:sp>
      <p:sp>
        <p:nvSpPr>
          <p:cNvPr id="18" name="Rectangle 18">
            <a:extLst>
              <a:ext uri="{FF2B5EF4-FFF2-40B4-BE49-F238E27FC236}">
                <a16:creationId xmlns:a16="http://schemas.microsoft.com/office/drawing/2014/main" id="{D2A2C271-4A77-211D-8135-EAB3A6BB33A1}"/>
              </a:ext>
            </a:extLst>
          </p:cNvPr>
          <p:cNvSpPr>
            <a:spLocks noGrp="1"/>
          </p:cNvSpPr>
          <p:nvPr/>
        </p:nvSpPr>
        <p:spPr>
          <a:xfrm>
            <a:off x="2799588" y="1915160"/>
            <a:ext cx="164592" cy="164592"/>
          </a:xfrm>
          <a:prstGeom prst="rect">
            <a:avLst/>
          </a:prstGeom>
          <a:solidFill>
            <a:srgbClr val="C9DCF5"/>
          </a:solidFill>
          <a:ln w="11430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9">
            <a:extLst>
              <a:ext uri="{FF2B5EF4-FFF2-40B4-BE49-F238E27FC236}">
                <a16:creationId xmlns:a16="http://schemas.microsoft.com/office/drawing/2014/main" id="{B99722EE-D592-5C62-C049-CB0300869362}"/>
              </a:ext>
            </a:extLst>
          </p:cNvPr>
          <p:cNvSpPr>
            <a:spLocks noGrp="1"/>
          </p:cNvSpPr>
          <p:nvPr/>
        </p:nvSpPr>
        <p:spPr>
          <a:xfrm>
            <a:off x="3576828" y="1521968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A3A15E63-1044-4E2C-A450-C9FF2AA2721D}"/>
              </a:ext>
            </a:extLst>
          </p:cNvPr>
          <p:cNvSpPr>
            <a:spLocks noGrp="1"/>
          </p:cNvSpPr>
          <p:nvPr/>
        </p:nvSpPr>
        <p:spPr>
          <a:xfrm>
            <a:off x="3718560" y="1521968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Rectangle 21">
            <a:extLst>
              <a:ext uri="{FF2B5EF4-FFF2-40B4-BE49-F238E27FC236}">
                <a16:creationId xmlns:a16="http://schemas.microsoft.com/office/drawing/2014/main" id="{C59E7489-352C-0503-76C7-EDAFCCD4E575}"/>
              </a:ext>
            </a:extLst>
          </p:cNvPr>
          <p:cNvSpPr>
            <a:spLocks noGrp="1"/>
          </p:cNvSpPr>
          <p:nvPr/>
        </p:nvSpPr>
        <p:spPr>
          <a:xfrm>
            <a:off x="3860292" y="1521968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D311EB5-996C-4A57-7383-AD244A2FCFCC}"/>
              </a:ext>
            </a:extLst>
          </p:cNvPr>
          <p:cNvSpPr>
            <a:spLocks noGrp="1"/>
          </p:cNvSpPr>
          <p:nvPr/>
        </p:nvSpPr>
        <p:spPr>
          <a:xfrm>
            <a:off x="4052315" y="1499108"/>
            <a:ext cx="41148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3" name="Connector 23">
            <a:extLst>
              <a:ext uri="{FF2B5EF4-FFF2-40B4-BE49-F238E27FC236}">
                <a16:creationId xmlns:a16="http://schemas.microsoft.com/office/drawing/2014/main" id="{9C89D78E-46B0-4F98-AFA4-C8CFCDC39833}"/>
              </a:ext>
            </a:extLst>
          </p:cNvPr>
          <p:cNvSpPr>
            <a:spLocks noGrp="1"/>
          </p:cNvSpPr>
          <p:nvPr/>
        </p:nvSpPr>
        <p:spPr>
          <a:xfrm flipV="1">
            <a:off x="2973324" y="1593291"/>
            <a:ext cx="576072" cy="404165"/>
          </a:xfrm>
          <a:prstGeom prst="line">
            <a:avLst/>
          </a:prstGeom>
          <a:ln w="12700">
            <a:solidFill>
              <a:srgbClr val="4A77B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DA254927-3F6D-C71F-015C-99975284C8D6}"/>
              </a:ext>
            </a:extLst>
          </p:cNvPr>
          <p:cNvSpPr>
            <a:spLocks noGrp="1"/>
          </p:cNvSpPr>
          <p:nvPr/>
        </p:nvSpPr>
        <p:spPr>
          <a:xfrm>
            <a:off x="3576828" y="1869440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5" name="Rectangle 25">
            <a:extLst>
              <a:ext uri="{FF2B5EF4-FFF2-40B4-BE49-F238E27FC236}">
                <a16:creationId xmlns:a16="http://schemas.microsoft.com/office/drawing/2014/main" id="{61D02677-3D94-19C8-ED30-E0902150E324}"/>
              </a:ext>
            </a:extLst>
          </p:cNvPr>
          <p:cNvSpPr>
            <a:spLocks noGrp="1"/>
          </p:cNvSpPr>
          <p:nvPr/>
        </p:nvSpPr>
        <p:spPr>
          <a:xfrm>
            <a:off x="3718560" y="1869440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Rectangle 26">
            <a:extLst>
              <a:ext uri="{FF2B5EF4-FFF2-40B4-BE49-F238E27FC236}">
                <a16:creationId xmlns:a16="http://schemas.microsoft.com/office/drawing/2014/main" id="{A903CEB8-E778-BFB8-BBDF-B0FB8111E567}"/>
              </a:ext>
            </a:extLst>
          </p:cNvPr>
          <p:cNvSpPr>
            <a:spLocks noGrp="1"/>
          </p:cNvSpPr>
          <p:nvPr/>
        </p:nvSpPr>
        <p:spPr>
          <a:xfrm>
            <a:off x="3860292" y="1869440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9633F75-69DA-D9FA-CBAC-0E7FD503B4CC}"/>
              </a:ext>
            </a:extLst>
          </p:cNvPr>
          <p:cNvSpPr>
            <a:spLocks noGrp="1"/>
          </p:cNvSpPr>
          <p:nvPr/>
        </p:nvSpPr>
        <p:spPr>
          <a:xfrm>
            <a:off x="4052315" y="1846580"/>
            <a:ext cx="41148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Connector 28">
            <a:extLst>
              <a:ext uri="{FF2B5EF4-FFF2-40B4-BE49-F238E27FC236}">
                <a16:creationId xmlns:a16="http://schemas.microsoft.com/office/drawing/2014/main" id="{5902B403-7FCE-4613-9FC2-5A1624CB067C}"/>
              </a:ext>
            </a:extLst>
          </p:cNvPr>
          <p:cNvSpPr>
            <a:spLocks noGrp="1"/>
          </p:cNvSpPr>
          <p:nvPr/>
        </p:nvSpPr>
        <p:spPr>
          <a:xfrm flipV="1">
            <a:off x="2973324" y="1940763"/>
            <a:ext cx="576072" cy="56693"/>
          </a:xfrm>
          <a:prstGeom prst="line">
            <a:avLst/>
          </a:prstGeom>
          <a:ln w="12700">
            <a:solidFill>
              <a:srgbClr val="4A77B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Rectangle 29">
            <a:extLst>
              <a:ext uri="{FF2B5EF4-FFF2-40B4-BE49-F238E27FC236}">
                <a16:creationId xmlns:a16="http://schemas.microsoft.com/office/drawing/2014/main" id="{D76D304A-BD15-912F-9952-88E66F6E1F9F}"/>
              </a:ext>
            </a:extLst>
          </p:cNvPr>
          <p:cNvSpPr>
            <a:spLocks noGrp="1"/>
          </p:cNvSpPr>
          <p:nvPr/>
        </p:nvSpPr>
        <p:spPr>
          <a:xfrm>
            <a:off x="3576828" y="2399792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30">
            <a:extLst>
              <a:ext uri="{FF2B5EF4-FFF2-40B4-BE49-F238E27FC236}">
                <a16:creationId xmlns:a16="http://schemas.microsoft.com/office/drawing/2014/main" id="{0398371D-7BF0-EB0F-3F24-30C2C4FC547B}"/>
              </a:ext>
            </a:extLst>
          </p:cNvPr>
          <p:cNvSpPr>
            <a:spLocks noGrp="1"/>
          </p:cNvSpPr>
          <p:nvPr/>
        </p:nvSpPr>
        <p:spPr>
          <a:xfrm>
            <a:off x="3718560" y="2399792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Rectangle 31">
            <a:extLst>
              <a:ext uri="{FF2B5EF4-FFF2-40B4-BE49-F238E27FC236}">
                <a16:creationId xmlns:a16="http://schemas.microsoft.com/office/drawing/2014/main" id="{1AC364CD-0D0E-8666-7C5B-13C47837F0FC}"/>
              </a:ext>
            </a:extLst>
          </p:cNvPr>
          <p:cNvSpPr>
            <a:spLocks noGrp="1"/>
          </p:cNvSpPr>
          <p:nvPr/>
        </p:nvSpPr>
        <p:spPr>
          <a:xfrm>
            <a:off x="3860292" y="2399792"/>
            <a:ext cx="141732" cy="141732"/>
          </a:xfrm>
          <a:prstGeom prst="rect">
            <a:avLst/>
          </a:prstGeom>
          <a:solidFill>
            <a:srgbClr val="DDEBD5"/>
          </a:solidFill>
          <a:ln w="9525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9454E558-45F7-817B-08A4-3D45CC97FC2B}"/>
              </a:ext>
            </a:extLst>
          </p:cNvPr>
          <p:cNvSpPr>
            <a:spLocks noGrp="1"/>
          </p:cNvSpPr>
          <p:nvPr/>
        </p:nvSpPr>
        <p:spPr>
          <a:xfrm>
            <a:off x="4052315" y="2376932"/>
            <a:ext cx="41148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33" name="Connector 33">
            <a:extLst>
              <a:ext uri="{FF2B5EF4-FFF2-40B4-BE49-F238E27FC236}">
                <a16:creationId xmlns:a16="http://schemas.microsoft.com/office/drawing/2014/main" id="{2F9D5827-8350-4498-B758-04CFE3C763AE}"/>
              </a:ext>
            </a:extLst>
          </p:cNvPr>
          <p:cNvSpPr>
            <a:spLocks noGrp="1"/>
          </p:cNvSpPr>
          <p:nvPr/>
        </p:nvSpPr>
        <p:spPr>
          <a:xfrm>
            <a:off x="2973324" y="1997456"/>
            <a:ext cx="576072" cy="473659"/>
          </a:xfrm>
          <a:prstGeom prst="line">
            <a:avLst/>
          </a:prstGeom>
          <a:ln w="12700">
            <a:solidFill>
              <a:srgbClr val="4A77B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ABDE23BC-9D8F-654F-A56B-A4D126739991}"/>
              </a:ext>
            </a:extLst>
          </p:cNvPr>
          <p:cNvSpPr>
            <a:spLocks noGrp="1"/>
          </p:cNvSpPr>
          <p:nvPr/>
        </p:nvSpPr>
        <p:spPr>
          <a:xfrm>
            <a:off x="3668267" y="2088896"/>
            <a:ext cx="27432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35" name="Rounded Rectangle 35">
            <a:extLst>
              <a:ext uri="{FF2B5EF4-FFF2-40B4-BE49-F238E27FC236}">
                <a16:creationId xmlns:a16="http://schemas.microsoft.com/office/drawing/2014/main" id="{D46C489F-A2DC-F156-509B-FE1A27D14C08}"/>
              </a:ext>
            </a:extLst>
          </p:cNvPr>
          <p:cNvSpPr>
            <a:spLocks noGrp="1"/>
          </p:cNvSpPr>
          <p:nvPr/>
        </p:nvSpPr>
        <p:spPr>
          <a:xfrm>
            <a:off x="4820412" y="625856"/>
            <a:ext cx="2180463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3E390EE-D788-3B7C-3736-DF940386E3E9}"/>
              </a:ext>
            </a:extLst>
          </p:cNvPr>
          <p:cNvSpPr>
            <a:spLocks noGrp="1"/>
          </p:cNvSpPr>
          <p:nvPr/>
        </p:nvSpPr>
        <p:spPr>
          <a:xfrm>
            <a:off x="4731067" y="680720"/>
            <a:ext cx="2359152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1" i="0">
                <a:solidFill>
                  <a:srgbClr val="1F4E79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跨角色注意力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D639BBB3-110C-0961-2DDD-0E192335C829}"/>
              </a:ext>
            </a:extLst>
          </p:cNvPr>
          <p:cNvSpPr>
            <a:spLocks noGrp="1"/>
          </p:cNvSpPr>
          <p:nvPr/>
        </p:nvSpPr>
        <p:spPr>
          <a:xfrm>
            <a:off x="4756405" y="1018935"/>
            <a:ext cx="2359152" cy="43088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成员间</a:t>
            </a:r>
            <a:endParaRPr sz="14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buNone/>
            </a:pP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相互交互</a:t>
            </a:r>
            <a:endParaRPr sz="14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Rectangle 38">
            <a:extLst>
              <a:ext uri="{FF2B5EF4-FFF2-40B4-BE49-F238E27FC236}">
                <a16:creationId xmlns:a16="http://schemas.microsoft.com/office/drawing/2014/main" id="{D8A9BFD2-B202-B66A-7B2F-09571A1DF197}"/>
              </a:ext>
            </a:extLst>
          </p:cNvPr>
          <p:cNvSpPr>
            <a:spLocks noGrp="1"/>
          </p:cNvSpPr>
          <p:nvPr/>
        </p:nvSpPr>
        <p:spPr>
          <a:xfrm>
            <a:off x="5231892" y="1558544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Rectangle 39">
            <a:extLst>
              <a:ext uri="{FF2B5EF4-FFF2-40B4-BE49-F238E27FC236}">
                <a16:creationId xmlns:a16="http://schemas.microsoft.com/office/drawing/2014/main" id="{9B2EFBF0-EBB7-9096-6D23-AB11C73FAA21}"/>
              </a:ext>
            </a:extLst>
          </p:cNvPr>
          <p:cNvSpPr>
            <a:spLocks noGrp="1"/>
          </p:cNvSpPr>
          <p:nvPr/>
        </p:nvSpPr>
        <p:spPr>
          <a:xfrm>
            <a:off x="6420612" y="1558544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9004CD41-0CF6-4964-151A-F9150E37BDCD}"/>
              </a:ext>
            </a:extLst>
          </p:cNvPr>
          <p:cNvSpPr>
            <a:spLocks noGrp="1"/>
          </p:cNvSpPr>
          <p:nvPr/>
        </p:nvSpPr>
        <p:spPr>
          <a:xfrm>
            <a:off x="4843272" y="1540256"/>
            <a:ext cx="329184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8FBD06D7-C76F-3CD6-3C81-7A66076ECFF6}"/>
              </a:ext>
            </a:extLst>
          </p:cNvPr>
          <p:cNvSpPr>
            <a:spLocks noGrp="1"/>
          </p:cNvSpPr>
          <p:nvPr/>
        </p:nvSpPr>
        <p:spPr>
          <a:xfrm>
            <a:off x="6617208" y="1540256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42" name="Rectangle 42">
            <a:extLst>
              <a:ext uri="{FF2B5EF4-FFF2-40B4-BE49-F238E27FC236}">
                <a16:creationId xmlns:a16="http://schemas.microsoft.com/office/drawing/2014/main" id="{84843433-38D9-359C-3CF9-ECC83B803CE3}"/>
              </a:ext>
            </a:extLst>
          </p:cNvPr>
          <p:cNvSpPr>
            <a:spLocks noGrp="1"/>
          </p:cNvSpPr>
          <p:nvPr/>
        </p:nvSpPr>
        <p:spPr>
          <a:xfrm>
            <a:off x="5231892" y="1906016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Rectangle 43">
            <a:extLst>
              <a:ext uri="{FF2B5EF4-FFF2-40B4-BE49-F238E27FC236}">
                <a16:creationId xmlns:a16="http://schemas.microsoft.com/office/drawing/2014/main" id="{70703A3B-3079-DCB8-496E-2E15F96FA356}"/>
              </a:ext>
            </a:extLst>
          </p:cNvPr>
          <p:cNvSpPr>
            <a:spLocks noGrp="1"/>
          </p:cNvSpPr>
          <p:nvPr/>
        </p:nvSpPr>
        <p:spPr>
          <a:xfrm>
            <a:off x="6420612" y="1906016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232ECD12-4235-3D84-5A5F-D7CE55678CBB}"/>
              </a:ext>
            </a:extLst>
          </p:cNvPr>
          <p:cNvSpPr>
            <a:spLocks noGrp="1"/>
          </p:cNvSpPr>
          <p:nvPr/>
        </p:nvSpPr>
        <p:spPr>
          <a:xfrm>
            <a:off x="4843272" y="1887728"/>
            <a:ext cx="329184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E481833-AD6D-84C4-3760-C4C7161B2E90}"/>
              </a:ext>
            </a:extLst>
          </p:cNvPr>
          <p:cNvSpPr>
            <a:spLocks noGrp="1"/>
          </p:cNvSpPr>
          <p:nvPr/>
        </p:nvSpPr>
        <p:spPr>
          <a:xfrm>
            <a:off x="6617208" y="1887728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6" name="Rectangle 46">
            <a:extLst>
              <a:ext uri="{FF2B5EF4-FFF2-40B4-BE49-F238E27FC236}">
                <a16:creationId xmlns:a16="http://schemas.microsoft.com/office/drawing/2014/main" id="{E3E66338-B98B-5808-607D-CEADCBF16756}"/>
              </a:ext>
            </a:extLst>
          </p:cNvPr>
          <p:cNvSpPr>
            <a:spLocks noGrp="1"/>
          </p:cNvSpPr>
          <p:nvPr/>
        </p:nvSpPr>
        <p:spPr>
          <a:xfrm>
            <a:off x="5231892" y="2436368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7" name="Rectangle 47">
            <a:extLst>
              <a:ext uri="{FF2B5EF4-FFF2-40B4-BE49-F238E27FC236}">
                <a16:creationId xmlns:a16="http://schemas.microsoft.com/office/drawing/2014/main" id="{EDAC3474-20A8-E356-C100-598D1B3154E9}"/>
              </a:ext>
            </a:extLst>
          </p:cNvPr>
          <p:cNvSpPr>
            <a:spLocks noGrp="1"/>
          </p:cNvSpPr>
          <p:nvPr/>
        </p:nvSpPr>
        <p:spPr>
          <a:xfrm>
            <a:off x="6420612" y="2436368"/>
            <a:ext cx="137160" cy="137160"/>
          </a:xfrm>
          <a:prstGeom prst="rect">
            <a:avLst/>
          </a:prstGeom>
          <a:solidFill>
            <a:srgbClr val="DDEBD5"/>
          </a:solidFill>
          <a:ln w="11430">
            <a:solidFill>
              <a:srgbClr val="8FBC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97D79CFE-F2A7-7FC8-C073-316E2E328764}"/>
              </a:ext>
            </a:extLst>
          </p:cNvPr>
          <p:cNvSpPr>
            <a:spLocks noGrp="1"/>
          </p:cNvSpPr>
          <p:nvPr/>
        </p:nvSpPr>
        <p:spPr>
          <a:xfrm>
            <a:off x="4843272" y="2418080"/>
            <a:ext cx="329184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523C67E9-0F8E-9AD2-42C7-61A70835DDDC}"/>
              </a:ext>
            </a:extLst>
          </p:cNvPr>
          <p:cNvSpPr>
            <a:spLocks noGrp="1"/>
          </p:cNvSpPr>
          <p:nvPr/>
        </p:nvSpPr>
        <p:spPr>
          <a:xfrm>
            <a:off x="6617208" y="2418080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50" name="Connector 50">
            <a:extLst>
              <a:ext uri="{FF2B5EF4-FFF2-40B4-BE49-F238E27FC236}">
                <a16:creationId xmlns:a16="http://schemas.microsoft.com/office/drawing/2014/main" id="{6F053491-E106-4039-BB1D-EA50FFE525ED}"/>
              </a:ext>
            </a:extLst>
          </p:cNvPr>
          <p:cNvSpPr>
            <a:spLocks noGrp="1"/>
          </p:cNvSpPr>
          <p:nvPr/>
        </p:nvSpPr>
        <p:spPr>
          <a:xfrm>
            <a:off x="5373624" y="1627124"/>
            <a:ext cx="1042416" cy="0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1" name="Connector 51">
            <a:extLst>
              <a:ext uri="{FF2B5EF4-FFF2-40B4-BE49-F238E27FC236}">
                <a16:creationId xmlns:a16="http://schemas.microsoft.com/office/drawing/2014/main" id="{BF5AE5D5-4ADE-41AF-9CAB-7AB866C819FB}"/>
              </a:ext>
            </a:extLst>
          </p:cNvPr>
          <p:cNvSpPr>
            <a:spLocks noGrp="1"/>
          </p:cNvSpPr>
          <p:nvPr/>
        </p:nvSpPr>
        <p:spPr>
          <a:xfrm>
            <a:off x="5373624" y="1627124"/>
            <a:ext cx="1042416" cy="347472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2" name="Connector 52">
            <a:extLst>
              <a:ext uri="{FF2B5EF4-FFF2-40B4-BE49-F238E27FC236}">
                <a16:creationId xmlns:a16="http://schemas.microsoft.com/office/drawing/2014/main" id="{658F67C4-7D3A-4115-80AB-E459C216C04B}"/>
              </a:ext>
            </a:extLst>
          </p:cNvPr>
          <p:cNvSpPr>
            <a:spLocks noGrp="1"/>
          </p:cNvSpPr>
          <p:nvPr/>
        </p:nvSpPr>
        <p:spPr>
          <a:xfrm>
            <a:off x="5373624" y="1627124"/>
            <a:ext cx="1042416" cy="877824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Connector 53">
            <a:extLst>
              <a:ext uri="{FF2B5EF4-FFF2-40B4-BE49-F238E27FC236}">
                <a16:creationId xmlns:a16="http://schemas.microsoft.com/office/drawing/2014/main" id="{A582AB82-766D-4052-9299-2CB8C70B915E}"/>
              </a:ext>
            </a:extLst>
          </p:cNvPr>
          <p:cNvSpPr>
            <a:spLocks noGrp="1"/>
          </p:cNvSpPr>
          <p:nvPr/>
        </p:nvSpPr>
        <p:spPr>
          <a:xfrm flipV="1">
            <a:off x="5373624" y="1627124"/>
            <a:ext cx="1042416" cy="347472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4" name="Connector 54">
            <a:extLst>
              <a:ext uri="{FF2B5EF4-FFF2-40B4-BE49-F238E27FC236}">
                <a16:creationId xmlns:a16="http://schemas.microsoft.com/office/drawing/2014/main" id="{C51DEFA0-0399-4BD5-86AD-40AC7B6A2AA3}"/>
              </a:ext>
            </a:extLst>
          </p:cNvPr>
          <p:cNvSpPr>
            <a:spLocks noGrp="1"/>
          </p:cNvSpPr>
          <p:nvPr/>
        </p:nvSpPr>
        <p:spPr>
          <a:xfrm>
            <a:off x="5373624" y="1974596"/>
            <a:ext cx="1042416" cy="0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Connector 55">
            <a:extLst>
              <a:ext uri="{FF2B5EF4-FFF2-40B4-BE49-F238E27FC236}">
                <a16:creationId xmlns:a16="http://schemas.microsoft.com/office/drawing/2014/main" id="{BA3D4A1B-0EE6-43AB-B62F-0FC47908D4C5}"/>
              </a:ext>
            </a:extLst>
          </p:cNvPr>
          <p:cNvSpPr>
            <a:spLocks noGrp="1"/>
          </p:cNvSpPr>
          <p:nvPr/>
        </p:nvSpPr>
        <p:spPr>
          <a:xfrm>
            <a:off x="5373624" y="1974596"/>
            <a:ext cx="1042416" cy="530352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Connector 56">
            <a:extLst>
              <a:ext uri="{FF2B5EF4-FFF2-40B4-BE49-F238E27FC236}">
                <a16:creationId xmlns:a16="http://schemas.microsoft.com/office/drawing/2014/main" id="{0F58FF6A-169F-40AE-8E2F-018EA10F870D}"/>
              </a:ext>
            </a:extLst>
          </p:cNvPr>
          <p:cNvSpPr>
            <a:spLocks noGrp="1"/>
          </p:cNvSpPr>
          <p:nvPr/>
        </p:nvSpPr>
        <p:spPr>
          <a:xfrm flipV="1">
            <a:off x="5373624" y="1627124"/>
            <a:ext cx="1042416" cy="877824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7" name="Connector 57">
            <a:extLst>
              <a:ext uri="{FF2B5EF4-FFF2-40B4-BE49-F238E27FC236}">
                <a16:creationId xmlns:a16="http://schemas.microsoft.com/office/drawing/2014/main" id="{D46DB8A3-D01F-4E4B-96B3-3DF7CDEA15CA}"/>
              </a:ext>
            </a:extLst>
          </p:cNvPr>
          <p:cNvSpPr>
            <a:spLocks noGrp="1"/>
          </p:cNvSpPr>
          <p:nvPr/>
        </p:nvSpPr>
        <p:spPr>
          <a:xfrm flipV="1">
            <a:off x="5373624" y="1974596"/>
            <a:ext cx="1042416" cy="530352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Connector 58">
            <a:extLst>
              <a:ext uri="{FF2B5EF4-FFF2-40B4-BE49-F238E27FC236}">
                <a16:creationId xmlns:a16="http://schemas.microsoft.com/office/drawing/2014/main" id="{EA181528-83C3-4A16-9594-5EB263ECD744}"/>
              </a:ext>
            </a:extLst>
          </p:cNvPr>
          <p:cNvSpPr>
            <a:spLocks noGrp="1"/>
          </p:cNvSpPr>
          <p:nvPr/>
        </p:nvSpPr>
        <p:spPr>
          <a:xfrm>
            <a:off x="5373624" y="2504948"/>
            <a:ext cx="1042416" cy="0"/>
          </a:xfrm>
          <a:prstGeom prst="line">
            <a:avLst/>
          </a:prstGeom>
          <a:ln w="889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TextBox 59">
            <a:extLst>
              <a:ext uri="{FF2B5EF4-FFF2-40B4-BE49-F238E27FC236}">
                <a16:creationId xmlns:a16="http://schemas.microsoft.com/office/drawing/2014/main" id="{94B1BF86-D8F1-FBCC-DB96-0355D6029695}"/>
              </a:ext>
            </a:extLst>
          </p:cNvPr>
          <p:cNvSpPr>
            <a:spLocks noGrp="1"/>
          </p:cNvSpPr>
          <p:nvPr/>
        </p:nvSpPr>
        <p:spPr>
          <a:xfrm>
            <a:off x="5254752" y="2116327"/>
            <a:ext cx="27432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7C3B18E0-66A7-F24A-1B86-2C36CD53C46A}"/>
              </a:ext>
            </a:extLst>
          </p:cNvPr>
          <p:cNvSpPr>
            <a:spLocks noGrp="1"/>
          </p:cNvSpPr>
          <p:nvPr/>
        </p:nvSpPr>
        <p:spPr>
          <a:xfrm>
            <a:off x="6443472" y="2116327"/>
            <a:ext cx="27432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⋮</a:t>
            </a:r>
          </a:p>
        </p:txBody>
      </p:sp>
      <p:sp>
        <p:nvSpPr>
          <p:cNvPr id="61" name="Rounded Rectangle 61">
            <a:extLst>
              <a:ext uri="{FF2B5EF4-FFF2-40B4-BE49-F238E27FC236}">
                <a16:creationId xmlns:a16="http://schemas.microsoft.com/office/drawing/2014/main" id="{E645B2EC-DFF2-1D14-2291-8BF4F06C6281}"/>
              </a:ext>
            </a:extLst>
          </p:cNvPr>
          <p:cNvSpPr>
            <a:spLocks noGrp="1"/>
          </p:cNvSpPr>
          <p:nvPr/>
        </p:nvSpPr>
        <p:spPr>
          <a:xfrm>
            <a:off x="7271005" y="618541"/>
            <a:ext cx="1783080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3970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2" name="TextBox 62">
            <a:extLst>
              <a:ext uri="{FF2B5EF4-FFF2-40B4-BE49-F238E27FC236}">
                <a16:creationId xmlns:a16="http://schemas.microsoft.com/office/drawing/2014/main" id="{CC80F985-9B84-871A-8430-1815CF122232}"/>
              </a:ext>
            </a:extLst>
          </p:cNvPr>
          <p:cNvSpPr>
            <a:spLocks noGrp="1"/>
          </p:cNvSpPr>
          <p:nvPr/>
        </p:nvSpPr>
        <p:spPr>
          <a:xfrm>
            <a:off x="7339988" y="654154"/>
            <a:ext cx="1680635" cy="55399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协调成员</a:t>
            </a:r>
          </a:p>
          <a:p>
            <a:pPr algn="ctr">
              <a:lnSpc>
                <a:spcPct val="100000"/>
              </a:lnSpc>
              <a:buNone/>
            </a:pPr>
            <a:r>
              <a:rPr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上下文</a:t>
            </a:r>
          </a:p>
        </p:txBody>
      </p:sp>
      <p:sp>
        <p:nvSpPr>
          <p:cNvPr id="63" name="TextBox 63">
            <a:extLst>
              <a:ext uri="{FF2B5EF4-FFF2-40B4-BE49-F238E27FC236}">
                <a16:creationId xmlns:a16="http://schemas.microsoft.com/office/drawing/2014/main" id="{8FB3DA1B-62CF-A593-6B33-FB623CC83CE6}"/>
              </a:ext>
            </a:extLst>
          </p:cNvPr>
          <p:cNvSpPr>
            <a:spLocks noGrp="1"/>
          </p:cNvSpPr>
          <p:nvPr/>
        </p:nvSpPr>
        <p:spPr>
          <a:xfrm>
            <a:off x="7037452" y="1198780"/>
            <a:ext cx="2359152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{ </a:t>
            </a: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}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Nn=1</a:t>
            </a:r>
          </a:p>
        </p:txBody>
      </p:sp>
      <p:sp>
        <p:nvSpPr>
          <p:cNvPr id="64" name="TextBox 64">
            <a:extLst>
              <a:ext uri="{FF2B5EF4-FFF2-40B4-BE49-F238E27FC236}">
                <a16:creationId xmlns:a16="http://schemas.microsoft.com/office/drawing/2014/main" id="{6F5B43C6-9761-70FF-7DCB-08E46BFA8234}"/>
              </a:ext>
            </a:extLst>
          </p:cNvPr>
          <p:cNvSpPr>
            <a:spLocks noGrp="1"/>
          </p:cNvSpPr>
          <p:nvPr/>
        </p:nvSpPr>
        <p:spPr>
          <a:xfrm>
            <a:off x="7421500" y="1496365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65" name="Rectangle 65">
            <a:extLst>
              <a:ext uri="{FF2B5EF4-FFF2-40B4-BE49-F238E27FC236}">
                <a16:creationId xmlns:a16="http://schemas.microsoft.com/office/drawing/2014/main" id="{FE4AC6F7-8021-1F8F-ED31-428ACEDD97E4}"/>
              </a:ext>
            </a:extLst>
          </p:cNvPr>
          <p:cNvSpPr>
            <a:spLocks noGrp="1"/>
          </p:cNvSpPr>
          <p:nvPr/>
        </p:nvSpPr>
        <p:spPr>
          <a:xfrm>
            <a:off x="7878700" y="1514653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6" name="Rectangle 66">
            <a:extLst>
              <a:ext uri="{FF2B5EF4-FFF2-40B4-BE49-F238E27FC236}">
                <a16:creationId xmlns:a16="http://schemas.microsoft.com/office/drawing/2014/main" id="{1AF47652-45CD-B78A-4094-C51E6E0AC0AB}"/>
              </a:ext>
            </a:extLst>
          </p:cNvPr>
          <p:cNvSpPr>
            <a:spLocks noGrp="1"/>
          </p:cNvSpPr>
          <p:nvPr/>
        </p:nvSpPr>
        <p:spPr>
          <a:xfrm>
            <a:off x="8029576" y="1514653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7" name="Rectangle 67">
            <a:extLst>
              <a:ext uri="{FF2B5EF4-FFF2-40B4-BE49-F238E27FC236}">
                <a16:creationId xmlns:a16="http://schemas.microsoft.com/office/drawing/2014/main" id="{33F4605D-D189-A95C-9F63-047B0436B041}"/>
              </a:ext>
            </a:extLst>
          </p:cNvPr>
          <p:cNvSpPr>
            <a:spLocks noGrp="1"/>
          </p:cNvSpPr>
          <p:nvPr/>
        </p:nvSpPr>
        <p:spPr>
          <a:xfrm>
            <a:off x="8180451" y="1514653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8" name="Rectangle 68">
            <a:extLst>
              <a:ext uri="{FF2B5EF4-FFF2-40B4-BE49-F238E27FC236}">
                <a16:creationId xmlns:a16="http://schemas.microsoft.com/office/drawing/2014/main" id="{3C478718-6C1D-6D34-B150-92B5BE8E612D}"/>
              </a:ext>
            </a:extLst>
          </p:cNvPr>
          <p:cNvSpPr>
            <a:spLocks noGrp="1"/>
          </p:cNvSpPr>
          <p:nvPr/>
        </p:nvSpPr>
        <p:spPr>
          <a:xfrm>
            <a:off x="8331327" y="1514653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9" name="TextBox 69">
            <a:extLst>
              <a:ext uri="{FF2B5EF4-FFF2-40B4-BE49-F238E27FC236}">
                <a16:creationId xmlns:a16="http://schemas.microsoft.com/office/drawing/2014/main" id="{ECBA054A-8B3E-015F-0211-240D5E5F66DD}"/>
              </a:ext>
            </a:extLst>
          </p:cNvPr>
          <p:cNvSpPr>
            <a:spLocks noGrp="1"/>
          </p:cNvSpPr>
          <p:nvPr/>
        </p:nvSpPr>
        <p:spPr>
          <a:xfrm>
            <a:off x="7421500" y="1843837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0" name="Rectangle 70">
            <a:extLst>
              <a:ext uri="{FF2B5EF4-FFF2-40B4-BE49-F238E27FC236}">
                <a16:creationId xmlns:a16="http://schemas.microsoft.com/office/drawing/2014/main" id="{B7B3DDD4-42DB-E419-EE46-E6866505404C}"/>
              </a:ext>
            </a:extLst>
          </p:cNvPr>
          <p:cNvSpPr>
            <a:spLocks noGrp="1"/>
          </p:cNvSpPr>
          <p:nvPr/>
        </p:nvSpPr>
        <p:spPr>
          <a:xfrm>
            <a:off x="7878700" y="1862125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1" name="Rectangle 71">
            <a:extLst>
              <a:ext uri="{FF2B5EF4-FFF2-40B4-BE49-F238E27FC236}">
                <a16:creationId xmlns:a16="http://schemas.microsoft.com/office/drawing/2014/main" id="{564A788B-3F53-8308-85EC-CC9117B864D9}"/>
              </a:ext>
            </a:extLst>
          </p:cNvPr>
          <p:cNvSpPr>
            <a:spLocks noGrp="1"/>
          </p:cNvSpPr>
          <p:nvPr/>
        </p:nvSpPr>
        <p:spPr>
          <a:xfrm>
            <a:off x="8029576" y="1862125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2" name="Rectangle 72">
            <a:extLst>
              <a:ext uri="{FF2B5EF4-FFF2-40B4-BE49-F238E27FC236}">
                <a16:creationId xmlns:a16="http://schemas.microsoft.com/office/drawing/2014/main" id="{BF127C6A-0D6B-4BA2-9464-384EA18476ED}"/>
              </a:ext>
            </a:extLst>
          </p:cNvPr>
          <p:cNvSpPr>
            <a:spLocks noGrp="1"/>
          </p:cNvSpPr>
          <p:nvPr/>
        </p:nvSpPr>
        <p:spPr>
          <a:xfrm>
            <a:off x="8180451" y="1862125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3" name="Rectangle 73">
            <a:extLst>
              <a:ext uri="{FF2B5EF4-FFF2-40B4-BE49-F238E27FC236}">
                <a16:creationId xmlns:a16="http://schemas.microsoft.com/office/drawing/2014/main" id="{716EB9A3-E127-E0AE-DBB0-ED11032E2C72}"/>
              </a:ext>
            </a:extLst>
          </p:cNvPr>
          <p:cNvSpPr>
            <a:spLocks noGrp="1"/>
          </p:cNvSpPr>
          <p:nvPr/>
        </p:nvSpPr>
        <p:spPr>
          <a:xfrm>
            <a:off x="8331327" y="1862125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4" name="TextBox 74">
            <a:extLst>
              <a:ext uri="{FF2B5EF4-FFF2-40B4-BE49-F238E27FC236}">
                <a16:creationId xmlns:a16="http://schemas.microsoft.com/office/drawing/2014/main" id="{13E98D3C-28F9-A0C4-478A-E41CDCC3DE1D}"/>
              </a:ext>
            </a:extLst>
          </p:cNvPr>
          <p:cNvSpPr>
            <a:spLocks noGrp="1"/>
          </p:cNvSpPr>
          <p:nvPr/>
        </p:nvSpPr>
        <p:spPr>
          <a:xfrm>
            <a:off x="7421500" y="2374189"/>
            <a:ext cx="365760" cy="276999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lnSpc>
                <a:spcPct val="100000"/>
              </a:lnSpc>
              <a:buNone/>
            </a:pPr>
            <a:r>
              <a:rPr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</a:t>
            </a: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N</a:t>
            </a:r>
          </a:p>
        </p:txBody>
      </p:sp>
      <p:sp>
        <p:nvSpPr>
          <p:cNvPr id="75" name="Rectangle 75">
            <a:extLst>
              <a:ext uri="{FF2B5EF4-FFF2-40B4-BE49-F238E27FC236}">
                <a16:creationId xmlns:a16="http://schemas.microsoft.com/office/drawing/2014/main" id="{E566E931-4AF4-7CEB-645F-35831EC25B28}"/>
              </a:ext>
            </a:extLst>
          </p:cNvPr>
          <p:cNvSpPr>
            <a:spLocks noGrp="1"/>
          </p:cNvSpPr>
          <p:nvPr/>
        </p:nvSpPr>
        <p:spPr>
          <a:xfrm>
            <a:off x="7878700" y="2392477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6" name="Rectangle 76">
            <a:extLst>
              <a:ext uri="{FF2B5EF4-FFF2-40B4-BE49-F238E27FC236}">
                <a16:creationId xmlns:a16="http://schemas.microsoft.com/office/drawing/2014/main" id="{1D3A7AC7-0C16-8445-7FE6-D7E42035D269}"/>
              </a:ext>
            </a:extLst>
          </p:cNvPr>
          <p:cNvSpPr>
            <a:spLocks noGrp="1"/>
          </p:cNvSpPr>
          <p:nvPr/>
        </p:nvSpPr>
        <p:spPr>
          <a:xfrm>
            <a:off x="8029576" y="2392477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7" name="Rectangle 77">
            <a:extLst>
              <a:ext uri="{FF2B5EF4-FFF2-40B4-BE49-F238E27FC236}">
                <a16:creationId xmlns:a16="http://schemas.microsoft.com/office/drawing/2014/main" id="{85B80BD3-F091-A2EF-0481-FAB15751B427}"/>
              </a:ext>
            </a:extLst>
          </p:cNvPr>
          <p:cNvSpPr>
            <a:spLocks noGrp="1"/>
          </p:cNvSpPr>
          <p:nvPr/>
        </p:nvSpPr>
        <p:spPr>
          <a:xfrm>
            <a:off x="8180451" y="2392477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8" name="Rectangle 78">
            <a:extLst>
              <a:ext uri="{FF2B5EF4-FFF2-40B4-BE49-F238E27FC236}">
                <a16:creationId xmlns:a16="http://schemas.microsoft.com/office/drawing/2014/main" id="{1949A5FC-BDF8-1B61-D058-443F52198543}"/>
              </a:ext>
            </a:extLst>
          </p:cNvPr>
          <p:cNvSpPr>
            <a:spLocks noGrp="1"/>
          </p:cNvSpPr>
          <p:nvPr/>
        </p:nvSpPr>
        <p:spPr>
          <a:xfrm>
            <a:off x="8331327" y="2392477"/>
            <a:ext cx="150876" cy="141732"/>
          </a:xfrm>
          <a:prstGeom prst="rect">
            <a:avLst/>
          </a:prstGeom>
          <a:solidFill>
            <a:srgbClr val="C9DCF5"/>
          </a:solidFill>
          <a:ln w="9525">
            <a:solidFill>
              <a:srgbClr val="4A7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49DD79A0-4BD6-7DA3-01D4-27CF6792FADB}"/>
              </a:ext>
            </a:extLst>
          </p:cNvPr>
          <p:cNvSpPr>
            <a:spLocks noGrp="1"/>
          </p:cNvSpPr>
          <p:nvPr/>
        </p:nvSpPr>
        <p:spPr>
          <a:xfrm>
            <a:off x="8043292" y="2081581"/>
            <a:ext cx="27432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0" i="0">
                <a:solidFill>
                  <a:srgbClr val="40404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⋮</a:t>
            </a:r>
          </a:p>
        </p:txBody>
      </p:sp>
      <p:cxnSp>
        <p:nvCxnSpPr>
          <p:cNvPr id="421" name="Connector 80"/>
          <p:cNvCxnSpPr>
            <a:endCxn id="14" idx="1"/>
          </p:cNvCxnSpPr>
          <p:nvPr/>
        </p:nvCxnSpPr>
        <p:spPr>
          <a:xfrm flipV="1">
            <a:off x="1876043" y="1668272"/>
            <a:ext cx="621793" cy="617568"/>
          </a:xfrm>
          <a:prstGeom prst="bentConnector3">
            <a:avLst>
              <a:gd name="adj1" fmla="val 26915"/>
            </a:avLst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Connector 81">
            <a:extLst>
              <a:ext uri="{FF2B5EF4-FFF2-40B4-BE49-F238E27FC236}">
                <a16:creationId xmlns:a16="http://schemas.microsoft.com/office/drawing/2014/main" id="{60733DD0-76C3-473B-B10A-B08AC1EF4098}"/>
              </a:ext>
            </a:extLst>
          </p:cNvPr>
          <p:cNvSpPr>
            <a:spLocks noGrp="1"/>
          </p:cNvSpPr>
          <p:nvPr/>
        </p:nvSpPr>
        <p:spPr>
          <a:xfrm>
            <a:off x="4555236" y="1659128"/>
            <a:ext cx="201168" cy="0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2" name="Connector 82">
            <a:extLst>
              <a:ext uri="{FF2B5EF4-FFF2-40B4-BE49-F238E27FC236}">
                <a16:creationId xmlns:a16="http://schemas.microsoft.com/office/drawing/2014/main" id="{85AD9F63-0E67-4748-B5CD-0F5FE860EB68}"/>
              </a:ext>
            </a:extLst>
          </p:cNvPr>
          <p:cNvSpPr>
            <a:spLocks noGrp="1"/>
          </p:cNvSpPr>
          <p:nvPr/>
        </p:nvSpPr>
        <p:spPr>
          <a:xfrm>
            <a:off x="7024116" y="1659128"/>
            <a:ext cx="256032" cy="0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5" name="Connector 85">
            <a:extLst>
              <a:ext uri="{FF2B5EF4-FFF2-40B4-BE49-F238E27FC236}">
                <a16:creationId xmlns:a16="http://schemas.microsoft.com/office/drawing/2014/main" id="{8192BA03-8612-49F7-BB6F-E62FC4736B9B}"/>
              </a:ext>
            </a:extLst>
          </p:cNvPr>
          <p:cNvSpPr>
            <a:spLocks noGrp="1"/>
          </p:cNvSpPr>
          <p:nvPr/>
        </p:nvSpPr>
        <p:spPr>
          <a:xfrm>
            <a:off x="6027420" y="2893568"/>
            <a:ext cx="0" cy="228600"/>
          </a:xfrm>
          <a:prstGeom prst="line">
            <a:avLst/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7" name="TextBox 87">
            <a:extLst>
              <a:ext uri="{FF2B5EF4-FFF2-40B4-BE49-F238E27FC236}">
                <a16:creationId xmlns:a16="http://schemas.microsoft.com/office/drawing/2014/main" id="{6E529DB3-2096-C5F6-3BA1-DBA439883EC8}"/>
              </a:ext>
            </a:extLst>
          </p:cNvPr>
          <p:cNvSpPr>
            <a:spLocks noGrp="1"/>
          </p:cNvSpPr>
          <p:nvPr/>
        </p:nvSpPr>
        <p:spPr>
          <a:xfrm>
            <a:off x="2241804" y="3186176"/>
            <a:ext cx="4846320" cy="30777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2000" b="1" i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 2   自回归活动链生成</a:t>
            </a:r>
          </a:p>
        </p:txBody>
      </p:sp>
      <p:sp>
        <p:nvSpPr>
          <p:cNvPr id="88" name="TextBox 88">
            <a:extLst>
              <a:ext uri="{FF2B5EF4-FFF2-40B4-BE49-F238E27FC236}">
                <a16:creationId xmlns:a16="http://schemas.microsoft.com/office/drawing/2014/main" id="{CA953D76-2A25-490F-8D6A-9C9753149B33}"/>
              </a:ext>
            </a:extLst>
          </p:cNvPr>
          <p:cNvSpPr>
            <a:spLocks noGrp="1"/>
          </p:cNvSpPr>
          <p:nvPr/>
        </p:nvSpPr>
        <p:spPr>
          <a:xfrm>
            <a:off x="2241804" y="3475959"/>
            <a:ext cx="4846320" cy="18466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解码</a:t>
            </a:r>
            <a:r>
              <a:rPr lang="zh-CN" alt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步</a:t>
            </a:r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t = 1, 2, …, T</a:t>
            </a:r>
          </a:p>
        </p:txBody>
      </p:sp>
      <p:sp>
        <p:nvSpPr>
          <p:cNvPr id="89" name="Rounded Rectangle 89">
            <a:extLst>
              <a:ext uri="{FF2B5EF4-FFF2-40B4-BE49-F238E27FC236}">
                <a16:creationId xmlns:a16="http://schemas.microsoft.com/office/drawing/2014/main" id="{B5AF5192-73E5-5DBB-98DA-2411987D83E3}"/>
              </a:ext>
            </a:extLst>
          </p:cNvPr>
          <p:cNvSpPr>
            <a:spLocks noGrp="1"/>
          </p:cNvSpPr>
          <p:nvPr/>
        </p:nvSpPr>
        <p:spPr>
          <a:xfrm>
            <a:off x="2424684" y="3734816"/>
            <a:ext cx="448056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3C1D3E7-DF26-0FE8-AEEC-387C8600B071}"/>
              </a:ext>
            </a:extLst>
          </p:cNvPr>
          <p:cNvSpPr>
            <a:spLocks noGrp="1"/>
          </p:cNvSpPr>
          <p:nvPr/>
        </p:nvSpPr>
        <p:spPr>
          <a:xfrm>
            <a:off x="2424684" y="3780536"/>
            <a:ext cx="448056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成员 n 在步 t 的解码器输入</a:t>
            </a:r>
          </a:p>
        </p:txBody>
      </p:sp>
      <p:sp>
        <p:nvSpPr>
          <p:cNvPr id="91" name="Rounded Rectangle 91">
            <a:extLst>
              <a:ext uri="{FF2B5EF4-FFF2-40B4-BE49-F238E27FC236}">
                <a16:creationId xmlns:a16="http://schemas.microsoft.com/office/drawing/2014/main" id="{9B3DD21A-7A99-5370-515C-C5C9EA224661}"/>
              </a:ext>
            </a:extLst>
          </p:cNvPr>
          <p:cNvSpPr>
            <a:spLocks noGrp="1"/>
          </p:cNvSpPr>
          <p:nvPr/>
        </p:nvSpPr>
        <p:spPr>
          <a:xfrm>
            <a:off x="2552700" y="4100576"/>
            <a:ext cx="1243584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F0D0BE71-4D31-4BDC-3E55-EED4C940BADA}"/>
              </a:ext>
            </a:extLst>
          </p:cNvPr>
          <p:cNvSpPr>
            <a:spLocks noGrp="1"/>
          </p:cNvSpPr>
          <p:nvPr/>
        </p:nvSpPr>
        <p:spPr>
          <a:xfrm>
            <a:off x="2425700" y="4193540"/>
            <a:ext cx="1498092" cy="46807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6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Embed(aₙ,ₜ₋₁)</a:t>
            </a:r>
          </a:p>
          <a:p>
            <a:pPr algn="ctr">
              <a:lnSpc>
                <a:spcPct val="105000"/>
              </a:lnSpc>
              <a:buNone/>
            </a:pP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上一活动嵌入</a:t>
            </a: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93" name="Rounded Rectangle 93">
            <a:extLst>
              <a:ext uri="{FF2B5EF4-FFF2-40B4-BE49-F238E27FC236}">
                <a16:creationId xmlns:a16="http://schemas.microsoft.com/office/drawing/2014/main" id="{D7E04103-D323-A2AA-A823-CB407A5EA493}"/>
              </a:ext>
            </a:extLst>
          </p:cNvPr>
          <p:cNvSpPr>
            <a:spLocks noGrp="1"/>
          </p:cNvSpPr>
          <p:nvPr/>
        </p:nvSpPr>
        <p:spPr>
          <a:xfrm>
            <a:off x="4052316" y="4100576"/>
            <a:ext cx="1243584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657AFCE6-7152-CD40-F96C-DDBAEB12E406}"/>
              </a:ext>
            </a:extLst>
          </p:cNvPr>
          <p:cNvSpPr>
            <a:spLocks noGrp="1"/>
          </p:cNvSpPr>
          <p:nvPr/>
        </p:nvSpPr>
        <p:spPr>
          <a:xfrm>
            <a:off x="4052316" y="4210304"/>
            <a:ext cx="1243584" cy="48846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6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PosEmbed</a:t>
            </a:r>
            <a:r>
              <a:rPr sz="16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(t)</a:t>
            </a:r>
          </a:p>
          <a:p>
            <a:pPr algn="ctr">
              <a:lnSpc>
                <a:spcPct val="110000"/>
              </a:lnSpc>
              <a:buNone/>
            </a:pP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位置编码</a:t>
            </a: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95" name="Rounded Rectangle 95">
            <a:extLst>
              <a:ext uri="{FF2B5EF4-FFF2-40B4-BE49-F238E27FC236}">
                <a16:creationId xmlns:a16="http://schemas.microsoft.com/office/drawing/2014/main" id="{A5D01732-8FFC-588D-84B7-63608A5D7E4E}"/>
              </a:ext>
            </a:extLst>
          </p:cNvPr>
          <p:cNvSpPr>
            <a:spLocks noGrp="1"/>
          </p:cNvSpPr>
          <p:nvPr/>
        </p:nvSpPr>
        <p:spPr>
          <a:xfrm>
            <a:off x="5551932" y="4100576"/>
            <a:ext cx="1243584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6" name="TextBox 96">
            <a:extLst>
              <a:ext uri="{FF2B5EF4-FFF2-40B4-BE49-F238E27FC236}">
                <a16:creationId xmlns:a16="http://schemas.microsoft.com/office/drawing/2014/main" id="{BD17DFBD-ABF9-3A0C-CA33-78937571AEDA}"/>
              </a:ext>
            </a:extLst>
          </p:cNvPr>
          <p:cNvSpPr>
            <a:spLocks noGrp="1"/>
          </p:cNvSpPr>
          <p:nvPr/>
        </p:nvSpPr>
        <p:spPr>
          <a:xfrm>
            <a:off x="5305045" y="4211686"/>
            <a:ext cx="1810512" cy="4381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600" b="0" i="1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r̃ₙ</a:t>
            </a:r>
            <a:endParaRPr sz="1200" b="0" i="1" baseline="-2500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5000"/>
              </a:lnSpc>
              <a:buNone/>
            </a:pPr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协调成员上下文</a:t>
            </a:r>
            <a:r>
              <a:rPr sz="12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97" name="TextBox 97">
            <a:extLst>
              <a:ext uri="{FF2B5EF4-FFF2-40B4-BE49-F238E27FC236}">
                <a16:creationId xmlns:a16="http://schemas.microsoft.com/office/drawing/2014/main" id="{57FA8365-6982-59ED-7270-E5CEE88409CC}"/>
              </a:ext>
            </a:extLst>
          </p:cNvPr>
          <p:cNvSpPr>
            <a:spLocks noGrp="1"/>
          </p:cNvSpPr>
          <p:nvPr/>
        </p:nvSpPr>
        <p:spPr>
          <a:xfrm>
            <a:off x="3837432" y="4301744"/>
            <a:ext cx="201168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98" name="TextBox 98">
            <a:extLst>
              <a:ext uri="{FF2B5EF4-FFF2-40B4-BE49-F238E27FC236}">
                <a16:creationId xmlns:a16="http://schemas.microsoft.com/office/drawing/2014/main" id="{AC30815C-3D96-229C-0772-AAD3F2DBB49C}"/>
              </a:ext>
            </a:extLst>
          </p:cNvPr>
          <p:cNvSpPr>
            <a:spLocks noGrp="1"/>
          </p:cNvSpPr>
          <p:nvPr/>
        </p:nvSpPr>
        <p:spPr>
          <a:xfrm>
            <a:off x="5337048" y="4301744"/>
            <a:ext cx="201168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99" name="Connector 99">
            <a:extLst>
              <a:ext uri="{FF2B5EF4-FFF2-40B4-BE49-F238E27FC236}">
                <a16:creationId xmlns:a16="http://schemas.microsoft.com/office/drawing/2014/main" id="{4EFAD2A8-97E2-4F9E-AD6F-0A625CFBEF9F}"/>
              </a:ext>
            </a:extLst>
          </p:cNvPr>
          <p:cNvSpPr>
            <a:spLocks noGrp="1"/>
          </p:cNvSpPr>
          <p:nvPr/>
        </p:nvSpPr>
        <p:spPr>
          <a:xfrm>
            <a:off x="4664963" y="4905248"/>
            <a:ext cx="0" cy="237744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0" name="Rounded Rectangle 100">
            <a:extLst>
              <a:ext uri="{FF2B5EF4-FFF2-40B4-BE49-F238E27FC236}">
                <a16:creationId xmlns:a16="http://schemas.microsoft.com/office/drawing/2014/main" id="{6B6AAEA2-4F37-5285-D8F1-2CFCE6C4B26F}"/>
              </a:ext>
            </a:extLst>
          </p:cNvPr>
          <p:cNvSpPr>
            <a:spLocks noGrp="1"/>
          </p:cNvSpPr>
          <p:nvPr/>
        </p:nvSpPr>
        <p:spPr>
          <a:xfrm>
            <a:off x="2388108" y="5142992"/>
            <a:ext cx="4572000" cy="15727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1" name="TextBox 101">
            <a:extLst>
              <a:ext uri="{FF2B5EF4-FFF2-40B4-BE49-F238E27FC236}">
                <a16:creationId xmlns:a16="http://schemas.microsoft.com/office/drawing/2014/main" id="{9704CBAC-BF7D-6311-DD40-9263BA33C23E}"/>
              </a:ext>
            </a:extLst>
          </p:cNvPr>
          <p:cNvSpPr>
            <a:spLocks noGrp="1"/>
          </p:cNvSpPr>
          <p:nvPr/>
        </p:nvSpPr>
        <p:spPr>
          <a:xfrm>
            <a:off x="2388108" y="5197856"/>
            <a:ext cx="4572000" cy="24622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堆叠的 Transformer 解码器层（× L 层）</a:t>
            </a:r>
          </a:p>
        </p:txBody>
      </p:sp>
      <p:sp>
        <p:nvSpPr>
          <p:cNvPr id="102" name="Rounded Rectangle 102">
            <a:extLst>
              <a:ext uri="{FF2B5EF4-FFF2-40B4-BE49-F238E27FC236}">
                <a16:creationId xmlns:a16="http://schemas.microsoft.com/office/drawing/2014/main" id="{BF6B11F1-65D8-E1B8-3326-30B70F1A87A1}"/>
              </a:ext>
            </a:extLst>
          </p:cNvPr>
          <p:cNvSpPr>
            <a:spLocks noGrp="1"/>
          </p:cNvSpPr>
          <p:nvPr/>
        </p:nvSpPr>
        <p:spPr>
          <a:xfrm>
            <a:off x="2506980" y="5527040"/>
            <a:ext cx="1024128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" name="TextBox 103">
            <a:extLst>
              <a:ext uri="{FF2B5EF4-FFF2-40B4-BE49-F238E27FC236}">
                <a16:creationId xmlns:a16="http://schemas.microsoft.com/office/drawing/2014/main" id="{47009306-BBFE-84AB-40EE-119C3FEF279C}"/>
              </a:ext>
            </a:extLst>
          </p:cNvPr>
          <p:cNvSpPr>
            <a:spLocks noGrp="1"/>
          </p:cNvSpPr>
          <p:nvPr/>
        </p:nvSpPr>
        <p:spPr>
          <a:xfrm>
            <a:off x="2525268" y="5618480"/>
            <a:ext cx="987552" cy="91249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400" b="1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1. </a:t>
            </a:r>
            <a:r>
              <a:rPr sz="1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因果</a:t>
            </a:r>
            <a:endParaRPr sz="14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8000"/>
              </a:lnSpc>
              <a:buNone/>
            </a:pPr>
            <a:r>
              <a:rPr sz="1400" b="1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自注意力</a:t>
            </a:r>
            <a:endParaRPr sz="1400" b="1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8000"/>
              </a:lnSpc>
              <a:buNone/>
            </a:pP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针对历史</a:t>
            </a:r>
            <a:endParaRPr sz="14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08000"/>
              </a:lnSpc>
              <a:buNone/>
            </a:pP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</a:t>
            </a:r>
            <a:r>
              <a:rPr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04" name="Rounded Rectangle 104">
            <a:extLst>
              <a:ext uri="{FF2B5EF4-FFF2-40B4-BE49-F238E27FC236}">
                <a16:creationId xmlns:a16="http://schemas.microsoft.com/office/drawing/2014/main" id="{5F8FCAF0-EBEC-5A1E-5688-B056807D20D7}"/>
              </a:ext>
            </a:extLst>
          </p:cNvPr>
          <p:cNvSpPr>
            <a:spLocks noGrp="1"/>
          </p:cNvSpPr>
          <p:nvPr/>
        </p:nvSpPr>
        <p:spPr>
          <a:xfrm>
            <a:off x="3608832" y="5527040"/>
            <a:ext cx="1024128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5" name="TextBox 105">
            <a:extLst>
              <a:ext uri="{FF2B5EF4-FFF2-40B4-BE49-F238E27FC236}">
                <a16:creationId xmlns:a16="http://schemas.microsoft.com/office/drawing/2014/main" id="{DC3DF86D-A60C-6F7B-F306-332043FEFDE1}"/>
              </a:ext>
            </a:extLst>
          </p:cNvPr>
          <p:cNvSpPr>
            <a:spLocks noGrp="1"/>
          </p:cNvSpPr>
          <p:nvPr/>
        </p:nvSpPr>
        <p:spPr>
          <a:xfrm>
            <a:off x="3627120" y="5618480"/>
            <a:ext cx="987552" cy="912494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2. 面向 rₙ 的</a:t>
            </a:r>
          </a:p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交叉注意力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（成员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表征）</a:t>
            </a:r>
          </a:p>
        </p:txBody>
      </p:sp>
      <p:sp>
        <p:nvSpPr>
          <p:cNvPr id="106" name="Rounded Rectangle 106">
            <a:extLst>
              <a:ext uri="{FF2B5EF4-FFF2-40B4-BE49-F238E27FC236}">
                <a16:creationId xmlns:a16="http://schemas.microsoft.com/office/drawing/2014/main" id="{FC8F958D-D9B8-335C-189D-48C5D68CC912}"/>
              </a:ext>
            </a:extLst>
          </p:cNvPr>
          <p:cNvSpPr>
            <a:spLocks noGrp="1"/>
          </p:cNvSpPr>
          <p:nvPr/>
        </p:nvSpPr>
        <p:spPr>
          <a:xfrm>
            <a:off x="4710684" y="5527040"/>
            <a:ext cx="1024128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7" name="TextBox 107">
            <a:extLst>
              <a:ext uri="{FF2B5EF4-FFF2-40B4-BE49-F238E27FC236}">
                <a16:creationId xmlns:a16="http://schemas.microsoft.com/office/drawing/2014/main" id="{F85336EB-0D84-E579-BCF6-CD57DC2E0E8D}"/>
              </a:ext>
            </a:extLst>
          </p:cNvPr>
          <p:cNvSpPr>
            <a:spLocks noGrp="1"/>
          </p:cNvSpPr>
          <p:nvPr/>
        </p:nvSpPr>
        <p:spPr>
          <a:xfrm>
            <a:off x="4728972" y="5618480"/>
            <a:ext cx="987552" cy="912558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3. 自适应层</a:t>
            </a:r>
          </a:p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归一化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（条件为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πʰ, πₙⁱⁿᵈ）</a:t>
            </a:r>
          </a:p>
        </p:txBody>
      </p:sp>
      <p:sp>
        <p:nvSpPr>
          <p:cNvPr id="108" name="Rounded Rectangle 108">
            <a:extLst>
              <a:ext uri="{FF2B5EF4-FFF2-40B4-BE49-F238E27FC236}">
                <a16:creationId xmlns:a16="http://schemas.microsoft.com/office/drawing/2014/main" id="{241B4E04-F6F4-E5E3-B8EC-A78E81F645A2}"/>
              </a:ext>
            </a:extLst>
          </p:cNvPr>
          <p:cNvSpPr>
            <a:spLocks noGrp="1"/>
          </p:cNvSpPr>
          <p:nvPr/>
        </p:nvSpPr>
        <p:spPr>
          <a:xfrm>
            <a:off x="5812536" y="5527040"/>
            <a:ext cx="1024128" cy="10241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904609AA-C898-F1C3-7EDC-65EA2BC58861}"/>
              </a:ext>
            </a:extLst>
          </p:cNvPr>
          <p:cNvSpPr>
            <a:spLocks noGrp="1"/>
          </p:cNvSpPr>
          <p:nvPr/>
        </p:nvSpPr>
        <p:spPr>
          <a:xfrm>
            <a:off x="5830824" y="5618480"/>
            <a:ext cx="987552" cy="679801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4. 前馈</a:t>
            </a:r>
          </a:p>
          <a:p>
            <a:pPr algn="ctr">
              <a:lnSpc>
                <a:spcPct val="108000"/>
              </a:lnSpc>
              <a:buNone/>
            </a:pPr>
            <a:r>
              <a:rPr sz="1400" b="1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网络</a:t>
            </a:r>
          </a:p>
          <a:p>
            <a:pPr algn="ctr">
              <a:lnSpc>
                <a:spcPct val="108000"/>
              </a:lnSpc>
              <a:buNone/>
            </a:pPr>
            <a:r>
              <a:rPr sz="14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（FFN）</a:t>
            </a:r>
          </a:p>
        </p:txBody>
      </p:sp>
      <p:cxnSp>
        <p:nvCxnSpPr>
          <p:cNvPr id="448" name="Connector 118"/>
          <p:cNvCxnSpPr>
            <a:stCxn id="166" idx="3"/>
            <a:endCxn id="106" idx="2"/>
          </p:cNvCxnSpPr>
          <p:nvPr/>
        </p:nvCxnSpPr>
        <p:spPr>
          <a:xfrm>
            <a:off x="1860550" y="5290584"/>
            <a:ext cx="3362198" cy="1260584"/>
          </a:xfrm>
          <a:prstGeom prst="bentConnector4">
            <a:avLst>
              <a:gd name="adj1" fmla="val 6650"/>
              <a:gd name="adj2" fmla="val 136690"/>
            </a:avLst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Rounded Rectangle 119">
            <a:extLst>
              <a:ext uri="{FF2B5EF4-FFF2-40B4-BE49-F238E27FC236}">
                <a16:creationId xmlns:a16="http://schemas.microsoft.com/office/drawing/2014/main" id="{7336219E-BC38-0186-187C-F6804D691CC3}"/>
              </a:ext>
            </a:extLst>
          </p:cNvPr>
          <p:cNvSpPr>
            <a:spLocks noGrp="1"/>
          </p:cNvSpPr>
          <p:nvPr/>
        </p:nvSpPr>
        <p:spPr>
          <a:xfrm>
            <a:off x="7458075" y="3115328"/>
            <a:ext cx="1676443" cy="384219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0" name="TextBox 120">
            <a:extLst>
              <a:ext uri="{FF2B5EF4-FFF2-40B4-BE49-F238E27FC236}">
                <a16:creationId xmlns:a16="http://schemas.microsoft.com/office/drawing/2014/main" id="{59F1B214-E7A6-EDB8-EA8A-6AAAB1EDA728}"/>
              </a:ext>
            </a:extLst>
          </p:cNvPr>
          <p:cNvSpPr>
            <a:spLocks noGrp="1"/>
          </p:cNvSpPr>
          <p:nvPr/>
        </p:nvSpPr>
        <p:spPr>
          <a:xfrm>
            <a:off x="7458075" y="3187951"/>
            <a:ext cx="1676443" cy="52322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b="1" i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专属预测头</a:t>
            </a:r>
          </a:p>
          <a:p>
            <a:pPr algn="ctr">
              <a:lnSpc>
                <a:spcPct val="100000"/>
              </a:lnSpc>
              <a:buNone/>
            </a:pPr>
            <a:r>
              <a:rPr sz="1600" b="1" i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（成员 n 在步 t）</a:t>
            </a:r>
          </a:p>
        </p:txBody>
      </p:sp>
      <p:sp>
        <p:nvSpPr>
          <p:cNvPr id="121" name="Rounded Rectangle 121">
            <a:extLst>
              <a:ext uri="{FF2B5EF4-FFF2-40B4-BE49-F238E27FC236}">
                <a16:creationId xmlns:a16="http://schemas.microsoft.com/office/drawing/2014/main" id="{5135B4CF-3BFE-19CE-14E3-338C3AC89FE5}"/>
              </a:ext>
            </a:extLst>
          </p:cNvPr>
          <p:cNvSpPr>
            <a:spLocks noGrp="1"/>
          </p:cNvSpPr>
          <p:nvPr/>
        </p:nvSpPr>
        <p:spPr>
          <a:xfrm>
            <a:off x="7732249" y="3928483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2" name="TextBox 122">
            <a:extLst>
              <a:ext uri="{FF2B5EF4-FFF2-40B4-BE49-F238E27FC236}">
                <a16:creationId xmlns:a16="http://schemas.microsoft.com/office/drawing/2014/main" id="{55E46993-17C5-F0C9-7369-8070E766F33A}"/>
              </a:ext>
            </a:extLst>
          </p:cNvPr>
          <p:cNvSpPr>
            <a:spLocks noGrp="1"/>
          </p:cNvSpPr>
          <p:nvPr/>
        </p:nvSpPr>
        <p:spPr>
          <a:xfrm>
            <a:off x="7732249" y="3969631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出发时间</a:t>
            </a:r>
          </a:p>
        </p:txBody>
      </p:sp>
      <p:sp>
        <p:nvSpPr>
          <p:cNvPr id="123" name="Rounded Rectangle 123">
            <a:extLst>
              <a:ext uri="{FF2B5EF4-FFF2-40B4-BE49-F238E27FC236}">
                <a16:creationId xmlns:a16="http://schemas.microsoft.com/office/drawing/2014/main" id="{4BB53F1A-6A8B-A949-13D8-73A44810DCAF}"/>
              </a:ext>
            </a:extLst>
          </p:cNvPr>
          <p:cNvSpPr>
            <a:spLocks noGrp="1"/>
          </p:cNvSpPr>
          <p:nvPr/>
        </p:nvSpPr>
        <p:spPr>
          <a:xfrm>
            <a:off x="7732249" y="4303114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4" name="TextBox 124">
            <a:extLst>
              <a:ext uri="{FF2B5EF4-FFF2-40B4-BE49-F238E27FC236}">
                <a16:creationId xmlns:a16="http://schemas.microsoft.com/office/drawing/2014/main" id="{C7C033BD-8DBA-8E4B-4624-E4975EC592A1}"/>
              </a:ext>
            </a:extLst>
          </p:cNvPr>
          <p:cNvSpPr>
            <a:spLocks noGrp="1"/>
          </p:cNvSpPr>
          <p:nvPr/>
        </p:nvSpPr>
        <p:spPr>
          <a:xfrm>
            <a:off x="7732249" y="4344262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到达时间</a:t>
            </a:r>
          </a:p>
        </p:txBody>
      </p:sp>
      <p:sp>
        <p:nvSpPr>
          <p:cNvPr id="125" name="Rounded Rectangle 125">
            <a:extLst>
              <a:ext uri="{FF2B5EF4-FFF2-40B4-BE49-F238E27FC236}">
                <a16:creationId xmlns:a16="http://schemas.microsoft.com/office/drawing/2014/main" id="{E4F4E8B3-6F49-520B-BADE-80777756A45F}"/>
              </a:ext>
            </a:extLst>
          </p:cNvPr>
          <p:cNvSpPr>
            <a:spLocks noGrp="1"/>
          </p:cNvSpPr>
          <p:nvPr/>
        </p:nvSpPr>
        <p:spPr>
          <a:xfrm>
            <a:off x="7732249" y="4673718"/>
            <a:ext cx="1225296" cy="280467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6" name="TextBox 126">
            <a:extLst>
              <a:ext uri="{FF2B5EF4-FFF2-40B4-BE49-F238E27FC236}">
                <a16:creationId xmlns:a16="http://schemas.microsoft.com/office/drawing/2014/main" id="{C9C465F5-6C4A-9FFF-4863-9847D795D052}"/>
              </a:ext>
            </a:extLst>
          </p:cNvPr>
          <p:cNvSpPr>
            <a:spLocks noGrp="1"/>
          </p:cNvSpPr>
          <p:nvPr/>
        </p:nvSpPr>
        <p:spPr>
          <a:xfrm>
            <a:off x="7732249" y="4714866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活动目的</a:t>
            </a:r>
          </a:p>
        </p:txBody>
      </p:sp>
      <p:sp>
        <p:nvSpPr>
          <p:cNvPr id="127" name="Rounded Rectangle 127">
            <a:extLst>
              <a:ext uri="{FF2B5EF4-FFF2-40B4-BE49-F238E27FC236}">
                <a16:creationId xmlns:a16="http://schemas.microsoft.com/office/drawing/2014/main" id="{0D92E825-120A-456E-51C0-9CEC9689E6FA}"/>
              </a:ext>
            </a:extLst>
          </p:cNvPr>
          <p:cNvSpPr>
            <a:spLocks noGrp="1"/>
          </p:cNvSpPr>
          <p:nvPr/>
        </p:nvSpPr>
        <p:spPr>
          <a:xfrm>
            <a:off x="7732249" y="5062339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8" name="TextBox 128">
            <a:extLst>
              <a:ext uri="{FF2B5EF4-FFF2-40B4-BE49-F238E27FC236}">
                <a16:creationId xmlns:a16="http://schemas.microsoft.com/office/drawing/2014/main" id="{FF881E64-8A8A-2303-86D5-DD12C3B957B4}"/>
              </a:ext>
            </a:extLst>
          </p:cNvPr>
          <p:cNvSpPr>
            <a:spLocks noGrp="1"/>
          </p:cNvSpPr>
          <p:nvPr/>
        </p:nvSpPr>
        <p:spPr>
          <a:xfrm>
            <a:off x="7732249" y="5103487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出行方式</a:t>
            </a:r>
          </a:p>
        </p:txBody>
      </p:sp>
      <p:sp>
        <p:nvSpPr>
          <p:cNvPr id="129" name="Rounded Rectangle 129">
            <a:extLst>
              <a:ext uri="{FF2B5EF4-FFF2-40B4-BE49-F238E27FC236}">
                <a16:creationId xmlns:a16="http://schemas.microsoft.com/office/drawing/2014/main" id="{8C65C653-5700-3BD5-8BDF-D5FC0DFFCCE8}"/>
              </a:ext>
            </a:extLst>
          </p:cNvPr>
          <p:cNvSpPr>
            <a:spLocks noGrp="1"/>
          </p:cNvSpPr>
          <p:nvPr/>
        </p:nvSpPr>
        <p:spPr>
          <a:xfrm>
            <a:off x="7732249" y="5432928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0" name="TextBox 130">
            <a:extLst>
              <a:ext uri="{FF2B5EF4-FFF2-40B4-BE49-F238E27FC236}">
                <a16:creationId xmlns:a16="http://schemas.microsoft.com/office/drawing/2014/main" id="{EFE3F761-5B21-FBBF-5350-96BA5B5E8187}"/>
              </a:ext>
            </a:extLst>
          </p:cNvPr>
          <p:cNvSpPr>
            <a:spLocks noGrp="1"/>
          </p:cNvSpPr>
          <p:nvPr/>
        </p:nvSpPr>
        <p:spPr>
          <a:xfrm>
            <a:off x="7732249" y="5474076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驾驶标识</a:t>
            </a:r>
          </a:p>
        </p:txBody>
      </p:sp>
      <p:sp>
        <p:nvSpPr>
          <p:cNvPr id="131" name="Rounded Rectangle 131">
            <a:extLst>
              <a:ext uri="{FF2B5EF4-FFF2-40B4-BE49-F238E27FC236}">
                <a16:creationId xmlns:a16="http://schemas.microsoft.com/office/drawing/2014/main" id="{D304077C-4ED0-4B67-D695-3F31E7D7910F}"/>
              </a:ext>
            </a:extLst>
          </p:cNvPr>
          <p:cNvSpPr>
            <a:spLocks noGrp="1"/>
          </p:cNvSpPr>
          <p:nvPr/>
        </p:nvSpPr>
        <p:spPr>
          <a:xfrm>
            <a:off x="7732249" y="5816910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2" name="TextBox 132">
            <a:extLst>
              <a:ext uri="{FF2B5EF4-FFF2-40B4-BE49-F238E27FC236}">
                <a16:creationId xmlns:a16="http://schemas.microsoft.com/office/drawing/2014/main" id="{2371B96C-D6A3-0148-D463-70E7184C74E6}"/>
              </a:ext>
            </a:extLst>
          </p:cNvPr>
          <p:cNvSpPr>
            <a:spLocks noGrp="1"/>
          </p:cNvSpPr>
          <p:nvPr/>
        </p:nvSpPr>
        <p:spPr>
          <a:xfrm>
            <a:off x="7732249" y="5858058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联合出行标识</a:t>
            </a:r>
          </a:p>
        </p:txBody>
      </p:sp>
      <p:sp>
        <p:nvSpPr>
          <p:cNvPr id="133" name="Rounded Rectangle 133">
            <a:extLst>
              <a:ext uri="{FF2B5EF4-FFF2-40B4-BE49-F238E27FC236}">
                <a16:creationId xmlns:a16="http://schemas.microsoft.com/office/drawing/2014/main" id="{FC8FA736-EA70-2185-6118-BFD7C4AA75CD}"/>
              </a:ext>
            </a:extLst>
          </p:cNvPr>
          <p:cNvSpPr>
            <a:spLocks noGrp="1"/>
          </p:cNvSpPr>
          <p:nvPr/>
        </p:nvSpPr>
        <p:spPr>
          <a:xfrm>
            <a:off x="7732249" y="6217886"/>
            <a:ext cx="1225296" cy="257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778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36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4" name="TextBox 134">
            <a:extLst>
              <a:ext uri="{FF2B5EF4-FFF2-40B4-BE49-F238E27FC236}">
                <a16:creationId xmlns:a16="http://schemas.microsoft.com/office/drawing/2014/main" id="{FEA5871F-E270-B1F1-1725-164781392236}"/>
              </a:ext>
            </a:extLst>
          </p:cNvPr>
          <p:cNvSpPr>
            <a:spLocks noGrp="1"/>
          </p:cNvSpPr>
          <p:nvPr/>
        </p:nvSpPr>
        <p:spPr>
          <a:xfrm>
            <a:off x="7732249" y="6259034"/>
            <a:ext cx="1225296" cy="164597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5000"/>
              </a:lnSpc>
              <a:buNone/>
            </a:pPr>
            <a:r>
              <a:rPr sz="1100" b="0" i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目的地</a:t>
            </a:r>
          </a:p>
        </p:txBody>
      </p:sp>
      <p:sp>
        <p:nvSpPr>
          <p:cNvPr id="138" name="TextBox 138">
            <a:extLst>
              <a:ext uri="{FF2B5EF4-FFF2-40B4-BE49-F238E27FC236}">
                <a16:creationId xmlns:a16="http://schemas.microsoft.com/office/drawing/2014/main" id="{E91949B5-E094-3111-9FD8-58CD45595086}"/>
              </a:ext>
            </a:extLst>
          </p:cNvPr>
          <p:cNvSpPr>
            <a:spLocks noGrp="1"/>
          </p:cNvSpPr>
          <p:nvPr/>
        </p:nvSpPr>
        <p:spPr>
          <a:xfrm>
            <a:off x="7572965" y="6579525"/>
            <a:ext cx="1624269" cy="389722"/>
          </a:xfrm>
          <a:prstGeom prst="rect">
            <a:avLst/>
          </a:prstGeom>
          <a:noFill/>
        </p:spPr>
        <p:txBody>
          <a:bodyPr wrap="square" lIns="18288" tIns="0" rIns="18288" bIns="0" anchor="ctr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考虑空间异质性的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  <a:buNone/>
            </a:pPr>
            <a:r>
              <a:rPr sz="12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目的地注意力</a:t>
            </a:r>
            <a:endParaRPr sz="12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9" name="Connector 139">
            <a:extLst>
              <a:ext uri="{FF2B5EF4-FFF2-40B4-BE49-F238E27FC236}">
                <a16:creationId xmlns:a16="http://schemas.microsoft.com/office/drawing/2014/main" id="{CD29B512-1040-48AD-8FC4-8C3112AD6B11}"/>
              </a:ext>
            </a:extLst>
          </p:cNvPr>
          <p:cNvSpPr>
            <a:spLocks noGrp="1"/>
          </p:cNvSpPr>
          <p:nvPr/>
        </p:nvSpPr>
        <p:spPr>
          <a:xfrm flipV="1">
            <a:off x="7088124" y="4994846"/>
            <a:ext cx="312801" cy="1842"/>
          </a:xfrm>
          <a:prstGeom prst="line">
            <a:avLst/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1" name="Rounded Rectangle 141">
            <a:extLst>
              <a:ext uri="{FF2B5EF4-FFF2-40B4-BE49-F238E27FC236}">
                <a16:creationId xmlns:a16="http://schemas.microsoft.com/office/drawing/2014/main" id="{669538F3-4998-5A7B-EE4C-B904E9AB6665}"/>
              </a:ext>
            </a:extLst>
          </p:cNvPr>
          <p:cNvSpPr>
            <a:spLocks noGrp="1"/>
          </p:cNvSpPr>
          <p:nvPr/>
        </p:nvSpPr>
        <p:spPr>
          <a:xfrm>
            <a:off x="9694164" y="1477037"/>
            <a:ext cx="1755648" cy="4823203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651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20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2" name="TextBox 142">
            <a:extLst>
              <a:ext uri="{FF2B5EF4-FFF2-40B4-BE49-F238E27FC236}">
                <a16:creationId xmlns:a16="http://schemas.microsoft.com/office/drawing/2014/main" id="{6BEFCB2E-B784-C82A-9FCD-718D161F9D5B}"/>
              </a:ext>
            </a:extLst>
          </p:cNvPr>
          <p:cNvSpPr>
            <a:spLocks noGrp="1"/>
          </p:cNvSpPr>
          <p:nvPr/>
        </p:nvSpPr>
        <p:spPr>
          <a:xfrm>
            <a:off x="9694164" y="1568477"/>
            <a:ext cx="1755648" cy="49244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纳什议价</a:t>
            </a:r>
          </a:p>
          <a:p>
            <a:pPr algn="ctr">
              <a:lnSpc>
                <a:spcPct val="100000"/>
              </a:lnSpc>
              <a:buNone/>
            </a:pPr>
            <a:r>
              <a:rPr sz="1600" b="1" i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协调层</a:t>
            </a:r>
          </a:p>
        </p:txBody>
      </p:sp>
      <p:sp>
        <p:nvSpPr>
          <p:cNvPr id="143" name="TextBox 143">
            <a:extLst>
              <a:ext uri="{FF2B5EF4-FFF2-40B4-BE49-F238E27FC236}">
                <a16:creationId xmlns:a16="http://schemas.microsoft.com/office/drawing/2014/main" id="{92F41B05-7E91-F1D6-D66B-B02B6180AD5A}"/>
              </a:ext>
            </a:extLst>
          </p:cNvPr>
          <p:cNvSpPr>
            <a:spLocks noGrp="1"/>
          </p:cNvSpPr>
          <p:nvPr/>
        </p:nvSpPr>
        <p:spPr>
          <a:xfrm>
            <a:off x="9694164" y="2287852"/>
            <a:ext cx="1755648" cy="721223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5000"/>
              </a:lnSpc>
              <a:buNone/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考虑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家庭</a:t>
            </a:r>
            <a:r>
              <a:rPr lang="zh-CN" altLang="en-US" sz="1400" b="0" i="0" dirty="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活动计划</a:t>
            </a:r>
            <a:r>
              <a:rPr sz="1400" b="0" i="0" dirty="0" err="1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可行性并最大化家庭效用</a:t>
            </a:r>
            <a:endParaRPr sz="1400" b="0" i="0" dirty="0">
              <a:solidFill>
                <a:srgbClr val="00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4" name="Rounded Rectangle 144">
            <a:extLst>
              <a:ext uri="{FF2B5EF4-FFF2-40B4-BE49-F238E27FC236}">
                <a16:creationId xmlns:a16="http://schemas.microsoft.com/office/drawing/2014/main" id="{528109A3-6429-66FD-B40A-451606F64F57}"/>
              </a:ext>
            </a:extLst>
          </p:cNvPr>
          <p:cNvSpPr>
            <a:spLocks noGrp="1"/>
          </p:cNvSpPr>
          <p:nvPr/>
        </p:nvSpPr>
        <p:spPr>
          <a:xfrm>
            <a:off x="9822180" y="3399967"/>
            <a:ext cx="1499616" cy="1246852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 w="12700">
            <a:solidFill>
              <a:srgbClr val="E5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5" name="TextBox 145">
            <a:extLst>
              <a:ext uri="{FF2B5EF4-FFF2-40B4-BE49-F238E27FC236}">
                <a16:creationId xmlns:a16="http://schemas.microsoft.com/office/drawing/2014/main" id="{DC93E706-8DB7-FA20-A467-BDD48A2552AA}"/>
              </a:ext>
            </a:extLst>
          </p:cNvPr>
          <p:cNvSpPr>
            <a:spLocks noGrp="1"/>
          </p:cNvSpPr>
          <p:nvPr/>
        </p:nvSpPr>
        <p:spPr>
          <a:xfrm>
            <a:off x="9840468" y="3473119"/>
            <a:ext cx="1463039" cy="1186030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 1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采用序列二次规划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（SQP）求得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纳什议价问题的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可行收敛解</a:t>
            </a:r>
          </a:p>
        </p:txBody>
      </p:sp>
      <p:cxnSp>
        <p:nvCxnSpPr>
          <p:cNvPr id="472" name="Connector 80"/>
          <p:cNvCxnSpPr>
            <a:stCxn id="167" idx="3"/>
            <a:endCxn id="86" idx="1"/>
          </p:cNvCxnSpPr>
          <p:nvPr/>
        </p:nvCxnSpPr>
        <p:spPr>
          <a:xfrm>
            <a:off x="1848611" y="2285840"/>
            <a:ext cx="393193" cy="2709007"/>
          </a:xfrm>
          <a:prstGeom prst="bentConnector3">
            <a:avLst>
              <a:gd name="adj1" fmla="val 50000"/>
            </a:avLst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Connector 139">
            <a:extLst>
              <a:ext uri="{FF2B5EF4-FFF2-40B4-BE49-F238E27FC236}">
                <a16:creationId xmlns:a16="http://schemas.microsoft.com/office/drawing/2014/main" id="{6AFCAB8C-2202-4AED-B435-53DE27DBAB64}"/>
              </a:ext>
            </a:extLst>
          </p:cNvPr>
          <p:cNvSpPr>
            <a:spLocks noGrp="1"/>
          </p:cNvSpPr>
          <p:nvPr/>
        </p:nvSpPr>
        <p:spPr>
          <a:xfrm flipV="1">
            <a:off x="8387169" y="6486380"/>
            <a:ext cx="0" cy="149276"/>
          </a:xfrm>
          <a:prstGeom prst="line">
            <a:avLst/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0" name="Connector 139">
            <a:extLst>
              <a:ext uri="{FF2B5EF4-FFF2-40B4-BE49-F238E27FC236}">
                <a16:creationId xmlns:a16="http://schemas.microsoft.com/office/drawing/2014/main" id="{312BAE6F-CA08-46A7-819C-1328AF874642}"/>
              </a:ext>
            </a:extLst>
          </p:cNvPr>
          <p:cNvSpPr>
            <a:spLocks noGrp="1"/>
          </p:cNvSpPr>
          <p:nvPr/>
        </p:nvSpPr>
        <p:spPr>
          <a:xfrm flipH="1" flipV="1">
            <a:off x="7090219" y="5197856"/>
            <a:ext cx="283250" cy="1842"/>
          </a:xfrm>
          <a:prstGeom prst="line">
            <a:avLst/>
          </a:prstGeom>
          <a:ln w="1778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4" name="Down Arrow 286">
            <a:extLst>
              <a:ext uri="{FF2B5EF4-FFF2-40B4-BE49-F238E27FC236}">
                <a16:creationId xmlns:a16="http://schemas.microsoft.com/office/drawing/2014/main" id="{FE7BB1EE-F24E-1068-7376-ED73FE07F183}"/>
              </a:ext>
            </a:extLst>
          </p:cNvPr>
          <p:cNvSpPr>
            <a:spLocks noGrp="1"/>
          </p:cNvSpPr>
          <p:nvPr/>
        </p:nvSpPr>
        <p:spPr>
          <a:xfrm rot="16200000">
            <a:off x="9350578" y="3437918"/>
            <a:ext cx="248958" cy="282766"/>
          </a:xfrm>
          <a:prstGeom prst="downArrow">
            <a:avLst>
              <a:gd name="adj1" fmla="val 50000"/>
              <a:gd name="adj2" fmla="val 56286"/>
            </a:avLst>
          </a:prstGeom>
          <a:solidFill>
            <a:srgbClr val="5B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3" name="Rounded Rectangle 144">
            <a:extLst>
              <a:ext uri="{FF2B5EF4-FFF2-40B4-BE49-F238E27FC236}">
                <a16:creationId xmlns:a16="http://schemas.microsoft.com/office/drawing/2014/main" id="{49977652-3BFB-BB2C-C75E-620F7D0C979F}"/>
              </a:ext>
            </a:extLst>
          </p:cNvPr>
          <p:cNvSpPr>
            <a:spLocks noGrp="1"/>
          </p:cNvSpPr>
          <p:nvPr/>
        </p:nvSpPr>
        <p:spPr>
          <a:xfrm>
            <a:off x="9822180" y="4903614"/>
            <a:ext cx="1499616" cy="1246852"/>
          </a:xfrm>
          <a:prstGeom prst="roundRect">
            <a:avLst>
              <a:gd name="adj" fmla="val 8000"/>
            </a:avLst>
          </a:prstGeom>
          <a:solidFill>
            <a:srgbClr val="FDECEF"/>
          </a:solidFill>
          <a:ln w="12700">
            <a:solidFill>
              <a:srgbClr val="E5A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endParaRPr sz="4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4" name="TextBox 145">
            <a:extLst>
              <a:ext uri="{FF2B5EF4-FFF2-40B4-BE49-F238E27FC236}">
                <a16:creationId xmlns:a16="http://schemas.microsoft.com/office/drawing/2014/main" id="{EE834F94-4226-2D75-1B38-E4D021A2E0B1}"/>
              </a:ext>
            </a:extLst>
          </p:cNvPr>
          <p:cNvSpPr>
            <a:spLocks noGrp="1"/>
          </p:cNvSpPr>
          <p:nvPr/>
        </p:nvSpPr>
        <p:spPr>
          <a:xfrm>
            <a:off x="9840468" y="4976766"/>
            <a:ext cx="1463039" cy="944746"/>
          </a:xfrm>
          <a:prstGeom prst="rect">
            <a:avLst/>
          </a:prstGeom>
          <a:noFill/>
        </p:spPr>
        <p:txBody>
          <a:bodyPr wrap="square" lIns="18288" tIns="0" rIns="18288" bIns="0" anchor="t">
            <a:spAutoFit/>
          </a:bodyPr>
          <a:lstStyle>
            <a:lvl1pPr marL="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阶段 2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通过可微二次规划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回传收敛解关于</a:t>
            </a:r>
          </a:p>
          <a:p>
            <a:pPr algn="ctr">
              <a:lnSpc>
                <a:spcPct val="112000"/>
              </a:lnSpc>
              <a:buNone/>
            </a:pPr>
            <a:r>
              <a:rPr sz="1400">
                <a:solidFill>
                  <a:srgbClr val="0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模型参数的梯度</a:t>
            </a:r>
          </a:p>
        </p:txBody>
      </p:sp>
      <p:sp>
        <p:nvSpPr>
          <p:cNvPr id="110" name="Connector 99">
            <a:extLst>
              <a:ext uri="{FF2B5EF4-FFF2-40B4-BE49-F238E27FC236}">
                <a16:creationId xmlns:a16="http://schemas.microsoft.com/office/drawing/2014/main" id="{3A9C1EA9-464E-4A51-AE1A-3BBAFA357E2E}"/>
              </a:ext>
            </a:extLst>
          </p:cNvPr>
          <p:cNvSpPr>
            <a:spLocks noGrp="1"/>
          </p:cNvSpPr>
          <p:nvPr/>
        </p:nvSpPr>
        <p:spPr>
          <a:xfrm>
            <a:off x="10569577" y="4640072"/>
            <a:ext cx="0" cy="237744"/>
          </a:xfrm>
          <a:prstGeom prst="line">
            <a:avLst/>
          </a:prstGeom>
          <a:ln w="16510">
            <a:solidFill>
              <a:srgbClr val="33333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zh-CN" altLang="en-US" sz="240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696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</Words>
  <Application>Microsoft Macintosh PowerPoint</Application>
  <DocSecurity>0</DocSecurity>
  <PresentationFormat>自定义</PresentationFormat>
  <Paragraphs>263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赫 郝</cp:lastModifiedBy>
  <cp:revision>1</cp:revision>
  <dcterms:created xsi:type="dcterms:W3CDTF">2026-08-07T08:36:45Z</dcterms:created>
  <dcterms:modified xsi:type="dcterms:W3CDTF">2026-08-07T10:17:50Z</dcterms:modified>
</cp:coreProperties>
</file>