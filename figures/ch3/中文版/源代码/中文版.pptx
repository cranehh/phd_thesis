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06"/>
    <p:restoredTop sz="94737"/>
  </p:normalViewPr>
  <p:slideViewPr>
    <p:cSldViewPr snapToGrid="0">
      <p:cViewPr varScale="1">
        <p:scale>
          <a:sx n="122" d="100"/>
          <a:sy n="122" d="100"/>
        </p:scale>
        <p:origin x="3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赫 郝" userId="eac1196edf7977d1" providerId="LiveId" clId="{06512E50-0563-545E-8A2D-AA85B947D58D}"/>
    <pc:docChg chg="modSld">
      <pc:chgData name="赫 郝" userId="eac1196edf7977d1" providerId="LiveId" clId="{06512E50-0563-545E-8A2D-AA85B947D58D}" dt="2026-08-07T07:44:47.809" v="8" actId="1076"/>
      <pc:docMkLst>
        <pc:docMk/>
      </pc:docMkLst>
      <pc:sldChg chg="modSp mod">
        <pc:chgData name="赫 郝" userId="eac1196edf7977d1" providerId="LiveId" clId="{06512E50-0563-545E-8A2D-AA85B947D58D}" dt="2026-08-07T07:44:47.809" v="8" actId="1076"/>
        <pc:sldMkLst>
          <pc:docMk/>
          <pc:sldMk cId="2283420266" sldId="256"/>
        </pc:sldMkLst>
        <pc:spChg chg="mod">
          <ac:chgData name="赫 郝" userId="eac1196edf7977d1" providerId="LiveId" clId="{06512E50-0563-545E-8A2D-AA85B947D58D}" dt="2026-08-07T07:44:47.809" v="8" actId="1076"/>
          <ac:spMkLst>
            <pc:docMk/>
            <pc:sldMk cId="2283420266" sldId="256"/>
            <ac:spMk id="244" creationId="{B59DB710-9BF3-47BF-197B-66C07CE18B3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DE2FF-D225-644D-A55A-BB321201C7DE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6A438-C849-514B-AA76-B421DD6B7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496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6A438-C849-514B-AA76-B421DD6B7E1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4926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2D7F0-2559-37CE-1149-6476718B9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A84D42-782C-91AB-12FB-A40F21EA8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8D269B-5252-3DD3-EBAC-2608A5CC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A6B-9704-C242-8EC6-9E6EE70B4E4A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A33CCF-ADA0-A335-416F-5C5670E8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078AE2-7A91-1088-E3F9-EA7BBE57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ABCFF-A213-F942-AF31-A31679B61A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377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3D05F-173A-7203-421E-6730320A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09F2B4-F4D6-5F5E-7A15-58FA370B5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15D0A6-51DA-EF95-04A6-628EE642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A6B-9704-C242-8EC6-9E6EE70B4E4A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9F8908-E175-DBBE-6052-F48DB923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0D8800-F491-1C4E-24BF-DA29ACE81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ABCFF-A213-F942-AF31-A31679B61A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002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D768A-B196-EA6B-FB8D-C3A55644E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3F857A-A223-C466-F51B-4CC7E9AE0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8A9C26-B866-2260-A1A2-98CE0FDCF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A6B-9704-C242-8EC6-9E6EE70B4E4A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B61782-E17E-7583-1001-D5FA4553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369D88-FD59-565E-CAED-21196AE5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ABCFF-A213-F942-AF31-A31679B61A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241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43AAD-DDC7-1D7F-8D1E-835AE824F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74FEFA-497E-C8A4-5E5B-FC8554280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7430A6-91FC-4249-BDF8-BDB42B45E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4E7B27-8DC3-A43F-4117-112C6EA66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A6B-9704-C242-8EC6-9E6EE70B4E4A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096B75-9AD8-4AD2-4B53-0A36F3B8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1B7063-2346-7DDA-FF18-A675B334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ABCFF-A213-F942-AF31-A31679B61A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612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7F1D9-0375-2ED9-D061-1EA147A63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283200-1E85-9BB5-E6FD-4D61ECB2F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732BBA-B3D3-3586-6260-6A2556F6C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22BF24-5D6E-7309-8C68-F708780BF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968F1A-081E-E918-BE93-72186ADC1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FBE5AF-CA53-F69E-13E5-8E0C2E00E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A6B-9704-C242-8EC6-9E6EE70B4E4A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A63F5C-5548-71BC-60E3-FE5AE2B0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5A9C4E-FAA2-345C-9D30-3EB55B12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ABCFF-A213-F942-AF31-A31679B61A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0906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974DD-B494-6A02-FDF2-38A32B9C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6436D1-588E-809C-E5CB-257B08F5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A6B-9704-C242-8EC6-9E6EE70B4E4A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08E6CA-1D32-642C-D9F3-032BB4F4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40EA4-8A89-7D2E-A3CB-63BC77F0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ABCFF-A213-F942-AF31-A31679B61A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341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E16CF7-D082-4A3A-8A5D-A366A7266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A6B-9704-C242-8EC6-9E6EE70B4E4A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8BE588-26E8-DA99-CE12-14B73F867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FAEEC6-5669-D07F-15F9-05158E8B9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ABCFF-A213-F942-AF31-A31679B61A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367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CB29F-329B-C947-49EF-1BE1F059D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667F43-AC3D-FED8-05EF-D236AC935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F2BAAA-73BA-6D84-6C8F-8E7D5265C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3C6D52-9315-BC0A-6E67-4CF2D670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A6B-9704-C242-8EC6-9E6EE70B4E4A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013F80-5277-3408-729F-E735CE924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ACD052-95E4-C7B9-DF42-DF9CFFF2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ABCFF-A213-F942-AF31-A31679B61A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823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38A010-7CEA-A313-B0B4-B41E02D4D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2E11C6-8519-CF1B-ED96-6EE74E3BD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FA67D6-2AA1-A7C9-8434-6A7E6FF47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215A17-EFB5-0F13-12A1-A3DBACBF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A6B-9704-C242-8EC6-9E6EE70B4E4A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1F9F29-61E1-3533-923C-0D5738C1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6E5982-4760-69AE-E556-D816B9A4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ABCFF-A213-F942-AF31-A31679B61A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077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D495C-1CF5-B707-755D-4B4C1BFD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9BF5C0-2FD2-EE4C-4B10-43A153A59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1662A-908B-9B39-E205-B2E771861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A6B-9704-C242-8EC6-9E6EE70B4E4A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DC23C-C7DC-6120-6A5C-F046FD219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F0D720-E3E6-F7BE-4316-F6B7225F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ABCFF-A213-F942-AF31-A31679B61A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7665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E0B0372-E471-BBEE-2AB0-7E433107D9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AE49AA-3730-C642-D973-5F2A9C493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656447-1788-3B81-E145-D68C85EBD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FA6B-9704-C242-8EC6-9E6EE70B4E4A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DF0F9B-8252-6D8D-D658-D9CE755A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4D2738-8CDB-8244-A964-0E4F4C7A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ABCFF-A213-F942-AF31-A31679B61A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345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91BAA7-1B16-3097-362E-23CBF252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E56C1F-8AF2-5F11-8D2D-11B27777E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2BC582-FC01-96C8-964B-CF9C6E534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9FA6B-9704-C242-8EC6-9E6EE70B4E4A}" type="datetimeFigureOut">
              <a:rPr kumimoji="1" lang="zh-CN" altLang="en-US" smtClean="0"/>
              <a:t>2026/8/7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24A628-571B-9E9A-B594-E87A95FD5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18450C-0C54-D8ED-51C6-5BF5EF0F5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ABCFF-A213-F942-AF31-A31679B61A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646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形状 8">
            <a:extLst>
              <a:ext uri="{FF2B5EF4-FFF2-40B4-BE49-F238E27FC236}">
                <a16:creationId xmlns:a16="http://schemas.microsoft.com/office/drawing/2014/main" id="{90238B30-67A2-39FF-E286-6F7C9CF8CFD5}"/>
              </a:ext>
            </a:extLst>
          </p:cNvPr>
          <p:cNvSpPr/>
          <p:nvPr/>
        </p:nvSpPr>
        <p:spPr>
          <a:xfrm flipV="1">
            <a:off x="2378287" y="2463426"/>
            <a:ext cx="1000125" cy="294551"/>
          </a:xfrm>
          <a:custGeom>
            <a:avLst/>
            <a:gdLst>
              <a:gd name="csX0" fmla="*/ 0 w 1000125"/>
              <a:gd name="csY0" fmla="*/ -172 h 294551"/>
              <a:gd name="csX1" fmla="*/ 1000125 w 1000125"/>
              <a:gd name="csY1" fmla="*/ -172 h 294551"/>
              <a:gd name="csX2" fmla="*/ 1000125 w 1000125"/>
              <a:gd name="csY2" fmla="*/ 294380 h 294551"/>
              <a:gd name="csX3" fmla="*/ 0 w 1000125"/>
              <a:gd name="csY3" fmla="*/ 294380 h 2945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294551">
                <a:moveTo>
                  <a:pt x="0" y="-172"/>
                </a:moveTo>
                <a:lnTo>
                  <a:pt x="1000125" y="-172"/>
                </a:lnTo>
                <a:lnTo>
                  <a:pt x="1000125" y="294380"/>
                </a:lnTo>
                <a:lnTo>
                  <a:pt x="0" y="294380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任意形状 9">
            <a:extLst>
              <a:ext uri="{FF2B5EF4-FFF2-40B4-BE49-F238E27FC236}">
                <a16:creationId xmlns:a16="http://schemas.microsoft.com/office/drawing/2014/main" id="{5DB0E17F-E281-729A-9154-66EB2A4487FB}"/>
              </a:ext>
            </a:extLst>
          </p:cNvPr>
          <p:cNvSpPr/>
          <p:nvPr/>
        </p:nvSpPr>
        <p:spPr>
          <a:xfrm flipV="1">
            <a:off x="3666934" y="1436665"/>
            <a:ext cx="3929062" cy="784571"/>
          </a:xfrm>
          <a:custGeom>
            <a:avLst/>
            <a:gdLst>
              <a:gd name="csX0" fmla="*/ 0 w 3929062"/>
              <a:gd name="csY0" fmla="*/ 19254 h 784571"/>
              <a:gd name="csX1" fmla="*/ 122777 w 3929062"/>
              <a:gd name="csY1" fmla="*/ -336 h 784571"/>
              <a:gd name="csX2" fmla="*/ 3806190 w 3929062"/>
              <a:gd name="csY2" fmla="*/ -336 h 784571"/>
              <a:gd name="csX3" fmla="*/ 3929062 w 3929062"/>
              <a:gd name="csY3" fmla="*/ 19254 h 784571"/>
              <a:gd name="csX4" fmla="*/ 3929062 w 3929062"/>
              <a:gd name="csY4" fmla="*/ 764644 h 784571"/>
              <a:gd name="csX5" fmla="*/ 3806190 w 3929062"/>
              <a:gd name="csY5" fmla="*/ 784235 h 784571"/>
              <a:gd name="csX6" fmla="*/ 122777 w 3929062"/>
              <a:gd name="csY6" fmla="*/ 784235 h 784571"/>
              <a:gd name="csX7" fmla="*/ 0 w 3929062"/>
              <a:gd name="csY7" fmla="*/ 764644 h 784571"/>
              <a:gd name="csX8" fmla="*/ 0 w 3929062"/>
              <a:gd name="csY8" fmla="*/ 19254 h 784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29062" h="784571">
                <a:moveTo>
                  <a:pt x="0" y="19254"/>
                </a:moveTo>
                <a:cubicBezTo>
                  <a:pt x="0" y="8413"/>
                  <a:pt x="54959" y="-336"/>
                  <a:pt x="122777" y="-336"/>
                </a:cubicBezTo>
                <a:lnTo>
                  <a:pt x="3806190" y="-336"/>
                </a:lnTo>
                <a:cubicBezTo>
                  <a:pt x="3874008" y="-336"/>
                  <a:pt x="3929062" y="8413"/>
                  <a:pt x="3929062" y="19254"/>
                </a:cubicBezTo>
                <a:lnTo>
                  <a:pt x="3929062" y="764644"/>
                </a:lnTo>
                <a:cubicBezTo>
                  <a:pt x="3929062" y="775486"/>
                  <a:pt x="3874008" y="784235"/>
                  <a:pt x="3806190" y="784235"/>
                </a:cubicBezTo>
                <a:lnTo>
                  <a:pt x="122777" y="784235"/>
                </a:lnTo>
                <a:cubicBezTo>
                  <a:pt x="54959" y="784235"/>
                  <a:pt x="0" y="775486"/>
                  <a:pt x="0" y="764644"/>
                </a:cubicBezTo>
                <a:lnTo>
                  <a:pt x="0" y="19254"/>
                </a:lnTo>
                <a:close/>
              </a:path>
            </a:pathLst>
          </a:custGeom>
          <a:solidFill>
            <a:srgbClr val="DEEBF6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任意形状 10">
            <a:extLst>
              <a:ext uri="{FF2B5EF4-FFF2-40B4-BE49-F238E27FC236}">
                <a16:creationId xmlns:a16="http://schemas.microsoft.com/office/drawing/2014/main" id="{0A9E4493-7034-87E0-1B03-18726248AE66}"/>
              </a:ext>
            </a:extLst>
          </p:cNvPr>
          <p:cNvSpPr/>
          <p:nvPr/>
        </p:nvSpPr>
        <p:spPr>
          <a:xfrm flipV="1">
            <a:off x="3666934" y="1436665"/>
            <a:ext cx="3929062" cy="784571"/>
          </a:xfrm>
          <a:custGeom>
            <a:avLst/>
            <a:gdLst>
              <a:gd name="csX0" fmla="*/ 0 w 3929062"/>
              <a:gd name="csY0" fmla="*/ 19254 h 784571"/>
              <a:gd name="csX1" fmla="*/ 122777 w 3929062"/>
              <a:gd name="csY1" fmla="*/ -336 h 784571"/>
              <a:gd name="csX2" fmla="*/ 3806190 w 3929062"/>
              <a:gd name="csY2" fmla="*/ -336 h 784571"/>
              <a:gd name="csX3" fmla="*/ 3929062 w 3929062"/>
              <a:gd name="csY3" fmla="*/ 19254 h 784571"/>
              <a:gd name="csX4" fmla="*/ 3929062 w 3929062"/>
              <a:gd name="csY4" fmla="*/ 764644 h 784571"/>
              <a:gd name="csX5" fmla="*/ 3806190 w 3929062"/>
              <a:gd name="csY5" fmla="*/ 784235 h 784571"/>
              <a:gd name="csX6" fmla="*/ 122777 w 3929062"/>
              <a:gd name="csY6" fmla="*/ 784235 h 784571"/>
              <a:gd name="csX7" fmla="*/ 0 w 3929062"/>
              <a:gd name="csY7" fmla="*/ 764644 h 784571"/>
              <a:gd name="csX8" fmla="*/ 0 w 3929062"/>
              <a:gd name="csY8" fmla="*/ 19254 h 784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29062" h="784571">
                <a:moveTo>
                  <a:pt x="0" y="19254"/>
                </a:moveTo>
                <a:cubicBezTo>
                  <a:pt x="0" y="8413"/>
                  <a:pt x="54959" y="-336"/>
                  <a:pt x="122777" y="-336"/>
                </a:cubicBezTo>
                <a:lnTo>
                  <a:pt x="3806190" y="-336"/>
                </a:lnTo>
                <a:cubicBezTo>
                  <a:pt x="3874008" y="-336"/>
                  <a:pt x="3929062" y="8413"/>
                  <a:pt x="3929062" y="19254"/>
                </a:cubicBezTo>
                <a:lnTo>
                  <a:pt x="3929062" y="764644"/>
                </a:lnTo>
                <a:cubicBezTo>
                  <a:pt x="3929062" y="775486"/>
                  <a:pt x="3874008" y="784235"/>
                  <a:pt x="3806190" y="784235"/>
                </a:cubicBezTo>
                <a:lnTo>
                  <a:pt x="122777" y="784235"/>
                </a:lnTo>
                <a:cubicBezTo>
                  <a:pt x="54959" y="784235"/>
                  <a:pt x="0" y="775486"/>
                  <a:pt x="0" y="764644"/>
                </a:cubicBezTo>
                <a:lnTo>
                  <a:pt x="0" y="19254"/>
                </a:lnTo>
                <a:close/>
              </a:path>
            </a:pathLst>
          </a:custGeom>
          <a:noFill/>
          <a:ln w="14288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AEE613C2-2C4B-C69A-DC61-69BFD98C7EBF}"/>
              </a:ext>
            </a:extLst>
          </p:cNvPr>
          <p:cNvSpPr/>
          <p:nvPr/>
        </p:nvSpPr>
        <p:spPr>
          <a:xfrm flipV="1">
            <a:off x="3666934" y="2392034"/>
            <a:ext cx="3929062" cy="2353741"/>
          </a:xfrm>
          <a:custGeom>
            <a:avLst/>
            <a:gdLst>
              <a:gd name="csX0" fmla="*/ 0 w 3929062"/>
              <a:gd name="csY0" fmla="*/ 71354 h 2353741"/>
              <a:gd name="csX1" fmla="*/ 71438 w 3929062"/>
              <a:gd name="csY1" fmla="*/ 30 h 2353741"/>
              <a:gd name="csX2" fmla="*/ 3857625 w 3929062"/>
              <a:gd name="csY2" fmla="*/ 30 h 2353741"/>
              <a:gd name="csX3" fmla="*/ 3929062 w 3929062"/>
              <a:gd name="csY3" fmla="*/ 71354 h 2353741"/>
              <a:gd name="csX4" fmla="*/ 3929062 w 3929062"/>
              <a:gd name="csY4" fmla="*/ 2282447 h 2353741"/>
              <a:gd name="csX5" fmla="*/ 3857625 w 3929062"/>
              <a:gd name="csY5" fmla="*/ 2353772 h 2353741"/>
              <a:gd name="csX6" fmla="*/ 71438 w 3929062"/>
              <a:gd name="csY6" fmla="*/ 2353772 h 2353741"/>
              <a:gd name="csX7" fmla="*/ 0 w 3929062"/>
              <a:gd name="csY7" fmla="*/ 2282447 h 2353741"/>
              <a:gd name="csX8" fmla="*/ 0 w 3929062"/>
              <a:gd name="csY8" fmla="*/ 71354 h 23537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29062" h="2353741">
                <a:moveTo>
                  <a:pt x="0" y="71354"/>
                </a:moveTo>
                <a:cubicBezTo>
                  <a:pt x="0" y="31964"/>
                  <a:pt x="31909" y="30"/>
                  <a:pt x="71438" y="30"/>
                </a:cubicBezTo>
                <a:lnTo>
                  <a:pt x="3857625" y="30"/>
                </a:lnTo>
                <a:cubicBezTo>
                  <a:pt x="3897059" y="30"/>
                  <a:pt x="3929062" y="31964"/>
                  <a:pt x="3929062" y="71354"/>
                </a:cubicBezTo>
                <a:lnTo>
                  <a:pt x="3929062" y="2282447"/>
                </a:lnTo>
                <a:cubicBezTo>
                  <a:pt x="3929062" y="2321818"/>
                  <a:pt x="3897059" y="2353772"/>
                  <a:pt x="3857625" y="2353772"/>
                </a:cubicBezTo>
                <a:lnTo>
                  <a:pt x="71438" y="2353772"/>
                </a:lnTo>
                <a:cubicBezTo>
                  <a:pt x="31909" y="2353772"/>
                  <a:pt x="0" y="2321818"/>
                  <a:pt x="0" y="2282447"/>
                </a:cubicBezTo>
                <a:lnTo>
                  <a:pt x="0" y="71354"/>
                </a:lnTo>
                <a:close/>
              </a:path>
            </a:pathLst>
          </a:custGeom>
          <a:solidFill>
            <a:srgbClr val="F0F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AE5335B7-D120-3EE6-4951-BC47A286283D}"/>
              </a:ext>
            </a:extLst>
          </p:cNvPr>
          <p:cNvSpPr/>
          <p:nvPr/>
        </p:nvSpPr>
        <p:spPr>
          <a:xfrm flipV="1">
            <a:off x="3666934" y="2392034"/>
            <a:ext cx="3929062" cy="2353741"/>
          </a:xfrm>
          <a:custGeom>
            <a:avLst/>
            <a:gdLst>
              <a:gd name="csX0" fmla="*/ 0 w 3929062"/>
              <a:gd name="csY0" fmla="*/ 71354 h 2353741"/>
              <a:gd name="csX1" fmla="*/ 71438 w 3929062"/>
              <a:gd name="csY1" fmla="*/ 30 h 2353741"/>
              <a:gd name="csX2" fmla="*/ 3857625 w 3929062"/>
              <a:gd name="csY2" fmla="*/ 30 h 2353741"/>
              <a:gd name="csX3" fmla="*/ 3929062 w 3929062"/>
              <a:gd name="csY3" fmla="*/ 71354 h 2353741"/>
              <a:gd name="csX4" fmla="*/ 3929062 w 3929062"/>
              <a:gd name="csY4" fmla="*/ 2282447 h 2353741"/>
              <a:gd name="csX5" fmla="*/ 3857625 w 3929062"/>
              <a:gd name="csY5" fmla="*/ 2353772 h 2353741"/>
              <a:gd name="csX6" fmla="*/ 71438 w 3929062"/>
              <a:gd name="csY6" fmla="*/ 2353772 h 2353741"/>
              <a:gd name="csX7" fmla="*/ 0 w 3929062"/>
              <a:gd name="csY7" fmla="*/ 2282447 h 2353741"/>
              <a:gd name="csX8" fmla="*/ 0 w 3929062"/>
              <a:gd name="csY8" fmla="*/ 71354 h 23537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29062" h="2353741">
                <a:moveTo>
                  <a:pt x="0" y="71354"/>
                </a:moveTo>
                <a:cubicBezTo>
                  <a:pt x="0" y="31964"/>
                  <a:pt x="31909" y="30"/>
                  <a:pt x="71438" y="30"/>
                </a:cubicBezTo>
                <a:lnTo>
                  <a:pt x="3857625" y="30"/>
                </a:lnTo>
                <a:cubicBezTo>
                  <a:pt x="3897059" y="30"/>
                  <a:pt x="3929062" y="31964"/>
                  <a:pt x="3929062" y="71354"/>
                </a:cubicBezTo>
                <a:lnTo>
                  <a:pt x="3929062" y="2282447"/>
                </a:lnTo>
                <a:cubicBezTo>
                  <a:pt x="3929062" y="2321818"/>
                  <a:pt x="3897059" y="2353772"/>
                  <a:pt x="3857625" y="2353772"/>
                </a:cubicBezTo>
                <a:lnTo>
                  <a:pt x="71438" y="2353772"/>
                </a:lnTo>
                <a:cubicBezTo>
                  <a:pt x="31909" y="2353772"/>
                  <a:pt x="0" y="2321818"/>
                  <a:pt x="0" y="2282447"/>
                </a:cubicBezTo>
                <a:lnTo>
                  <a:pt x="0" y="71354"/>
                </a:lnTo>
                <a:close/>
              </a:path>
            </a:pathLst>
          </a:custGeom>
          <a:noFill/>
          <a:ln w="14288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任意形状 13">
            <a:extLst>
              <a:ext uri="{FF2B5EF4-FFF2-40B4-BE49-F238E27FC236}">
                <a16:creationId xmlns:a16="http://schemas.microsoft.com/office/drawing/2014/main" id="{53F8F1DD-5BC4-70BF-BAD9-24BADD9BE07F}"/>
              </a:ext>
            </a:extLst>
          </p:cNvPr>
          <p:cNvSpPr/>
          <p:nvPr/>
        </p:nvSpPr>
        <p:spPr>
          <a:xfrm flipV="1">
            <a:off x="3809809" y="2677333"/>
            <a:ext cx="3643312" cy="610824"/>
          </a:xfrm>
          <a:custGeom>
            <a:avLst/>
            <a:gdLst>
              <a:gd name="csX0" fmla="*/ 0 w 3643312"/>
              <a:gd name="csY0" fmla="*/ 38136 h 610824"/>
              <a:gd name="csX1" fmla="*/ 35719 w 3643312"/>
              <a:gd name="csY1" fmla="*/ -94 h 610824"/>
              <a:gd name="csX2" fmla="*/ 3607594 w 3643312"/>
              <a:gd name="csY2" fmla="*/ -94 h 610824"/>
              <a:gd name="csX3" fmla="*/ 3643312 w 3643312"/>
              <a:gd name="csY3" fmla="*/ 38136 h 610824"/>
              <a:gd name="csX4" fmla="*/ 3643312 w 3643312"/>
              <a:gd name="csY4" fmla="*/ 572501 h 610824"/>
              <a:gd name="csX5" fmla="*/ 3607594 w 3643312"/>
              <a:gd name="csY5" fmla="*/ 610731 h 610824"/>
              <a:gd name="csX6" fmla="*/ 35719 w 3643312"/>
              <a:gd name="csY6" fmla="*/ 610731 h 610824"/>
              <a:gd name="csX7" fmla="*/ 0 w 3643312"/>
              <a:gd name="csY7" fmla="*/ 572501 h 610824"/>
              <a:gd name="csX8" fmla="*/ 0 w 3643312"/>
              <a:gd name="csY8" fmla="*/ 38136 h 610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43312" h="610824">
                <a:moveTo>
                  <a:pt x="0" y="38136"/>
                </a:moveTo>
                <a:cubicBezTo>
                  <a:pt x="0" y="17024"/>
                  <a:pt x="15907" y="-94"/>
                  <a:pt x="35719" y="-94"/>
                </a:cubicBezTo>
                <a:lnTo>
                  <a:pt x="3607594" y="-94"/>
                </a:lnTo>
                <a:cubicBezTo>
                  <a:pt x="3627311" y="-94"/>
                  <a:pt x="3643312" y="17024"/>
                  <a:pt x="3643312" y="38136"/>
                </a:cubicBezTo>
                <a:lnTo>
                  <a:pt x="3643312" y="572501"/>
                </a:lnTo>
                <a:cubicBezTo>
                  <a:pt x="3643312" y="593613"/>
                  <a:pt x="3627311" y="610731"/>
                  <a:pt x="3607594" y="610731"/>
                </a:cubicBezTo>
                <a:lnTo>
                  <a:pt x="35719" y="610731"/>
                </a:lnTo>
                <a:cubicBezTo>
                  <a:pt x="15907" y="610731"/>
                  <a:pt x="0" y="593613"/>
                  <a:pt x="0" y="572501"/>
                </a:cubicBezTo>
                <a:lnTo>
                  <a:pt x="0" y="38136"/>
                </a:lnTo>
                <a:close/>
              </a:path>
            </a:pathLst>
          </a:custGeom>
          <a:solidFill>
            <a:srgbClr val="DEEBF6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任意形状 14">
            <a:extLst>
              <a:ext uri="{FF2B5EF4-FFF2-40B4-BE49-F238E27FC236}">
                <a16:creationId xmlns:a16="http://schemas.microsoft.com/office/drawing/2014/main" id="{F7540882-D8D5-64CD-2BBF-19968D05B6D2}"/>
              </a:ext>
            </a:extLst>
          </p:cNvPr>
          <p:cNvSpPr/>
          <p:nvPr/>
        </p:nvSpPr>
        <p:spPr>
          <a:xfrm flipV="1">
            <a:off x="3809809" y="2677333"/>
            <a:ext cx="3643312" cy="610824"/>
          </a:xfrm>
          <a:custGeom>
            <a:avLst/>
            <a:gdLst>
              <a:gd name="csX0" fmla="*/ 0 w 3643312"/>
              <a:gd name="csY0" fmla="*/ 38136 h 610824"/>
              <a:gd name="csX1" fmla="*/ 35719 w 3643312"/>
              <a:gd name="csY1" fmla="*/ -94 h 610824"/>
              <a:gd name="csX2" fmla="*/ 3607594 w 3643312"/>
              <a:gd name="csY2" fmla="*/ -94 h 610824"/>
              <a:gd name="csX3" fmla="*/ 3643312 w 3643312"/>
              <a:gd name="csY3" fmla="*/ 38136 h 610824"/>
              <a:gd name="csX4" fmla="*/ 3643312 w 3643312"/>
              <a:gd name="csY4" fmla="*/ 572501 h 610824"/>
              <a:gd name="csX5" fmla="*/ 3607594 w 3643312"/>
              <a:gd name="csY5" fmla="*/ 610731 h 610824"/>
              <a:gd name="csX6" fmla="*/ 35719 w 3643312"/>
              <a:gd name="csY6" fmla="*/ 610731 h 610824"/>
              <a:gd name="csX7" fmla="*/ 0 w 3643312"/>
              <a:gd name="csY7" fmla="*/ 572501 h 610824"/>
              <a:gd name="csX8" fmla="*/ 0 w 3643312"/>
              <a:gd name="csY8" fmla="*/ 38136 h 610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43312" h="610824">
                <a:moveTo>
                  <a:pt x="0" y="38136"/>
                </a:moveTo>
                <a:cubicBezTo>
                  <a:pt x="0" y="17024"/>
                  <a:pt x="15907" y="-94"/>
                  <a:pt x="35719" y="-94"/>
                </a:cubicBezTo>
                <a:lnTo>
                  <a:pt x="3607594" y="-94"/>
                </a:lnTo>
                <a:cubicBezTo>
                  <a:pt x="3627311" y="-94"/>
                  <a:pt x="3643312" y="17024"/>
                  <a:pt x="3643312" y="38136"/>
                </a:cubicBezTo>
                <a:lnTo>
                  <a:pt x="3643312" y="572501"/>
                </a:lnTo>
                <a:cubicBezTo>
                  <a:pt x="3643312" y="593613"/>
                  <a:pt x="3627311" y="610731"/>
                  <a:pt x="3607594" y="610731"/>
                </a:cubicBezTo>
                <a:lnTo>
                  <a:pt x="35719" y="610731"/>
                </a:lnTo>
                <a:cubicBezTo>
                  <a:pt x="15907" y="610731"/>
                  <a:pt x="0" y="593613"/>
                  <a:pt x="0" y="572501"/>
                </a:cubicBezTo>
                <a:lnTo>
                  <a:pt x="0" y="38136"/>
                </a:lnTo>
                <a:close/>
              </a:path>
            </a:pathLst>
          </a:custGeom>
          <a:noFill/>
          <a:ln w="10716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任意形状 15">
            <a:extLst>
              <a:ext uri="{FF2B5EF4-FFF2-40B4-BE49-F238E27FC236}">
                <a16:creationId xmlns:a16="http://schemas.microsoft.com/office/drawing/2014/main" id="{886AF89A-4300-0868-F77D-F427713C0B60}"/>
              </a:ext>
            </a:extLst>
          </p:cNvPr>
          <p:cNvSpPr/>
          <p:nvPr/>
        </p:nvSpPr>
        <p:spPr>
          <a:xfrm flipV="1">
            <a:off x="3809809" y="4032501"/>
            <a:ext cx="3643312" cy="570625"/>
          </a:xfrm>
          <a:custGeom>
            <a:avLst/>
            <a:gdLst>
              <a:gd name="csX0" fmla="*/ 0 w 3643312"/>
              <a:gd name="csY0" fmla="*/ 35849 h 570625"/>
              <a:gd name="csX1" fmla="*/ 35719 w 3643312"/>
              <a:gd name="csY1" fmla="*/ 187 h 570625"/>
              <a:gd name="csX2" fmla="*/ 3607594 w 3643312"/>
              <a:gd name="csY2" fmla="*/ 187 h 570625"/>
              <a:gd name="csX3" fmla="*/ 3643312 w 3643312"/>
              <a:gd name="csY3" fmla="*/ 35849 h 570625"/>
              <a:gd name="csX4" fmla="*/ 3643312 w 3643312"/>
              <a:gd name="csY4" fmla="*/ 535151 h 570625"/>
              <a:gd name="csX5" fmla="*/ 3607594 w 3643312"/>
              <a:gd name="csY5" fmla="*/ 570813 h 570625"/>
              <a:gd name="csX6" fmla="*/ 35719 w 3643312"/>
              <a:gd name="csY6" fmla="*/ 570813 h 570625"/>
              <a:gd name="csX7" fmla="*/ 0 w 3643312"/>
              <a:gd name="csY7" fmla="*/ 535151 h 570625"/>
              <a:gd name="csX8" fmla="*/ 0 w 3643312"/>
              <a:gd name="csY8" fmla="*/ 35849 h 570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43312" h="570625">
                <a:moveTo>
                  <a:pt x="0" y="35849"/>
                </a:moveTo>
                <a:cubicBezTo>
                  <a:pt x="0" y="16154"/>
                  <a:pt x="15907" y="187"/>
                  <a:pt x="35719" y="187"/>
                </a:cubicBezTo>
                <a:lnTo>
                  <a:pt x="3607594" y="187"/>
                </a:lnTo>
                <a:cubicBezTo>
                  <a:pt x="3627311" y="187"/>
                  <a:pt x="3643312" y="16154"/>
                  <a:pt x="3643312" y="35849"/>
                </a:cubicBezTo>
                <a:lnTo>
                  <a:pt x="3643312" y="535151"/>
                </a:lnTo>
                <a:cubicBezTo>
                  <a:pt x="3643312" y="554836"/>
                  <a:pt x="3627311" y="570813"/>
                  <a:pt x="3607594" y="570813"/>
                </a:cubicBezTo>
                <a:lnTo>
                  <a:pt x="35719" y="570813"/>
                </a:lnTo>
                <a:cubicBezTo>
                  <a:pt x="15907" y="570813"/>
                  <a:pt x="0" y="554836"/>
                  <a:pt x="0" y="535151"/>
                </a:cubicBezTo>
                <a:lnTo>
                  <a:pt x="0" y="35849"/>
                </a:lnTo>
                <a:close/>
              </a:path>
            </a:pathLst>
          </a:custGeom>
          <a:solidFill>
            <a:srgbClr val="DEEBF6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任意形状 16">
            <a:extLst>
              <a:ext uri="{FF2B5EF4-FFF2-40B4-BE49-F238E27FC236}">
                <a16:creationId xmlns:a16="http://schemas.microsoft.com/office/drawing/2014/main" id="{9A524A70-D342-FDD9-D7C0-64B1AC03244E}"/>
              </a:ext>
            </a:extLst>
          </p:cNvPr>
          <p:cNvSpPr/>
          <p:nvPr/>
        </p:nvSpPr>
        <p:spPr>
          <a:xfrm flipV="1">
            <a:off x="3809809" y="4032501"/>
            <a:ext cx="3643312" cy="570625"/>
          </a:xfrm>
          <a:custGeom>
            <a:avLst/>
            <a:gdLst>
              <a:gd name="csX0" fmla="*/ 0 w 3643312"/>
              <a:gd name="csY0" fmla="*/ 35849 h 570625"/>
              <a:gd name="csX1" fmla="*/ 35719 w 3643312"/>
              <a:gd name="csY1" fmla="*/ 187 h 570625"/>
              <a:gd name="csX2" fmla="*/ 3607594 w 3643312"/>
              <a:gd name="csY2" fmla="*/ 187 h 570625"/>
              <a:gd name="csX3" fmla="*/ 3643312 w 3643312"/>
              <a:gd name="csY3" fmla="*/ 35849 h 570625"/>
              <a:gd name="csX4" fmla="*/ 3643312 w 3643312"/>
              <a:gd name="csY4" fmla="*/ 535151 h 570625"/>
              <a:gd name="csX5" fmla="*/ 3607594 w 3643312"/>
              <a:gd name="csY5" fmla="*/ 570813 h 570625"/>
              <a:gd name="csX6" fmla="*/ 35719 w 3643312"/>
              <a:gd name="csY6" fmla="*/ 570813 h 570625"/>
              <a:gd name="csX7" fmla="*/ 0 w 3643312"/>
              <a:gd name="csY7" fmla="*/ 535151 h 570625"/>
              <a:gd name="csX8" fmla="*/ 0 w 3643312"/>
              <a:gd name="csY8" fmla="*/ 35849 h 570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43312" h="570625">
                <a:moveTo>
                  <a:pt x="0" y="35849"/>
                </a:moveTo>
                <a:cubicBezTo>
                  <a:pt x="0" y="16154"/>
                  <a:pt x="15907" y="187"/>
                  <a:pt x="35719" y="187"/>
                </a:cubicBezTo>
                <a:lnTo>
                  <a:pt x="3607594" y="187"/>
                </a:lnTo>
                <a:cubicBezTo>
                  <a:pt x="3627311" y="187"/>
                  <a:pt x="3643312" y="16154"/>
                  <a:pt x="3643312" y="35849"/>
                </a:cubicBezTo>
                <a:lnTo>
                  <a:pt x="3643312" y="535151"/>
                </a:lnTo>
                <a:cubicBezTo>
                  <a:pt x="3643312" y="554836"/>
                  <a:pt x="3627311" y="570813"/>
                  <a:pt x="3607594" y="570813"/>
                </a:cubicBezTo>
                <a:lnTo>
                  <a:pt x="35719" y="570813"/>
                </a:lnTo>
                <a:cubicBezTo>
                  <a:pt x="15907" y="570813"/>
                  <a:pt x="0" y="554836"/>
                  <a:pt x="0" y="535151"/>
                </a:cubicBezTo>
                <a:lnTo>
                  <a:pt x="0" y="35849"/>
                </a:lnTo>
                <a:close/>
              </a:path>
            </a:pathLst>
          </a:custGeom>
          <a:noFill/>
          <a:ln w="10716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任意形状 17">
            <a:extLst>
              <a:ext uri="{FF2B5EF4-FFF2-40B4-BE49-F238E27FC236}">
                <a16:creationId xmlns:a16="http://schemas.microsoft.com/office/drawing/2014/main" id="{AC9E4E67-BD49-5ADE-8002-DEC4E91E78EB}"/>
              </a:ext>
            </a:extLst>
          </p:cNvPr>
          <p:cNvSpPr/>
          <p:nvPr/>
        </p:nvSpPr>
        <p:spPr>
          <a:xfrm flipV="1">
            <a:off x="3809809" y="3366899"/>
            <a:ext cx="3643312" cy="570597"/>
          </a:xfrm>
          <a:custGeom>
            <a:avLst/>
            <a:gdLst>
              <a:gd name="csX0" fmla="*/ 0 w 3643312"/>
              <a:gd name="csY0" fmla="*/ 40750 h 570597"/>
              <a:gd name="csX1" fmla="*/ 113824 w 3643312"/>
              <a:gd name="csY1" fmla="*/ 47 h 570597"/>
              <a:gd name="csX2" fmla="*/ 3529394 w 3643312"/>
              <a:gd name="csY2" fmla="*/ 47 h 570597"/>
              <a:gd name="csX3" fmla="*/ 3643312 w 3643312"/>
              <a:gd name="csY3" fmla="*/ 40750 h 570597"/>
              <a:gd name="csX4" fmla="*/ 3643312 w 3643312"/>
              <a:gd name="csY4" fmla="*/ 529847 h 570597"/>
              <a:gd name="csX5" fmla="*/ 3529394 w 3643312"/>
              <a:gd name="csY5" fmla="*/ 570644 h 570597"/>
              <a:gd name="csX6" fmla="*/ 113824 w 3643312"/>
              <a:gd name="csY6" fmla="*/ 570644 h 570597"/>
              <a:gd name="csX7" fmla="*/ 0 w 3643312"/>
              <a:gd name="csY7" fmla="*/ 529847 h 570597"/>
              <a:gd name="csX8" fmla="*/ 0 w 3643312"/>
              <a:gd name="csY8" fmla="*/ 40750 h 5705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43312" h="570597">
                <a:moveTo>
                  <a:pt x="0" y="40750"/>
                </a:moveTo>
                <a:cubicBezTo>
                  <a:pt x="0" y="18306"/>
                  <a:pt x="50959" y="47"/>
                  <a:pt x="113824" y="47"/>
                </a:cubicBezTo>
                <a:lnTo>
                  <a:pt x="3529394" y="47"/>
                </a:lnTo>
                <a:cubicBezTo>
                  <a:pt x="3592259" y="47"/>
                  <a:pt x="3643312" y="18306"/>
                  <a:pt x="3643312" y="40750"/>
                </a:cubicBezTo>
                <a:lnTo>
                  <a:pt x="3643312" y="529847"/>
                </a:lnTo>
                <a:cubicBezTo>
                  <a:pt x="3643312" y="552385"/>
                  <a:pt x="3592259" y="570644"/>
                  <a:pt x="3529394" y="570644"/>
                </a:cubicBezTo>
                <a:lnTo>
                  <a:pt x="113824" y="570644"/>
                </a:lnTo>
                <a:cubicBezTo>
                  <a:pt x="50959" y="570644"/>
                  <a:pt x="0" y="552385"/>
                  <a:pt x="0" y="529847"/>
                </a:cubicBezTo>
                <a:lnTo>
                  <a:pt x="0" y="40750"/>
                </a:ln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任意形状 18">
            <a:extLst>
              <a:ext uri="{FF2B5EF4-FFF2-40B4-BE49-F238E27FC236}">
                <a16:creationId xmlns:a16="http://schemas.microsoft.com/office/drawing/2014/main" id="{EB8063D4-E859-6D46-1C93-EED89095BB76}"/>
              </a:ext>
            </a:extLst>
          </p:cNvPr>
          <p:cNvSpPr/>
          <p:nvPr/>
        </p:nvSpPr>
        <p:spPr>
          <a:xfrm flipV="1">
            <a:off x="3809809" y="3366899"/>
            <a:ext cx="3643312" cy="570597"/>
          </a:xfrm>
          <a:custGeom>
            <a:avLst/>
            <a:gdLst>
              <a:gd name="csX0" fmla="*/ 0 w 3643312"/>
              <a:gd name="csY0" fmla="*/ 40750 h 570597"/>
              <a:gd name="csX1" fmla="*/ 113824 w 3643312"/>
              <a:gd name="csY1" fmla="*/ 47 h 570597"/>
              <a:gd name="csX2" fmla="*/ 3529394 w 3643312"/>
              <a:gd name="csY2" fmla="*/ 47 h 570597"/>
              <a:gd name="csX3" fmla="*/ 3643312 w 3643312"/>
              <a:gd name="csY3" fmla="*/ 40750 h 570597"/>
              <a:gd name="csX4" fmla="*/ 3643312 w 3643312"/>
              <a:gd name="csY4" fmla="*/ 529847 h 570597"/>
              <a:gd name="csX5" fmla="*/ 3529394 w 3643312"/>
              <a:gd name="csY5" fmla="*/ 570644 h 570597"/>
              <a:gd name="csX6" fmla="*/ 113824 w 3643312"/>
              <a:gd name="csY6" fmla="*/ 570644 h 570597"/>
              <a:gd name="csX7" fmla="*/ 0 w 3643312"/>
              <a:gd name="csY7" fmla="*/ 529847 h 570597"/>
              <a:gd name="csX8" fmla="*/ 0 w 3643312"/>
              <a:gd name="csY8" fmla="*/ 40750 h 5705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43312" h="570597">
                <a:moveTo>
                  <a:pt x="0" y="40750"/>
                </a:moveTo>
                <a:cubicBezTo>
                  <a:pt x="0" y="18306"/>
                  <a:pt x="50959" y="47"/>
                  <a:pt x="113824" y="47"/>
                </a:cubicBezTo>
                <a:lnTo>
                  <a:pt x="3529394" y="47"/>
                </a:lnTo>
                <a:cubicBezTo>
                  <a:pt x="3592259" y="47"/>
                  <a:pt x="3643312" y="18306"/>
                  <a:pt x="3643312" y="40750"/>
                </a:cubicBezTo>
                <a:lnTo>
                  <a:pt x="3643312" y="529847"/>
                </a:lnTo>
                <a:cubicBezTo>
                  <a:pt x="3643312" y="552385"/>
                  <a:pt x="3592259" y="570644"/>
                  <a:pt x="3529394" y="570644"/>
                </a:cubicBezTo>
                <a:lnTo>
                  <a:pt x="113824" y="570644"/>
                </a:lnTo>
                <a:cubicBezTo>
                  <a:pt x="50959" y="570644"/>
                  <a:pt x="0" y="552385"/>
                  <a:pt x="0" y="529847"/>
                </a:cubicBezTo>
                <a:lnTo>
                  <a:pt x="0" y="40750"/>
                </a:lnTo>
                <a:close/>
              </a:path>
            </a:pathLst>
          </a:custGeom>
          <a:noFill/>
          <a:ln w="10716" cap="flat">
            <a:solidFill>
              <a:srgbClr val="F4A46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任意形状 19">
            <a:extLst>
              <a:ext uri="{FF2B5EF4-FFF2-40B4-BE49-F238E27FC236}">
                <a16:creationId xmlns:a16="http://schemas.microsoft.com/office/drawing/2014/main" id="{980B5698-29E9-2078-4FF4-1BFA2287B31A}"/>
              </a:ext>
            </a:extLst>
          </p:cNvPr>
          <p:cNvSpPr/>
          <p:nvPr/>
        </p:nvSpPr>
        <p:spPr>
          <a:xfrm flipV="1">
            <a:off x="3979068" y="2998294"/>
            <a:ext cx="628078" cy="213973"/>
          </a:xfrm>
          <a:custGeom>
            <a:avLst/>
            <a:gdLst>
              <a:gd name="csX0" fmla="*/ 0 w 628078"/>
              <a:gd name="csY0" fmla="*/ 14197 h 213973"/>
              <a:gd name="csX1" fmla="*/ 25146 w 628078"/>
              <a:gd name="csY1" fmla="*/ -68 h 213973"/>
              <a:gd name="csX2" fmla="*/ 602933 w 628078"/>
              <a:gd name="csY2" fmla="*/ -68 h 213973"/>
              <a:gd name="csX3" fmla="*/ 628079 w 628078"/>
              <a:gd name="csY3" fmla="*/ 14197 h 213973"/>
              <a:gd name="csX4" fmla="*/ 628079 w 628078"/>
              <a:gd name="csY4" fmla="*/ 199641 h 213973"/>
              <a:gd name="csX5" fmla="*/ 602933 w 628078"/>
              <a:gd name="csY5" fmla="*/ 213906 h 213973"/>
              <a:gd name="csX6" fmla="*/ 25146 w 628078"/>
              <a:gd name="csY6" fmla="*/ 213906 h 213973"/>
              <a:gd name="csX7" fmla="*/ 0 w 628078"/>
              <a:gd name="csY7" fmla="*/ 199641 h 213973"/>
              <a:gd name="csX8" fmla="*/ 0 w 628078"/>
              <a:gd name="csY8" fmla="*/ 14197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8078" h="213973">
                <a:moveTo>
                  <a:pt x="0" y="14197"/>
                </a:moveTo>
                <a:cubicBezTo>
                  <a:pt x="0" y="6304"/>
                  <a:pt x="11239" y="-68"/>
                  <a:pt x="25146" y="-68"/>
                </a:cubicBezTo>
                <a:lnTo>
                  <a:pt x="602933" y="-68"/>
                </a:lnTo>
                <a:cubicBezTo>
                  <a:pt x="616839" y="-68"/>
                  <a:pt x="628079" y="6304"/>
                  <a:pt x="628079" y="14197"/>
                </a:cubicBezTo>
                <a:lnTo>
                  <a:pt x="628079" y="199641"/>
                </a:lnTo>
                <a:cubicBezTo>
                  <a:pt x="628079" y="207534"/>
                  <a:pt x="616839" y="213906"/>
                  <a:pt x="602933" y="213906"/>
                </a:cubicBezTo>
                <a:lnTo>
                  <a:pt x="25146" y="213906"/>
                </a:lnTo>
                <a:cubicBezTo>
                  <a:pt x="11239" y="213906"/>
                  <a:pt x="0" y="207534"/>
                  <a:pt x="0" y="199641"/>
                </a:cubicBezTo>
                <a:lnTo>
                  <a:pt x="0" y="14197"/>
                </a:lnTo>
                <a:close/>
              </a:path>
            </a:pathLst>
          </a:custGeom>
          <a:solidFill>
            <a:srgbClr val="CCEEC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任意形状 20">
            <a:extLst>
              <a:ext uri="{FF2B5EF4-FFF2-40B4-BE49-F238E27FC236}">
                <a16:creationId xmlns:a16="http://schemas.microsoft.com/office/drawing/2014/main" id="{8ACEDA95-B152-1BEC-1E78-F12F640F1906}"/>
              </a:ext>
            </a:extLst>
          </p:cNvPr>
          <p:cNvSpPr/>
          <p:nvPr/>
        </p:nvSpPr>
        <p:spPr>
          <a:xfrm flipV="1">
            <a:off x="3979068" y="2998294"/>
            <a:ext cx="628078" cy="213973"/>
          </a:xfrm>
          <a:custGeom>
            <a:avLst/>
            <a:gdLst>
              <a:gd name="csX0" fmla="*/ 0 w 628078"/>
              <a:gd name="csY0" fmla="*/ 14197 h 213973"/>
              <a:gd name="csX1" fmla="*/ 25146 w 628078"/>
              <a:gd name="csY1" fmla="*/ -68 h 213973"/>
              <a:gd name="csX2" fmla="*/ 602933 w 628078"/>
              <a:gd name="csY2" fmla="*/ -68 h 213973"/>
              <a:gd name="csX3" fmla="*/ 628079 w 628078"/>
              <a:gd name="csY3" fmla="*/ 14197 h 213973"/>
              <a:gd name="csX4" fmla="*/ 628079 w 628078"/>
              <a:gd name="csY4" fmla="*/ 199641 h 213973"/>
              <a:gd name="csX5" fmla="*/ 602933 w 628078"/>
              <a:gd name="csY5" fmla="*/ 213906 h 213973"/>
              <a:gd name="csX6" fmla="*/ 25146 w 628078"/>
              <a:gd name="csY6" fmla="*/ 213906 h 213973"/>
              <a:gd name="csX7" fmla="*/ 0 w 628078"/>
              <a:gd name="csY7" fmla="*/ 199641 h 213973"/>
              <a:gd name="csX8" fmla="*/ 0 w 628078"/>
              <a:gd name="csY8" fmla="*/ 14197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8078" h="213973">
                <a:moveTo>
                  <a:pt x="0" y="14197"/>
                </a:moveTo>
                <a:cubicBezTo>
                  <a:pt x="0" y="6304"/>
                  <a:pt x="11239" y="-68"/>
                  <a:pt x="25146" y="-68"/>
                </a:cubicBezTo>
                <a:lnTo>
                  <a:pt x="602933" y="-68"/>
                </a:lnTo>
                <a:cubicBezTo>
                  <a:pt x="616839" y="-68"/>
                  <a:pt x="628079" y="6304"/>
                  <a:pt x="628079" y="14197"/>
                </a:cubicBezTo>
                <a:lnTo>
                  <a:pt x="628079" y="199641"/>
                </a:lnTo>
                <a:cubicBezTo>
                  <a:pt x="628079" y="207534"/>
                  <a:pt x="616839" y="213906"/>
                  <a:pt x="602933" y="213906"/>
                </a:cubicBezTo>
                <a:lnTo>
                  <a:pt x="25146" y="213906"/>
                </a:lnTo>
                <a:cubicBezTo>
                  <a:pt x="11239" y="213906"/>
                  <a:pt x="0" y="207534"/>
                  <a:pt x="0" y="199641"/>
                </a:cubicBezTo>
                <a:lnTo>
                  <a:pt x="0" y="14197"/>
                </a:lnTo>
                <a:close/>
              </a:path>
            </a:pathLst>
          </a:custGeom>
          <a:noFill/>
          <a:ln w="714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任意形状 21">
            <a:extLst>
              <a:ext uri="{FF2B5EF4-FFF2-40B4-BE49-F238E27FC236}">
                <a16:creationId xmlns:a16="http://schemas.microsoft.com/office/drawing/2014/main" id="{19B83D94-C04B-9BAF-7EE1-4391CBACE187}"/>
              </a:ext>
            </a:extLst>
          </p:cNvPr>
          <p:cNvSpPr/>
          <p:nvPr/>
        </p:nvSpPr>
        <p:spPr>
          <a:xfrm flipV="1">
            <a:off x="5246655" y="2998294"/>
            <a:ext cx="642937" cy="213973"/>
          </a:xfrm>
          <a:custGeom>
            <a:avLst/>
            <a:gdLst>
              <a:gd name="csX0" fmla="*/ 0 w 642937"/>
              <a:gd name="csY0" fmla="*/ 10583 h 213973"/>
              <a:gd name="csX1" fmla="*/ 18383 w 642937"/>
              <a:gd name="csY1" fmla="*/ -68 h 213973"/>
              <a:gd name="csX2" fmla="*/ 624554 w 642937"/>
              <a:gd name="csY2" fmla="*/ -68 h 213973"/>
              <a:gd name="csX3" fmla="*/ 642938 w 642937"/>
              <a:gd name="csY3" fmla="*/ 10583 h 213973"/>
              <a:gd name="csX4" fmla="*/ 642938 w 642937"/>
              <a:gd name="csY4" fmla="*/ 203160 h 213973"/>
              <a:gd name="csX5" fmla="*/ 624554 w 642937"/>
              <a:gd name="csY5" fmla="*/ 213906 h 213973"/>
              <a:gd name="csX6" fmla="*/ 18383 w 642937"/>
              <a:gd name="csY6" fmla="*/ 213906 h 213973"/>
              <a:gd name="csX7" fmla="*/ 0 w 642937"/>
              <a:gd name="csY7" fmla="*/ 203160 h 213973"/>
              <a:gd name="csX8" fmla="*/ 0 w 642937"/>
              <a:gd name="csY8" fmla="*/ 10583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2937" h="213973">
                <a:moveTo>
                  <a:pt x="0" y="10583"/>
                </a:moveTo>
                <a:cubicBezTo>
                  <a:pt x="0" y="4687"/>
                  <a:pt x="8287" y="-68"/>
                  <a:pt x="18383" y="-68"/>
                </a:cubicBezTo>
                <a:lnTo>
                  <a:pt x="624554" y="-68"/>
                </a:lnTo>
                <a:cubicBezTo>
                  <a:pt x="634746" y="-68"/>
                  <a:pt x="642938" y="4687"/>
                  <a:pt x="642938" y="10583"/>
                </a:cubicBezTo>
                <a:lnTo>
                  <a:pt x="642938" y="203160"/>
                </a:lnTo>
                <a:cubicBezTo>
                  <a:pt x="642938" y="209056"/>
                  <a:pt x="634746" y="213906"/>
                  <a:pt x="624554" y="213906"/>
                </a:cubicBezTo>
                <a:lnTo>
                  <a:pt x="18383" y="213906"/>
                </a:lnTo>
                <a:cubicBezTo>
                  <a:pt x="8287" y="213906"/>
                  <a:pt x="0" y="209056"/>
                  <a:pt x="0" y="203160"/>
                </a:cubicBezTo>
                <a:lnTo>
                  <a:pt x="0" y="10583"/>
                </a:lnTo>
                <a:close/>
              </a:path>
            </a:pathLst>
          </a:custGeom>
          <a:solidFill>
            <a:srgbClr val="D0DDF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任意形状 22">
            <a:extLst>
              <a:ext uri="{FF2B5EF4-FFF2-40B4-BE49-F238E27FC236}">
                <a16:creationId xmlns:a16="http://schemas.microsoft.com/office/drawing/2014/main" id="{7B21A99C-8452-AB0C-697E-F908A5B6185B}"/>
              </a:ext>
            </a:extLst>
          </p:cNvPr>
          <p:cNvSpPr/>
          <p:nvPr/>
        </p:nvSpPr>
        <p:spPr>
          <a:xfrm flipV="1">
            <a:off x="5246655" y="2998294"/>
            <a:ext cx="642937" cy="213973"/>
          </a:xfrm>
          <a:custGeom>
            <a:avLst/>
            <a:gdLst>
              <a:gd name="csX0" fmla="*/ 0 w 642937"/>
              <a:gd name="csY0" fmla="*/ 10583 h 213973"/>
              <a:gd name="csX1" fmla="*/ 18383 w 642937"/>
              <a:gd name="csY1" fmla="*/ -68 h 213973"/>
              <a:gd name="csX2" fmla="*/ 624554 w 642937"/>
              <a:gd name="csY2" fmla="*/ -68 h 213973"/>
              <a:gd name="csX3" fmla="*/ 642938 w 642937"/>
              <a:gd name="csY3" fmla="*/ 10583 h 213973"/>
              <a:gd name="csX4" fmla="*/ 642938 w 642937"/>
              <a:gd name="csY4" fmla="*/ 203160 h 213973"/>
              <a:gd name="csX5" fmla="*/ 624554 w 642937"/>
              <a:gd name="csY5" fmla="*/ 213906 h 213973"/>
              <a:gd name="csX6" fmla="*/ 18383 w 642937"/>
              <a:gd name="csY6" fmla="*/ 213906 h 213973"/>
              <a:gd name="csX7" fmla="*/ 0 w 642937"/>
              <a:gd name="csY7" fmla="*/ 203160 h 213973"/>
              <a:gd name="csX8" fmla="*/ 0 w 642937"/>
              <a:gd name="csY8" fmla="*/ 10583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2937" h="213973">
                <a:moveTo>
                  <a:pt x="0" y="10583"/>
                </a:moveTo>
                <a:cubicBezTo>
                  <a:pt x="0" y="4687"/>
                  <a:pt x="8287" y="-68"/>
                  <a:pt x="18383" y="-68"/>
                </a:cubicBezTo>
                <a:lnTo>
                  <a:pt x="624554" y="-68"/>
                </a:lnTo>
                <a:cubicBezTo>
                  <a:pt x="634746" y="-68"/>
                  <a:pt x="642938" y="4687"/>
                  <a:pt x="642938" y="10583"/>
                </a:cubicBezTo>
                <a:lnTo>
                  <a:pt x="642938" y="203160"/>
                </a:lnTo>
                <a:cubicBezTo>
                  <a:pt x="642938" y="209056"/>
                  <a:pt x="634746" y="213906"/>
                  <a:pt x="624554" y="213906"/>
                </a:cubicBezTo>
                <a:lnTo>
                  <a:pt x="18383" y="213906"/>
                </a:lnTo>
                <a:cubicBezTo>
                  <a:pt x="8287" y="213906"/>
                  <a:pt x="0" y="209056"/>
                  <a:pt x="0" y="203160"/>
                </a:cubicBezTo>
                <a:lnTo>
                  <a:pt x="0" y="10583"/>
                </a:lnTo>
                <a:close/>
              </a:path>
            </a:pathLst>
          </a:custGeom>
          <a:noFill/>
          <a:ln w="7144" cap="flat">
            <a:solidFill>
              <a:srgbClr val="999999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任意形状 23">
            <a:extLst>
              <a:ext uri="{FF2B5EF4-FFF2-40B4-BE49-F238E27FC236}">
                <a16:creationId xmlns:a16="http://schemas.microsoft.com/office/drawing/2014/main" id="{6A958B23-4302-DCEA-900C-3A37109ACD7D}"/>
              </a:ext>
            </a:extLst>
          </p:cNvPr>
          <p:cNvSpPr/>
          <p:nvPr/>
        </p:nvSpPr>
        <p:spPr>
          <a:xfrm flipV="1">
            <a:off x="6439376" y="2998294"/>
            <a:ext cx="928687" cy="213973"/>
          </a:xfrm>
          <a:custGeom>
            <a:avLst/>
            <a:gdLst>
              <a:gd name="csX0" fmla="*/ 0 w 928687"/>
              <a:gd name="csY0" fmla="*/ 14197 h 213973"/>
              <a:gd name="csX1" fmla="*/ 30956 w 928687"/>
              <a:gd name="csY1" fmla="*/ -68 h 213973"/>
              <a:gd name="csX2" fmla="*/ 897731 w 928687"/>
              <a:gd name="csY2" fmla="*/ -68 h 213973"/>
              <a:gd name="csX3" fmla="*/ 928688 w 928687"/>
              <a:gd name="csY3" fmla="*/ 14197 h 213973"/>
              <a:gd name="csX4" fmla="*/ 928688 w 928687"/>
              <a:gd name="csY4" fmla="*/ 199641 h 213973"/>
              <a:gd name="csX5" fmla="*/ 897731 w 928687"/>
              <a:gd name="csY5" fmla="*/ 213906 h 213973"/>
              <a:gd name="csX6" fmla="*/ 30956 w 928687"/>
              <a:gd name="csY6" fmla="*/ 213906 h 213973"/>
              <a:gd name="csX7" fmla="*/ 0 w 928687"/>
              <a:gd name="csY7" fmla="*/ 199641 h 213973"/>
              <a:gd name="csX8" fmla="*/ 0 w 928687"/>
              <a:gd name="csY8" fmla="*/ 14197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687" h="213973">
                <a:moveTo>
                  <a:pt x="0" y="14197"/>
                </a:moveTo>
                <a:cubicBezTo>
                  <a:pt x="0" y="6304"/>
                  <a:pt x="13907" y="-68"/>
                  <a:pt x="30956" y="-68"/>
                </a:cubicBezTo>
                <a:lnTo>
                  <a:pt x="897731" y="-68"/>
                </a:lnTo>
                <a:cubicBezTo>
                  <a:pt x="914876" y="-68"/>
                  <a:pt x="928688" y="6304"/>
                  <a:pt x="928688" y="14197"/>
                </a:cubicBezTo>
                <a:lnTo>
                  <a:pt x="928688" y="199641"/>
                </a:lnTo>
                <a:cubicBezTo>
                  <a:pt x="928688" y="207534"/>
                  <a:pt x="914876" y="213906"/>
                  <a:pt x="897731" y="213906"/>
                </a:cubicBezTo>
                <a:lnTo>
                  <a:pt x="30956" y="213906"/>
                </a:lnTo>
                <a:cubicBezTo>
                  <a:pt x="13907" y="213906"/>
                  <a:pt x="0" y="207534"/>
                  <a:pt x="0" y="199641"/>
                </a:cubicBezTo>
                <a:lnTo>
                  <a:pt x="0" y="14197"/>
                </a:lnTo>
                <a:close/>
              </a:path>
            </a:pathLst>
          </a:custGeom>
          <a:solidFill>
            <a:srgbClr val="CCEEC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29E2F50A-D421-40C9-9E60-37D45FCEC450}"/>
              </a:ext>
            </a:extLst>
          </p:cNvPr>
          <p:cNvSpPr/>
          <p:nvPr/>
        </p:nvSpPr>
        <p:spPr>
          <a:xfrm flipV="1">
            <a:off x="6439376" y="2998294"/>
            <a:ext cx="928687" cy="213973"/>
          </a:xfrm>
          <a:custGeom>
            <a:avLst/>
            <a:gdLst>
              <a:gd name="csX0" fmla="*/ 0 w 928687"/>
              <a:gd name="csY0" fmla="*/ 14197 h 213973"/>
              <a:gd name="csX1" fmla="*/ 30956 w 928687"/>
              <a:gd name="csY1" fmla="*/ -68 h 213973"/>
              <a:gd name="csX2" fmla="*/ 897731 w 928687"/>
              <a:gd name="csY2" fmla="*/ -68 h 213973"/>
              <a:gd name="csX3" fmla="*/ 928688 w 928687"/>
              <a:gd name="csY3" fmla="*/ 14197 h 213973"/>
              <a:gd name="csX4" fmla="*/ 928688 w 928687"/>
              <a:gd name="csY4" fmla="*/ 199641 h 213973"/>
              <a:gd name="csX5" fmla="*/ 897731 w 928687"/>
              <a:gd name="csY5" fmla="*/ 213906 h 213973"/>
              <a:gd name="csX6" fmla="*/ 30956 w 928687"/>
              <a:gd name="csY6" fmla="*/ 213906 h 213973"/>
              <a:gd name="csX7" fmla="*/ 0 w 928687"/>
              <a:gd name="csY7" fmla="*/ 199641 h 213973"/>
              <a:gd name="csX8" fmla="*/ 0 w 928687"/>
              <a:gd name="csY8" fmla="*/ 14197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687" h="213973">
                <a:moveTo>
                  <a:pt x="0" y="14197"/>
                </a:moveTo>
                <a:cubicBezTo>
                  <a:pt x="0" y="6304"/>
                  <a:pt x="13907" y="-68"/>
                  <a:pt x="30956" y="-68"/>
                </a:cubicBezTo>
                <a:lnTo>
                  <a:pt x="897731" y="-68"/>
                </a:lnTo>
                <a:cubicBezTo>
                  <a:pt x="914876" y="-68"/>
                  <a:pt x="928688" y="6304"/>
                  <a:pt x="928688" y="14197"/>
                </a:cubicBezTo>
                <a:lnTo>
                  <a:pt x="928688" y="199641"/>
                </a:lnTo>
                <a:cubicBezTo>
                  <a:pt x="928688" y="207534"/>
                  <a:pt x="914876" y="213906"/>
                  <a:pt x="897731" y="213906"/>
                </a:cubicBezTo>
                <a:lnTo>
                  <a:pt x="30956" y="213906"/>
                </a:lnTo>
                <a:cubicBezTo>
                  <a:pt x="13907" y="213906"/>
                  <a:pt x="0" y="207534"/>
                  <a:pt x="0" y="199641"/>
                </a:cubicBezTo>
                <a:lnTo>
                  <a:pt x="0" y="14197"/>
                </a:lnTo>
                <a:close/>
              </a:path>
            </a:pathLst>
          </a:custGeom>
          <a:noFill/>
          <a:ln w="714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任意形状 25">
            <a:extLst>
              <a:ext uri="{FF2B5EF4-FFF2-40B4-BE49-F238E27FC236}">
                <a16:creationId xmlns:a16="http://schemas.microsoft.com/office/drawing/2014/main" id="{0366CA09-B9FA-D8AA-48CC-227D45DCFBB6}"/>
              </a:ext>
            </a:extLst>
          </p:cNvPr>
          <p:cNvSpPr/>
          <p:nvPr/>
        </p:nvSpPr>
        <p:spPr>
          <a:xfrm flipV="1">
            <a:off x="3666934" y="4852763"/>
            <a:ext cx="3883151" cy="570600"/>
          </a:xfrm>
          <a:custGeom>
            <a:avLst/>
            <a:gdLst>
              <a:gd name="csX0" fmla="*/ 0 w 3883151"/>
              <a:gd name="csY0" fmla="*/ 36022 h 570600"/>
              <a:gd name="csX1" fmla="*/ 80867 w 3883151"/>
              <a:gd name="csY1" fmla="*/ 360 h 570600"/>
              <a:gd name="csX2" fmla="*/ 3802285 w 3883151"/>
              <a:gd name="csY2" fmla="*/ 360 h 570600"/>
              <a:gd name="csX3" fmla="*/ 3883152 w 3883151"/>
              <a:gd name="csY3" fmla="*/ 36022 h 570600"/>
              <a:gd name="csX4" fmla="*/ 3883152 w 3883151"/>
              <a:gd name="csY4" fmla="*/ 535297 h 570600"/>
              <a:gd name="csX5" fmla="*/ 3802285 w 3883151"/>
              <a:gd name="csY5" fmla="*/ 570960 h 570600"/>
              <a:gd name="csX6" fmla="*/ 80867 w 3883151"/>
              <a:gd name="csY6" fmla="*/ 570960 h 570600"/>
              <a:gd name="csX7" fmla="*/ 0 w 3883151"/>
              <a:gd name="csY7" fmla="*/ 535297 h 570600"/>
              <a:gd name="csX8" fmla="*/ 0 w 3883151"/>
              <a:gd name="csY8" fmla="*/ 36022 h 57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883151" h="570600">
                <a:moveTo>
                  <a:pt x="0" y="36022"/>
                </a:moveTo>
                <a:cubicBezTo>
                  <a:pt x="0" y="16327"/>
                  <a:pt x="36195" y="361"/>
                  <a:pt x="80867" y="360"/>
                </a:cubicBezTo>
                <a:lnTo>
                  <a:pt x="3802285" y="360"/>
                </a:lnTo>
                <a:cubicBezTo>
                  <a:pt x="3846957" y="361"/>
                  <a:pt x="3883152" y="16327"/>
                  <a:pt x="3883152" y="36022"/>
                </a:cubicBezTo>
                <a:lnTo>
                  <a:pt x="3883152" y="535297"/>
                </a:lnTo>
                <a:cubicBezTo>
                  <a:pt x="3883152" y="554992"/>
                  <a:pt x="3846957" y="570960"/>
                  <a:pt x="3802285" y="570960"/>
                </a:cubicBezTo>
                <a:lnTo>
                  <a:pt x="80867" y="570960"/>
                </a:lnTo>
                <a:cubicBezTo>
                  <a:pt x="36195" y="570960"/>
                  <a:pt x="0" y="554992"/>
                  <a:pt x="0" y="535297"/>
                </a:cubicBezTo>
                <a:lnTo>
                  <a:pt x="0" y="36022"/>
                </a:lnTo>
                <a:close/>
              </a:path>
            </a:pathLst>
          </a:custGeom>
          <a:solidFill>
            <a:srgbClr val="DEEBF6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383A9CF9-A7A3-7596-268E-C0853BCBC313}"/>
              </a:ext>
            </a:extLst>
          </p:cNvPr>
          <p:cNvSpPr/>
          <p:nvPr/>
        </p:nvSpPr>
        <p:spPr>
          <a:xfrm flipV="1">
            <a:off x="3666934" y="4852763"/>
            <a:ext cx="3883151" cy="570600"/>
          </a:xfrm>
          <a:custGeom>
            <a:avLst/>
            <a:gdLst>
              <a:gd name="csX0" fmla="*/ 0 w 3883151"/>
              <a:gd name="csY0" fmla="*/ 36022 h 570600"/>
              <a:gd name="csX1" fmla="*/ 80867 w 3883151"/>
              <a:gd name="csY1" fmla="*/ 360 h 570600"/>
              <a:gd name="csX2" fmla="*/ 3802285 w 3883151"/>
              <a:gd name="csY2" fmla="*/ 360 h 570600"/>
              <a:gd name="csX3" fmla="*/ 3883152 w 3883151"/>
              <a:gd name="csY3" fmla="*/ 36022 h 570600"/>
              <a:gd name="csX4" fmla="*/ 3883152 w 3883151"/>
              <a:gd name="csY4" fmla="*/ 535297 h 570600"/>
              <a:gd name="csX5" fmla="*/ 3802285 w 3883151"/>
              <a:gd name="csY5" fmla="*/ 570960 h 570600"/>
              <a:gd name="csX6" fmla="*/ 80867 w 3883151"/>
              <a:gd name="csY6" fmla="*/ 570960 h 570600"/>
              <a:gd name="csX7" fmla="*/ 0 w 3883151"/>
              <a:gd name="csY7" fmla="*/ 535297 h 570600"/>
              <a:gd name="csX8" fmla="*/ 0 w 3883151"/>
              <a:gd name="csY8" fmla="*/ 36022 h 57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883151" h="570600">
                <a:moveTo>
                  <a:pt x="0" y="36022"/>
                </a:moveTo>
                <a:cubicBezTo>
                  <a:pt x="0" y="16327"/>
                  <a:pt x="36195" y="361"/>
                  <a:pt x="80867" y="360"/>
                </a:cubicBezTo>
                <a:lnTo>
                  <a:pt x="3802285" y="360"/>
                </a:lnTo>
                <a:cubicBezTo>
                  <a:pt x="3846957" y="361"/>
                  <a:pt x="3883152" y="16327"/>
                  <a:pt x="3883152" y="36022"/>
                </a:cubicBezTo>
                <a:lnTo>
                  <a:pt x="3883152" y="535297"/>
                </a:lnTo>
                <a:cubicBezTo>
                  <a:pt x="3883152" y="554992"/>
                  <a:pt x="3846957" y="570960"/>
                  <a:pt x="3802285" y="570960"/>
                </a:cubicBezTo>
                <a:lnTo>
                  <a:pt x="80867" y="570960"/>
                </a:lnTo>
                <a:cubicBezTo>
                  <a:pt x="36195" y="570960"/>
                  <a:pt x="0" y="554992"/>
                  <a:pt x="0" y="535297"/>
                </a:cubicBezTo>
                <a:lnTo>
                  <a:pt x="0" y="36022"/>
                </a:lnTo>
                <a:close/>
              </a:path>
            </a:pathLst>
          </a:custGeom>
          <a:noFill/>
          <a:ln w="10716" cap="flat">
            <a:solidFill>
              <a:srgbClr val="DEEBF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任意形状 27">
            <a:extLst>
              <a:ext uri="{FF2B5EF4-FFF2-40B4-BE49-F238E27FC236}">
                <a16:creationId xmlns:a16="http://schemas.microsoft.com/office/drawing/2014/main" id="{E5439676-BE42-9521-B96F-8F18FB2C8B3D}"/>
              </a:ext>
            </a:extLst>
          </p:cNvPr>
          <p:cNvSpPr/>
          <p:nvPr/>
        </p:nvSpPr>
        <p:spPr>
          <a:xfrm flipV="1">
            <a:off x="7830883" y="2392034"/>
            <a:ext cx="819816" cy="2353741"/>
          </a:xfrm>
          <a:custGeom>
            <a:avLst/>
            <a:gdLst>
              <a:gd name="csX0" fmla="*/ 0 w 819816"/>
              <a:gd name="csY0" fmla="*/ 147130 h 2353741"/>
              <a:gd name="csX1" fmla="*/ 17145 w 819816"/>
              <a:gd name="csY1" fmla="*/ 30 h 2353741"/>
              <a:gd name="csX2" fmla="*/ 802671 w 819816"/>
              <a:gd name="csY2" fmla="*/ 30 h 2353741"/>
              <a:gd name="csX3" fmla="*/ 819817 w 819816"/>
              <a:gd name="csY3" fmla="*/ 147130 h 2353741"/>
              <a:gd name="csX4" fmla="*/ 819817 w 819816"/>
              <a:gd name="csY4" fmla="*/ 2206653 h 2353741"/>
              <a:gd name="csX5" fmla="*/ 802671 w 819816"/>
              <a:gd name="csY5" fmla="*/ 2353772 h 2353741"/>
              <a:gd name="csX6" fmla="*/ 17145 w 819816"/>
              <a:gd name="csY6" fmla="*/ 2353772 h 2353741"/>
              <a:gd name="csX7" fmla="*/ 0 w 819816"/>
              <a:gd name="csY7" fmla="*/ 2206653 h 2353741"/>
              <a:gd name="csX8" fmla="*/ 0 w 819816"/>
              <a:gd name="csY8" fmla="*/ 147130 h 23537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19816" h="2353741">
                <a:moveTo>
                  <a:pt x="0" y="147130"/>
                </a:moveTo>
                <a:cubicBezTo>
                  <a:pt x="0" y="65886"/>
                  <a:pt x="7715" y="30"/>
                  <a:pt x="17145" y="30"/>
                </a:cubicBezTo>
                <a:lnTo>
                  <a:pt x="802671" y="30"/>
                </a:lnTo>
                <a:cubicBezTo>
                  <a:pt x="812102" y="30"/>
                  <a:pt x="819817" y="65886"/>
                  <a:pt x="819817" y="147130"/>
                </a:cubicBezTo>
                <a:lnTo>
                  <a:pt x="819817" y="2206653"/>
                </a:lnTo>
                <a:cubicBezTo>
                  <a:pt x="819817" y="2287868"/>
                  <a:pt x="812102" y="2353772"/>
                  <a:pt x="802671" y="2353772"/>
                </a:cubicBezTo>
                <a:lnTo>
                  <a:pt x="17145" y="2353772"/>
                </a:lnTo>
                <a:cubicBezTo>
                  <a:pt x="7715" y="2353772"/>
                  <a:pt x="0" y="2287868"/>
                  <a:pt x="0" y="2206653"/>
                </a:cubicBezTo>
                <a:lnTo>
                  <a:pt x="0" y="147130"/>
                </a:lnTo>
                <a:close/>
              </a:path>
            </a:pathLst>
          </a:custGeom>
          <a:solidFill>
            <a:srgbClr val="DEEBF6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任意形状 28">
            <a:extLst>
              <a:ext uri="{FF2B5EF4-FFF2-40B4-BE49-F238E27FC236}">
                <a16:creationId xmlns:a16="http://schemas.microsoft.com/office/drawing/2014/main" id="{46E01AF2-698B-EE80-842B-16D7A49E7085}"/>
              </a:ext>
            </a:extLst>
          </p:cNvPr>
          <p:cNvSpPr/>
          <p:nvPr/>
        </p:nvSpPr>
        <p:spPr>
          <a:xfrm flipV="1">
            <a:off x="7830883" y="2392034"/>
            <a:ext cx="819816" cy="2353741"/>
          </a:xfrm>
          <a:custGeom>
            <a:avLst/>
            <a:gdLst>
              <a:gd name="csX0" fmla="*/ 0 w 819816"/>
              <a:gd name="csY0" fmla="*/ 147130 h 2353741"/>
              <a:gd name="csX1" fmla="*/ 17145 w 819816"/>
              <a:gd name="csY1" fmla="*/ 30 h 2353741"/>
              <a:gd name="csX2" fmla="*/ 802671 w 819816"/>
              <a:gd name="csY2" fmla="*/ 30 h 2353741"/>
              <a:gd name="csX3" fmla="*/ 819817 w 819816"/>
              <a:gd name="csY3" fmla="*/ 147130 h 2353741"/>
              <a:gd name="csX4" fmla="*/ 819817 w 819816"/>
              <a:gd name="csY4" fmla="*/ 2206653 h 2353741"/>
              <a:gd name="csX5" fmla="*/ 802671 w 819816"/>
              <a:gd name="csY5" fmla="*/ 2353772 h 2353741"/>
              <a:gd name="csX6" fmla="*/ 17145 w 819816"/>
              <a:gd name="csY6" fmla="*/ 2353772 h 2353741"/>
              <a:gd name="csX7" fmla="*/ 0 w 819816"/>
              <a:gd name="csY7" fmla="*/ 2206653 h 2353741"/>
              <a:gd name="csX8" fmla="*/ 0 w 819816"/>
              <a:gd name="csY8" fmla="*/ 147130 h 23537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19816" h="2353741">
                <a:moveTo>
                  <a:pt x="0" y="147130"/>
                </a:moveTo>
                <a:cubicBezTo>
                  <a:pt x="0" y="65886"/>
                  <a:pt x="7715" y="30"/>
                  <a:pt x="17145" y="30"/>
                </a:cubicBezTo>
                <a:lnTo>
                  <a:pt x="802671" y="30"/>
                </a:lnTo>
                <a:cubicBezTo>
                  <a:pt x="812102" y="30"/>
                  <a:pt x="819817" y="65886"/>
                  <a:pt x="819817" y="147130"/>
                </a:cubicBezTo>
                <a:lnTo>
                  <a:pt x="819817" y="2206653"/>
                </a:lnTo>
                <a:cubicBezTo>
                  <a:pt x="819817" y="2287868"/>
                  <a:pt x="812102" y="2353772"/>
                  <a:pt x="802671" y="2353772"/>
                </a:cubicBezTo>
                <a:lnTo>
                  <a:pt x="17145" y="2353772"/>
                </a:lnTo>
                <a:cubicBezTo>
                  <a:pt x="7715" y="2353772"/>
                  <a:pt x="0" y="2287868"/>
                  <a:pt x="0" y="2206653"/>
                </a:cubicBezTo>
                <a:lnTo>
                  <a:pt x="0" y="147130"/>
                </a:lnTo>
                <a:close/>
              </a:path>
            </a:pathLst>
          </a:custGeom>
          <a:noFill/>
          <a:ln w="10716" cap="flat">
            <a:solidFill>
              <a:srgbClr val="DEEBF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471E7470-B10C-0570-6ECC-906521816F09}"/>
              </a:ext>
            </a:extLst>
          </p:cNvPr>
          <p:cNvSpPr/>
          <p:nvPr/>
        </p:nvSpPr>
        <p:spPr>
          <a:xfrm flipV="1">
            <a:off x="4162901" y="4137491"/>
            <a:ext cx="71437" cy="71324"/>
          </a:xfrm>
          <a:custGeom>
            <a:avLst/>
            <a:gdLst>
              <a:gd name="csX0" fmla="*/ 71438 w 71437"/>
              <a:gd name="csY0" fmla="*/ 35819 h 71324"/>
              <a:gd name="csX1" fmla="*/ 35719 w 71437"/>
              <a:gd name="csY1" fmla="*/ 71481 h 71324"/>
              <a:gd name="csX2" fmla="*/ 0 w 71437"/>
              <a:gd name="csY2" fmla="*/ 35819 h 71324"/>
              <a:gd name="csX3" fmla="*/ 35719 w 71437"/>
              <a:gd name="csY3" fmla="*/ 157 h 71324"/>
              <a:gd name="csX4" fmla="*/ 71438 w 71437"/>
              <a:gd name="csY4" fmla="*/ 35819 h 71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437" h="71324">
                <a:moveTo>
                  <a:pt x="71438" y="35819"/>
                </a:moveTo>
                <a:cubicBezTo>
                  <a:pt x="71438" y="55505"/>
                  <a:pt x="55435" y="71481"/>
                  <a:pt x="35719" y="71481"/>
                </a:cubicBezTo>
                <a:cubicBezTo>
                  <a:pt x="16002" y="71481"/>
                  <a:pt x="0" y="55505"/>
                  <a:pt x="0" y="35819"/>
                </a:cubicBezTo>
                <a:cubicBezTo>
                  <a:pt x="0" y="16133"/>
                  <a:pt x="16002" y="157"/>
                  <a:pt x="35719" y="157"/>
                </a:cubicBezTo>
                <a:cubicBezTo>
                  <a:pt x="55435" y="157"/>
                  <a:pt x="71438" y="16133"/>
                  <a:pt x="71438" y="35819"/>
                </a:cubicBezTo>
                <a:close/>
              </a:path>
            </a:pathLst>
          </a:custGeom>
          <a:solidFill>
            <a:srgbClr val="F0F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任意形状 30">
            <a:extLst>
              <a:ext uri="{FF2B5EF4-FFF2-40B4-BE49-F238E27FC236}">
                <a16:creationId xmlns:a16="http://schemas.microsoft.com/office/drawing/2014/main" id="{67C76350-033E-B260-B8D1-64CFD68D6DC7}"/>
              </a:ext>
            </a:extLst>
          </p:cNvPr>
          <p:cNvSpPr/>
          <p:nvPr/>
        </p:nvSpPr>
        <p:spPr>
          <a:xfrm flipV="1">
            <a:off x="4162901" y="4137491"/>
            <a:ext cx="71437" cy="71324"/>
          </a:xfrm>
          <a:custGeom>
            <a:avLst/>
            <a:gdLst>
              <a:gd name="csX0" fmla="*/ 71438 w 71437"/>
              <a:gd name="csY0" fmla="*/ 35819 h 71324"/>
              <a:gd name="csX1" fmla="*/ 35719 w 71437"/>
              <a:gd name="csY1" fmla="*/ 71481 h 71324"/>
              <a:gd name="csX2" fmla="*/ 0 w 71437"/>
              <a:gd name="csY2" fmla="*/ 35819 h 71324"/>
              <a:gd name="csX3" fmla="*/ 35719 w 71437"/>
              <a:gd name="csY3" fmla="*/ 157 h 71324"/>
              <a:gd name="csX4" fmla="*/ 71438 w 71437"/>
              <a:gd name="csY4" fmla="*/ 35819 h 71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437" h="71324">
                <a:moveTo>
                  <a:pt x="71438" y="35819"/>
                </a:moveTo>
                <a:cubicBezTo>
                  <a:pt x="71438" y="55505"/>
                  <a:pt x="55435" y="71481"/>
                  <a:pt x="35719" y="71481"/>
                </a:cubicBezTo>
                <a:cubicBezTo>
                  <a:pt x="16002" y="71481"/>
                  <a:pt x="0" y="55505"/>
                  <a:pt x="0" y="35819"/>
                </a:cubicBezTo>
                <a:cubicBezTo>
                  <a:pt x="0" y="16133"/>
                  <a:pt x="16002" y="157"/>
                  <a:pt x="35719" y="157"/>
                </a:cubicBezTo>
                <a:cubicBezTo>
                  <a:pt x="55435" y="157"/>
                  <a:pt x="71438" y="16133"/>
                  <a:pt x="71438" y="35819"/>
                </a:cubicBezTo>
                <a:close/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任意形状 31">
            <a:extLst>
              <a:ext uri="{FF2B5EF4-FFF2-40B4-BE49-F238E27FC236}">
                <a16:creationId xmlns:a16="http://schemas.microsoft.com/office/drawing/2014/main" id="{8A70CE1F-0A22-8DB1-9D98-196D597A4E36}"/>
              </a:ext>
            </a:extLst>
          </p:cNvPr>
          <p:cNvSpPr/>
          <p:nvPr/>
        </p:nvSpPr>
        <p:spPr>
          <a:xfrm flipV="1">
            <a:off x="4162901" y="4172583"/>
            <a:ext cx="71437" cy="95"/>
          </a:xfrm>
          <a:custGeom>
            <a:avLst/>
            <a:gdLst>
              <a:gd name="csX0" fmla="*/ 71438 w 71437"/>
              <a:gd name="csY0" fmla="*/ 157 h 95"/>
              <a:gd name="csX1" fmla="*/ 0 w 71437"/>
              <a:gd name="csY1" fmla="*/ 252 h 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1437" h="95">
                <a:moveTo>
                  <a:pt x="71438" y="157"/>
                </a:moveTo>
                <a:lnTo>
                  <a:pt x="0" y="252"/>
                </a:lnTo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任意形状 32">
            <a:extLst>
              <a:ext uri="{FF2B5EF4-FFF2-40B4-BE49-F238E27FC236}">
                <a16:creationId xmlns:a16="http://schemas.microsoft.com/office/drawing/2014/main" id="{EC277188-B6E2-5275-9943-786574275C1D}"/>
              </a:ext>
            </a:extLst>
          </p:cNvPr>
          <p:cNvSpPr/>
          <p:nvPr/>
        </p:nvSpPr>
        <p:spPr>
          <a:xfrm flipV="1">
            <a:off x="4199096" y="4137491"/>
            <a:ext cx="9525" cy="71324"/>
          </a:xfrm>
          <a:custGeom>
            <a:avLst/>
            <a:gdLst>
              <a:gd name="csX0" fmla="*/ 0 w 9525"/>
              <a:gd name="csY0" fmla="*/ 157 h 71324"/>
              <a:gd name="csX1" fmla="*/ 0 w 9525"/>
              <a:gd name="csY1" fmla="*/ 71481 h 71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71324">
                <a:moveTo>
                  <a:pt x="0" y="157"/>
                </a:moveTo>
                <a:lnTo>
                  <a:pt x="0" y="71481"/>
                </a:lnTo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任意形状 33">
            <a:extLst>
              <a:ext uri="{FF2B5EF4-FFF2-40B4-BE49-F238E27FC236}">
                <a16:creationId xmlns:a16="http://schemas.microsoft.com/office/drawing/2014/main" id="{001B7A87-7EF0-E78A-EC9F-02E276643683}"/>
              </a:ext>
            </a:extLst>
          </p:cNvPr>
          <p:cNvSpPr/>
          <p:nvPr/>
        </p:nvSpPr>
        <p:spPr>
          <a:xfrm flipV="1">
            <a:off x="4162901" y="4137491"/>
            <a:ext cx="71437" cy="71324"/>
          </a:xfrm>
          <a:custGeom>
            <a:avLst/>
            <a:gdLst>
              <a:gd name="csX0" fmla="*/ 71438 w 71437"/>
              <a:gd name="csY0" fmla="*/ 35819 h 71324"/>
              <a:gd name="csX1" fmla="*/ 35719 w 71437"/>
              <a:gd name="csY1" fmla="*/ 71481 h 71324"/>
              <a:gd name="csX2" fmla="*/ 0 w 71437"/>
              <a:gd name="csY2" fmla="*/ 35819 h 71324"/>
              <a:gd name="csX3" fmla="*/ 35719 w 71437"/>
              <a:gd name="csY3" fmla="*/ 157 h 71324"/>
              <a:gd name="csX4" fmla="*/ 71438 w 71437"/>
              <a:gd name="csY4" fmla="*/ 35819 h 71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437" h="71324">
                <a:moveTo>
                  <a:pt x="71438" y="35819"/>
                </a:moveTo>
                <a:cubicBezTo>
                  <a:pt x="71438" y="55505"/>
                  <a:pt x="55435" y="71481"/>
                  <a:pt x="35719" y="71481"/>
                </a:cubicBezTo>
                <a:cubicBezTo>
                  <a:pt x="16002" y="71481"/>
                  <a:pt x="0" y="55505"/>
                  <a:pt x="0" y="35819"/>
                </a:cubicBezTo>
                <a:cubicBezTo>
                  <a:pt x="0" y="16133"/>
                  <a:pt x="16002" y="157"/>
                  <a:pt x="35719" y="157"/>
                </a:cubicBezTo>
                <a:cubicBezTo>
                  <a:pt x="55435" y="157"/>
                  <a:pt x="71438" y="16133"/>
                  <a:pt x="71438" y="35819"/>
                </a:cubicBezTo>
                <a:close/>
              </a:path>
            </a:pathLst>
          </a:custGeom>
          <a:solidFill>
            <a:srgbClr val="F0F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任意形状 34">
            <a:extLst>
              <a:ext uri="{FF2B5EF4-FFF2-40B4-BE49-F238E27FC236}">
                <a16:creationId xmlns:a16="http://schemas.microsoft.com/office/drawing/2014/main" id="{1C3B258E-5769-E20E-F0AB-74206DFBBDC4}"/>
              </a:ext>
            </a:extLst>
          </p:cNvPr>
          <p:cNvSpPr/>
          <p:nvPr/>
        </p:nvSpPr>
        <p:spPr>
          <a:xfrm flipV="1">
            <a:off x="4162901" y="4137491"/>
            <a:ext cx="71437" cy="71324"/>
          </a:xfrm>
          <a:custGeom>
            <a:avLst/>
            <a:gdLst>
              <a:gd name="csX0" fmla="*/ 71438 w 71437"/>
              <a:gd name="csY0" fmla="*/ 35819 h 71324"/>
              <a:gd name="csX1" fmla="*/ 35719 w 71437"/>
              <a:gd name="csY1" fmla="*/ 71481 h 71324"/>
              <a:gd name="csX2" fmla="*/ 0 w 71437"/>
              <a:gd name="csY2" fmla="*/ 35819 h 71324"/>
              <a:gd name="csX3" fmla="*/ 35719 w 71437"/>
              <a:gd name="csY3" fmla="*/ 157 h 71324"/>
              <a:gd name="csX4" fmla="*/ 71438 w 71437"/>
              <a:gd name="csY4" fmla="*/ 35819 h 71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437" h="71324">
                <a:moveTo>
                  <a:pt x="71438" y="35819"/>
                </a:moveTo>
                <a:cubicBezTo>
                  <a:pt x="71438" y="55505"/>
                  <a:pt x="55435" y="71481"/>
                  <a:pt x="35719" y="71481"/>
                </a:cubicBezTo>
                <a:cubicBezTo>
                  <a:pt x="16002" y="71481"/>
                  <a:pt x="0" y="55505"/>
                  <a:pt x="0" y="35819"/>
                </a:cubicBezTo>
                <a:cubicBezTo>
                  <a:pt x="0" y="16133"/>
                  <a:pt x="16002" y="157"/>
                  <a:pt x="35719" y="157"/>
                </a:cubicBezTo>
                <a:cubicBezTo>
                  <a:pt x="55435" y="157"/>
                  <a:pt x="71438" y="16133"/>
                  <a:pt x="71438" y="35819"/>
                </a:cubicBezTo>
                <a:close/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任意形状 35">
            <a:extLst>
              <a:ext uri="{FF2B5EF4-FFF2-40B4-BE49-F238E27FC236}">
                <a16:creationId xmlns:a16="http://schemas.microsoft.com/office/drawing/2014/main" id="{4E798B30-F6AE-E272-815C-20C7BD75A5A9}"/>
              </a:ext>
            </a:extLst>
          </p:cNvPr>
          <p:cNvSpPr/>
          <p:nvPr/>
        </p:nvSpPr>
        <p:spPr>
          <a:xfrm flipV="1">
            <a:off x="4162901" y="4172583"/>
            <a:ext cx="71437" cy="95"/>
          </a:xfrm>
          <a:custGeom>
            <a:avLst/>
            <a:gdLst>
              <a:gd name="csX0" fmla="*/ 71438 w 71437"/>
              <a:gd name="csY0" fmla="*/ 157 h 95"/>
              <a:gd name="csX1" fmla="*/ 0 w 71437"/>
              <a:gd name="csY1" fmla="*/ 252 h 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1437" h="95">
                <a:moveTo>
                  <a:pt x="71438" y="157"/>
                </a:moveTo>
                <a:lnTo>
                  <a:pt x="0" y="252"/>
                </a:lnTo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任意形状 36">
            <a:extLst>
              <a:ext uri="{FF2B5EF4-FFF2-40B4-BE49-F238E27FC236}">
                <a16:creationId xmlns:a16="http://schemas.microsoft.com/office/drawing/2014/main" id="{72D76A46-65F7-958D-6666-77339C70E3CB}"/>
              </a:ext>
            </a:extLst>
          </p:cNvPr>
          <p:cNvSpPr/>
          <p:nvPr/>
        </p:nvSpPr>
        <p:spPr>
          <a:xfrm flipV="1">
            <a:off x="4199096" y="4137491"/>
            <a:ext cx="9525" cy="71324"/>
          </a:xfrm>
          <a:custGeom>
            <a:avLst/>
            <a:gdLst>
              <a:gd name="csX0" fmla="*/ 0 w 9525"/>
              <a:gd name="csY0" fmla="*/ 157 h 71324"/>
              <a:gd name="csX1" fmla="*/ 0 w 9525"/>
              <a:gd name="csY1" fmla="*/ 71481 h 71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71324">
                <a:moveTo>
                  <a:pt x="0" y="157"/>
                </a:moveTo>
                <a:lnTo>
                  <a:pt x="0" y="71481"/>
                </a:lnTo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任意形状 37">
            <a:extLst>
              <a:ext uri="{FF2B5EF4-FFF2-40B4-BE49-F238E27FC236}">
                <a16:creationId xmlns:a16="http://schemas.microsoft.com/office/drawing/2014/main" id="{B0E9FA7A-1D4A-097D-CF90-6DA1A3249038}"/>
              </a:ext>
            </a:extLst>
          </p:cNvPr>
          <p:cNvSpPr/>
          <p:nvPr/>
        </p:nvSpPr>
        <p:spPr>
          <a:xfrm flipV="1">
            <a:off x="2378287" y="2757977"/>
            <a:ext cx="1000125" cy="106035"/>
          </a:xfrm>
          <a:custGeom>
            <a:avLst/>
            <a:gdLst>
              <a:gd name="csX0" fmla="*/ 0 w 1000125"/>
              <a:gd name="csY0" fmla="*/ -130 h 106035"/>
              <a:gd name="csX1" fmla="*/ 1000125 w 1000125"/>
              <a:gd name="csY1" fmla="*/ -130 h 106035"/>
              <a:gd name="csX2" fmla="*/ 1000125 w 1000125"/>
              <a:gd name="csY2" fmla="*/ 105906 h 106035"/>
              <a:gd name="csX3" fmla="*/ 0 w 1000125"/>
              <a:gd name="csY3" fmla="*/ 105906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130"/>
                </a:moveTo>
                <a:lnTo>
                  <a:pt x="1000125" y="-130"/>
                </a:lnTo>
                <a:lnTo>
                  <a:pt x="1000125" y="105906"/>
                </a:lnTo>
                <a:lnTo>
                  <a:pt x="0" y="105906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任意形状 38">
            <a:extLst>
              <a:ext uri="{FF2B5EF4-FFF2-40B4-BE49-F238E27FC236}">
                <a16:creationId xmlns:a16="http://schemas.microsoft.com/office/drawing/2014/main" id="{DD01D27F-C353-663B-EB46-7767B1CB4E6C}"/>
              </a:ext>
            </a:extLst>
          </p:cNvPr>
          <p:cNvSpPr/>
          <p:nvPr/>
        </p:nvSpPr>
        <p:spPr>
          <a:xfrm flipV="1">
            <a:off x="2378287" y="2757977"/>
            <a:ext cx="1000125" cy="106035"/>
          </a:xfrm>
          <a:custGeom>
            <a:avLst/>
            <a:gdLst>
              <a:gd name="csX0" fmla="*/ 0 w 1000125"/>
              <a:gd name="csY0" fmla="*/ -130 h 106035"/>
              <a:gd name="csX1" fmla="*/ 1000125 w 1000125"/>
              <a:gd name="csY1" fmla="*/ -130 h 106035"/>
              <a:gd name="csX2" fmla="*/ 1000125 w 1000125"/>
              <a:gd name="csY2" fmla="*/ 105906 h 106035"/>
              <a:gd name="csX3" fmla="*/ 0 w 1000125"/>
              <a:gd name="csY3" fmla="*/ 105906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130"/>
                </a:moveTo>
                <a:lnTo>
                  <a:pt x="1000125" y="-130"/>
                </a:lnTo>
                <a:lnTo>
                  <a:pt x="1000125" y="105906"/>
                </a:lnTo>
                <a:lnTo>
                  <a:pt x="0" y="105906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任意形状 39">
            <a:extLst>
              <a:ext uri="{FF2B5EF4-FFF2-40B4-BE49-F238E27FC236}">
                <a16:creationId xmlns:a16="http://schemas.microsoft.com/office/drawing/2014/main" id="{D7E122A3-7B57-1ACD-FA4F-F0ECEF69BCD2}"/>
              </a:ext>
            </a:extLst>
          </p:cNvPr>
          <p:cNvSpPr/>
          <p:nvPr/>
        </p:nvSpPr>
        <p:spPr>
          <a:xfrm flipV="1">
            <a:off x="2378287" y="2864013"/>
            <a:ext cx="1000125" cy="106035"/>
          </a:xfrm>
          <a:custGeom>
            <a:avLst/>
            <a:gdLst>
              <a:gd name="csX0" fmla="*/ 0 w 1000125"/>
              <a:gd name="csY0" fmla="*/ -107 h 106035"/>
              <a:gd name="csX1" fmla="*/ 1000125 w 1000125"/>
              <a:gd name="csY1" fmla="*/ -107 h 106035"/>
              <a:gd name="csX2" fmla="*/ 1000125 w 1000125"/>
              <a:gd name="csY2" fmla="*/ 105928 h 106035"/>
              <a:gd name="csX3" fmla="*/ 0 w 1000125"/>
              <a:gd name="csY3" fmla="*/ 105928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107"/>
                </a:moveTo>
                <a:lnTo>
                  <a:pt x="1000125" y="-107"/>
                </a:lnTo>
                <a:lnTo>
                  <a:pt x="1000125" y="105928"/>
                </a:lnTo>
                <a:lnTo>
                  <a:pt x="0" y="105928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任意形状 40">
            <a:extLst>
              <a:ext uri="{FF2B5EF4-FFF2-40B4-BE49-F238E27FC236}">
                <a16:creationId xmlns:a16="http://schemas.microsoft.com/office/drawing/2014/main" id="{91761802-DD55-D8C8-F635-00A25584FAAC}"/>
              </a:ext>
            </a:extLst>
          </p:cNvPr>
          <p:cNvSpPr/>
          <p:nvPr/>
        </p:nvSpPr>
        <p:spPr>
          <a:xfrm flipV="1">
            <a:off x="2378287" y="2864013"/>
            <a:ext cx="1000125" cy="106035"/>
          </a:xfrm>
          <a:custGeom>
            <a:avLst/>
            <a:gdLst>
              <a:gd name="csX0" fmla="*/ 0 w 1000125"/>
              <a:gd name="csY0" fmla="*/ -107 h 106035"/>
              <a:gd name="csX1" fmla="*/ 1000125 w 1000125"/>
              <a:gd name="csY1" fmla="*/ -107 h 106035"/>
              <a:gd name="csX2" fmla="*/ 1000125 w 1000125"/>
              <a:gd name="csY2" fmla="*/ 105928 h 106035"/>
              <a:gd name="csX3" fmla="*/ 0 w 1000125"/>
              <a:gd name="csY3" fmla="*/ 105928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107"/>
                </a:moveTo>
                <a:lnTo>
                  <a:pt x="1000125" y="-107"/>
                </a:lnTo>
                <a:lnTo>
                  <a:pt x="1000125" y="105928"/>
                </a:lnTo>
                <a:lnTo>
                  <a:pt x="0" y="105928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2" name="任意形状 41">
            <a:extLst>
              <a:ext uri="{FF2B5EF4-FFF2-40B4-BE49-F238E27FC236}">
                <a16:creationId xmlns:a16="http://schemas.microsoft.com/office/drawing/2014/main" id="{5F41D168-6669-EB71-EF58-ADEE8C478F72}"/>
              </a:ext>
            </a:extLst>
          </p:cNvPr>
          <p:cNvSpPr/>
          <p:nvPr/>
        </p:nvSpPr>
        <p:spPr>
          <a:xfrm flipV="1">
            <a:off x="2378287" y="2970049"/>
            <a:ext cx="1000125" cy="106035"/>
          </a:xfrm>
          <a:custGeom>
            <a:avLst/>
            <a:gdLst>
              <a:gd name="csX0" fmla="*/ 0 w 1000125"/>
              <a:gd name="csY0" fmla="*/ -85 h 106035"/>
              <a:gd name="csX1" fmla="*/ 1000125 w 1000125"/>
              <a:gd name="csY1" fmla="*/ -85 h 106035"/>
              <a:gd name="csX2" fmla="*/ 1000125 w 1000125"/>
              <a:gd name="csY2" fmla="*/ 105951 h 106035"/>
              <a:gd name="csX3" fmla="*/ 0 w 1000125"/>
              <a:gd name="csY3" fmla="*/ 105951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85"/>
                </a:moveTo>
                <a:lnTo>
                  <a:pt x="1000125" y="-85"/>
                </a:lnTo>
                <a:lnTo>
                  <a:pt x="1000125" y="105951"/>
                </a:lnTo>
                <a:lnTo>
                  <a:pt x="0" y="105951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任意形状 42">
            <a:extLst>
              <a:ext uri="{FF2B5EF4-FFF2-40B4-BE49-F238E27FC236}">
                <a16:creationId xmlns:a16="http://schemas.microsoft.com/office/drawing/2014/main" id="{C3C2B6DD-8A2C-CE14-D566-8DCD51F54596}"/>
              </a:ext>
            </a:extLst>
          </p:cNvPr>
          <p:cNvSpPr/>
          <p:nvPr/>
        </p:nvSpPr>
        <p:spPr>
          <a:xfrm flipV="1">
            <a:off x="2378287" y="2970049"/>
            <a:ext cx="1000125" cy="106035"/>
          </a:xfrm>
          <a:custGeom>
            <a:avLst/>
            <a:gdLst>
              <a:gd name="csX0" fmla="*/ 0 w 1000125"/>
              <a:gd name="csY0" fmla="*/ -85 h 106035"/>
              <a:gd name="csX1" fmla="*/ 1000125 w 1000125"/>
              <a:gd name="csY1" fmla="*/ -85 h 106035"/>
              <a:gd name="csX2" fmla="*/ 1000125 w 1000125"/>
              <a:gd name="csY2" fmla="*/ 105951 h 106035"/>
              <a:gd name="csX3" fmla="*/ 0 w 1000125"/>
              <a:gd name="csY3" fmla="*/ 105951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85"/>
                </a:moveTo>
                <a:lnTo>
                  <a:pt x="1000125" y="-85"/>
                </a:lnTo>
                <a:lnTo>
                  <a:pt x="1000125" y="105951"/>
                </a:lnTo>
                <a:lnTo>
                  <a:pt x="0" y="105951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任意形状 43">
            <a:extLst>
              <a:ext uri="{FF2B5EF4-FFF2-40B4-BE49-F238E27FC236}">
                <a16:creationId xmlns:a16="http://schemas.microsoft.com/office/drawing/2014/main" id="{98F32147-B7C9-3875-9DD4-6639FB0CEABB}"/>
              </a:ext>
            </a:extLst>
          </p:cNvPr>
          <p:cNvSpPr/>
          <p:nvPr/>
        </p:nvSpPr>
        <p:spPr>
          <a:xfrm flipV="1">
            <a:off x="2378287" y="3076085"/>
            <a:ext cx="1000125" cy="106035"/>
          </a:xfrm>
          <a:custGeom>
            <a:avLst/>
            <a:gdLst>
              <a:gd name="csX0" fmla="*/ 0 w 1000125"/>
              <a:gd name="csY0" fmla="*/ -63 h 106035"/>
              <a:gd name="csX1" fmla="*/ 1000125 w 1000125"/>
              <a:gd name="csY1" fmla="*/ -63 h 106035"/>
              <a:gd name="csX2" fmla="*/ 1000125 w 1000125"/>
              <a:gd name="csY2" fmla="*/ 105973 h 106035"/>
              <a:gd name="csX3" fmla="*/ 0 w 1000125"/>
              <a:gd name="csY3" fmla="*/ 105973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63"/>
                </a:moveTo>
                <a:lnTo>
                  <a:pt x="1000125" y="-63"/>
                </a:lnTo>
                <a:lnTo>
                  <a:pt x="1000125" y="105973"/>
                </a:lnTo>
                <a:lnTo>
                  <a:pt x="0" y="105973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任意形状 44">
            <a:extLst>
              <a:ext uri="{FF2B5EF4-FFF2-40B4-BE49-F238E27FC236}">
                <a16:creationId xmlns:a16="http://schemas.microsoft.com/office/drawing/2014/main" id="{BFED273F-E25C-D2D1-F036-6C5DE49B11CF}"/>
              </a:ext>
            </a:extLst>
          </p:cNvPr>
          <p:cNvSpPr/>
          <p:nvPr/>
        </p:nvSpPr>
        <p:spPr>
          <a:xfrm flipV="1">
            <a:off x="2378287" y="3076085"/>
            <a:ext cx="1000125" cy="106035"/>
          </a:xfrm>
          <a:custGeom>
            <a:avLst/>
            <a:gdLst>
              <a:gd name="csX0" fmla="*/ 0 w 1000125"/>
              <a:gd name="csY0" fmla="*/ -63 h 106035"/>
              <a:gd name="csX1" fmla="*/ 1000125 w 1000125"/>
              <a:gd name="csY1" fmla="*/ -63 h 106035"/>
              <a:gd name="csX2" fmla="*/ 1000125 w 1000125"/>
              <a:gd name="csY2" fmla="*/ 105973 h 106035"/>
              <a:gd name="csX3" fmla="*/ 0 w 1000125"/>
              <a:gd name="csY3" fmla="*/ 105973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63"/>
                </a:moveTo>
                <a:lnTo>
                  <a:pt x="1000125" y="-63"/>
                </a:lnTo>
                <a:lnTo>
                  <a:pt x="1000125" y="105973"/>
                </a:lnTo>
                <a:lnTo>
                  <a:pt x="0" y="105973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任意形状 45">
            <a:extLst>
              <a:ext uri="{FF2B5EF4-FFF2-40B4-BE49-F238E27FC236}">
                <a16:creationId xmlns:a16="http://schemas.microsoft.com/office/drawing/2014/main" id="{44925F93-557E-8E33-47B7-EFF22FA442D5}"/>
              </a:ext>
            </a:extLst>
          </p:cNvPr>
          <p:cNvSpPr/>
          <p:nvPr/>
        </p:nvSpPr>
        <p:spPr>
          <a:xfrm flipV="1">
            <a:off x="2378287" y="3182121"/>
            <a:ext cx="1000125" cy="106035"/>
          </a:xfrm>
          <a:custGeom>
            <a:avLst/>
            <a:gdLst>
              <a:gd name="csX0" fmla="*/ 0 w 1000125"/>
              <a:gd name="csY0" fmla="*/ -41 h 106035"/>
              <a:gd name="csX1" fmla="*/ 1000125 w 1000125"/>
              <a:gd name="csY1" fmla="*/ -41 h 106035"/>
              <a:gd name="csX2" fmla="*/ 1000125 w 1000125"/>
              <a:gd name="csY2" fmla="*/ 105995 h 106035"/>
              <a:gd name="csX3" fmla="*/ 0 w 1000125"/>
              <a:gd name="csY3" fmla="*/ 105995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41"/>
                </a:moveTo>
                <a:lnTo>
                  <a:pt x="1000125" y="-41"/>
                </a:lnTo>
                <a:lnTo>
                  <a:pt x="1000125" y="105995"/>
                </a:lnTo>
                <a:lnTo>
                  <a:pt x="0" y="105995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任意形状 46">
            <a:extLst>
              <a:ext uri="{FF2B5EF4-FFF2-40B4-BE49-F238E27FC236}">
                <a16:creationId xmlns:a16="http://schemas.microsoft.com/office/drawing/2014/main" id="{9BEA22F2-F771-F25D-A8CB-B724E62B5E26}"/>
              </a:ext>
            </a:extLst>
          </p:cNvPr>
          <p:cNvSpPr/>
          <p:nvPr/>
        </p:nvSpPr>
        <p:spPr>
          <a:xfrm flipV="1">
            <a:off x="2378287" y="3182121"/>
            <a:ext cx="1000125" cy="106035"/>
          </a:xfrm>
          <a:custGeom>
            <a:avLst/>
            <a:gdLst>
              <a:gd name="csX0" fmla="*/ 0 w 1000125"/>
              <a:gd name="csY0" fmla="*/ -41 h 106035"/>
              <a:gd name="csX1" fmla="*/ 1000125 w 1000125"/>
              <a:gd name="csY1" fmla="*/ -41 h 106035"/>
              <a:gd name="csX2" fmla="*/ 1000125 w 1000125"/>
              <a:gd name="csY2" fmla="*/ 105995 h 106035"/>
              <a:gd name="csX3" fmla="*/ 0 w 1000125"/>
              <a:gd name="csY3" fmla="*/ 105995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41"/>
                </a:moveTo>
                <a:lnTo>
                  <a:pt x="1000125" y="-41"/>
                </a:lnTo>
                <a:lnTo>
                  <a:pt x="1000125" y="105995"/>
                </a:lnTo>
                <a:lnTo>
                  <a:pt x="0" y="105995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任意形状 47">
            <a:extLst>
              <a:ext uri="{FF2B5EF4-FFF2-40B4-BE49-F238E27FC236}">
                <a16:creationId xmlns:a16="http://schemas.microsoft.com/office/drawing/2014/main" id="{1A13A18C-4650-D37A-A7F4-AD5311D4247C}"/>
              </a:ext>
            </a:extLst>
          </p:cNvPr>
          <p:cNvSpPr/>
          <p:nvPr/>
        </p:nvSpPr>
        <p:spPr>
          <a:xfrm flipV="1">
            <a:off x="2378287" y="3288157"/>
            <a:ext cx="1000125" cy="106035"/>
          </a:xfrm>
          <a:custGeom>
            <a:avLst/>
            <a:gdLst>
              <a:gd name="csX0" fmla="*/ 0 w 1000125"/>
              <a:gd name="csY0" fmla="*/ -18 h 106035"/>
              <a:gd name="csX1" fmla="*/ 1000125 w 1000125"/>
              <a:gd name="csY1" fmla="*/ -18 h 106035"/>
              <a:gd name="csX2" fmla="*/ 1000125 w 1000125"/>
              <a:gd name="csY2" fmla="*/ 106018 h 106035"/>
              <a:gd name="csX3" fmla="*/ 0 w 1000125"/>
              <a:gd name="csY3" fmla="*/ 106018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18"/>
                </a:moveTo>
                <a:lnTo>
                  <a:pt x="1000125" y="-18"/>
                </a:lnTo>
                <a:lnTo>
                  <a:pt x="1000125" y="106018"/>
                </a:lnTo>
                <a:lnTo>
                  <a:pt x="0" y="106018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任意形状 48">
            <a:extLst>
              <a:ext uri="{FF2B5EF4-FFF2-40B4-BE49-F238E27FC236}">
                <a16:creationId xmlns:a16="http://schemas.microsoft.com/office/drawing/2014/main" id="{B2B2E48C-DB13-BADC-9576-8E5E57151B13}"/>
              </a:ext>
            </a:extLst>
          </p:cNvPr>
          <p:cNvSpPr/>
          <p:nvPr/>
        </p:nvSpPr>
        <p:spPr>
          <a:xfrm flipV="1">
            <a:off x="2378287" y="3288157"/>
            <a:ext cx="1000125" cy="106035"/>
          </a:xfrm>
          <a:custGeom>
            <a:avLst/>
            <a:gdLst>
              <a:gd name="csX0" fmla="*/ 0 w 1000125"/>
              <a:gd name="csY0" fmla="*/ -18 h 106035"/>
              <a:gd name="csX1" fmla="*/ 1000125 w 1000125"/>
              <a:gd name="csY1" fmla="*/ -18 h 106035"/>
              <a:gd name="csX2" fmla="*/ 1000125 w 1000125"/>
              <a:gd name="csY2" fmla="*/ 106018 h 106035"/>
              <a:gd name="csX3" fmla="*/ 0 w 1000125"/>
              <a:gd name="csY3" fmla="*/ 106018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18"/>
                </a:moveTo>
                <a:lnTo>
                  <a:pt x="1000125" y="-18"/>
                </a:lnTo>
                <a:lnTo>
                  <a:pt x="1000125" y="106018"/>
                </a:lnTo>
                <a:lnTo>
                  <a:pt x="0" y="106018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任意形状 49">
            <a:extLst>
              <a:ext uri="{FF2B5EF4-FFF2-40B4-BE49-F238E27FC236}">
                <a16:creationId xmlns:a16="http://schemas.microsoft.com/office/drawing/2014/main" id="{62D49FD9-E50B-F161-17C5-08E1CFCF6D13}"/>
              </a:ext>
            </a:extLst>
          </p:cNvPr>
          <p:cNvSpPr/>
          <p:nvPr/>
        </p:nvSpPr>
        <p:spPr>
          <a:xfrm flipV="1">
            <a:off x="2378287" y="3394193"/>
            <a:ext cx="1000125" cy="106035"/>
          </a:xfrm>
          <a:custGeom>
            <a:avLst/>
            <a:gdLst>
              <a:gd name="csX0" fmla="*/ 0 w 1000125"/>
              <a:gd name="csY0" fmla="*/ 4 h 106035"/>
              <a:gd name="csX1" fmla="*/ 1000125 w 1000125"/>
              <a:gd name="csY1" fmla="*/ 4 h 106035"/>
              <a:gd name="csX2" fmla="*/ 1000125 w 1000125"/>
              <a:gd name="csY2" fmla="*/ 106040 h 106035"/>
              <a:gd name="csX3" fmla="*/ 0 w 1000125"/>
              <a:gd name="csY3" fmla="*/ 106040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4"/>
                </a:moveTo>
                <a:lnTo>
                  <a:pt x="1000125" y="4"/>
                </a:lnTo>
                <a:lnTo>
                  <a:pt x="1000125" y="106040"/>
                </a:lnTo>
                <a:lnTo>
                  <a:pt x="0" y="106040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任意形状 50">
            <a:extLst>
              <a:ext uri="{FF2B5EF4-FFF2-40B4-BE49-F238E27FC236}">
                <a16:creationId xmlns:a16="http://schemas.microsoft.com/office/drawing/2014/main" id="{7D4D1F3F-0BE8-FACE-7CAF-24E9E25A6EE3}"/>
              </a:ext>
            </a:extLst>
          </p:cNvPr>
          <p:cNvSpPr/>
          <p:nvPr/>
        </p:nvSpPr>
        <p:spPr>
          <a:xfrm flipV="1">
            <a:off x="2378287" y="3394193"/>
            <a:ext cx="1000125" cy="106035"/>
          </a:xfrm>
          <a:custGeom>
            <a:avLst/>
            <a:gdLst>
              <a:gd name="csX0" fmla="*/ 0 w 1000125"/>
              <a:gd name="csY0" fmla="*/ 4 h 106035"/>
              <a:gd name="csX1" fmla="*/ 1000125 w 1000125"/>
              <a:gd name="csY1" fmla="*/ 4 h 106035"/>
              <a:gd name="csX2" fmla="*/ 1000125 w 1000125"/>
              <a:gd name="csY2" fmla="*/ 106040 h 106035"/>
              <a:gd name="csX3" fmla="*/ 0 w 1000125"/>
              <a:gd name="csY3" fmla="*/ 106040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4"/>
                </a:moveTo>
                <a:lnTo>
                  <a:pt x="1000125" y="4"/>
                </a:lnTo>
                <a:lnTo>
                  <a:pt x="1000125" y="106040"/>
                </a:lnTo>
                <a:lnTo>
                  <a:pt x="0" y="106040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任意形状 51">
            <a:extLst>
              <a:ext uri="{FF2B5EF4-FFF2-40B4-BE49-F238E27FC236}">
                <a16:creationId xmlns:a16="http://schemas.microsoft.com/office/drawing/2014/main" id="{E38D28FE-DCF4-04D7-FC44-67E15E93F71E}"/>
              </a:ext>
            </a:extLst>
          </p:cNvPr>
          <p:cNvSpPr/>
          <p:nvPr/>
        </p:nvSpPr>
        <p:spPr>
          <a:xfrm flipV="1">
            <a:off x="2378287" y="3500229"/>
            <a:ext cx="1000125" cy="106035"/>
          </a:xfrm>
          <a:custGeom>
            <a:avLst/>
            <a:gdLst>
              <a:gd name="csX0" fmla="*/ 0 w 1000125"/>
              <a:gd name="csY0" fmla="*/ 26 h 106035"/>
              <a:gd name="csX1" fmla="*/ 1000125 w 1000125"/>
              <a:gd name="csY1" fmla="*/ 26 h 106035"/>
              <a:gd name="csX2" fmla="*/ 1000125 w 1000125"/>
              <a:gd name="csY2" fmla="*/ 106062 h 106035"/>
              <a:gd name="csX3" fmla="*/ 0 w 1000125"/>
              <a:gd name="csY3" fmla="*/ 106062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26"/>
                </a:moveTo>
                <a:lnTo>
                  <a:pt x="1000125" y="26"/>
                </a:lnTo>
                <a:lnTo>
                  <a:pt x="1000125" y="106062"/>
                </a:lnTo>
                <a:lnTo>
                  <a:pt x="0" y="106062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" name="任意形状 52">
            <a:extLst>
              <a:ext uri="{FF2B5EF4-FFF2-40B4-BE49-F238E27FC236}">
                <a16:creationId xmlns:a16="http://schemas.microsoft.com/office/drawing/2014/main" id="{7F6BA089-0434-A81A-78D0-F71584DEC52D}"/>
              </a:ext>
            </a:extLst>
          </p:cNvPr>
          <p:cNvSpPr/>
          <p:nvPr/>
        </p:nvSpPr>
        <p:spPr>
          <a:xfrm flipV="1">
            <a:off x="2378287" y="3500229"/>
            <a:ext cx="1000125" cy="106035"/>
          </a:xfrm>
          <a:custGeom>
            <a:avLst/>
            <a:gdLst>
              <a:gd name="csX0" fmla="*/ 0 w 1000125"/>
              <a:gd name="csY0" fmla="*/ 26 h 106035"/>
              <a:gd name="csX1" fmla="*/ 1000125 w 1000125"/>
              <a:gd name="csY1" fmla="*/ 26 h 106035"/>
              <a:gd name="csX2" fmla="*/ 1000125 w 1000125"/>
              <a:gd name="csY2" fmla="*/ 106062 h 106035"/>
              <a:gd name="csX3" fmla="*/ 0 w 1000125"/>
              <a:gd name="csY3" fmla="*/ 106062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26"/>
                </a:moveTo>
                <a:lnTo>
                  <a:pt x="1000125" y="26"/>
                </a:lnTo>
                <a:lnTo>
                  <a:pt x="1000125" y="106062"/>
                </a:lnTo>
                <a:lnTo>
                  <a:pt x="0" y="106062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" name="任意形状 53">
            <a:extLst>
              <a:ext uri="{FF2B5EF4-FFF2-40B4-BE49-F238E27FC236}">
                <a16:creationId xmlns:a16="http://schemas.microsoft.com/office/drawing/2014/main" id="{483BBB96-54AA-698C-1FE8-8323300849CF}"/>
              </a:ext>
            </a:extLst>
          </p:cNvPr>
          <p:cNvSpPr/>
          <p:nvPr/>
        </p:nvSpPr>
        <p:spPr>
          <a:xfrm flipV="1">
            <a:off x="2378287" y="3606265"/>
            <a:ext cx="1000125" cy="106035"/>
          </a:xfrm>
          <a:custGeom>
            <a:avLst/>
            <a:gdLst>
              <a:gd name="csX0" fmla="*/ 0 w 1000125"/>
              <a:gd name="csY0" fmla="*/ 49 h 106035"/>
              <a:gd name="csX1" fmla="*/ 1000125 w 1000125"/>
              <a:gd name="csY1" fmla="*/ 49 h 106035"/>
              <a:gd name="csX2" fmla="*/ 1000125 w 1000125"/>
              <a:gd name="csY2" fmla="*/ 106085 h 106035"/>
              <a:gd name="csX3" fmla="*/ 0 w 1000125"/>
              <a:gd name="csY3" fmla="*/ 106085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49"/>
                </a:moveTo>
                <a:lnTo>
                  <a:pt x="1000125" y="49"/>
                </a:lnTo>
                <a:lnTo>
                  <a:pt x="1000125" y="106085"/>
                </a:lnTo>
                <a:lnTo>
                  <a:pt x="0" y="106085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39D23DD6-BEA5-BEAB-4F50-837FA557293D}"/>
              </a:ext>
            </a:extLst>
          </p:cNvPr>
          <p:cNvSpPr/>
          <p:nvPr/>
        </p:nvSpPr>
        <p:spPr>
          <a:xfrm flipV="1">
            <a:off x="2378287" y="3606265"/>
            <a:ext cx="1000125" cy="106035"/>
          </a:xfrm>
          <a:custGeom>
            <a:avLst/>
            <a:gdLst>
              <a:gd name="csX0" fmla="*/ 0 w 1000125"/>
              <a:gd name="csY0" fmla="*/ 49 h 106035"/>
              <a:gd name="csX1" fmla="*/ 1000125 w 1000125"/>
              <a:gd name="csY1" fmla="*/ 49 h 106035"/>
              <a:gd name="csX2" fmla="*/ 1000125 w 1000125"/>
              <a:gd name="csY2" fmla="*/ 106085 h 106035"/>
              <a:gd name="csX3" fmla="*/ 0 w 1000125"/>
              <a:gd name="csY3" fmla="*/ 106085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49"/>
                </a:moveTo>
                <a:lnTo>
                  <a:pt x="1000125" y="49"/>
                </a:lnTo>
                <a:lnTo>
                  <a:pt x="1000125" y="106085"/>
                </a:lnTo>
                <a:lnTo>
                  <a:pt x="0" y="106085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任意形状 55">
            <a:extLst>
              <a:ext uri="{FF2B5EF4-FFF2-40B4-BE49-F238E27FC236}">
                <a16:creationId xmlns:a16="http://schemas.microsoft.com/office/drawing/2014/main" id="{0138CF00-12E7-2B2E-FE8E-95A42ECBA4D1}"/>
              </a:ext>
            </a:extLst>
          </p:cNvPr>
          <p:cNvSpPr/>
          <p:nvPr/>
        </p:nvSpPr>
        <p:spPr>
          <a:xfrm flipV="1">
            <a:off x="2388127" y="3765433"/>
            <a:ext cx="1000125" cy="294551"/>
          </a:xfrm>
          <a:custGeom>
            <a:avLst/>
            <a:gdLst>
              <a:gd name="csX0" fmla="*/ 0 w 1000125"/>
              <a:gd name="csY0" fmla="*/ 102 h 294551"/>
              <a:gd name="csX1" fmla="*/ 1000125 w 1000125"/>
              <a:gd name="csY1" fmla="*/ 102 h 294551"/>
              <a:gd name="csX2" fmla="*/ 1000125 w 1000125"/>
              <a:gd name="csY2" fmla="*/ 294654 h 294551"/>
              <a:gd name="csX3" fmla="*/ 0 w 1000125"/>
              <a:gd name="csY3" fmla="*/ 294654 h 2945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294551">
                <a:moveTo>
                  <a:pt x="0" y="102"/>
                </a:moveTo>
                <a:lnTo>
                  <a:pt x="1000125" y="102"/>
                </a:lnTo>
                <a:lnTo>
                  <a:pt x="1000125" y="294654"/>
                </a:lnTo>
                <a:lnTo>
                  <a:pt x="0" y="294654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任意形状 56">
            <a:extLst>
              <a:ext uri="{FF2B5EF4-FFF2-40B4-BE49-F238E27FC236}">
                <a16:creationId xmlns:a16="http://schemas.microsoft.com/office/drawing/2014/main" id="{141119FB-8C81-5658-15EC-BDEE12128CA9}"/>
              </a:ext>
            </a:extLst>
          </p:cNvPr>
          <p:cNvSpPr/>
          <p:nvPr/>
        </p:nvSpPr>
        <p:spPr>
          <a:xfrm flipV="1">
            <a:off x="2388127" y="4059994"/>
            <a:ext cx="1000125" cy="114300"/>
          </a:xfrm>
          <a:custGeom>
            <a:avLst/>
            <a:gdLst>
              <a:gd name="csX0" fmla="*/ 0 w 1000125"/>
              <a:gd name="csY0" fmla="*/ 145 h 114300"/>
              <a:gd name="csX1" fmla="*/ 1000125 w 1000125"/>
              <a:gd name="csY1" fmla="*/ 145 h 114300"/>
              <a:gd name="csX2" fmla="*/ 1000125 w 1000125"/>
              <a:gd name="csY2" fmla="*/ 114445 h 114300"/>
              <a:gd name="csX3" fmla="*/ 0 w 1000125"/>
              <a:gd name="csY3" fmla="*/ 114445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145"/>
                </a:moveTo>
                <a:lnTo>
                  <a:pt x="1000125" y="145"/>
                </a:lnTo>
                <a:lnTo>
                  <a:pt x="1000125" y="114445"/>
                </a:lnTo>
                <a:lnTo>
                  <a:pt x="0" y="114445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5E23C5BE-2B65-527F-0BEE-8E8B9530CC81}"/>
              </a:ext>
            </a:extLst>
          </p:cNvPr>
          <p:cNvSpPr/>
          <p:nvPr/>
        </p:nvSpPr>
        <p:spPr>
          <a:xfrm flipV="1">
            <a:off x="2388127" y="4059994"/>
            <a:ext cx="1000125" cy="114300"/>
          </a:xfrm>
          <a:custGeom>
            <a:avLst/>
            <a:gdLst>
              <a:gd name="csX0" fmla="*/ 0 w 1000125"/>
              <a:gd name="csY0" fmla="*/ 145 h 114300"/>
              <a:gd name="csX1" fmla="*/ 1000125 w 1000125"/>
              <a:gd name="csY1" fmla="*/ 145 h 114300"/>
              <a:gd name="csX2" fmla="*/ 1000125 w 1000125"/>
              <a:gd name="csY2" fmla="*/ 114445 h 114300"/>
              <a:gd name="csX3" fmla="*/ 0 w 1000125"/>
              <a:gd name="csY3" fmla="*/ 114445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145"/>
                </a:moveTo>
                <a:lnTo>
                  <a:pt x="1000125" y="145"/>
                </a:lnTo>
                <a:lnTo>
                  <a:pt x="1000125" y="114445"/>
                </a:lnTo>
                <a:lnTo>
                  <a:pt x="0" y="114445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任意形状 58">
            <a:extLst>
              <a:ext uri="{FF2B5EF4-FFF2-40B4-BE49-F238E27FC236}">
                <a16:creationId xmlns:a16="http://schemas.microsoft.com/office/drawing/2014/main" id="{BEDB3BE4-5847-CB8C-661F-916961028E1D}"/>
              </a:ext>
            </a:extLst>
          </p:cNvPr>
          <p:cNvSpPr/>
          <p:nvPr/>
        </p:nvSpPr>
        <p:spPr>
          <a:xfrm flipV="1">
            <a:off x="2388127" y="4174304"/>
            <a:ext cx="1000125" cy="114300"/>
          </a:xfrm>
          <a:custGeom>
            <a:avLst/>
            <a:gdLst>
              <a:gd name="csX0" fmla="*/ 0 w 1000125"/>
              <a:gd name="csY0" fmla="*/ 169 h 114300"/>
              <a:gd name="csX1" fmla="*/ 1000125 w 1000125"/>
              <a:gd name="csY1" fmla="*/ 169 h 114300"/>
              <a:gd name="csX2" fmla="*/ 1000125 w 1000125"/>
              <a:gd name="csY2" fmla="*/ 114469 h 114300"/>
              <a:gd name="csX3" fmla="*/ 0 w 1000125"/>
              <a:gd name="csY3" fmla="*/ 114469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169"/>
                </a:moveTo>
                <a:lnTo>
                  <a:pt x="1000125" y="169"/>
                </a:lnTo>
                <a:lnTo>
                  <a:pt x="1000125" y="114469"/>
                </a:lnTo>
                <a:lnTo>
                  <a:pt x="0" y="114469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任意形状 59">
            <a:extLst>
              <a:ext uri="{FF2B5EF4-FFF2-40B4-BE49-F238E27FC236}">
                <a16:creationId xmlns:a16="http://schemas.microsoft.com/office/drawing/2014/main" id="{B0137BC2-D6DD-F80C-DF14-0C0713CDCC18}"/>
              </a:ext>
            </a:extLst>
          </p:cNvPr>
          <p:cNvSpPr/>
          <p:nvPr/>
        </p:nvSpPr>
        <p:spPr>
          <a:xfrm flipV="1">
            <a:off x="2388127" y="4174304"/>
            <a:ext cx="1000125" cy="114300"/>
          </a:xfrm>
          <a:custGeom>
            <a:avLst/>
            <a:gdLst>
              <a:gd name="csX0" fmla="*/ 0 w 1000125"/>
              <a:gd name="csY0" fmla="*/ 169 h 114300"/>
              <a:gd name="csX1" fmla="*/ 1000125 w 1000125"/>
              <a:gd name="csY1" fmla="*/ 169 h 114300"/>
              <a:gd name="csX2" fmla="*/ 1000125 w 1000125"/>
              <a:gd name="csY2" fmla="*/ 114469 h 114300"/>
              <a:gd name="csX3" fmla="*/ 0 w 1000125"/>
              <a:gd name="csY3" fmla="*/ 114469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169"/>
                </a:moveTo>
                <a:lnTo>
                  <a:pt x="1000125" y="169"/>
                </a:lnTo>
                <a:lnTo>
                  <a:pt x="1000125" y="114469"/>
                </a:lnTo>
                <a:lnTo>
                  <a:pt x="0" y="114469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任意形状 60">
            <a:extLst>
              <a:ext uri="{FF2B5EF4-FFF2-40B4-BE49-F238E27FC236}">
                <a16:creationId xmlns:a16="http://schemas.microsoft.com/office/drawing/2014/main" id="{48ECF2C3-C18B-1E24-119D-9FA2CA8E4F62}"/>
              </a:ext>
            </a:extLst>
          </p:cNvPr>
          <p:cNvSpPr/>
          <p:nvPr/>
        </p:nvSpPr>
        <p:spPr>
          <a:xfrm flipV="1">
            <a:off x="2388127" y="4288614"/>
            <a:ext cx="1000125" cy="114300"/>
          </a:xfrm>
          <a:custGeom>
            <a:avLst/>
            <a:gdLst>
              <a:gd name="csX0" fmla="*/ 0 w 1000125"/>
              <a:gd name="csY0" fmla="*/ 193 h 114300"/>
              <a:gd name="csX1" fmla="*/ 1000125 w 1000125"/>
              <a:gd name="csY1" fmla="*/ 193 h 114300"/>
              <a:gd name="csX2" fmla="*/ 1000125 w 1000125"/>
              <a:gd name="csY2" fmla="*/ 114493 h 114300"/>
              <a:gd name="csX3" fmla="*/ 0 w 1000125"/>
              <a:gd name="csY3" fmla="*/ 114493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193"/>
                </a:moveTo>
                <a:lnTo>
                  <a:pt x="1000125" y="193"/>
                </a:lnTo>
                <a:lnTo>
                  <a:pt x="1000125" y="114493"/>
                </a:lnTo>
                <a:lnTo>
                  <a:pt x="0" y="114493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" name="任意形状 61">
            <a:extLst>
              <a:ext uri="{FF2B5EF4-FFF2-40B4-BE49-F238E27FC236}">
                <a16:creationId xmlns:a16="http://schemas.microsoft.com/office/drawing/2014/main" id="{7833DFF5-67EB-C327-0CC6-A895939FC091}"/>
              </a:ext>
            </a:extLst>
          </p:cNvPr>
          <p:cNvSpPr/>
          <p:nvPr/>
        </p:nvSpPr>
        <p:spPr>
          <a:xfrm flipV="1">
            <a:off x="2388127" y="4288614"/>
            <a:ext cx="1000125" cy="114300"/>
          </a:xfrm>
          <a:custGeom>
            <a:avLst/>
            <a:gdLst>
              <a:gd name="csX0" fmla="*/ 0 w 1000125"/>
              <a:gd name="csY0" fmla="*/ 193 h 114300"/>
              <a:gd name="csX1" fmla="*/ 1000125 w 1000125"/>
              <a:gd name="csY1" fmla="*/ 193 h 114300"/>
              <a:gd name="csX2" fmla="*/ 1000125 w 1000125"/>
              <a:gd name="csY2" fmla="*/ 114493 h 114300"/>
              <a:gd name="csX3" fmla="*/ 0 w 1000125"/>
              <a:gd name="csY3" fmla="*/ 114493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193"/>
                </a:moveTo>
                <a:lnTo>
                  <a:pt x="1000125" y="193"/>
                </a:lnTo>
                <a:lnTo>
                  <a:pt x="1000125" y="114493"/>
                </a:lnTo>
                <a:lnTo>
                  <a:pt x="0" y="114493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任意形状 62">
            <a:extLst>
              <a:ext uri="{FF2B5EF4-FFF2-40B4-BE49-F238E27FC236}">
                <a16:creationId xmlns:a16="http://schemas.microsoft.com/office/drawing/2014/main" id="{323F343A-5C26-DA75-6FE1-997A2EA2096B}"/>
              </a:ext>
            </a:extLst>
          </p:cNvPr>
          <p:cNvSpPr/>
          <p:nvPr/>
        </p:nvSpPr>
        <p:spPr>
          <a:xfrm flipV="1">
            <a:off x="2388127" y="4402885"/>
            <a:ext cx="1000125" cy="114300"/>
          </a:xfrm>
          <a:custGeom>
            <a:avLst/>
            <a:gdLst>
              <a:gd name="csX0" fmla="*/ 0 w 1000125"/>
              <a:gd name="csY0" fmla="*/ 217 h 114300"/>
              <a:gd name="csX1" fmla="*/ 1000125 w 1000125"/>
              <a:gd name="csY1" fmla="*/ 217 h 114300"/>
              <a:gd name="csX2" fmla="*/ 1000125 w 1000125"/>
              <a:gd name="csY2" fmla="*/ 114517 h 114300"/>
              <a:gd name="csX3" fmla="*/ 0 w 1000125"/>
              <a:gd name="csY3" fmla="*/ 114517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217"/>
                </a:moveTo>
                <a:lnTo>
                  <a:pt x="1000125" y="217"/>
                </a:lnTo>
                <a:lnTo>
                  <a:pt x="1000125" y="114517"/>
                </a:lnTo>
                <a:lnTo>
                  <a:pt x="0" y="114517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" name="任意形状 63">
            <a:extLst>
              <a:ext uri="{FF2B5EF4-FFF2-40B4-BE49-F238E27FC236}">
                <a16:creationId xmlns:a16="http://schemas.microsoft.com/office/drawing/2014/main" id="{D6390B63-69C6-8EB5-62C7-5D98423A4AC1}"/>
              </a:ext>
            </a:extLst>
          </p:cNvPr>
          <p:cNvSpPr/>
          <p:nvPr/>
        </p:nvSpPr>
        <p:spPr>
          <a:xfrm flipV="1">
            <a:off x="2388127" y="4402885"/>
            <a:ext cx="1000125" cy="114300"/>
          </a:xfrm>
          <a:custGeom>
            <a:avLst/>
            <a:gdLst>
              <a:gd name="csX0" fmla="*/ 0 w 1000125"/>
              <a:gd name="csY0" fmla="*/ 217 h 114300"/>
              <a:gd name="csX1" fmla="*/ 1000125 w 1000125"/>
              <a:gd name="csY1" fmla="*/ 217 h 114300"/>
              <a:gd name="csX2" fmla="*/ 1000125 w 1000125"/>
              <a:gd name="csY2" fmla="*/ 114517 h 114300"/>
              <a:gd name="csX3" fmla="*/ 0 w 1000125"/>
              <a:gd name="csY3" fmla="*/ 114517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217"/>
                </a:moveTo>
                <a:lnTo>
                  <a:pt x="1000125" y="217"/>
                </a:lnTo>
                <a:lnTo>
                  <a:pt x="1000125" y="114517"/>
                </a:lnTo>
                <a:lnTo>
                  <a:pt x="0" y="114517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5" name="任意形状 64">
            <a:extLst>
              <a:ext uri="{FF2B5EF4-FFF2-40B4-BE49-F238E27FC236}">
                <a16:creationId xmlns:a16="http://schemas.microsoft.com/office/drawing/2014/main" id="{EC81543F-8F05-789F-92D0-07DF8A3A9472}"/>
              </a:ext>
            </a:extLst>
          </p:cNvPr>
          <p:cNvSpPr/>
          <p:nvPr/>
        </p:nvSpPr>
        <p:spPr>
          <a:xfrm flipV="1">
            <a:off x="2388127" y="4517185"/>
            <a:ext cx="1000125" cy="114300"/>
          </a:xfrm>
          <a:custGeom>
            <a:avLst/>
            <a:gdLst>
              <a:gd name="csX0" fmla="*/ 0 w 1000125"/>
              <a:gd name="csY0" fmla="*/ 241 h 114300"/>
              <a:gd name="csX1" fmla="*/ 1000125 w 1000125"/>
              <a:gd name="csY1" fmla="*/ 241 h 114300"/>
              <a:gd name="csX2" fmla="*/ 1000125 w 1000125"/>
              <a:gd name="csY2" fmla="*/ 114541 h 114300"/>
              <a:gd name="csX3" fmla="*/ 0 w 1000125"/>
              <a:gd name="csY3" fmla="*/ 114541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241"/>
                </a:moveTo>
                <a:lnTo>
                  <a:pt x="1000125" y="241"/>
                </a:lnTo>
                <a:lnTo>
                  <a:pt x="1000125" y="114541"/>
                </a:lnTo>
                <a:lnTo>
                  <a:pt x="0" y="114541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任意形状 65">
            <a:extLst>
              <a:ext uri="{FF2B5EF4-FFF2-40B4-BE49-F238E27FC236}">
                <a16:creationId xmlns:a16="http://schemas.microsoft.com/office/drawing/2014/main" id="{A426114B-5DEC-0DA1-DC7D-C2566F9D0389}"/>
              </a:ext>
            </a:extLst>
          </p:cNvPr>
          <p:cNvSpPr/>
          <p:nvPr/>
        </p:nvSpPr>
        <p:spPr>
          <a:xfrm flipV="1">
            <a:off x="2388127" y="4517185"/>
            <a:ext cx="1000125" cy="114300"/>
          </a:xfrm>
          <a:custGeom>
            <a:avLst/>
            <a:gdLst>
              <a:gd name="csX0" fmla="*/ 0 w 1000125"/>
              <a:gd name="csY0" fmla="*/ 241 h 114300"/>
              <a:gd name="csX1" fmla="*/ 1000125 w 1000125"/>
              <a:gd name="csY1" fmla="*/ 241 h 114300"/>
              <a:gd name="csX2" fmla="*/ 1000125 w 1000125"/>
              <a:gd name="csY2" fmla="*/ 114541 h 114300"/>
              <a:gd name="csX3" fmla="*/ 0 w 1000125"/>
              <a:gd name="csY3" fmla="*/ 114541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241"/>
                </a:moveTo>
                <a:lnTo>
                  <a:pt x="1000125" y="241"/>
                </a:lnTo>
                <a:lnTo>
                  <a:pt x="1000125" y="114541"/>
                </a:lnTo>
                <a:lnTo>
                  <a:pt x="0" y="114541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" name="任意形状 66">
            <a:extLst>
              <a:ext uri="{FF2B5EF4-FFF2-40B4-BE49-F238E27FC236}">
                <a16:creationId xmlns:a16="http://schemas.microsoft.com/office/drawing/2014/main" id="{69266572-F0C7-6CBC-7724-0815119C5998}"/>
              </a:ext>
            </a:extLst>
          </p:cNvPr>
          <p:cNvSpPr/>
          <p:nvPr/>
        </p:nvSpPr>
        <p:spPr>
          <a:xfrm flipV="1">
            <a:off x="2388127" y="4631476"/>
            <a:ext cx="1000125" cy="114300"/>
          </a:xfrm>
          <a:custGeom>
            <a:avLst/>
            <a:gdLst>
              <a:gd name="csX0" fmla="*/ 0 w 1000125"/>
              <a:gd name="csY0" fmla="*/ 265 h 114300"/>
              <a:gd name="csX1" fmla="*/ 1000125 w 1000125"/>
              <a:gd name="csY1" fmla="*/ 265 h 114300"/>
              <a:gd name="csX2" fmla="*/ 1000125 w 1000125"/>
              <a:gd name="csY2" fmla="*/ 114565 h 114300"/>
              <a:gd name="csX3" fmla="*/ 0 w 1000125"/>
              <a:gd name="csY3" fmla="*/ 114565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265"/>
                </a:moveTo>
                <a:lnTo>
                  <a:pt x="1000125" y="265"/>
                </a:lnTo>
                <a:lnTo>
                  <a:pt x="1000125" y="114565"/>
                </a:lnTo>
                <a:lnTo>
                  <a:pt x="0" y="114565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8" name="任意形状 67">
            <a:extLst>
              <a:ext uri="{FF2B5EF4-FFF2-40B4-BE49-F238E27FC236}">
                <a16:creationId xmlns:a16="http://schemas.microsoft.com/office/drawing/2014/main" id="{76810871-1529-D051-B65F-306E88229516}"/>
              </a:ext>
            </a:extLst>
          </p:cNvPr>
          <p:cNvSpPr/>
          <p:nvPr/>
        </p:nvSpPr>
        <p:spPr>
          <a:xfrm flipV="1">
            <a:off x="2388127" y="4631476"/>
            <a:ext cx="1000125" cy="114300"/>
          </a:xfrm>
          <a:custGeom>
            <a:avLst/>
            <a:gdLst>
              <a:gd name="csX0" fmla="*/ 0 w 1000125"/>
              <a:gd name="csY0" fmla="*/ 265 h 114300"/>
              <a:gd name="csX1" fmla="*/ 1000125 w 1000125"/>
              <a:gd name="csY1" fmla="*/ 265 h 114300"/>
              <a:gd name="csX2" fmla="*/ 1000125 w 1000125"/>
              <a:gd name="csY2" fmla="*/ 114565 h 114300"/>
              <a:gd name="csX3" fmla="*/ 0 w 1000125"/>
              <a:gd name="csY3" fmla="*/ 114565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265"/>
                </a:moveTo>
                <a:lnTo>
                  <a:pt x="1000125" y="265"/>
                </a:lnTo>
                <a:lnTo>
                  <a:pt x="1000125" y="114565"/>
                </a:lnTo>
                <a:lnTo>
                  <a:pt x="0" y="114565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9" name="任意形状 68">
            <a:extLst>
              <a:ext uri="{FF2B5EF4-FFF2-40B4-BE49-F238E27FC236}">
                <a16:creationId xmlns:a16="http://schemas.microsoft.com/office/drawing/2014/main" id="{E575E01D-28E7-E6F8-AC76-63B4BD7A02ED}"/>
              </a:ext>
            </a:extLst>
          </p:cNvPr>
          <p:cNvSpPr/>
          <p:nvPr/>
        </p:nvSpPr>
        <p:spPr>
          <a:xfrm flipV="1">
            <a:off x="3459575" y="3601415"/>
            <a:ext cx="165925" cy="9509"/>
          </a:xfrm>
          <a:custGeom>
            <a:avLst/>
            <a:gdLst>
              <a:gd name="csX0" fmla="*/ 0 w 165925"/>
              <a:gd name="csY0" fmla="*/ 36 h 9509"/>
              <a:gd name="csX1" fmla="*/ 165925 w 165925"/>
              <a:gd name="csY1" fmla="*/ 36 h 9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5925" h="9509">
                <a:moveTo>
                  <a:pt x="0" y="36"/>
                </a:moveTo>
                <a:lnTo>
                  <a:pt x="165925" y="36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" name="任意形状 69">
            <a:extLst>
              <a:ext uri="{FF2B5EF4-FFF2-40B4-BE49-F238E27FC236}">
                <a16:creationId xmlns:a16="http://schemas.microsoft.com/office/drawing/2014/main" id="{BDBB4366-FDE7-AF12-8303-3229E2444F7A}"/>
              </a:ext>
            </a:extLst>
          </p:cNvPr>
          <p:cNvSpPr/>
          <p:nvPr/>
        </p:nvSpPr>
        <p:spPr>
          <a:xfrm flipV="1">
            <a:off x="3610355" y="3570317"/>
            <a:ext cx="62293" cy="62195"/>
          </a:xfrm>
          <a:custGeom>
            <a:avLst/>
            <a:gdLst>
              <a:gd name="csX0" fmla="*/ 62294 w 62293"/>
              <a:gd name="csY0" fmla="*/ 31134 h 62195"/>
              <a:gd name="csX1" fmla="*/ 0 w 62293"/>
              <a:gd name="csY1" fmla="*/ 36 h 62195"/>
              <a:gd name="csX2" fmla="*/ 0 w 62293"/>
              <a:gd name="csY2" fmla="*/ 62232 h 62195"/>
              <a:gd name="csX3" fmla="*/ 62294 w 62293"/>
              <a:gd name="csY3" fmla="*/ 31134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62294" y="31134"/>
                </a:moveTo>
                <a:lnTo>
                  <a:pt x="0" y="36"/>
                </a:lnTo>
                <a:cubicBezTo>
                  <a:pt x="9811" y="19532"/>
                  <a:pt x="9811" y="42641"/>
                  <a:pt x="0" y="62232"/>
                </a:cubicBezTo>
                <a:lnTo>
                  <a:pt x="62294" y="31134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任意形状 70">
            <a:extLst>
              <a:ext uri="{FF2B5EF4-FFF2-40B4-BE49-F238E27FC236}">
                <a16:creationId xmlns:a16="http://schemas.microsoft.com/office/drawing/2014/main" id="{8C42B3CB-0285-4590-D989-E4A06CE01883}"/>
              </a:ext>
            </a:extLst>
          </p:cNvPr>
          <p:cNvSpPr/>
          <p:nvPr/>
        </p:nvSpPr>
        <p:spPr>
          <a:xfrm flipV="1">
            <a:off x="2316615" y="2392063"/>
            <a:ext cx="1143000" cy="2460700"/>
          </a:xfrm>
          <a:custGeom>
            <a:avLst/>
            <a:gdLst>
              <a:gd name="csX0" fmla="*/ 0 w 1143000"/>
              <a:gd name="csY0" fmla="*/ 41 h 2460700"/>
              <a:gd name="csX1" fmla="*/ 1143000 w 1143000"/>
              <a:gd name="csY1" fmla="*/ 41 h 2460700"/>
              <a:gd name="csX2" fmla="*/ 1143000 w 1143000"/>
              <a:gd name="csY2" fmla="*/ 2460741 h 2460700"/>
              <a:gd name="csX3" fmla="*/ 0 w 1143000"/>
              <a:gd name="csY3" fmla="*/ 2460741 h 2460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43000" h="2460700">
                <a:moveTo>
                  <a:pt x="0" y="41"/>
                </a:moveTo>
                <a:lnTo>
                  <a:pt x="1143000" y="41"/>
                </a:lnTo>
                <a:lnTo>
                  <a:pt x="1143000" y="2460741"/>
                </a:lnTo>
                <a:lnTo>
                  <a:pt x="0" y="2460741"/>
                </a:lnTo>
                <a:close/>
              </a:path>
            </a:pathLst>
          </a:custGeom>
          <a:noFill/>
          <a:ln w="7144" cap="flat">
            <a:solidFill>
              <a:srgbClr val="000000"/>
            </a:solidFill>
            <a:custDash>
              <a:ds d="450000" sp="225000"/>
            </a:custDash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任意形状 71">
            <a:extLst>
              <a:ext uri="{FF2B5EF4-FFF2-40B4-BE49-F238E27FC236}">
                <a16:creationId xmlns:a16="http://schemas.microsoft.com/office/drawing/2014/main" id="{938ED42B-1E53-2FF6-8DBE-1CCD96DC2563}"/>
              </a:ext>
            </a:extLst>
          </p:cNvPr>
          <p:cNvSpPr/>
          <p:nvPr/>
        </p:nvSpPr>
        <p:spPr>
          <a:xfrm flipV="1">
            <a:off x="4807553" y="1755058"/>
            <a:ext cx="628078" cy="358334"/>
          </a:xfrm>
          <a:custGeom>
            <a:avLst/>
            <a:gdLst>
              <a:gd name="csX0" fmla="*/ 0 w 628078"/>
              <a:gd name="csY0" fmla="*/ 17564 h 358334"/>
              <a:gd name="csX1" fmla="*/ 17907 w 628078"/>
              <a:gd name="csY1" fmla="*/ -314 h 358334"/>
              <a:gd name="csX2" fmla="*/ 610076 w 628078"/>
              <a:gd name="csY2" fmla="*/ -314 h 358334"/>
              <a:gd name="csX3" fmla="*/ 628079 w 628078"/>
              <a:gd name="csY3" fmla="*/ 17564 h 358334"/>
              <a:gd name="csX4" fmla="*/ 628079 w 628078"/>
              <a:gd name="csY4" fmla="*/ 340047 h 358334"/>
              <a:gd name="csX5" fmla="*/ 610076 w 628078"/>
              <a:gd name="csY5" fmla="*/ 358021 h 358334"/>
              <a:gd name="csX6" fmla="*/ 17907 w 628078"/>
              <a:gd name="csY6" fmla="*/ 358021 h 358334"/>
              <a:gd name="csX7" fmla="*/ 0 w 628078"/>
              <a:gd name="csY7" fmla="*/ 340047 h 358334"/>
              <a:gd name="csX8" fmla="*/ 0 w 628078"/>
              <a:gd name="csY8" fmla="*/ 17564 h 358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8078" h="358334">
                <a:moveTo>
                  <a:pt x="0" y="17564"/>
                </a:moveTo>
                <a:cubicBezTo>
                  <a:pt x="0" y="7674"/>
                  <a:pt x="8001" y="-314"/>
                  <a:pt x="17907" y="-314"/>
                </a:cubicBezTo>
                <a:lnTo>
                  <a:pt x="610076" y="-314"/>
                </a:lnTo>
                <a:cubicBezTo>
                  <a:pt x="619982" y="-314"/>
                  <a:pt x="628079" y="7674"/>
                  <a:pt x="628079" y="17564"/>
                </a:cubicBezTo>
                <a:lnTo>
                  <a:pt x="628079" y="340047"/>
                </a:lnTo>
                <a:cubicBezTo>
                  <a:pt x="628079" y="349937"/>
                  <a:pt x="619982" y="358021"/>
                  <a:pt x="610076" y="358021"/>
                </a:cubicBezTo>
                <a:lnTo>
                  <a:pt x="17907" y="358021"/>
                </a:lnTo>
                <a:cubicBezTo>
                  <a:pt x="8001" y="358021"/>
                  <a:pt x="0" y="349937"/>
                  <a:pt x="0" y="340047"/>
                </a:cubicBezTo>
                <a:lnTo>
                  <a:pt x="0" y="17564"/>
                </a:lnTo>
                <a:close/>
              </a:path>
            </a:pathLst>
          </a:custGeom>
          <a:solidFill>
            <a:srgbClr val="D0DDF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EDFDDADD-772C-8B0D-DC83-8047E08DAA98}"/>
              </a:ext>
            </a:extLst>
          </p:cNvPr>
          <p:cNvSpPr/>
          <p:nvPr/>
        </p:nvSpPr>
        <p:spPr>
          <a:xfrm flipV="1">
            <a:off x="4807553" y="1755058"/>
            <a:ext cx="628078" cy="358334"/>
          </a:xfrm>
          <a:custGeom>
            <a:avLst/>
            <a:gdLst>
              <a:gd name="csX0" fmla="*/ 0 w 628078"/>
              <a:gd name="csY0" fmla="*/ 17564 h 358334"/>
              <a:gd name="csX1" fmla="*/ 17907 w 628078"/>
              <a:gd name="csY1" fmla="*/ -314 h 358334"/>
              <a:gd name="csX2" fmla="*/ 610076 w 628078"/>
              <a:gd name="csY2" fmla="*/ -314 h 358334"/>
              <a:gd name="csX3" fmla="*/ 628079 w 628078"/>
              <a:gd name="csY3" fmla="*/ 17564 h 358334"/>
              <a:gd name="csX4" fmla="*/ 628079 w 628078"/>
              <a:gd name="csY4" fmla="*/ 340047 h 358334"/>
              <a:gd name="csX5" fmla="*/ 610076 w 628078"/>
              <a:gd name="csY5" fmla="*/ 358021 h 358334"/>
              <a:gd name="csX6" fmla="*/ 17907 w 628078"/>
              <a:gd name="csY6" fmla="*/ 358021 h 358334"/>
              <a:gd name="csX7" fmla="*/ 0 w 628078"/>
              <a:gd name="csY7" fmla="*/ 340047 h 358334"/>
              <a:gd name="csX8" fmla="*/ 0 w 628078"/>
              <a:gd name="csY8" fmla="*/ 17564 h 358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8078" h="358334">
                <a:moveTo>
                  <a:pt x="0" y="17564"/>
                </a:moveTo>
                <a:cubicBezTo>
                  <a:pt x="0" y="7674"/>
                  <a:pt x="8001" y="-314"/>
                  <a:pt x="17907" y="-314"/>
                </a:cubicBezTo>
                <a:lnTo>
                  <a:pt x="610076" y="-314"/>
                </a:lnTo>
                <a:cubicBezTo>
                  <a:pt x="619982" y="-314"/>
                  <a:pt x="628079" y="7674"/>
                  <a:pt x="628079" y="17564"/>
                </a:cubicBezTo>
                <a:lnTo>
                  <a:pt x="628079" y="340047"/>
                </a:lnTo>
                <a:cubicBezTo>
                  <a:pt x="628079" y="349937"/>
                  <a:pt x="619982" y="358021"/>
                  <a:pt x="610076" y="358021"/>
                </a:cubicBezTo>
                <a:lnTo>
                  <a:pt x="17907" y="358021"/>
                </a:lnTo>
                <a:cubicBezTo>
                  <a:pt x="8001" y="358021"/>
                  <a:pt x="0" y="349937"/>
                  <a:pt x="0" y="340047"/>
                </a:cubicBezTo>
                <a:lnTo>
                  <a:pt x="0" y="17564"/>
                </a:lnTo>
                <a:close/>
              </a:path>
            </a:pathLst>
          </a:custGeom>
          <a:noFill/>
          <a:ln w="7144" cap="flat">
            <a:solidFill>
              <a:srgbClr val="999999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任意形状 73">
            <a:extLst>
              <a:ext uri="{FF2B5EF4-FFF2-40B4-BE49-F238E27FC236}">
                <a16:creationId xmlns:a16="http://schemas.microsoft.com/office/drawing/2014/main" id="{43861963-869B-AAB2-A87A-C78BFECE0BE3}"/>
              </a:ext>
            </a:extLst>
          </p:cNvPr>
          <p:cNvSpPr/>
          <p:nvPr/>
        </p:nvSpPr>
        <p:spPr>
          <a:xfrm flipV="1">
            <a:off x="3989165" y="3422152"/>
            <a:ext cx="9620" cy="159196"/>
          </a:xfrm>
          <a:custGeom>
            <a:avLst/>
            <a:gdLst>
              <a:gd name="csX0" fmla="*/ 9620 w 9620"/>
              <a:gd name="csY0" fmla="*/ 159212 h 159196"/>
              <a:gd name="csX1" fmla="*/ 0 w 9620"/>
              <a:gd name="csY1" fmla="*/ 15 h 159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620" h="159196">
                <a:moveTo>
                  <a:pt x="9620" y="159212"/>
                </a:moveTo>
                <a:lnTo>
                  <a:pt x="0" y="15"/>
                </a:lnTo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任意形状 74">
            <a:extLst>
              <a:ext uri="{FF2B5EF4-FFF2-40B4-BE49-F238E27FC236}">
                <a16:creationId xmlns:a16="http://schemas.microsoft.com/office/drawing/2014/main" id="{A0D886B0-D5C8-15C9-AD7B-6B7D62D1B3BF}"/>
              </a:ext>
            </a:extLst>
          </p:cNvPr>
          <p:cNvSpPr/>
          <p:nvPr/>
        </p:nvSpPr>
        <p:spPr>
          <a:xfrm flipV="1">
            <a:off x="3865435" y="3422152"/>
            <a:ext cx="133350" cy="87872"/>
          </a:xfrm>
          <a:custGeom>
            <a:avLst/>
            <a:gdLst>
              <a:gd name="csX0" fmla="*/ 133350 w 133350"/>
              <a:gd name="csY0" fmla="*/ 87880 h 87872"/>
              <a:gd name="csX1" fmla="*/ 0 w 133350"/>
              <a:gd name="csY1" fmla="*/ 8 h 8787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3350" h="87872">
                <a:moveTo>
                  <a:pt x="133350" y="87880"/>
                </a:moveTo>
                <a:lnTo>
                  <a:pt x="0" y="8"/>
                </a:lnTo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任意形状 75">
            <a:extLst>
              <a:ext uri="{FF2B5EF4-FFF2-40B4-BE49-F238E27FC236}">
                <a16:creationId xmlns:a16="http://schemas.microsoft.com/office/drawing/2014/main" id="{951FDF11-B7B8-B682-97CA-10CB4AA70AC5}"/>
              </a:ext>
            </a:extLst>
          </p:cNvPr>
          <p:cNvSpPr/>
          <p:nvPr/>
        </p:nvSpPr>
        <p:spPr>
          <a:xfrm flipV="1">
            <a:off x="3970174" y="3393587"/>
            <a:ext cx="57158" cy="57039"/>
          </a:xfrm>
          <a:custGeom>
            <a:avLst/>
            <a:gdLst>
              <a:gd name="csX0" fmla="*/ 53376 w 57158"/>
              <a:gd name="csY0" fmla="*/ 14208 h 57039"/>
              <a:gd name="csX1" fmla="*/ 42898 w 57158"/>
              <a:gd name="csY1" fmla="*/ 53198 h 57039"/>
              <a:gd name="csX2" fmla="*/ 3846 w 57158"/>
              <a:gd name="csY2" fmla="*/ 42738 h 57039"/>
              <a:gd name="csX3" fmla="*/ 14323 w 57158"/>
              <a:gd name="csY3" fmla="*/ 3842 h 57039"/>
              <a:gd name="csX4" fmla="*/ 53376 w 57158"/>
              <a:gd name="csY4" fmla="*/ 14208 h 57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8" h="57039">
                <a:moveTo>
                  <a:pt x="53376" y="14208"/>
                </a:moveTo>
                <a:cubicBezTo>
                  <a:pt x="61186" y="27902"/>
                  <a:pt x="56519" y="45305"/>
                  <a:pt x="42898" y="53198"/>
                </a:cubicBezTo>
                <a:cubicBezTo>
                  <a:pt x="29182" y="61092"/>
                  <a:pt x="11752" y="56432"/>
                  <a:pt x="3846" y="42738"/>
                </a:cubicBezTo>
                <a:cubicBezTo>
                  <a:pt x="-4060" y="29138"/>
                  <a:pt x="607" y="11640"/>
                  <a:pt x="14323" y="3842"/>
                </a:cubicBezTo>
                <a:cubicBezTo>
                  <a:pt x="27944" y="-4051"/>
                  <a:pt x="45470" y="608"/>
                  <a:pt x="53376" y="14208"/>
                </a:cubicBez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" name="任意形状 76">
            <a:extLst>
              <a:ext uri="{FF2B5EF4-FFF2-40B4-BE49-F238E27FC236}">
                <a16:creationId xmlns:a16="http://schemas.microsoft.com/office/drawing/2014/main" id="{0128360C-D736-5E7C-494E-5393FB88B8F3}"/>
              </a:ext>
            </a:extLst>
          </p:cNvPr>
          <p:cNvSpPr/>
          <p:nvPr/>
        </p:nvSpPr>
        <p:spPr>
          <a:xfrm flipV="1">
            <a:off x="3970174" y="3393587"/>
            <a:ext cx="57158" cy="57039"/>
          </a:xfrm>
          <a:custGeom>
            <a:avLst/>
            <a:gdLst>
              <a:gd name="csX0" fmla="*/ 53376 w 57158"/>
              <a:gd name="csY0" fmla="*/ 14208 h 57039"/>
              <a:gd name="csX1" fmla="*/ 42898 w 57158"/>
              <a:gd name="csY1" fmla="*/ 53198 h 57039"/>
              <a:gd name="csX2" fmla="*/ 3846 w 57158"/>
              <a:gd name="csY2" fmla="*/ 42738 h 57039"/>
              <a:gd name="csX3" fmla="*/ 14323 w 57158"/>
              <a:gd name="csY3" fmla="*/ 3842 h 57039"/>
              <a:gd name="csX4" fmla="*/ 53376 w 57158"/>
              <a:gd name="csY4" fmla="*/ 14208 h 57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8" h="57039">
                <a:moveTo>
                  <a:pt x="53376" y="14208"/>
                </a:moveTo>
                <a:cubicBezTo>
                  <a:pt x="61186" y="27902"/>
                  <a:pt x="56519" y="45305"/>
                  <a:pt x="42898" y="53198"/>
                </a:cubicBezTo>
                <a:cubicBezTo>
                  <a:pt x="29182" y="61092"/>
                  <a:pt x="11752" y="56432"/>
                  <a:pt x="3846" y="42738"/>
                </a:cubicBezTo>
                <a:cubicBezTo>
                  <a:pt x="-4060" y="29138"/>
                  <a:pt x="607" y="11640"/>
                  <a:pt x="14323" y="3842"/>
                </a:cubicBezTo>
                <a:cubicBezTo>
                  <a:pt x="27944" y="-4051"/>
                  <a:pt x="45470" y="608"/>
                  <a:pt x="53376" y="14208"/>
                </a:cubicBezTo>
                <a:close/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8" name="任意形状 77">
            <a:extLst>
              <a:ext uri="{FF2B5EF4-FFF2-40B4-BE49-F238E27FC236}">
                <a16:creationId xmlns:a16="http://schemas.microsoft.com/office/drawing/2014/main" id="{DE6DD633-7159-B865-03D1-0DC1D4B1E40E}"/>
              </a:ext>
            </a:extLst>
          </p:cNvPr>
          <p:cNvSpPr/>
          <p:nvPr/>
        </p:nvSpPr>
        <p:spPr>
          <a:xfrm flipV="1">
            <a:off x="3865435" y="3510024"/>
            <a:ext cx="123729" cy="71324"/>
          </a:xfrm>
          <a:custGeom>
            <a:avLst/>
            <a:gdLst>
              <a:gd name="csX0" fmla="*/ 0 w 123729"/>
              <a:gd name="csY0" fmla="*/ 71349 h 71324"/>
              <a:gd name="csX1" fmla="*/ 123730 w 123729"/>
              <a:gd name="csY1" fmla="*/ 25 h 71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3729" h="71324">
                <a:moveTo>
                  <a:pt x="0" y="71349"/>
                </a:moveTo>
                <a:lnTo>
                  <a:pt x="123730" y="25"/>
                </a:lnTo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" name="任意形状 78">
            <a:extLst>
              <a:ext uri="{FF2B5EF4-FFF2-40B4-BE49-F238E27FC236}">
                <a16:creationId xmlns:a16="http://schemas.microsoft.com/office/drawing/2014/main" id="{6835F669-C47F-B0D5-6B6E-9F4869D4E060}"/>
              </a:ext>
            </a:extLst>
          </p:cNvPr>
          <p:cNvSpPr/>
          <p:nvPr/>
        </p:nvSpPr>
        <p:spPr>
          <a:xfrm flipV="1">
            <a:off x="3836887" y="3481459"/>
            <a:ext cx="57158" cy="57039"/>
          </a:xfrm>
          <a:custGeom>
            <a:avLst/>
            <a:gdLst>
              <a:gd name="csX0" fmla="*/ 53313 w 57158"/>
              <a:gd name="csY0" fmla="*/ 14226 h 57039"/>
              <a:gd name="csX1" fmla="*/ 42835 w 57158"/>
              <a:gd name="csY1" fmla="*/ 53217 h 57039"/>
              <a:gd name="csX2" fmla="*/ 3783 w 57158"/>
              <a:gd name="csY2" fmla="*/ 42756 h 57039"/>
              <a:gd name="csX3" fmla="*/ 14260 w 57158"/>
              <a:gd name="csY3" fmla="*/ 3860 h 57039"/>
              <a:gd name="csX4" fmla="*/ 53313 w 57158"/>
              <a:gd name="csY4" fmla="*/ 14226 h 57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8" h="57039">
                <a:moveTo>
                  <a:pt x="53313" y="14226"/>
                </a:moveTo>
                <a:cubicBezTo>
                  <a:pt x="61218" y="27920"/>
                  <a:pt x="56551" y="45324"/>
                  <a:pt x="42835" y="53217"/>
                </a:cubicBezTo>
                <a:cubicBezTo>
                  <a:pt x="29214" y="61110"/>
                  <a:pt x="11688" y="56450"/>
                  <a:pt x="3783" y="42756"/>
                </a:cubicBezTo>
                <a:cubicBezTo>
                  <a:pt x="-4028" y="29157"/>
                  <a:pt x="639" y="11658"/>
                  <a:pt x="14260" y="3860"/>
                </a:cubicBezTo>
                <a:cubicBezTo>
                  <a:pt x="27976" y="-4033"/>
                  <a:pt x="45407" y="627"/>
                  <a:pt x="53313" y="14226"/>
                </a:cubicBez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" name="任意形状 79">
            <a:extLst>
              <a:ext uri="{FF2B5EF4-FFF2-40B4-BE49-F238E27FC236}">
                <a16:creationId xmlns:a16="http://schemas.microsoft.com/office/drawing/2014/main" id="{5C6DEBC2-718C-3293-0476-548A3FEE8C8E}"/>
              </a:ext>
            </a:extLst>
          </p:cNvPr>
          <p:cNvSpPr/>
          <p:nvPr/>
        </p:nvSpPr>
        <p:spPr>
          <a:xfrm flipV="1">
            <a:off x="3836887" y="3481459"/>
            <a:ext cx="57158" cy="57039"/>
          </a:xfrm>
          <a:custGeom>
            <a:avLst/>
            <a:gdLst>
              <a:gd name="csX0" fmla="*/ 53313 w 57158"/>
              <a:gd name="csY0" fmla="*/ 14226 h 57039"/>
              <a:gd name="csX1" fmla="*/ 42835 w 57158"/>
              <a:gd name="csY1" fmla="*/ 53217 h 57039"/>
              <a:gd name="csX2" fmla="*/ 3783 w 57158"/>
              <a:gd name="csY2" fmla="*/ 42756 h 57039"/>
              <a:gd name="csX3" fmla="*/ 14260 w 57158"/>
              <a:gd name="csY3" fmla="*/ 3860 h 57039"/>
              <a:gd name="csX4" fmla="*/ 53313 w 57158"/>
              <a:gd name="csY4" fmla="*/ 14226 h 57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8" h="57039">
                <a:moveTo>
                  <a:pt x="53313" y="14226"/>
                </a:moveTo>
                <a:cubicBezTo>
                  <a:pt x="61218" y="27920"/>
                  <a:pt x="56551" y="45324"/>
                  <a:pt x="42835" y="53217"/>
                </a:cubicBezTo>
                <a:cubicBezTo>
                  <a:pt x="29214" y="61110"/>
                  <a:pt x="11688" y="56450"/>
                  <a:pt x="3783" y="42756"/>
                </a:cubicBezTo>
                <a:cubicBezTo>
                  <a:pt x="-4028" y="29157"/>
                  <a:pt x="639" y="11658"/>
                  <a:pt x="14260" y="3860"/>
                </a:cubicBezTo>
                <a:cubicBezTo>
                  <a:pt x="27976" y="-4033"/>
                  <a:pt x="45407" y="627"/>
                  <a:pt x="53313" y="14226"/>
                </a:cubicBezTo>
                <a:close/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" name="任意形状 80">
            <a:extLst>
              <a:ext uri="{FF2B5EF4-FFF2-40B4-BE49-F238E27FC236}">
                <a16:creationId xmlns:a16="http://schemas.microsoft.com/office/drawing/2014/main" id="{55BF765E-A345-D7E9-88B6-D77ACB7D936C}"/>
              </a:ext>
            </a:extLst>
          </p:cNvPr>
          <p:cNvSpPr/>
          <p:nvPr/>
        </p:nvSpPr>
        <p:spPr>
          <a:xfrm flipV="1">
            <a:off x="3960646" y="3552783"/>
            <a:ext cx="57129" cy="57039"/>
          </a:xfrm>
          <a:custGeom>
            <a:avLst/>
            <a:gdLst>
              <a:gd name="csX0" fmla="*/ 53284 w 57129"/>
              <a:gd name="csY0" fmla="*/ 14241 h 57039"/>
              <a:gd name="csX1" fmla="*/ 42806 w 57129"/>
              <a:gd name="csY1" fmla="*/ 53232 h 57039"/>
              <a:gd name="csX2" fmla="*/ 3849 w 57129"/>
              <a:gd name="csY2" fmla="*/ 42771 h 57039"/>
              <a:gd name="csX3" fmla="*/ 14231 w 57129"/>
              <a:gd name="csY3" fmla="*/ 3875 h 57039"/>
              <a:gd name="csX4" fmla="*/ 53284 w 57129"/>
              <a:gd name="csY4" fmla="*/ 14241 h 57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29" h="57039">
                <a:moveTo>
                  <a:pt x="53284" y="14241"/>
                </a:moveTo>
                <a:cubicBezTo>
                  <a:pt x="61190" y="27935"/>
                  <a:pt x="56522" y="45339"/>
                  <a:pt x="42806" y="53232"/>
                </a:cubicBezTo>
                <a:cubicBezTo>
                  <a:pt x="29186" y="61125"/>
                  <a:pt x="11660" y="56465"/>
                  <a:pt x="3849" y="42771"/>
                </a:cubicBezTo>
                <a:cubicBezTo>
                  <a:pt x="-4057" y="29172"/>
                  <a:pt x="611" y="11673"/>
                  <a:pt x="14231" y="3875"/>
                </a:cubicBezTo>
                <a:cubicBezTo>
                  <a:pt x="27947" y="-4018"/>
                  <a:pt x="45378" y="642"/>
                  <a:pt x="53284" y="14241"/>
                </a:cubicBez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" name="任意形状 81">
            <a:extLst>
              <a:ext uri="{FF2B5EF4-FFF2-40B4-BE49-F238E27FC236}">
                <a16:creationId xmlns:a16="http://schemas.microsoft.com/office/drawing/2014/main" id="{24D58CCA-5F2C-22A6-6483-E7D9ABA8D792}"/>
              </a:ext>
            </a:extLst>
          </p:cNvPr>
          <p:cNvSpPr/>
          <p:nvPr/>
        </p:nvSpPr>
        <p:spPr>
          <a:xfrm flipV="1">
            <a:off x="3960646" y="3552783"/>
            <a:ext cx="57129" cy="57039"/>
          </a:xfrm>
          <a:custGeom>
            <a:avLst/>
            <a:gdLst>
              <a:gd name="csX0" fmla="*/ 53284 w 57129"/>
              <a:gd name="csY0" fmla="*/ 14241 h 57039"/>
              <a:gd name="csX1" fmla="*/ 42806 w 57129"/>
              <a:gd name="csY1" fmla="*/ 53232 h 57039"/>
              <a:gd name="csX2" fmla="*/ 3849 w 57129"/>
              <a:gd name="csY2" fmla="*/ 42771 h 57039"/>
              <a:gd name="csX3" fmla="*/ 14231 w 57129"/>
              <a:gd name="csY3" fmla="*/ 3875 h 57039"/>
              <a:gd name="csX4" fmla="*/ 53284 w 57129"/>
              <a:gd name="csY4" fmla="*/ 14241 h 57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29" h="57039">
                <a:moveTo>
                  <a:pt x="53284" y="14241"/>
                </a:moveTo>
                <a:cubicBezTo>
                  <a:pt x="61190" y="27935"/>
                  <a:pt x="56522" y="45339"/>
                  <a:pt x="42806" y="53232"/>
                </a:cubicBezTo>
                <a:cubicBezTo>
                  <a:pt x="29186" y="61125"/>
                  <a:pt x="11660" y="56465"/>
                  <a:pt x="3849" y="42771"/>
                </a:cubicBezTo>
                <a:cubicBezTo>
                  <a:pt x="-4057" y="29172"/>
                  <a:pt x="611" y="11673"/>
                  <a:pt x="14231" y="3875"/>
                </a:cubicBezTo>
                <a:cubicBezTo>
                  <a:pt x="27947" y="-4018"/>
                  <a:pt x="45378" y="642"/>
                  <a:pt x="53284" y="14241"/>
                </a:cubicBezTo>
                <a:close/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3" name="任意形状 82">
            <a:extLst>
              <a:ext uri="{FF2B5EF4-FFF2-40B4-BE49-F238E27FC236}">
                <a16:creationId xmlns:a16="http://schemas.microsoft.com/office/drawing/2014/main" id="{84D8195D-751F-7F7D-6D1B-DD90897E6D5C}"/>
              </a:ext>
            </a:extLst>
          </p:cNvPr>
          <p:cNvSpPr/>
          <p:nvPr/>
        </p:nvSpPr>
        <p:spPr>
          <a:xfrm flipV="1">
            <a:off x="3989165" y="3422152"/>
            <a:ext cx="9620" cy="159196"/>
          </a:xfrm>
          <a:custGeom>
            <a:avLst/>
            <a:gdLst>
              <a:gd name="csX0" fmla="*/ 9620 w 9620"/>
              <a:gd name="csY0" fmla="*/ 159212 h 159196"/>
              <a:gd name="csX1" fmla="*/ 0 w 9620"/>
              <a:gd name="csY1" fmla="*/ 15 h 159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620" h="159196">
                <a:moveTo>
                  <a:pt x="9620" y="159212"/>
                </a:moveTo>
                <a:lnTo>
                  <a:pt x="0" y="15"/>
                </a:lnTo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" name="任意形状 83">
            <a:extLst>
              <a:ext uri="{FF2B5EF4-FFF2-40B4-BE49-F238E27FC236}">
                <a16:creationId xmlns:a16="http://schemas.microsoft.com/office/drawing/2014/main" id="{5DADEB16-CDED-E48C-BCD1-D0D115442F10}"/>
              </a:ext>
            </a:extLst>
          </p:cNvPr>
          <p:cNvSpPr/>
          <p:nvPr/>
        </p:nvSpPr>
        <p:spPr>
          <a:xfrm flipV="1">
            <a:off x="3865435" y="3422152"/>
            <a:ext cx="133350" cy="87872"/>
          </a:xfrm>
          <a:custGeom>
            <a:avLst/>
            <a:gdLst>
              <a:gd name="csX0" fmla="*/ 133350 w 133350"/>
              <a:gd name="csY0" fmla="*/ 87880 h 87872"/>
              <a:gd name="csX1" fmla="*/ 0 w 133350"/>
              <a:gd name="csY1" fmla="*/ 8 h 8787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3350" h="87872">
                <a:moveTo>
                  <a:pt x="133350" y="87880"/>
                </a:moveTo>
                <a:lnTo>
                  <a:pt x="0" y="8"/>
                </a:lnTo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5" name="任意形状 84">
            <a:extLst>
              <a:ext uri="{FF2B5EF4-FFF2-40B4-BE49-F238E27FC236}">
                <a16:creationId xmlns:a16="http://schemas.microsoft.com/office/drawing/2014/main" id="{1B8E1F50-DD68-9BD9-91F4-CB77B451AEBB}"/>
              </a:ext>
            </a:extLst>
          </p:cNvPr>
          <p:cNvSpPr/>
          <p:nvPr/>
        </p:nvSpPr>
        <p:spPr>
          <a:xfrm flipV="1">
            <a:off x="3970174" y="3393587"/>
            <a:ext cx="57158" cy="57039"/>
          </a:xfrm>
          <a:custGeom>
            <a:avLst/>
            <a:gdLst>
              <a:gd name="csX0" fmla="*/ 53376 w 57158"/>
              <a:gd name="csY0" fmla="*/ 14208 h 57039"/>
              <a:gd name="csX1" fmla="*/ 42898 w 57158"/>
              <a:gd name="csY1" fmla="*/ 53198 h 57039"/>
              <a:gd name="csX2" fmla="*/ 3846 w 57158"/>
              <a:gd name="csY2" fmla="*/ 42738 h 57039"/>
              <a:gd name="csX3" fmla="*/ 14323 w 57158"/>
              <a:gd name="csY3" fmla="*/ 3842 h 57039"/>
              <a:gd name="csX4" fmla="*/ 53376 w 57158"/>
              <a:gd name="csY4" fmla="*/ 14208 h 57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8" h="57039">
                <a:moveTo>
                  <a:pt x="53376" y="14208"/>
                </a:moveTo>
                <a:cubicBezTo>
                  <a:pt x="61186" y="27902"/>
                  <a:pt x="56519" y="45305"/>
                  <a:pt x="42898" y="53198"/>
                </a:cubicBezTo>
                <a:cubicBezTo>
                  <a:pt x="29182" y="61092"/>
                  <a:pt x="11752" y="56432"/>
                  <a:pt x="3846" y="42738"/>
                </a:cubicBezTo>
                <a:cubicBezTo>
                  <a:pt x="-4060" y="29138"/>
                  <a:pt x="607" y="11640"/>
                  <a:pt x="14323" y="3842"/>
                </a:cubicBezTo>
                <a:cubicBezTo>
                  <a:pt x="27944" y="-4051"/>
                  <a:pt x="45470" y="608"/>
                  <a:pt x="53376" y="14208"/>
                </a:cubicBez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任意形状 85">
            <a:extLst>
              <a:ext uri="{FF2B5EF4-FFF2-40B4-BE49-F238E27FC236}">
                <a16:creationId xmlns:a16="http://schemas.microsoft.com/office/drawing/2014/main" id="{50770ADD-D0E1-D330-CC74-D90AC5B768F2}"/>
              </a:ext>
            </a:extLst>
          </p:cNvPr>
          <p:cNvSpPr/>
          <p:nvPr/>
        </p:nvSpPr>
        <p:spPr>
          <a:xfrm flipV="1">
            <a:off x="3970174" y="3393587"/>
            <a:ext cx="57158" cy="57039"/>
          </a:xfrm>
          <a:custGeom>
            <a:avLst/>
            <a:gdLst>
              <a:gd name="csX0" fmla="*/ 53376 w 57158"/>
              <a:gd name="csY0" fmla="*/ 14208 h 57039"/>
              <a:gd name="csX1" fmla="*/ 42898 w 57158"/>
              <a:gd name="csY1" fmla="*/ 53198 h 57039"/>
              <a:gd name="csX2" fmla="*/ 3846 w 57158"/>
              <a:gd name="csY2" fmla="*/ 42738 h 57039"/>
              <a:gd name="csX3" fmla="*/ 14323 w 57158"/>
              <a:gd name="csY3" fmla="*/ 3842 h 57039"/>
              <a:gd name="csX4" fmla="*/ 53376 w 57158"/>
              <a:gd name="csY4" fmla="*/ 14208 h 57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8" h="57039">
                <a:moveTo>
                  <a:pt x="53376" y="14208"/>
                </a:moveTo>
                <a:cubicBezTo>
                  <a:pt x="61186" y="27902"/>
                  <a:pt x="56519" y="45305"/>
                  <a:pt x="42898" y="53198"/>
                </a:cubicBezTo>
                <a:cubicBezTo>
                  <a:pt x="29182" y="61092"/>
                  <a:pt x="11752" y="56432"/>
                  <a:pt x="3846" y="42738"/>
                </a:cubicBezTo>
                <a:cubicBezTo>
                  <a:pt x="-4060" y="29138"/>
                  <a:pt x="607" y="11640"/>
                  <a:pt x="14323" y="3842"/>
                </a:cubicBezTo>
                <a:cubicBezTo>
                  <a:pt x="27944" y="-4051"/>
                  <a:pt x="45470" y="608"/>
                  <a:pt x="53376" y="14208"/>
                </a:cubicBezTo>
                <a:close/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7" name="任意形状 86">
            <a:extLst>
              <a:ext uri="{FF2B5EF4-FFF2-40B4-BE49-F238E27FC236}">
                <a16:creationId xmlns:a16="http://schemas.microsoft.com/office/drawing/2014/main" id="{F4178248-BDC7-689A-5F48-FA611365C5B4}"/>
              </a:ext>
            </a:extLst>
          </p:cNvPr>
          <p:cNvSpPr/>
          <p:nvPr/>
        </p:nvSpPr>
        <p:spPr>
          <a:xfrm flipV="1">
            <a:off x="3865435" y="3510024"/>
            <a:ext cx="123729" cy="71324"/>
          </a:xfrm>
          <a:custGeom>
            <a:avLst/>
            <a:gdLst>
              <a:gd name="csX0" fmla="*/ 0 w 123729"/>
              <a:gd name="csY0" fmla="*/ 71349 h 71324"/>
              <a:gd name="csX1" fmla="*/ 123730 w 123729"/>
              <a:gd name="csY1" fmla="*/ 25 h 71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3729" h="71324">
                <a:moveTo>
                  <a:pt x="0" y="71349"/>
                </a:moveTo>
                <a:lnTo>
                  <a:pt x="123730" y="25"/>
                </a:lnTo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" name="任意形状 87">
            <a:extLst>
              <a:ext uri="{FF2B5EF4-FFF2-40B4-BE49-F238E27FC236}">
                <a16:creationId xmlns:a16="http://schemas.microsoft.com/office/drawing/2014/main" id="{AB6996A1-4896-6908-6CC2-B56930DDB707}"/>
              </a:ext>
            </a:extLst>
          </p:cNvPr>
          <p:cNvSpPr/>
          <p:nvPr/>
        </p:nvSpPr>
        <p:spPr>
          <a:xfrm flipV="1">
            <a:off x="3836887" y="3481459"/>
            <a:ext cx="57158" cy="57039"/>
          </a:xfrm>
          <a:custGeom>
            <a:avLst/>
            <a:gdLst>
              <a:gd name="csX0" fmla="*/ 53313 w 57158"/>
              <a:gd name="csY0" fmla="*/ 14226 h 57039"/>
              <a:gd name="csX1" fmla="*/ 42835 w 57158"/>
              <a:gd name="csY1" fmla="*/ 53217 h 57039"/>
              <a:gd name="csX2" fmla="*/ 3783 w 57158"/>
              <a:gd name="csY2" fmla="*/ 42756 h 57039"/>
              <a:gd name="csX3" fmla="*/ 14260 w 57158"/>
              <a:gd name="csY3" fmla="*/ 3860 h 57039"/>
              <a:gd name="csX4" fmla="*/ 53313 w 57158"/>
              <a:gd name="csY4" fmla="*/ 14226 h 57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8" h="57039">
                <a:moveTo>
                  <a:pt x="53313" y="14226"/>
                </a:moveTo>
                <a:cubicBezTo>
                  <a:pt x="61218" y="27920"/>
                  <a:pt x="56551" y="45324"/>
                  <a:pt x="42835" y="53217"/>
                </a:cubicBezTo>
                <a:cubicBezTo>
                  <a:pt x="29214" y="61110"/>
                  <a:pt x="11688" y="56450"/>
                  <a:pt x="3783" y="42756"/>
                </a:cubicBezTo>
                <a:cubicBezTo>
                  <a:pt x="-4028" y="29157"/>
                  <a:pt x="639" y="11658"/>
                  <a:pt x="14260" y="3860"/>
                </a:cubicBezTo>
                <a:cubicBezTo>
                  <a:pt x="27976" y="-4033"/>
                  <a:pt x="45407" y="627"/>
                  <a:pt x="53313" y="14226"/>
                </a:cubicBez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9" name="任意形状 88">
            <a:extLst>
              <a:ext uri="{FF2B5EF4-FFF2-40B4-BE49-F238E27FC236}">
                <a16:creationId xmlns:a16="http://schemas.microsoft.com/office/drawing/2014/main" id="{4891972E-857A-81EA-A7B7-B4783001A275}"/>
              </a:ext>
            </a:extLst>
          </p:cNvPr>
          <p:cNvSpPr/>
          <p:nvPr/>
        </p:nvSpPr>
        <p:spPr>
          <a:xfrm flipV="1">
            <a:off x="3836887" y="3481459"/>
            <a:ext cx="57158" cy="57039"/>
          </a:xfrm>
          <a:custGeom>
            <a:avLst/>
            <a:gdLst>
              <a:gd name="csX0" fmla="*/ 53313 w 57158"/>
              <a:gd name="csY0" fmla="*/ 14226 h 57039"/>
              <a:gd name="csX1" fmla="*/ 42835 w 57158"/>
              <a:gd name="csY1" fmla="*/ 53217 h 57039"/>
              <a:gd name="csX2" fmla="*/ 3783 w 57158"/>
              <a:gd name="csY2" fmla="*/ 42756 h 57039"/>
              <a:gd name="csX3" fmla="*/ 14260 w 57158"/>
              <a:gd name="csY3" fmla="*/ 3860 h 57039"/>
              <a:gd name="csX4" fmla="*/ 53313 w 57158"/>
              <a:gd name="csY4" fmla="*/ 14226 h 57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8" h="57039">
                <a:moveTo>
                  <a:pt x="53313" y="14226"/>
                </a:moveTo>
                <a:cubicBezTo>
                  <a:pt x="61218" y="27920"/>
                  <a:pt x="56551" y="45324"/>
                  <a:pt x="42835" y="53217"/>
                </a:cubicBezTo>
                <a:cubicBezTo>
                  <a:pt x="29214" y="61110"/>
                  <a:pt x="11688" y="56450"/>
                  <a:pt x="3783" y="42756"/>
                </a:cubicBezTo>
                <a:cubicBezTo>
                  <a:pt x="-4028" y="29157"/>
                  <a:pt x="639" y="11658"/>
                  <a:pt x="14260" y="3860"/>
                </a:cubicBezTo>
                <a:cubicBezTo>
                  <a:pt x="27976" y="-4033"/>
                  <a:pt x="45407" y="627"/>
                  <a:pt x="53313" y="14226"/>
                </a:cubicBezTo>
                <a:close/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任意形状 89">
            <a:extLst>
              <a:ext uri="{FF2B5EF4-FFF2-40B4-BE49-F238E27FC236}">
                <a16:creationId xmlns:a16="http://schemas.microsoft.com/office/drawing/2014/main" id="{AF808652-88DA-7538-9511-8018DE632F43}"/>
              </a:ext>
            </a:extLst>
          </p:cNvPr>
          <p:cNvSpPr/>
          <p:nvPr/>
        </p:nvSpPr>
        <p:spPr>
          <a:xfrm flipV="1">
            <a:off x="3960646" y="3552783"/>
            <a:ext cx="57129" cy="57039"/>
          </a:xfrm>
          <a:custGeom>
            <a:avLst/>
            <a:gdLst>
              <a:gd name="csX0" fmla="*/ 53284 w 57129"/>
              <a:gd name="csY0" fmla="*/ 14241 h 57039"/>
              <a:gd name="csX1" fmla="*/ 42806 w 57129"/>
              <a:gd name="csY1" fmla="*/ 53232 h 57039"/>
              <a:gd name="csX2" fmla="*/ 3849 w 57129"/>
              <a:gd name="csY2" fmla="*/ 42771 h 57039"/>
              <a:gd name="csX3" fmla="*/ 14231 w 57129"/>
              <a:gd name="csY3" fmla="*/ 3875 h 57039"/>
              <a:gd name="csX4" fmla="*/ 53284 w 57129"/>
              <a:gd name="csY4" fmla="*/ 14241 h 57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29" h="57039">
                <a:moveTo>
                  <a:pt x="53284" y="14241"/>
                </a:moveTo>
                <a:cubicBezTo>
                  <a:pt x="61190" y="27935"/>
                  <a:pt x="56522" y="45339"/>
                  <a:pt x="42806" y="53232"/>
                </a:cubicBezTo>
                <a:cubicBezTo>
                  <a:pt x="29186" y="61125"/>
                  <a:pt x="11660" y="56465"/>
                  <a:pt x="3849" y="42771"/>
                </a:cubicBezTo>
                <a:cubicBezTo>
                  <a:pt x="-4057" y="29172"/>
                  <a:pt x="611" y="11673"/>
                  <a:pt x="14231" y="3875"/>
                </a:cubicBezTo>
                <a:cubicBezTo>
                  <a:pt x="27947" y="-4018"/>
                  <a:pt x="45378" y="642"/>
                  <a:pt x="53284" y="14241"/>
                </a:cubicBez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任意形状 90">
            <a:extLst>
              <a:ext uri="{FF2B5EF4-FFF2-40B4-BE49-F238E27FC236}">
                <a16:creationId xmlns:a16="http://schemas.microsoft.com/office/drawing/2014/main" id="{3B8E29DD-5495-086B-7D31-E6B491207576}"/>
              </a:ext>
            </a:extLst>
          </p:cNvPr>
          <p:cNvSpPr/>
          <p:nvPr/>
        </p:nvSpPr>
        <p:spPr>
          <a:xfrm flipV="1">
            <a:off x="3960646" y="3552783"/>
            <a:ext cx="57129" cy="57039"/>
          </a:xfrm>
          <a:custGeom>
            <a:avLst/>
            <a:gdLst>
              <a:gd name="csX0" fmla="*/ 53284 w 57129"/>
              <a:gd name="csY0" fmla="*/ 14241 h 57039"/>
              <a:gd name="csX1" fmla="*/ 42806 w 57129"/>
              <a:gd name="csY1" fmla="*/ 53232 h 57039"/>
              <a:gd name="csX2" fmla="*/ 3849 w 57129"/>
              <a:gd name="csY2" fmla="*/ 42771 h 57039"/>
              <a:gd name="csX3" fmla="*/ 14231 w 57129"/>
              <a:gd name="csY3" fmla="*/ 3875 h 57039"/>
              <a:gd name="csX4" fmla="*/ 53284 w 57129"/>
              <a:gd name="csY4" fmla="*/ 14241 h 57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29" h="57039">
                <a:moveTo>
                  <a:pt x="53284" y="14241"/>
                </a:moveTo>
                <a:cubicBezTo>
                  <a:pt x="61190" y="27935"/>
                  <a:pt x="56522" y="45339"/>
                  <a:pt x="42806" y="53232"/>
                </a:cubicBezTo>
                <a:cubicBezTo>
                  <a:pt x="29186" y="61125"/>
                  <a:pt x="11660" y="56465"/>
                  <a:pt x="3849" y="42771"/>
                </a:cubicBezTo>
                <a:cubicBezTo>
                  <a:pt x="-4057" y="29172"/>
                  <a:pt x="611" y="11673"/>
                  <a:pt x="14231" y="3875"/>
                </a:cubicBezTo>
                <a:cubicBezTo>
                  <a:pt x="27947" y="-4018"/>
                  <a:pt x="45378" y="642"/>
                  <a:pt x="53284" y="14241"/>
                </a:cubicBezTo>
                <a:close/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任意形状 91">
            <a:extLst>
              <a:ext uri="{FF2B5EF4-FFF2-40B4-BE49-F238E27FC236}">
                <a16:creationId xmlns:a16="http://schemas.microsoft.com/office/drawing/2014/main" id="{4CCCF603-B7AB-E18B-4B48-4521DBE8C1A2}"/>
              </a:ext>
            </a:extLst>
          </p:cNvPr>
          <p:cNvSpPr/>
          <p:nvPr/>
        </p:nvSpPr>
        <p:spPr>
          <a:xfrm flipV="1">
            <a:off x="7215378" y="3428524"/>
            <a:ext cx="155352" cy="37088"/>
          </a:xfrm>
          <a:custGeom>
            <a:avLst/>
            <a:gdLst>
              <a:gd name="csX0" fmla="*/ 0 w 155352"/>
              <a:gd name="csY0" fmla="*/ 37093 h 37088"/>
              <a:gd name="csX1" fmla="*/ 155353 w 155352"/>
              <a:gd name="csY1" fmla="*/ 4 h 37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5352" h="37088">
                <a:moveTo>
                  <a:pt x="0" y="37093"/>
                </a:moveTo>
                <a:lnTo>
                  <a:pt x="155353" y="4"/>
                </a:lnTo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任意形状 92">
            <a:extLst>
              <a:ext uri="{FF2B5EF4-FFF2-40B4-BE49-F238E27FC236}">
                <a16:creationId xmlns:a16="http://schemas.microsoft.com/office/drawing/2014/main" id="{30F5B6DD-950C-2ECC-6616-67BE3D95400E}"/>
              </a:ext>
            </a:extLst>
          </p:cNvPr>
          <p:cNvSpPr/>
          <p:nvPr/>
        </p:nvSpPr>
        <p:spPr>
          <a:xfrm flipV="1">
            <a:off x="7215378" y="3428524"/>
            <a:ext cx="63531" cy="146358"/>
          </a:xfrm>
          <a:custGeom>
            <a:avLst/>
            <a:gdLst>
              <a:gd name="csX0" fmla="*/ 0 w 63531"/>
              <a:gd name="csY0" fmla="*/ 146374 h 146358"/>
              <a:gd name="csX1" fmla="*/ 63532 w 63531"/>
              <a:gd name="csY1" fmla="*/ 15 h 1463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531" h="146358">
                <a:moveTo>
                  <a:pt x="0" y="146374"/>
                </a:moveTo>
                <a:lnTo>
                  <a:pt x="63532" y="15"/>
                </a:lnTo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任意形状 93">
            <a:extLst>
              <a:ext uri="{FF2B5EF4-FFF2-40B4-BE49-F238E27FC236}">
                <a16:creationId xmlns:a16="http://schemas.microsoft.com/office/drawing/2014/main" id="{BA34AFBD-BEF5-1CFA-3CBD-3722DDBEBE36}"/>
              </a:ext>
            </a:extLst>
          </p:cNvPr>
          <p:cNvSpPr/>
          <p:nvPr/>
        </p:nvSpPr>
        <p:spPr>
          <a:xfrm flipV="1">
            <a:off x="7186763" y="3399994"/>
            <a:ext cx="57189" cy="57099"/>
          </a:xfrm>
          <a:custGeom>
            <a:avLst/>
            <a:gdLst>
              <a:gd name="csX0" fmla="*/ 46998 w 57189"/>
              <a:gd name="csY0" fmla="*/ 50442 h 57099"/>
              <a:gd name="csX1" fmla="*/ 6707 w 57189"/>
              <a:gd name="csY1" fmla="*/ 46924 h 57099"/>
              <a:gd name="csX2" fmla="*/ 10231 w 57189"/>
              <a:gd name="csY2" fmla="*/ 6697 h 57099"/>
              <a:gd name="csX3" fmla="*/ 50522 w 57189"/>
              <a:gd name="csY3" fmla="*/ 10215 h 57099"/>
              <a:gd name="csX4" fmla="*/ 46998 w 57189"/>
              <a:gd name="csY4" fmla="*/ 50442 h 570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89" h="57099">
                <a:moveTo>
                  <a:pt x="46998" y="50442"/>
                </a:moveTo>
                <a:cubicBezTo>
                  <a:pt x="34901" y="60523"/>
                  <a:pt x="16804" y="59001"/>
                  <a:pt x="6707" y="46924"/>
                </a:cubicBezTo>
                <a:cubicBezTo>
                  <a:pt x="-3485" y="34846"/>
                  <a:pt x="-1865" y="16777"/>
                  <a:pt x="10231" y="6697"/>
                </a:cubicBezTo>
                <a:cubicBezTo>
                  <a:pt x="22328" y="-3479"/>
                  <a:pt x="40330" y="-1862"/>
                  <a:pt x="50522" y="10215"/>
                </a:cubicBezTo>
                <a:cubicBezTo>
                  <a:pt x="60619" y="22293"/>
                  <a:pt x="59094" y="40267"/>
                  <a:pt x="46998" y="50442"/>
                </a:cubicBez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任意形状 94">
            <a:extLst>
              <a:ext uri="{FF2B5EF4-FFF2-40B4-BE49-F238E27FC236}">
                <a16:creationId xmlns:a16="http://schemas.microsoft.com/office/drawing/2014/main" id="{6AAC9C37-D1A0-D55C-8C54-8DD7552EAB03}"/>
              </a:ext>
            </a:extLst>
          </p:cNvPr>
          <p:cNvSpPr/>
          <p:nvPr/>
        </p:nvSpPr>
        <p:spPr>
          <a:xfrm flipV="1">
            <a:off x="7186763" y="3399994"/>
            <a:ext cx="57189" cy="57099"/>
          </a:xfrm>
          <a:custGeom>
            <a:avLst/>
            <a:gdLst>
              <a:gd name="csX0" fmla="*/ 46998 w 57189"/>
              <a:gd name="csY0" fmla="*/ 50442 h 57099"/>
              <a:gd name="csX1" fmla="*/ 6707 w 57189"/>
              <a:gd name="csY1" fmla="*/ 46924 h 57099"/>
              <a:gd name="csX2" fmla="*/ 10231 w 57189"/>
              <a:gd name="csY2" fmla="*/ 6697 h 57099"/>
              <a:gd name="csX3" fmla="*/ 50522 w 57189"/>
              <a:gd name="csY3" fmla="*/ 10215 h 57099"/>
              <a:gd name="csX4" fmla="*/ 46998 w 57189"/>
              <a:gd name="csY4" fmla="*/ 50442 h 570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89" h="57099">
                <a:moveTo>
                  <a:pt x="46998" y="50442"/>
                </a:moveTo>
                <a:cubicBezTo>
                  <a:pt x="34901" y="60523"/>
                  <a:pt x="16804" y="59001"/>
                  <a:pt x="6707" y="46924"/>
                </a:cubicBezTo>
                <a:cubicBezTo>
                  <a:pt x="-3485" y="34846"/>
                  <a:pt x="-1865" y="16777"/>
                  <a:pt x="10231" y="6697"/>
                </a:cubicBezTo>
                <a:cubicBezTo>
                  <a:pt x="22328" y="-3479"/>
                  <a:pt x="40330" y="-1862"/>
                  <a:pt x="50522" y="10215"/>
                </a:cubicBezTo>
                <a:cubicBezTo>
                  <a:pt x="60619" y="22293"/>
                  <a:pt x="59094" y="40267"/>
                  <a:pt x="46998" y="50442"/>
                </a:cubicBezTo>
                <a:close/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6" name="任意形状 95">
            <a:extLst>
              <a:ext uri="{FF2B5EF4-FFF2-40B4-BE49-F238E27FC236}">
                <a16:creationId xmlns:a16="http://schemas.microsoft.com/office/drawing/2014/main" id="{82B4B0D1-DD38-23E6-6940-8A9E7220C034}"/>
              </a:ext>
            </a:extLst>
          </p:cNvPr>
          <p:cNvSpPr/>
          <p:nvPr/>
        </p:nvSpPr>
        <p:spPr>
          <a:xfrm flipV="1">
            <a:off x="7278909" y="3465613"/>
            <a:ext cx="91821" cy="109269"/>
          </a:xfrm>
          <a:custGeom>
            <a:avLst/>
            <a:gdLst>
              <a:gd name="csX0" fmla="*/ 0 w 91821"/>
              <a:gd name="csY0" fmla="*/ 19 h 109269"/>
              <a:gd name="csX1" fmla="*/ 91821 w 91821"/>
              <a:gd name="csY1" fmla="*/ 109289 h 10926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1821" h="109269">
                <a:moveTo>
                  <a:pt x="0" y="19"/>
                </a:moveTo>
                <a:lnTo>
                  <a:pt x="91821" y="109289"/>
                </a:lnTo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" name="任意形状 96">
            <a:extLst>
              <a:ext uri="{FF2B5EF4-FFF2-40B4-BE49-F238E27FC236}">
                <a16:creationId xmlns:a16="http://schemas.microsoft.com/office/drawing/2014/main" id="{255288CF-54C5-CF97-F62E-CC6A589EE78E}"/>
              </a:ext>
            </a:extLst>
          </p:cNvPr>
          <p:cNvSpPr/>
          <p:nvPr/>
        </p:nvSpPr>
        <p:spPr>
          <a:xfrm flipV="1">
            <a:off x="7250295" y="3546352"/>
            <a:ext cx="57189" cy="57060"/>
          </a:xfrm>
          <a:custGeom>
            <a:avLst/>
            <a:gdLst>
              <a:gd name="csX0" fmla="*/ 46998 w 57189"/>
              <a:gd name="csY0" fmla="*/ 50434 h 57060"/>
              <a:gd name="csX1" fmla="*/ 6707 w 57189"/>
              <a:gd name="csY1" fmla="*/ 46915 h 57060"/>
              <a:gd name="csX2" fmla="*/ 10231 w 57189"/>
              <a:gd name="csY2" fmla="*/ 6688 h 57060"/>
              <a:gd name="csX3" fmla="*/ 50522 w 57189"/>
              <a:gd name="csY3" fmla="*/ 10207 h 57060"/>
              <a:gd name="csX4" fmla="*/ 46998 w 57189"/>
              <a:gd name="csY4" fmla="*/ 50434 h 5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89" h="57060">
                <a:moveTo>
                  <a:pt x="46998" y="50434"/>
                </a:moveTo>
                <a:cubicBezTo>
                  <a:pt x="34901" y="60515"/>
                  <a:pt x="16804" y="58993"/>
                  <a:pt x="6707" y="46915"/>
                </a:cubicBezTo>
                <a:cubicBezTo>
                  <a:pt x="-3485" y="34838"/>
                  <a:pt x="-1866" y="16864"/>
                  <a:pt x="10231" y="6688"/>
                </a:cubicBezTo>
                <a:cubicBezTo>
                  <a:pt x="22328" y="-3392"/>
                  <a:pt x="40330" y="-1871"/>
                  <a:pt x="50522" y="10207"/>
                </a:cubicBezTo>
                <a:cubicBezTo>
                  <a:pt x="60618" y="22284"/>
                  <a:pt x="59095" y="40258"/>
                  <a:pt x="46998" y="50434"/>
                </a:cubicBez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任意形状 97">
            <a:extLst>
              <a:ext uri="{FF2B5EF4-FFF2-40B4-BE49-F238E27FC236}">
                <a16:creationId xmlns:a16="http://schemas.microsoft.com/office/drawing/2014/main" id="{51E31C7A-00AF-1DBA-83EA-24A8291B140E}"/>
              </a:ext>
            </a:extLst>
          </p:cNvPr>
          <p:cNvSpPr/>
          <p:nvPr/>
        </p:nvSpPr>
        <p:spPr>
          <a:xfrm flipV="1">
            <a:off x="7250295" y="3546352"/>
            <a:ext cx="57189" cy="57060"/>
          </a:xfrm>
          <a:custGeom>
            <a:avLst/>
            <a:gdLst>
              <a:gd name="csX0" fmla="*/ 46998 w 57189"/>
              <a:gd name="csY0" fmla="*/ 50434 h 57060"/>
              <a:gd name="csX1" fmla="*/ 6707 w 57189"/>
              <a:gd name="csY1" fmla="*/ 46915 h 57060"/>
              <a:gd name="csX2" fmla="*/ 10231 w 57189"/>
              <a:gd name="csY2" fmla="*/ 6688 h 57060"/>
              <a:gd name="csX3" fmla="*/ 50522 w 57189"/>
              <a:gd name="csY3" fmla="*/ 10207 h 57060"/>
              <a:gd name="csX4" fmla="*/ 46998 w 57189"/>
              <a:gd name="csY4" fmla="*/ 50434 h 5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89" h="57060">
                <a:moveTo>
                  <a:pt x="46998" y="50434"/>
                </a:moveTo>
                <a:cubicBezTo>
                  <a:pt x="34901" y="60515"/>
                  <a:pt x="16804" y="58993"/>
                  <a:pt x="6707" y="46915"/>
                </a:cubicBezTo>
                <a:cubicBezTo>
                  <a:pt x="-3485" y="34838"/>
                  <a:pt x="-1866" y="16864"/>
                  <a:pt x="10231" y="6688"/>
                </a:cubicBezTo>
                <a:cubicBezTo>
                  <a:pt x="22328" y="-3392"/>
                  <a:pt x="40330" y="-1871"/>
                  <a:pt x="50522" y="10207"/>
                </a:cubicBezTo>
                <a:cubicBezTo>
                  <a:pt x="60618" y="22284"/>
                  <a:pt x="59095" y="40258"/>
                  <a:pt x="46998" y="50434"/>
                </a:cubicBezTo>
                <a:close/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" name="任意形状 98">
            <a:extLst>
              <a:ext uri="{FF2B5EF4-FFF2-40B4-BE49-F238E27FC236}">
                <a16:creationId xmlns:a16="http://schemas.microsoft.com/office/drawing/2014/main" id="{AAC7B448-1F0A-22E0-89D8-BC2B633C9EC9}"/>
              </a:ext>
            </a:extLst>
          </p:cNvPr>
          <p:cNvSpPr/>
          <p:nvPr/>
        </p:nvSpPr>
        <p:spPr>
          <a:xfrm flipV="1">
            <a:off x="7342155" y="3437083"/>
            <a:ext cx="57150" cy="57060"/>
          </a:xfrm>
          <a:custGeom>
            <a:avLst/>
            <a:gdLst>
              <a:gd name="csX0" fmla="*/ 46959 w 57150"/>
              <a:gd name="csY0" fmla="*/ 50411 h 57060"/>
              <a:gd name="csX1" fmla="*/ 6668 w 57150"/>
              <a:gd name="csY1" fmla="*/ 46892 h 57060"/>
              <a:gd name="csX2" fmla="*/ 10192 w 57150"/>
              <a:gd name="csY2" fmla="*/ 6665 h 57060"/>
              <a:gd name="csX3" fmla="*/ 50483 w 57150"/>
              <a:gd name="csY3" fmla="*/ 10184 h 57060"/>
              <a:gd name="csX4" fmla="*/ 46959 w 57150"/>
              <a:gd name="csY4" fmla="*/ 50411 h 5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0" h="57060">
                <a:moveTo>
                  <a:pt x="46959" y="50411"/>
                </a:moveTo>
                <a:cubicBezTo>
                  <a:pt x="34862" y="60492"/>
                  <a:pt x="16859" y="58970"/>
                  <a:pt x="6668" y="46892"/>
                </a:cubicBezTo>
                <a:cubicBezTo>
                  <a:pt x="-3429" y="34815"/>
                  <a:pt x="-1905" y="16841"/>
                  <a:pt x="10192" y="6665"/>
                </a:cubicBezTo>
                <a:cubicBezTo>
                  <a:pt x="22289" y="-3415"/>
                  <a:pt x="40291" y="-1894"/>
                  <a:pt x="50483" y="10184"/>
                </a:cubicBezTo>
                <a:cubicBezTo>
                  <a:pt x="60579" y="22261"/>
                  <a:pt x="59056" y="40235"/>
                  <a:pt x="46959" y="50411"/>
                </a:cubicBez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任意形状 99">
            <a:extLst>
              <a:ext uri="{FF2B5EF4-FFF2-40B4-BE49-F238E27FC236}">
                <a16:creationId xmlns:a16="http://schemas.microsoft.com/office/drawing/2014/main" id="{0F4FCB11-ED31-5C8B-3E90-BC28FAFA003C}"/>
              </a:ext>
            </a:extLst>
          </p:cNvPr>
          <p:cNvSpPr/>
          <p:nvPr/>
        </p:nvSpPr>
        <p:spPr>
          <a:xfrm flipV="1">
            <a:off x="7342155" y="3437083"/>
            <a:ext cx="57150" cy="57060"/>
          </a:xfrm>
          <a:custGeom>
            <a:avLst/>
            <a:gdLst>
              <a:gd name="csX0" fmla="*/ 46959 w 57150"/>
              <a:gd name="csY0" fmla="*/ 50411 h 57060"/>
              <a:gd name="csX1" fmla="*/ 6668 w 57150"/>
              <a:gd name="csY1" fmla="*/ 46892 h 57060"/>
              <a:gd name="csX2" fmla="*/ 10192 w 57150"/>
              <a:gd name="csY2" fmla="*/ 6665 h 57060"/>
              <a:gd name="csX3" fmla="*/ 50483 w 57150"/>
              <a:gd name="csY3" fmla="*/ 10184 h 57060"/>
              <a:gd name="csX4" fmla="*/ 46959 w 57150"/>
              <a:gd name="csY4" fmla="*/ 50411 h 5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0" h="57060">
                <a:moveTo>
                  <a:pt x="46959" y="50411"/>
                </a:moveTo>
                <a:cubicBezTo>
                  <a:pt x="34862" y="60492"/>
                  <a:pt x="16859" y="58970"/>
                  <a:pt x="6668" y="46892"/>
                </a:cubicBezTo>
                <a:cubicBezTo>
                  <a:pt x="-3429" y="34815"/>
                  <a:pt x="-1905" y="16841"/>
                  <a:pt x="10192" y="6665"/>
                </a:cubicBezTo>
                <a:cubicBezTo>
                  <a:pt x="22289" y="-3415"/>
                  <a:pt x="40291" y="-1894"/>
                  <a:pt x="50483" y="10184"/>
                </a:cubicBezTo>
                <a:cubicBezTo>
                  <a:pt x="60579" y="22261"/>
                  <a:pt x="59056" y="40235"/>
                  <a:pt x="46959" y="50411"/>
                </a:cubicBezTo>
                <a:close/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1" name="任意形状 100">
            <a:extLst>
              <a:ext uri="{FF2B5EF4-FFF2-40B4-BE49-F238E27FC236}">
                <a16:creationId xmlns:a16="http://schemas.microsoft.com/office/drawing/2014/main" id="{349BC433-657F-6237-F0E5-5DAC57C560D5}"/>
              </a:ext>
            </a:extLst>
          </p:cNvPr>
          <p:cNvSpPr/>
          <p:nvPr/>
        </p:nvSpPr>
        <p:spPr>
          <a:xfrm flipV="1">
            <a:off x="7215378" y="3428524"/>
            <a:ext cx="155352" cy="37088"/>
          </a:xfrm>
          <a:custGeom>
            <a:avLst/>
            <a:gdLst>
              <a:gd name="csX0" fmla="*/ 0 w 155352"/>
              <a:gd name="csY0" fmla="*/ 37093 h 37088"/>
              <a:gd name="csX1" fmla="*/ 155353 w 155352"/>
              <a:gd name="csY1" fmla="*/ 4 h 37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5352" h="37088">
                <a:moveTo>
                  <a:pt x="0" y="37093"/>
                </a:moveTo>
                <a:lnTo>
                  <a:pt x="155353" y="4"/>
                </a:lnTo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" name="任意形状 101">
            <a:extLst>
              <a:ext uri="{FF2B5EF4-FFF2-40B4-BE49-F238E27FC236}">
                <a16:creationId xmlns:a16="http://schemas.microsoft.com/office/drawing/2014/main" id="{E7DE8EED-2FE9-F21A-A3BA-0AB11C5F659F}"/>
              </a:ext>
            </a:extLst>
          </p:cNvPr>
          <p:cNvSpPr/>
          <p:nvPr/>
        </p:nvSpPr>
        <p:spPr>
          <a:xfrm flipV="1">
            <a:off x="7215378" y="3428524"/>
            <a:ext cx="63531" cy="146358"/>
          </a:xfrm>
          <a:custGeom>
            <a:avLst/>
            <a:gdLst>
              <a:gd name="csX0" fmla="*/ 0 w 63531"/>
              <a:gd name="csY0" fmla="*/ 146374 h 146358"/>
              <a:gd name="csX1" fmla="*/ 63532 w 63531"/>
              <a:gd name="csY1" fmla="*/ 15 h 14635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531" h="146358">
                <a:moveTo>
                  <a:pt x="0" y="146374"/>
                </a:moveTo>
                <a:lnTo>
                  <a:pt x="63532" y="15"/>
                </a:lnTo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任意形状 102">
            <a:extLst>
              <a:ext uri="{FF2B5EF4-FFF2-40B4-BE49-F238E27FC236}">
                <a16:creationId xmlns:a16="http://schemas.microsoft.com/office/drawing/2014/main" id="{64537981-CB51-F628-78BB-5B7088646F2F}"/>
              </a:ext>
            </a:extLst>
          </p:cNvPr>
          <p:cNvSpPr/>
          <p:nvPr/>
        </p:nvSpPr>
        <p:spPr>
          <a:xfrm flipV="1">
            <a:off x="7186763" y="3399994"/>
            <a:ext cx="57189" cy="57099"/>
          </a:xfrm>
          <a:custGeom>
            <a:avLst/>
            <a:gdLst>
              <a:gd name="csX0" fmla="*/ 46998 w 57189"/>
              <a:gd name="csY0" fmla="*/ 50442 h 57099"/>
              <a:gd name="csX1" fmla="*/ 6707 w 57189"/>
              <a:gd name="csY1" fmla="*/ 46924 h 57099"/>
              <a:gd name="csX2" fmla="*/ 10231 w 57189"/>
              <a:gd name="csY2" fmla="*/ 6697 h 57099"/>
              <a:gd name="csX3" fmla="*/ 50522 w 57189"/>
              <a:gd name="csY3" fmla="*/ 10215 h 57099"/>
              <a:gd name="csX4" fmla="*/ 46998 w 57189"/>
              <a:gd name="csY4" fmla="*/ 50442 h 570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89" h="57099">
                <a:moveTo>
                  <a:pt x="46998" y="50442"/>
                </a:moveTo>
                <a:cubicBezTo>
                  <a:pt x="34901" y="60523"/>
                  <a:pt x="16804" y="59001"/>
                  <a:pt x="6707" y="46924"/>
                </a:cubicBezTo>
                <a:cubicBezTo>
                  <a:pt x="-3485" y="34846"/>
                  <a:pt x="-1865" y="16777"/>
                  <a:pt x="10231" y="6697"/>
                </a:cubicBezTo>
                <a:cubicBezTo>
                  <a:pt x="22328" y="-3479"/>
                  <a:pt x="40330" y="-1862"/>
                  <a:pt x="50522" y="10215"/>
                </a:cubicBezTo>
                <a:cubicBezTo>
                  <a:pt x="60619" y="22293"/>
                  <a:pt x="59094" y="40267"/>
                  <a:pt x="46998" y="50442"/>
                </a:cubicBez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任意形状 103">
            <a:extLst>
              <a:ext uri="{FF2B5EF4-FFF2-40B4-BE49-F238E27FC236}">
                <a16:creationId xmlns:a16="http://schemas.microsoft.com/office/drawing/2014/main" id="{3B6BD625-7AF0-1078-8AAB-F02979F893E1}"/>
              </a:ext>
            </a:extLst>
          </p:cNvPr>
          <p:cNvSpPr/>
          <p:nvPr/>
        </p:nvSpPr>
        <p:spPr>
          <a:xfrm flipV="1">
            <a:off x="7186763" y="3399994"/>
            <a:ext cx="57189" cy="57099"/>
          </a:xfrm>
          <a:custGeom>
            <a:avLst/>
            <a:gdLst>
              <a:gd name="csX0" fmla="*/ 46998 w 57189"/>
              <a:gd name="csY0" fmla="*/ 50442 h 57099"/>
              <a:gd name="csX1" fmla="*/ 6707 w 57189"/>
              <a:gd name="csY1" fmla="*/ 46924 h 57099"/>
              <a:gd name="csX2" fmla="*/ 10231 w 57189"/>
              <a:gd name="csY2" fmla="*/ 6697 h 57099"/>
              <a:gd name="csX3" fmla="*/ 50522 w 57189"/>
              <a:gd name="csY3" fmla="*/ 10215 h 57099"/>
              <a:gd name="csX4" fmla="*/ 46998 w 57189"/>
              <a:gd name="csY4" fmla="*/ 50442 h 570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89" h="57099">
                <a:moveTo>
                  <a:pt x="46998" y="50442"/>
                </a:moveTo>
                <a:cubicBezTo>
                  <a:pt x="34901" y="60523"/>
                  <a:pt x="16804" y="59001"/>
                  <a:pt x="6707" y="46924"/>
                </a:cubicBezTo>
                <a:cubicBezTo>
                  <a:pt x="-3485" y="34846"/>
                  <a:pt x="-1865" y="16777"/>
                  <a:pt x="10231" y="6697"/>
                </a:cubicBezTo>
                <a:cubicBezTo>
                  <a:pt x="22328" y="-3479"/>
                  <a:pt x="40330" y="-1862"/>
                  <a:pt x="50522" y="10215"/>
                </a:cubicBezTo>
                <a:cubicBezTo>
                  <a:pt x="60619" y="22293"/>
                  <a:pt x="59094" y="40267"/>
                  <a:pt x="46998" y="50442"/>
                </a:cubicBezTo>
                <a:close/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5" name="任意形状 104">
            <a:extLst>
              <a:ext uri="{FF2B5EF4-FFF2-40B4-BE49-F238E27FC236}">
                <a16:creationId xmlns:a16="http://schemas.microsoft.com/office/drawing/2014/main" id="{CBE2BDF2-6E63-5849-C135-052A00D0F2C5}"/>
              </a:ext>
            </a:extLst>
          </p:cNvPr>
          <p:cNvSpPr/>
          <p:nvPr/>
        </p:nvSpPr>
        <p:spPr>
          <a:xfrm flipV="1">
            <a:off x="7278909" y="3465613"/>
            <a:ext cx="91821" cy="109269"/>
          </a:xfrm>
          <a:custGeom>
            <a:avLst/>
            <a:gdLst>
              <a:gd name="csX0" fmla="*/ 0 w 91821"/>
              <a:gd name="csY0" fmla="*/ 19 h 109269"/>
              <a:gd name="csX1" fmla="*/ 91821 w 91821"/>
              <a:gd name="csY1" fmla="*/ 109289 h 10926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1821" h="109269">
                <a:moveTo>
                  <a:pt x="0" y="19"/>
                </a:moveTo>
                <a:lnTo>
                  <a:pt x="91821" y="109289"/>
                </a:lnTo>
              </a:path>
            </a:pathLst>
          </a:custGeom>
          <a:noFill/>
          <a:ln w="714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任意形状 105">
            <a:extLst>
              <a:ext uri="{FF2B5EF4-FFF2-40B4-BE49-F238E27FC236}">
                <a16:creationId xmlns:a16="http://schemas.microsoft.com/office/drawing/2014/main" id="{474C5857-9829-AB4C-23B0-460D9B2FA1A8}"/>
              </a:ext>
            </a:extLst>
          </p:cNvPr>
          <p:cNvSpPr/>
          <p:nvPr/>
        </p:nvSpPr>
        <p:spPr>
          <a:xfrm flipV="1">
            <a:off x="7250295" y="3546352"/>
            <a:ext cx="57189" cy="57060"/>
          </a:xfrm>
          <a:custGeom>
            <a:avLst/>
            <a:gdLst>
              <a:gd name="csX0" fmla="*/ 46998 w 57189"/>
              <a:gd name="csY0" fmla="*/ 50434 h 57060"/>
              <a:gd name="csX1" fmla="*/ 6707 w 57189"/>
              <a:gd name="csY1" fmla="*/ 46915 h 57060"/>
              <a:gd name="csX2" fmla="*/ 10231 w 57189"/>
              <a:gd name="csY2" fmla="*/ 6688 h 57060"/>
              <a:gd name="csX3" fmla="*/ 50522 w 57189"/>
              <a:gd name="csY3" fmla="*/ 10207 h 57060"/>
              <a:gd name="csX4" fmla="*/ 46998 w 57189"/>
              <a:gd name="csY4" fmla="*/ 50434 h 5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89" h="57060">
                <a:moveTo>
                  <a:pt x="46998" y="50434"/>
                </a:moveTo>
                <a:cubicBezTo>
                  <a:pt x="34901" y="60515"/>
                  <a:pt x="16804" y="58993"/>
                  <a:pt x="6707" y="46915"/>
                </a:cubicBezTo>
                <a:cubicBezTo>
                  <a:pt x="-3485" y="34838"/>
                  <a:pt x="-1866" y="16864"/>
                  <a:pt x="10231" y="6688"/>
                </a:cubicBezTo>
                <a:cubicBezTo>
                  <a:pt x="22328" y="-3392"/>
                  <a:pt x="40330" y="-1871"/>
                  <a:pt x="50522" y="10207"/>
                </a:cubicBezTo>
                <a:cubicBezTo>
                  <a:pt x="60618" y="22284"/>
                  <a:pt x="59095" y="40258"/>
                  <a:pt x="46998" y="50434"/>
                </a:cubicBez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7" name="任意形状 106">
            <a:extLst>
              <a:ext uri="{FF2B5EF4-FFF2-40B4-BE49-F238E27FC236}">
                <a16:creationId xmlns:a16="http://schemas.microsoft.com/office/drawing/2014/main" id="{6FC085DD-BE78-977B-A384-EB76A8AFB4B6}"/>
              </a:ext>
            </a:extLst>
          </p:cNvPr>
          <p:cNvSpPr/>
          <p:nvPr/>
        </p:nvSpPr>
        <p:spPr>
          <a:xfrm flipV="1">
            <a:off x="7250295" y="3546352"/>
            <a:ext cx="57189" cy="57060"/>
          </a:xfrm>
          <a:custGeom>
            <a:avLst/>
            <a:gdLst>
              <a:gd name="csX0" fmla="*/ 46998 w 57189"/>
              <a:gd name="csY0" fmla="*/ 50434 h 57060"/>
              <a:gd name="csX1" fmla="*/ 6707 w 57189"/>
              <a:gd name="csY1" fmla="*/ 46915 h 57060"/>
              <a:gd name="csX2" fmla="*/ 10231 w 57189"/>
              <a:gd name="csY2" fmla="*/ 6688 h 57060"/>
              <a:gd name="csX3" fmla="*/ 50522 w 57189"/>
              <a:gd name="csY3" fmla="*/ 10207 h 57060"/>
              <a:gd name="csX4" fmla="*/ 46998 w 57189"/>
              <a:gd name="csY4" fmla="*/ 50434 h 5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89" h="57060">
                <a:moveTo>
                  <a:pt x="46998" y="50434"/>
                </a:moveTo>
                <a:cubicBezTo>
                  <a:pt x="34901" y="60515"/>
                  <a:pt x="16804" y="58993"/>
                  <a:pt x="6707" y="46915"/>
                </a:cubicBezTo>
                <a:cubicBezTo>
                  <a:pt x="-3485" y="34838"/>
                  <a:pt x="-1866" y="16864"/>
                  <a:pt x="10231" y="6688"/>
                </a:cubicBezTo>
                <a:cubicBezTo>
                  <a:pt x="22328" y="-3392"/>
                  <a:pt x="40330" y="-1871"/>
                  <a:pt x="50522" y="10207"/>
                </a:cubicBezTo>
                <a:cubicBezTo>
                  <a:pt x="60618" y="22284"/>
                  <a:pt x="59095" y="40258"/>
                  <a:pt x="46998" y="50434"/>
                </a:cubicBezTo>
                <a:close/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8" name="任意形状 107">
            <a:extLst>
              <a:ext uri="{FF2B5EF4-FFF2-40B4-BE49-F238E27FC236}">
                <a16:creationId xmlns:a16="http://schemas.microsoft.com/office/drawing/2014/main" id="{CE33AE32-42A0-619A-621E-C89C4EF71BF2}"/>
              </a:ext>
            </a:extLst>
          </p:cNvPr>
          <p:cNvSpPr/>
          <p:nvPr/>
        </p:nvSpPr>
        <p:spPr>
          <a:xfrm flipV="1">
            <a:off x="7342155" y="3437083"/>
            <a:ext cx="57150" cy="57060"/>
          </a:xfrm>
          <a:custGeom>
            <a:avLst/>
            <a:gdLst>
              <a:gd name="csX0" fmla="*/ 46959 w 57150"/>
              <a:gd name="csY0" fmla="*/ 50411 h 57060"/>
              <a:gd name="csX1" fmla="*/ 6668 w 57150"/>
              <a:gd name="csY1" fmla="*/ 46892 h 57060"/>
              <a:gd name="csX2" fmla="*/ 10192 w 57150"/>
              <a:gd name="csY2" fmla="*/ 6665 h 57060"/>
              <a:gd name="csX3" fmla="*/ 50483 w 57150"/>
              <a:gd name="csY3" fmla="*/ 10184 h 57060"/>
              <a:gd name="csX4" fmla="*/ 46959 w 57150"/>
              <a:gd name="csY4" fmla="*/ 50411 h 5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0" h="57060">
                <a:moveTo>
                  <a:pt x="46959" y="50411"/>
                </a:moveTo>
                <a:cubicBezTo>
                  <a:pt x="34862" y="60492"/>
                  <a:pt x="16859" y="58970"/>
                  <a:pt x="6668" y="46892"/>
                </a:cubicBezTo>
                <a:cubicBezTo>
                  <a:pt x="-3429" y="34815"/>
                  <a:pt x="-1905" y="16841"/>
                  <a:pt x="10192" y="6665"/>
                </a:cubicBezTo>
                <a:cubicBezTo>
                  <a:pt x="22289" y="-3415"/>
                  <a:pt x="40291" y="-1894"/>
                  <a:pt x="50483" y="10184"/>
                </a:cubicBezTo>
                <a:cubicBezTo>
                  <a:pt x="60579" y="22261"/>
                  <a:pt x="59056" y="40235"/>
                  <a:pt x="46959" y="50411"/>
                </a:cubicBezTo>
                <a:close/>
              </a:path>
            </a:pathLst>
          </a:custGeom>
          <a:solidFill>
            <a:srgbClr val="FDDCC8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" name="任意形状 108">
            <a:extLst>
              <a:ext uri="{FF2B5EF4-FFF2-40B4-BE49-F238E27FC236}">
                <a16:creationId xmlns:a16="http://schemas.microsoft.com/office/drawing/2014/main" id="{FC1A7D4B-B3A5-95DD-E069-4DBE9507CB94}"/>
              </a:ext>
            </a:extLst>
          </p:cNvPr>
          <p:cNvSpPr/>
          <p:nvPr/>
        </p:nvSpPr>
        <p:spPr>
          <a:xfrm flipV="1">
            <a:off x="7342155" y="3437083"/>
            <a:ext cx="57150" cy="57060"/>
          </a:xfrm>
          <a:custGeom>
            <a:avLst/>
            <a:gdLst>
              <a:gd name="csX0" fmla="*/ 46959 w 57150"/>
              <a:gd name="csY0" fmla="*/ 50411 h 57060"/>
              <a:gd name="csX1" fmla="*/ 6668 w 57150"/>
              <a:gd name="csY1" fmla="*/ 46892 h 57060"/>
              <a:gd name="csX2" fmla="*/ 10192 w 57150"/>
              <a:gd name="csY2" fmla="*/ 6665 h 57060"/>
              <a:gd name="csX3" fmla="*/ 50483 w 57150"/>
              <a:gd name="csY3" fmla="*/ 10184 h 57060"/>
              <a:gd name="csX4" fmla="*/ 46959 w 57150"/>
              <a:gd name="csY4" fmla="*/ 50411 h 5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0" h="57060">
                <a:moveTo>
                  <a:pt x="46959" y="50411"/>
                </a:moveTo>
                <a:cubicBezTo>
                  <a:pt x="34862" y="60492"/>
                  <a:pt x="16859" y="58970"/>
                  <a:pt x="6668" y="46892"/>
                </a:cubicBezTo>
                <a:cubicBezTo>
                  <a:pt x="-3429" y="34815"/>
                  <a:pt x="-1905" y="16841"/>
                  <a:pt x="10192" y="6665"/>
                </a:cubicBezTo>
                <a:cubicBezTo>
                  <a:pt x="22289" y="-3415"/>
                  <a:pt x="40291" y="-1894"/>
                  <a:pt x="50483" y="10184"/>
                </a:cubicBezTo>
                <a:cubicBezTo>
                  <a:pt x="60579" y="22261"/>
                  <a:pt x="59056" y="40235"/>
                  <a:pt x="46959" y="50411"/>
                </a:cubicBezTo>
                <a:close/>
              </a:path>
            </a:pathLst>
          </a:custGeom>
          <a:noFill/>
          <a:ln w="4763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" name="任意形状 109">
            <a:extLst>
              <a:ext uri="{FF2B5EF4-FFF2-40B4-BE49-F238E27FC236}">
                <a16:creationId xmlns:a16="http://schemas.microsoft.com/office/drawing/2014/main" id="{36FA86C1-BA78-F2CB-86FD-72BD3A110DA0}"/>
              </a:ext>
            </a:extLst>
          </p:cNvPr>
          <p:cNvSpPr/>
          <p:nvPr/>
        </p:nvSpPr>
        <p:spPr>
          <a:xfrm flipV="1">
            <a:off x="5807678" y="1755058"/>
            <a:ext cx="628078" cy="358334"/>
          </a:xfrm>
          <a:custGeom>
            <a:avLst/>
            <a:gdLst>
              <a:gd name="csX0" fmla="*/ 0 w 628078"/>
              <a:gd name="csY0" fmla="*/ 17564 h 358334"/>
              <a:gd name="csX1" fmla="*/ 17907 w 628078"/>
              <a:gd name="csY1" fmla="*/ -314 h 358334"/>
              <a:gd name="csX2" fmla="*/ 610076 w 628078"/>
              <a:gd name="csY2" fmla="*/ -314 h 358334"/>
              <a:gd name="csX3" fmla="*/ 628079 w 628078"/>
              <a:gd name="csY3" fmla="*/ 17564 h 358334"/>
              <a:gd name="csX4" fmla="*/ 628079 w 628078"/>
              <a:gd name="csY4" fmla="*/ 340047 h 358334"/>
              <a:gd name="csX5" fmla="*/ 610076 w 628078"/>
              <a:gd name="csY5" fmla="*/ 358021 h 358334"/>
              <a:gd name="csX6" fmla="*/ 17907 w 628078"/>
              <a:gd name="csY6" fmla="*/ 358021 h 358334"/>
              <a:gd name="csX7" fmla="*/ 0 w 628078"/>
              <a:gd name="csY7" fmla="*/ 340047 h 358334"/>
              <a:gd name="csX8" fmla="*/ 0 w 628078"/>
              <a:gd name="csY8" fmla="*/ 17564 h 358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8078" h="358334">
                <a:moveTo>
                  <a:pt x="0" y="17564"/>
                </a:moveTo>
                <a:cubicBezTo>
                  <a:pt x="0" y="7674"/>
                  <a:pt x="8001" y="-314"/>
                  <a:pt x="17907" y="-314"/>
                </a:cubicBezTo>
                <a:lnTo>
                  <a:pt x="610076" y="-314"/>
                </a:lnTo>
                <a:cubicBezTo>
                  <a:pt x="619982" y="-314"/>
                  <a:pt x="628079" y="7674"/>
                  <a:pt x="628079" y="17564"/>
                </a:cubicBezTo>
                <a:lnTo>
                  <a:pt x="628079" y="340047"/>
                </a:lnTo>
                <a:cubicBezTo>
                  <a:pt x="628079" y="349937"/>
                  <a:pt x="619982" y="358021"/>
                  <a:pt x="610076" y="358021"/>
                </a:cubicBezTo>
                <a:lnTo>
                  <a:pt x="17907" y="358021"/>
                </a:lnTo>
                <a:cubicBezTo>
                  <a:pt x="8001" y="358021"/>
                  <a:pt x="0" y="349937"/>
                  <a:pt x="0" y="340047"/>
                </a:cubicBezTo>
                <a:lnTo>
                  <a:pt x="0" y="17564"/>
                </a:lnTo>
                <a:close/>
              </a:path>
            </a:pathLst>
          </a:custGeom>
          <a:solidFill>
            <a:srgbClr val="D0DDF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1" name="任意形状 110">
            <a:extLst>
              <a:ext uri="{FF2B5EF4-FFF2-40B4-BE49-F238E27FC236}">
                <a16:creationId xmlns:a16="http://schemas.microsoft.com/office/drawing/2014/main" id="{0B95D7E2-0FEA-3AD5-21B7-623705B9FEAA}"/>
              </a:ext>
            </a:extLst>
          </p:cNvPr>
          <p:cNvSpPr/>
          <p:nvPr/>
        </p:nvSpPr>
        <p:spPr>
          <a:xfrm flipV="1">
            <a:off x="5807678" y="1755058"/>
            <a:ext cx="628078" cy="358334"/>
          </a:xfrm>
          <a:custGeom>
            <a:avLst/>
            <a:gdLst>
              <a:gd name="csX0" fmla="*/ 0 w 628078"/>
              <a:gd name="csY0" fmla="*/ 17564 h 358334"/>
              <a:gd name="csX1" fmla="*/ 17907 w 628078"/>
              <a:gd name="csY1" fmla="*/ -314 h 358334"/>
              <a:gd name="csX2" fmla="*/ 610076 w 628078"/>
              <a:gd name="csY2" fmla="*/ -314 h 358334"/>
              <a:gd name="csX3" fmla="*/ 628079 w 628078"/>
              <a:gd name="csY3" fmla="*/ 17564 h 358334"/>
              <a:gd name="csX4" fmla="*/ 628079 w 628078"/>
              <a:gd name="csY4" fmla="*/ 340047 h 358334"/>
              <a:gd name="csX5" fmla="*/ 610076 w 628078"/>
              <a:gd name="csY5" fmla="*/ 358021 h 358334"/>
              <a:gd name="csX6" fmla="*/ 17907 w 628078"/>
              <a:gd name="csY6" fmla="*/ 358021 h 358334"/>
              <a:gd name="csX7" fmla="*/ 0 w 628078"/>
              <a:gd name="csY7" fmla="*/ 340047 h 358334"/>
              <a:gd name="csX8" fmla="*/ 0 w 628078"/>
              <a:gd name="csY8" fmla="*/ 17564 h 358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8078" h="358334">
                <a:moveTo>
                  <a:pt x="0" y="17564"/>
                </a:moveTo>
                <a:cubicBezTo>
                  <a:pt x="0" y="7674"/>
                  <a:pt x="8001" y="-314"/>
                  <a:pt x="17907" y="-314"/>
                </a:cubicBezTo>
                <a:lnTo>
                  <a:pt x="610076" y="-314"/>
                </a:lnTo>
                <a:cubicBezTo>
                  <a:pt x="619982" y="-314"/>
                  <a:pt x="628079" y="7674"/>
                  <a:pt x="628079" y="17564"/>
                </a:cubicBezTo>
                <a:lnTo>
                  <a:pt x="628079" y="340047"/>
                </a:lnTo>
                <a:cubicBezTo>
                  <a:pt x="628079" y="349937"/>
                  <a:pt x="619982" y="358021"/>
                  <a:pt x="610076" y="358021"/>
                </a:cubicBezTo>
                <a:lnTo>
                  <a:pt x="17907" y="358021"/>
                </a:lnTo>
                <a:cubicBezTo>
                  <a:pt x="8001" y="358021"/>
                  <a:pt x="0" y="349937"/>
                  <a:pt x="0" y="340047"/>
                </a:cubicBezTo>
                <a:lnTo>
                  <a:pt x="0" y="17564"/>
                </a:lnTo>
                <a:close/>
              </a:path>
            </a:pathLst>
          </a:custGeom>
          <a:noFill/>
          <a:ln w="7144" cap="flat">
            <a:solidFill>
              <a:srgbClr val="999999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" name="任意形状 111">
            <a:extLst>
              <a:ext uri="{FF2B5EF4-FFF2-40B4-BE49-F238E27FC236}">
                <a16:creationId xmlns:a16="http://schemas.microsoft.com/office/drawing/2014/main" id="{E586A133-FB65-3D17-517B-EC3FBD3A6091}"/>
              </a:ext>
            </a:extLst>
          </p:cNvPr>
          <p:cNvSpPr/>
          <p:nvPr/>
        </p:nvSpPr>
        <p:spPr>
          <a:xfrm flipV="1">
            <a:off x="3783615" y="1755058"/>
            <a:ext cx="714375" cy="356623"/>
          </a:xfrm>
          <a:custGeom>
            <a:avLst/>
            <a:gdLst>
              <a:gd name="csX0" fmla="*/ 0 w 714375"/>
              <a:gd name="csY0" fmla="*/ 23461 h 356623"/>
              <a:gd name="csX1" fmla="*/ 23813 w 714375"/>
              <a:gd name="csY1" fmla="*/ -314 h 356623"/>
              <a:gd name="csX2" fmla="*/ 690563 w 714375"/>
              <a:gd name="csY2" fmla="*/ -314 h 356623"/>
              <a:gd name="csX3" fmla="*/ 714375 w 714375"/>
              <a:gd name="csY3" fmla="*/ 23461 h 356623"/>
              <a:gd name="csX4" fmla="*/ 714375 w 714375"/>
              <a:gd name="csY4" fmla="*/ 332534 h 356623"/>
              <a:gd name="csX5" fmla="*/ 690563 w 714375"/>
              <a:gd name="csY5" fmla="*/ 356309 h 356623"/>
              <a:gd name="csX6" fmla="*/ 23813 w 714375"/>
              <a:gd name="csY6" fmla="*/ 356309 h 356623"/>
              <a:gd name="csX7" fmla="*/ 0 w 714375"/>
              <a:gd name="csY7" fmla="*/ 332534 h 356623"/>
              <a:gd name="csX8" fmla="*/ 0 w 714375"/>
              <a:gd name="csY8" fmla="*/ 23461 h 3566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4375" h="356623">
                <a:moveTo>
                  <a:pt x="0" y="23461"/>
                </a:moveTo>
                <a:cubicBezTo>
                  <a:pt x="0" y="10242"/>
                  <a:pt x="10668" y="-314"/>
                  <a:pt x="23813" y="-314"/>
                </a:cubicBezTo>
                <a:lnTo>
                  <a:pt x="690563" y="-314"/>
                </a:lnTo>
                <a:cubicBezTo>
                  <a:pt x="703707" y="-314"/>
                  <a:pt x="714375" y="10242"/>
                  <a:pt x="714375" y="23461"/>
                </a:cubicBezTo>
                <a:lnTo>
                  <a:pt x="714375" y="332534"/>
                </a:lnTo>
                <a:cubicBezTo>
                  <a:pt x="714375" y="345658"/>
                  <a:pt x="703707" y="356309"/>
                  <a:pt x="690563" y="356309"/>
                </a:cubicBezTo>
                <a:lnTo>
                  <a:pt x="23813" y="356309"/>
                </a:lnTo>
                <a:cubicBezTo>
                  <a:pt x="10668" y="356309"/>
                  <a:pt x="0" y="345658"/>
                  <a:pt x="0" y="332534"/>
                </a:cubicBezTo>
                <a:lnTo>
                  <a:pt x="0" y="23461"/>
                </a:lnTo>
                <a:close/>
              </a:path>
            </a:pathLst>
          </a:custGeom>
          <a:solidFill>
            <a:srgbClr val="CCEEC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3" name="任意形状 112">
            <a:extLst>
              <a:ext uri="{FF2B5EF4-FFF2-40B4-BE49-F238E27FC236}">
                <a16:creationId xmlns:a16="http://schemas.microsoft.com/office/drawing/2014/main" id="{FC265FB7-CEAA-58B9-4068-D98BDDC4EFAF}"/>
              </a:ext>
            </a:extLst>
          </p:cNvPr>
          <p:cNvSpPr/>
          <p:nvPr/>
        </p:nvSpPr>
        <p:spPr>
          <a:xfrm flipV="1">
            <a:off x="3783615" y="1755058"/>
            <a:ext cx="714375" cy="356623"/>
          </a:xfrm>
          <a:custGeom>
            <a:avLst/>
            <a:gdLst>
              <a:gd name="csX0" fmla="*/ 0 w 714375"/>
              <a:gd name="csY0" fmla="*/ 23461 h 356623"/>
              <a:gd name="csX1" fmla="*/ 23813 w 714375"/>
              <a:gd name="csY1" fmla="*/ -314 h 356623"/>
              <a:gd name="csX2" fmla="*/ 690563 w 714375"/>
              <a:gd name="csY2" fmla="*/ -314 h 356623"/>
              <a:gd name="csX3" fmla="*/ 714375 w 714375"/>
              <a:gd name="csY3" fmla="*/ 23461 h 356623"/>
              <a:gd name="csX4" fmla="*/ 714375 w 714375"/>
              <a:gd name="csY4" fmla="*/ 332534 h 356623"/>
              <a:gd name="csX5" fmla="*/ 690563 w 714375"/>
              <a:gd name="csY5" fmla="*/ 356309 h 356623"/>
              <a:gd name="csX6" fmla="*/ 23813 w 714375"/>
              <a:gd name="csY6" fmla="*/ 356309 h 356623"/>
              <a:gd name="csX7" fmla="*/ 0 w 714375"/>
              <a:gd name="csY7" fmla="*/ 332534 h 356623"/>
              <a:gd name="csX8" fmla="*/ 0 w 714375"/>
              <a:gd name="csY8" fmla="*/ 23461 h 3566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4375" h="356623">
                <a:moveTo>
                  <a:pt x="0" y="23461"/>
                </a:moveTo>
                <a:cubicBezTo>
                  <a:pt x="0" y="10242"/>
                  <a:pt x="10668" y="-314"/>
                  <a:pt x="23813" y="-314"/>
                </a:cubicBezTo>
                <a:lnTo>
                  <a:pt x="690563" y="-314"/>
                </a:lnTo>
                <a:cubicBezTo>
                  <a:pt x="703707" y="-314"/>
                  <a:pt x="714375" y="10242"/>
                  <a:pt x="714375" y="23461"/>
                </a:cubicBezTo>
                <a:lnTo>
                  <a:pt x="714375" y="332534"/>
                </a:lnTo>
                <a:cubicBezTo>
                  <a:pt x="714375" y="345658"/>
                  <a:pt x="703707" y="356309"/>
                  <a:pt x="690563" y="356309"/>
                </a:cubicBezTo>
                <a:lnTo>
                  <a:pt x="23813" y="356309"/>
                </a:lnTo>
                <a:cubicBezTo>
                  <a:pt x="10668" y="356309"/>
                  <a:pt x="0" y="345658"/>
                  <a:pt x="0" y="332534"/>
                </a:cubicBezTo>
                <a:lnTo>
                  <a:pt x="0" y="23461"/>
                </a:lnTo>
                <a:close/>
              </a:path>
            </a:pathLst>
          </a:custGeom>
          <a:noFill/>
          <a:ln w="714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" name="任意形状 113">
            <a:extLst>
              <a:ext uri="{FF2B5EF4-FFF2-40B4-BE49-F238E27FC236}">
                <a16:creationId xmlns:a16="http://schemas.microsoft.com/office/drawing/2014/main" id="{75151FF9-3972-5E87-39DE-F552CC0389BE}"/>
              </a:ext>
            </a:extLst>
          </p:cNvPr>
          <p:cNvSpPr/>
          <p:nvPr/>
        </p:nvSpPr>
        <p:spPr>
          <a:xfrm flipV="1">
            <a:off x="6617303" y="1756769"/>
            <a:ext cx="835818" cy="356623"/>
          </a:xfrm>
          <a:custGeom>
            <a:avLst/>
            <a:gdLst>
              <a:gd name="csX0" fmla="*/ 0 w 835818"/>
              <a:gd name="csY0" fmla="*/ 23461 h 356623"/>
              <a:gd name="csX1" fmla="*/ 27813 w 835818"/>
              <a:gd name="csY1" fmla="*/ -314 h 356623"/>
              <a:gd name="csX2" fmla="*/ 807910 w 835818"/>
              <a:gd name="csY2" fmla="*/ -314 h 356623"/>
              <a:gd name="csX3" fmla="*/ 835818 w 835818"/>
              <a:gd name="csY3" fmla="*/ 23461 h 356623"/>
              <a:gd name="csX4" fmla="*/ 835818 w 835818"/>
              <a:gd name="csY4" fmla="*/ 332534 h 356623"/>
              <a:gd name="csX5" fmla="*/ 807910 w 835818"/>
              <a:gd name="csY5" fmla="*/ 356309 h 356623"/>
              <a:gd name="csX6" fmla="*/ 27813 w 835818"/>
              <a:gd name="csY6" fmla="*/ 356309 h 356623"/>
              <a:gd name="csX7" fmla="*/ 0 w 835818"/>
              <a:gd name="csY7" fmla="*/ 332534 h 356623"/>
              <a:gd name="csX8" fmla="*/ 0 w 835818"/>
              <a:gd name="csY8" fmla="*/ 23461 h 3566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35818" h="356623">
                <a:moveTo>
                  <a:pt x="0" y="23461"/>
                </a:moveTo>
                <a:cubicBezTo>
                  <a:pt x="0" y="10337"/>
                  <a:pt x="12382" y="-314"/>
                  <a:pt x="27813" y="-314"/>
                </a:cubicBezTo>
                <a:lnTo>
                  <a:pt x="807910" y="-314"/>
                </a:lnTo>
                <a:cubicBezTo>
                  <a:pt x="823341" y="-314"/>
                  <a:pt x="835818" y="10337"/>
                  <a:pt x="835818" y="23461"/>
                </a:cubicBezTo>
                <a:lnTo>
                  <a:pt x="835818" y="332534"/>
                </a:lnTo>
                <a:cubicBezTo>
                  <a:pt x="835818" y="345658"/>
                  <a:pt x="823341" y="356309"/>
                  <a:pt x="807910" y="356309"/>
                </a:cubicBezTo>
                <a:lnTo>
                  <a:pt x="27813" y="356309"/>
                </a:lnTo>
                <a:cubicBezTo>
                  <a:pt x="12382" y="356309"/>
                  <a:pt x="0" y="345658"/>
                  <a:pt x="0" y="332534"/>
                </a:cubicBezTo>
                <a:lnTo>
                  <a:pt x="0" y="23461"/>
                </a:lnTo>
                <a:close/>
              </a:path>
            </a:pathLst>
          </a:custGeom>
          <a:solidFill>
            <a:srgbClr val="CCEEC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5" name="任意形状 114">
            <a:extLst>
              <a:ext uri="{FF2B5EF4-FFF2-40B4-BE49-F238E27FC236}">
                <a16:creationId xmlns:a16="http://schemas.microsoft.com/office/drawing/2014/main" id="{4E9AAD60-39A1-F5A5-DE46-C2B9F994AE56}"/>
              </a:ext>
            </a:extLst>
          </p:cNvPr>
          <p:cNvSpPr/>
          <p:nvPr/>
        </p:nvSpPr>
        <p:spPr>
          <a:xfrm flipV="1">
            <a:off x="6617303" y="1756769"/>
            <a:ext cx="835818" cy="356623"/>
          </a:xfrm>
          <a:custGeom>
            <a:avLst/>
            <a:gdLst>
              <a:gd name="csX0" fmla="*/ 0 w 835818"/>
              <a:gd name="csY0" fmla="*/ 23461 h 356623"/>
              <a:gd name="csX1" fmla="*/ 27813 w 835818"/>
              <a:gd name="csY1" fmla="*/ -314 h 356623"/>
              <a:gd name="csX2" fmla="*/ 807910 w 835818"/>
              <a:gd name="csY2" fmla="*/ -314 h 356623"/>
              <a:gd name="csX3" fmla="*/ 835818 w 835818"/>
              <a:gd name="csY3" fmla="*/ 23461 h 356623"/>
              <a:gd name="csX4" fmla="*/ 835818 w 835818"/>
              <a:gd name="csY4" fmla="*/ 332534 h 356623"/>
              <a:gd name="csX5" fmla="*/ 807910 w 835818"/>
              <a:gd name="csY5" fmla="*/ 356309 h 356623"/>
              <a:gd name="csX6" fmla="*/ 27813 w 835818"/>
              <a:gd name="csY6" fmla="*/ 356309 h 356623"/>
              <a:gd name="csX7" fmla="*/ 0 w 835818"/>
              <a:gd name="csY7" fmla="*/ 332534 h 356623"/>
              <a:gd name="csX8" fmla="*/ 0 w 835818"/>
              <a:gd name="csY8" fmla="*/ 23461 h 3566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35818" h="356623">
                <a:moveTo>
                  <a:pt x="0" y="23461"/>
                </a:moveTo>
                <a:cubicBezTo>
                  <a:pt x="0" y="10337"/>
                  <a:pt x="12382" y="-314"/>
                  <a:pt x="27813" y="-314"/>
                </a:cubicBezTo>
                <a:lnTo>
                  <a:pt x="807910" y="-314"/>
                </a:lnTo>
                <a:cubicBezTo>
                  <a:pt x="823341" y="-314"/>
                  <a:pt x="835818" y="10337"/>
                  <a:pt x="835818" y="23461"/>
                </a:cubicBezTo>
                <a:lnTo>
                  <a:pt x="835818" y="332534"/>
                </a:lnTo>
                <a:cubicBezTo>
                  <a:pt x="835818" y="345658"/>
                  <a:pt x="823341" y="356309"/>
                  <a:pt x="807910" y="356309"/>
                </a:cubicBezTo>
                <a:lnTo>
                  <a:pt x="27813" y="356309"/>
                </a:lnTo>
                <a:cubicBezTo>
                  <a:pt x="12382" y="356309"/>
                  <a:pt x="0" y="345658"/>
                  <a:pt x="0" y="332534"/>
                </a:cubicBezTo>
                <a:lnTo>
                  <a:pt x="0" y="23461"/>
                </a:lnTo>
                <a:close/>
              </a:path>
            </a:pathLst>
          </a:custGeom>
          <a:noFill/>
          <a:ln w="714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任意形状 115">
            <a:extLst>
              <a:ext uri="{FF2B5EF4-FFF2-40B4-BE49-F238E27FC236}">
                <a16:creationId xmlns:a16="http://schemas.microsoft.com/office/drawing/2014/main" id="{E08A6CFB-0106-BB98-AE08-C7E4AA63C111}"/>
              </a:ext>
            </a:extLst>
          </p:cNvPr>
          <p:cNvSpPr/>
          <p:nvPr/>
        </p:nvSpPr>
        <p:spPr>
          <a:xfrm flipV="1">
            <a:off x="3974115" y="3678636"/>
            <a:ext cx="928687" cy="213973"/>
          </a:xfrm>
          <a:custGeom>
            <a:avLst/>
            <a:gdLst>
              <a:gd name="csX0" fmla="*/ 0 w 928687"/>
              <a:gd name="csY0" fmla="*/ 14340 h 213973"/>
              <a:gd name="csX1" fmla="*/ 30956 w 928687"/>
              <a:gd name="csY1" fmla="*/ 75 h 213973"/>
              <a:gd name="csX2" fmla="*/ 897731 w 928687"/>
              <a:gd name="csY2" fmla="*/ 75 h 213973"/>
              <a:gd name="csX3" fmla="*/ 928688 w 928687"/>
              <a:gd name="csY3" fmla="*/ 14340 h 213973"/>
              <a:gd name="csX4" fmla="*/ 928688 w 928687"/>
              <a:gd name="csY4" fmla="*/ 199784 h 213973"/>
              <a:gd name="csX5" fmla="*/ 897731 w 928687"/>
              <a:gd name="csY5" fmla="*/ 214049 h 213973"/>
              <a:gd name="csX6" fmla="*/ 30956 w 928687"/>
              <a:gd name="csY6" fmla="*/ 214049 h 213973"/>
              <a:gd name="csX7" fmla="*/ 0 w 928687"/>
              <a:gd name="csY7" fmla="*/ 199784 h 213973"/>
              <a:gd name="csX8" fmla="*/ 0 w 928687"/>
              <a:gd name="csY8" fmla="*/ 14340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687" h="213973">
                <a:moveTo>
                  <a:pt x="0" y="14340"/>
                </a:moveTo>
                <a:cubicBezTo>
                  <a:pt x="0" y="6447"/>
                  <a:pt x="13811" y="75"/>
                  <a:pt x="30956" y="75"/>
                </a:cubicBezTo>
                <a:lnTo>
                  <a:pt x="897731" y="75"/>
                </a:lnTo>
                <a:cubicBezTo>
                  <a:pt x="914781" y="75"/>
                  <a:pt x="928688" y="6447"/>
                  <a:pt x="928688" y="14340"/>
                </a:cubicBezTo>
                <a:lnTo>
                  <a:pt x="928688" y="199784"/>
                </a:lnTo>
                <a:cubicBezTo>
                  <a:pt x="928688" y="207677"/>
                  <a:pt x="914781" y="214049"/>
                  <a:pt x="897731" y="214049"/>
                </a:cubicBezTo>
                <a:lnTo>
                  <a:pt x="30956" y="214049"/>
                </a:lnTo>
                <a:cubicBezTo>
                  <a:pt x="13811" y="214049"/>
                  <a:pt x="0" y="207677"/>
                  <a:pt x="0" y="199784"/>
                </a:cubicBezTo>
                <a:lnTo>
                  <a:pt x="0" y="14340"/>
                </a:lnTo>
                <a:close/>
              </a:path>
            </a:pathLst>
          </a:custGeom>
          <a:solidFill>
            <a:srgbClr val="CCEEC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7" name="任意形状 116">
            <a:extLst>
              <a:ext uri="{FF2B5EF4-FFF2-40B4-BE49-F238E27FC236}">
                <a16:creationId xmlns:a16="http://schemas.microsoft.com/office/drawing/2014/main" id="{22700439-B87C-5132-0FA2-645D7D861D36}"/>
              </a:ext>
            </a:extLst>
          </p:cNvPr>
          <p:cNvSpPr/>
          <p:nvPr/>
        </p:nvSpPr>
        <p:spPr>
          <a:xfrm flipV="1">
            <a:off x="3974115" y="3678636"/>
            <a:ext cx="928687" cy="213973"/>
          </a:xfrm>
          <a:custGeom>
            <a:avLst/>
            <a:gdLst>
              <a:gd name="csX0" fmla="*/ 0 w 928687"/>
              <a:gd name="csY0" fmla="*/ 14340 h 213973"/>
              <a:gd name="csX1" fmla="*/ 30956 w 928687"/>
              <a:gd name="csY1" fmla="*/ 75 h 213973"/>
              <a:gd name="csX2" fmla="*/ 897731 w 928687"/>
              <a:gd name="csY2" fmla="*/ 75 h 213973"/>
              <a:gd name="csX3" fmla="*/ 928688 w 928687"/>
              <a:gd name="csY3" fmla="*/ 14340 h 213973"/>
              <a:gd name="csX4" fmla="*/ 928688 w 928687"/>
              <a:gd name="csY4" fmla="*/ 199784 h 213973"/>
              <a:gd name="csX5" fmla="*/ 897731 w 928687"/>
              <a:gd name="csY5" fmla="*/ 214049 h 213973"/>
              <a:gd name="csX6" fmla="*/ 30956 w 928687"/>
              <a:gd name="csY6" fmla="*/ 214049 h 213973"/>
              <a:gd name="csX7" fmla="*/ 0 w 928687"/>
              <a:gd name="csY7" fmla="*/ 199784 h 213973"/>
              <a:gd name="csX8" fmla="*/ 0 w 928687"/>
              <a:gd name="csY8" fmla="*/ 14340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687" h="213973">
                <a:moveTo>
                  <a:pt x="0" y="14340"/>
                </a:moveTo>
                <a:cubicBezTo>
                  <a:pt x="0" y="6447"/>
                  <a:pt x="13811" y="75"/>
                  <a:pt x="30956" y="75"/>
                </a:cubicBezTo>
                <a:lnTo>
                  <a:pt x="897731" y="75"/>
                </a:lnTo>
                <a:cubicBezTo>
                  <a:pt x="914781" y="75"/>
                  <a:pt x="928688" y="6447"/>
                  <a:pt x="928688" y="14340"/>
                </a:cubicBezTo>
                <a:lnTo>
                  <a:pt x="928688" y="199784"/>
                </a:lnTo>
                <a:cubicBezTo>
                  <a:pt x="928688" y="207677"/>
                  <a:pt x="914781" y="214049"/>
                  <a:pt x="897731" y="214049"/>
                </a:cubicBezTo>
                <a:lnTo>
                  <a:pt x="30956" y="214049"/>
                </a:lnTo>
                <a:cubicBezTo>
                  <a:pt x="13811" y="214049"/>
                  <a:pt x="0" y="207677"/>
                  <a:pt x="0" y="199784"/>
                </a:cubicBezTo>
                <a:lnTo>
                  <a:pt x="0" y="14340"/>
                </a:lnTo>
                <a:close/>
              </a:path>
            </a:pathLst>
          </a:custGeom>
          <a:noFill/>
          <a:ln w="714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8" name="任意形状 117">
            <a:extLst>
              <a:ext uri="{FF2B5EF4-FFF2-40B4-BE49-F238E27FC236}">
                <a16:creationId xmlns:a16="http://schemas.microsoft.com/office/drawing/2014/main" id="{EFF699C1-F8C1-7EF3-9921-8A1817FEC0CA}"/>
              </a:ext>
            </a:extLst>
          </p:cNvPr>
          <p:cNvSpPr/>
          <p:nvPr/>
        </p:nvSpPr>
        <p:spPr>
          <a:xfrm flipV="1">
            <a:off x="5147119" y="3678636"/>
            <a:ext cx="928687" cy="213973"/>
          </a:xfrm>
          <a:custGeom>
            <a:avLst/>
            <a:gdLst>
              <a:gd name="csX0" fmla="*/ 0 w 928687"/>
              <a:gd name="csY0" fmla="*/ 14340 h 213973"/>
              <a:gd name="csX1" fmla="*/ 30956 w 928687"/>
              <a:gd name="csY1" fmla="*/ 75 h 213973"/>
              <a:gd name="csX2" fmla="*/ 897731 w 928687"/>
              <a:gd name="csY2" fmla="*/ 75 h 213973"/>
              <a:gd name="csX3" fmla="*/ 928688 w 928687"/>
              <a:gd name="csY3" fmla="*/ 14340 h 213973"/>
              <a:gd name="csX4" fmla="*/ 928688 w 928687"/>
              <a:gd name="csY4" fmla="*/ 199784 h 213973"/>
              <a:gd name="csX5" fmla="*/ 897731 w 928687"/>
              <a:gd name="csY5" fmla="*/ 214049 h 213973"/>
              <a:gd name="csX6" fmla="*/ 30956 w 928687"/>
              <a:gd name="csY6" fmla="*/ 214049 h 213973"/>
              <a:gd name="csX7" fmla="*/ 0 w 928687"/>
              <a:gd name="csY7" fmla="*/ 199784 h 213973"/>
              <a:gd name="csX8" fmla="*/ 0 w 928687"/>
              <a:gd name="csY8" fmla="*/ 14340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687" h="213973">
                <a:moveTo>
                  <a:pt x="0" y="14340"/>
                </a:moveTo>
                <a:cubicBezTo>
                  <a:pt x="0" y="6447"/>
                  <a:pt x="13811" y="75"/>
                  <a:pt x="30956" y="75"/>
                </a:cubicBezTo>
                <a:lnTo>
                  <a:pt x="897731" y="75"/>
                </a:lnTo>
                <a:cubicBezTo>
                  <a:pt x="914781" y="75"/>
                  <a:pt x="928688" y="6447"/>
                  <a:pt x="928688" y="14340"/>
                </a:cubicBezTo>
                <a:lnTo>
                  <a:pt x="928688" y="199784"/>
                </a:lnTo>
                <a:cubicBezTo>
                  <a:pt x="928688" y="207677"/>
                  <a:pt x="914781" y="214049"/>
                  <a:pt x="897731" y="214049"/>
                </a:cubicBezTo>
                <a:lnTo>
                  <a:pt x="30956" y="214049"/>
                </a:lnTo>
                <a:cubicBezTo>
                  <a:pt x="13811" y="214049"/>
                  <a:pt x="0" y="207677"/>
                  <a:pt x="0" y="199784"/>
                </a:cubicBezTo>
                <a:lnTo>
                  <a:pt x="0" y="14340"/>
                </a:lnTo>
                <a:close/>
              </a:path>
            </a:pathLst>
          </a:custGeom>
          <a:solidFill>
            <a:srgbClr val="D0DDF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9" name="任意形状 118">
            <a:extLst>
              <a:ext uri="{FF2B5EF4-FFF2-40B4-BE49-F238E27FC236}">
                <a16:creationId xmlns:a16="http://schemas.microsoft.com/office/drawing/2014/main" id="{A881477B-15A8-8EEA-FAC5-A25C5024D2F9}"/>
              </a:ext>
            </a:extLst>
          </p:cNvPr>
          <p:cNvSpPr/>
          <p:nvPr/>
        </p:nvSpPr>
        <p:spPr>
          <a:xfrm flipV="1">
            <a:off x="5147119" y="3678636"/>
            <a:ext cx="928687" cy="213973"/>
          </a:xfrm>
          <a:custGeom>
            <a:avLst/>
            <a:gdLst>
              <a:gd name="csX0" fmla="*/ 0 w 928687"/>
              <a:gd name="csY0" fmla="*/ 14340 h 213973"/>
              <a:gd name="csX1" fmla="*/ 30956 w 928687"/>
              <a:gd name="csY1" fmla="*/ 75 h 213973"/>
              <a:gd name="csX2" fmla="*/ 897731 w 928687"/>
              <a:gd name="csY2" fmla="*/ 75 h 213973"/>
              <a:gd name="csX3" fmla="*/ 928688 w 928687"/>
              <a:gd name="csY3" fmla="*/ 14340 h 213973"/>
              <a:gd name="csX4" fmla="*/ 928688 w 928687"/>
              <a:gd name="csY4" fmla="*/ 199784 h 213973"/>
              <a:gd name="csX5" fmla="*/ 897731 w 928687"/>
              <a:gd name="csY5" fmla="*/ 214049 h 213973"/>
              <a:gd name="csX6" fmla="*/ 30956 w 928687"/>
              <a:gd name="csY6" fmla="*/ 214049 h 213973"/>
              <a:gd name="csX7" fmla="*/ 0 w 928687"/>
              <a:gd name="csY7" fmla="*/ 199784 h 213973"/>
              <a:gd name="csX8" fmla="*/ 0 w 928687"/>
              <a:gd name="csY8" fmla="*/ 14340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687" h="213973">
                <a:moveTo>
                  <a:pt x="0" y="14340"/>
                </a:moveTo>
                <a:cubicBezTo>
                  <a:pt x="0" y="6447"/>
                  <a:pt x="13811" y="75"/>
                  <a:pt x="30956" y="75"/>
                </a:cubicBezTo>
                <a:lnTo>
                  <a:pt x="897731" y="75"/>
                </a:lnTo>
                <a:cubicBezTo>
                  <a:pt x="914781" y="75"/>
                  <a:pt x="928688" y="6447"/>
                  <a:pt x="928688" y="14340"/>
                </a:cubicBezTo>
                <a:lnTo>
                  <a:pt x="928688" y="199784"/>
                </a:lnTo>
                <a:cubicBezTo>
                  <a:pt x="928688" y="207677"/>
                  <a:pt x="914781" y="214049"/>
                  <a:pt x="897731" y="214049"/>
                </a:cubicBezTo>
                <a:lnTo>
                  <a:pt x="30956" y="214049"/>
                </a:lnTo>
                <a:cubicBezTo>
                  <a:pt x="13811" y="214049"/>
                  <a:pt x="0" y="207677"/>
                  <a:pt x="0" y="199784"/>
                </a:cubicBezTo>
                <a:lnTo>
                  <a:pt x="0" y="14340"/>
                </a:lnTo>
                <a:close/>
              </a:path>
            </a:pathLst>
          </a:custGeom>
          <a:noFill/>
          <a:ln w="7144" cap="flat">
            <a:solidFill>
              <a:srgbClr val="999999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0" name="任意形状 119">
            <a:extLst>
              <a:ext uri="{FF2B5EF4-FFF2-40B4-BE49-F238E27FC236}">
                <a16:creationId xmlns:a16="http://schemas.microsoft.com/office/drawing/2014/main" id="{E8697301-3419-4B47-30AD-1A1B90F8262C}"/>
              </a:ext>
            </a:extLst>
          </p:cNvPr>
          <p:cNvSpPr/>
          <p:nvPr/>
        </p:nvSpPr>
        <p:spPr>
          <a:xfrm flipV="1">
            <a:off x="6258115" y="3678636"/>
            <a:ext cx="928687" cy="213973"/>
          </a:xfrm>
          <a:custGeom>
            <a:avLst/>
            <a:gdLst>
              <a:gd name="csX0" fmla="*/ 0 w 928687"/>
              <a:gd name="csY0" fmla="*/ 14340 h 213973"/>
              <a:gd name="csX1" fmla="*/ 30956 w 928687"/>
              <a:gd name="csY1" fmla="*/ 75 h 213973"/>
              <a:gd name="csX2" fmla="*/ 897732 w 928687"/>
              <a:gd name="csY2" fmla="*/ 75 h 213973"/>
              <a:gd name="csX3" fmla="*/ 928688 w 928687"/>
              <a:gd name="csY3" fmla="*/ 14340 h 213973"/>
              <a:gd name="csX4" fmla="*/ 928688 w 928687"/>
              <a:gd name="csY4" fmla="*/ 199784 h 213973"/>
              <a:gd name="csX5" fmla="*/ 897732 w 928687"/>
              <a:gd name="csY5" fmla="*/ 214049 h 213973"/>
              <a:gd name="csX6" fmla="*/ 30956 w 928687"/>
              <a:gd name="csY6" fmla="*/ 214049 h 213973"/>
              <a:gd name="csX7" fmla="*/ 0 w 928687"/>
              <a:gd name="csY7" fmla="*/ 199784 h 213973"/>
              <a:gd name="csX8" fmla="*/ 0 w 928687"/>
              <a:gd name="csY8" fmla="*/ 14340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687" h="213973">
                <a:moveTo>
                  <a:pt x="0" y="14340"/>
                </a:moveTo>
                <a:cubicBezTo>
                  <a:pt x="0" y="6447"/>
                  <a:pt x="13811" y="75"/>
                  <a:pt x="30956" y="75"/>
                </a:cubicBezTo>
                <a:lnTo>
                  <a:pt x="897732" y="75"/>
                </a:lnTo>
                <a:cubicBezTo>
                  <a:pt x="914781" y="75"/>
                  <a:pt x="928688" y="6447"/>
                  <a:pt x="928688" y="14340"/>
                </a:cubicBezTo>
                <a:lnTo>
                  <a:pt x="928688" y="199784"/>
                </a:lnTo>
                <a:cubicBezTo>
                  <a:pt x="928688" y="207677"/>
                  <a:pt x="914781" y="214049"/>
                  <a:pt x="897732" y="214049"/>
                </a:cubicBezTo>
                <a:lnTo>
                  <a:pt x="30956" y="214049"/>
                </a:lnTo>
                <a:cubicBezTo>
                  <a:pt x="13811" y="214049"/>
                  <a:pt x="0" y="207677"/>
                  <a:pt x="0" y="199784"/>
                </a:cubicBezTo>
                <a:lnTo>
                  <a:pt x="0" y="14340"/>
                </a:lnTo>
                <a:close/>
              </a:path>
            </a:pathLst>
          </a:custGeom>
          <a:solidFill>
            <a:srgbClr val="CCEEC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1" name="任意形状 120">
            <a:extLst>
              <a:ext uri="{FF2B5EF4-FFF2-40B4-BE49-F238E27FC236}">
                <a16:creationId xmlns:a16="http://schemas.microsoft.com/office/drawing/2014/main" id="{32D7E2B2-D379-35FD-2B97-23ABD7449EAE}"/>
              </a:ext>
            </a:extLst>
          </p:cNvPr>
          <p:cNvSpPr/>
          <p:nvPr/>
        </p:nvSpPr>
        <p:spPr>
          <a:xfrm flipV="1">
            <a:off x="6258115" y="3678636"/>
            <a:ext cx="928687" cy="213973"/>
          </a:xfrm>
          <a:custGeom>
            <a:avLst/>
            <a:gdLst>
              <a:gd name="csX0" fmla="*/ 0 w 928687"/>
              <a:gd name="csY0" fmla="*/ 14340 h 213973"/>
              <a:gd name="csX1" fmla="*/ 30956 w 928687"/>
              <a:gd name="csY1" fmla="*/ 75 h 213973"/>
              <a:gd name="csX2" fmla="*/ 897732 w 928687"/>
              <a:gd name="csY2" fmla="*/ 75 h 213973"/>
              <a:gd name="csX3" fmla="*/ 928688 w 928687"/>
              <a:gd name="csY3" fmla="*/ 14340 h 213973"/>
              <a:gd name="csX4" fmla="*/ 928688 w 928687"/>
              <a:gd name="csY4" fmla="*/ 199784 h 213973"/>
              <a:gd name="csX5" fmla="*/ 897732 w 928687"/>
              <a:gd name="csY5" fmla="*/ 214049 h 213973"/>
              <a:gd name="csX6" fmla="*/ 30956 w 928687"/>
              <a:gd name="csY6" fmla="*/ 214049 h 213973"/>
              <a:gd name="csX7" fmla="*/ 0 w 928687"/>
              <a:gd name="csY7" fmla="*/ 199784 h 213973"/>
              <a:gd name="csX8" fmla="*/ 0 w 928687"/>
              <a:gd name="csY8" fmla="*/ 14340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687" h="213973">
                <a:moveTo>
                  <a:pt x="0" y="14340"/>
                </a:moveTo>
                <a:cubicBezTo>
                  <a:pt x="0" y="6447"/>
                  <a:pt x="13811" y="75"/>
                  <a:pt x="30956" y="75"/>
                </a:cubicBezTo>
                <a:lnTo>
                  <a:pt x="897732" y="75"/>
                </a:lnTo>
                <a:cubicBezTo>
                  <a:pt x="914781" y="75"/>
                  <a:pt x="928688" y="6447"/>
                  <a:pt x="928688" y="14340"/>
                </a:cubicBezTo>
                <a:lnTo>
                  <a:pt x="928688" y="199784"/>
                </a:lnTo>
                <a:cubicBezTo>
                  <a:pt x="928688" y="207677"/>
                  <a:pt x="914781" y="214049"/>
                  <a:pt x="897732" y="214049"/>
                </a:cubicBezTo>
                <a:lnTo>
                  <a:pt x="30956" y="214049"/>
                </a:lnTo>
                <a:cubicBezTo>
                  <a:pt x="13811" y="214049"/>
                  <a:pt x="0" y="207677"/>
                  <a:pt x="0" y="199784"/>
                </a:cubicBezTo>
                <a:lnTo>
                  <a:pt x="0" y="14340"/>
                </a:lnTo>
                <a:close/>
              </a:path>
            </a:pathLst>
          </a:custGeom>
          <a:noFill/>
          <a:ln w="714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" name="任意形状 121">
            <a:extLst>
              <a:ext uri="{FF2B5EF4-FFF2-40B4-BE49-F238E27FC236}">
                <a16:creationId xmlns:a16="http://schemas.microsoft.com/office/drawing/2014/main" id="{DFCB295A-4943-2664-7CD8-123D876B5C1C}"/>
              </a:ext>
            </a:extLst>
          </p:cNvPr>
          <p:cNvSpPr/>
          <p:nvPr/>
        </p:nvSpPr>
        <p:spPr>
          <a:xfrm flipV="1">
            <a:off x="3985641" y="4317800"/>
            <a:ext cx="627983" cy="214002"/>
          </a:xfrm>
          <a:custGeom>
            <a:avLst/>
            <a:gdLst>
              <a:gd name="csX0" fmla="*/ 0 w 627983"/>
              <a:gd name="csY0" fmla="*/ 14475 h 214002"/>
              <a:gd name="csX1" fmla="*/ 25146 w 627983"/>
              <a:gd name="csY1" fmla="*/ 210 h 214002"/>
              <a:gd name="csX2" fmla="*/ 602933 w 627983"/>
              <a:gd name="csY2" fmla="*/ 210 h 214002"/>
              <a:gd name="csX3" fmla="*/ 627983 w 627983"/>
              <a:gd name="csY3" fmla="*/ 14475 h 214002"/>
              <a:gd name="csX4" fmla="*/ 627983 w 627983"/>
              <a:gd name="csY4" fmla="*/ 199947 h 214002"/>
              <a:gd name="csX5" fmla="*/ 602933 w 627983"/>
              <a:gd name="csY5" fmla="*/ 214212 h 214002"/>
              <a:gd name="csX6" fmla="*/ 25146 w 627983"/>
              <a:gd name="csY6" fmla="*/ 214212 h 214002"/>
              <a:gd name="csX7" fmla="*/ 0 w 627983"/>
              <a:gd name="csY7" fmla="*/ 199947 h 214002"/>
              <a:gd name="csX8" fmla="*/ 0 w 627983"/>
              <a:gd name="csY8" fmla="*/ 14475 h 214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7983" h="214002">
                <a:moveTo>
                  <a:pt x="0" y="14475"/>
                </a:moveTo>
                <a:cubicBezTo>
                  <a:pt x="0" y="6591"/>
                  <a:pt x="11239" y="210"/>
                  <a:pt x="25146" y="210"/>
                </a:cubicBezTo>
                <a:lnTo>
                  <a:pt x="602933" y="210"/>
                </a:lnTo>
                <a:cubicBezTo>
                  <a:pt x="616744" y="210"/>
                  <a:pt x="627983" y="6591"/>
                  <a:pt x="627983" y="14475"/>
                </a:cubicBezTo>
                <a:lnTo>
                  <a:pt x="627983" y="199947"/>
                </a:lnTo>
                <a:cubicBezTo>
                  <a:pt x="627983" y="207840"/>
                  <a:pt x="616744" y="214212"/>
                  <a:pt x="602933" y="214212"/>
                </a:cubicBezTo>
                <a:lnTo>
                  <a:pt x="25146" y="214212"/>
                </a:lnTo>
                <a:cubicBezTo>
                  <a:pt x="11239" y="214212"/>
                  <a:pt x="0" y="207840"/>
                  <a:pt x="0" y="199947"/>
                </a:cubicBezTo>
                <a:lnTo>
                  <a:pt x="0" y="14475"/>
                </a:lnTo>
                <a:close/>
              </a:path>
            </a:pathLst>
          </a:custGeom>
          <a:solidFill>
            <a:srgbClr val="CCEEC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3" name="任意形状 122">
            <a:extLst>
              <a:ext uri="{FF2B5EF4-FFF2-40B4-BE49-F238E27FC236}">
                <a16:creationId xmlns:a16="http://schemas.microsoft.com/office/drawing/2014/main" id="{2026041C-B2C3-845D-2CFD-5D9512A74C34}"/>
              </a:ext>
            </a:extLst>
          </p:cNvPr>
          <p:cNvSpPr/>
          <p:nvPr/>
        </p:nvSpPr>
        <p:spPr>
          <a:xfrm flipV="1">
            <a:off x="3985641" y="4317800"/>
            <a:ext cx="627983" cy="214002"/>
          </a:xfrm>
          <a:custGeom>
            <a:avLst/>
            <a:gdLst>
              <a:gd name="csX0" fmla="*/ 0 w 627983"/>
              <a:gd name="csY0" fmla="*/ 14475 h 214002"/>
              <a:gd name="csX1" fmla="*/ 25146 w 627983"/>
              <a:gd name="csY1" fmla="*/ 210 h 214002"/>
              <a:gd name="csX2" fmla="*/ 602933 w 627983"/>
              <a:gd name="csY2" fmla="*/ 210 h 214002"/>
              <a:gd name="csX3" fmla="*/ 627983 w 627983"/>
              <a:gd name="csY3" fmla="*/ 14475 h 214002"/>
              <a:gd name="csX4" fmla="*/ 627983 w 627983"/>
              <a:gd name="csY4" fmla="*/ 199947 h 214002"/>
              <a:gd name="csX5" fmla="*/ 602933 w 627983"/>
              <a:gd name="csY5" fmla="*/ 214212 h 214002"/>
              <a:gd name="csX6" fmla="*/ 25146 w 627983"/>
              <a:gd name="csY6" fmla="*/ 214212 h 214002"/>
              <a:gd name="csX7" fmla="*/ 0 w 627983"/>
              <a:gd name="csY7" fmla="*/ 199947 h 214002"/>
              <a:gd name="csX8" fmla="*/ 0 w 627983"/>
              <a:gd name="csY8" fmla="*/ 14475 h 214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7983" h="214002">
                <a:moveTo>
                  <a:pt x="0" y="14475"/>
                </a:moveTo>
                <a:cubicBezTo>
                  <a:pt x="0" y="6591"/>
                  <a:pt x="11239" y="210"/>
                  <a:pt x="25146" y="210"/>
                </a:cubicBezTo>
                <a:lnTo>
                  <a:pt x="602933" y="210"/>
                </a:lnTo>
                <a:cubicBezTo>
                  <a:pt x="616744" y="210"/>
                  <a:pt x="627983" y="6591"/>
                  <a:pt x="627983" y="14475"/>
                </a:cubicBezTo>
                <a:lnTo>
                  <a:pt x="627983" y="199947"/>
                </a:lnTo>
                <a:cubicBezTo>
                  <a:pt x="627983" y="207840"/>
                  <a:pt x="616744" y="214212"/>
                  <a:pt x="602933" y="214212"/>
                </a:cubicBezTo>
                <a:lnTo>
                  <a:pt x="25146" y="214212"/>
                </a:lnTo>
                <a:cubicBezTo>
                  <a:pt x="11239" y="214212"/>
                  <a:pt x="0" y="207840"/>
                  <a:pt x="0" y="199947"/>
                </a:cubicBezTo>
                <a:lnTo>
                  <a:pt x="0" y="14475"/>
                </a:lnTo>
                <a:close/>
              </a:path>
            </a:pathLst>
          </a:custGeom>
          <a:noFill/>
          <a:ln w="714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4" name="任意形状 123">
            <a:extLst>
              <a:ext uri="{FF2B5EF4-FFF2-40B4-BE49-F238E27FC236}">
                <a16:creationId xmlns:a16="http://schemas.microsoft.com/office/drawing/2014/main" id="{C9BA5E65-A303-6C5E-126A-9D8F02EA9234}"/>
              </a:ext>
            </a:extLst>
          </p:cNvPr>
          <p:cNvSpPr/>
          <p:nvPr/>
        </p:nvSpPr>
        <p:spPr>
          <a:xfrm flipV="1">
            <a:off x="5253227" y="4317800"/>
            <a:ext cx="642937" cy="214002"/>
          </a:xfrm>
          <a:custGeom>
            <a:avLst/>
            <a:gdLst>
              <a:gd name="csX0" fmla="*/ 0 w 642937"/>
              <a:gd name="csY0" fmla="*/ 10908 h 214002"/>
              <a:gd name="csX1" fmla="*/ 18383 w 642937"/>
              <a:gd name="csY1" fmla="*/ 210 h 214002"/>
              <a:gd name="csX2" fmla="*/ 624554 w 642937"/>
              <a:gd name="csY2" fmla="*/ 210 h 214002"/>
              <a:gd name="csX3" fmla="*/ 642938 w 642937"/>
              <a:gd name="csY3" fmla="*/ 10908 h 214002"/>
              <a:gd name="csX4" fmla="*/ 642938 w 642937"/>
              <a:gd name="csY4" fmla="*/ 203466 h 214002"/>
              <a:gd name="csX5" fmla="*/ 624554 w 642937"/>
              <a:gd name="csY5" fmla="*/ 214212 h 214002"/>
              <a:gd name="csX6" fmla="*/ 18383 w 642937"/>
              <a:gd name="csY6" fmla="*/ 214212 h 214002"/>
              <a:gd name="csX7" fmla="*/ 0 w 642937"/>
              <a:gd name="csY7" fmla="*/ 203466 h 214002"/>
              <a:gd name="csX8" fmla="*/ 0 w 642937"/>
              <a:gd name="csY8" fmla="*/ 10908 h 214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2937" h="214002">
                <a:moveTo>
                  <a:pt x="0" y="10908"/>
                </a:moveTo>
                <a:cubicBezTo>
                  <a:pt x="0" y="4993"/>
                  <a:pt x="8192" y="210"/>
                  <a:pt x="18383" y="210"/>
                </a:cubicBezTo>
                <a:lnTo>
                  <a:pt x="624554" y="210"/>
                </a:lnTo>
                <a:cubicBezTo>
                  <a:pt x="634746" y="210"/>
                  <a:pt x="642938" y="4993"/>
                  <a:pt x="642938" y="10908"/>
                </a:cubicBezTo>
                <a:lnTo>
                  <a:pt x="642938" y="203466"/>
                </a:lnTo>
                <a:cubicBezTo>
                  <a:pt x="642938" y="209362"/>
                  <a:pt x="634746" y="214212"/>
                  <a:pt x="624554" y="214212"/>
                </a:cubicBezTo>
                <a:lnTo>
                  <a:pt x="18383" y="214212"/>
                </a:lnTo>
                <a:cubicBezTo>
                  <a:pt x="8192" y="214212"/>
                  <a:pt x="0" y="209362"/>
                  <a:pt x="0" y="203466"/>
                </a:cubicBezTo>
                <a:lnTo>
                  <a:pt x="0" y="10908"/>
                </a:lnTo>
                <a:close/>
              </a:path>
            </a:pathLst>
          </a:custGeom>
          <a:solidFill>
            <a:srgbClr val="D0DDF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5" name="任意形状 124">
            <a:extLst>
              <a:ext uri="{FF2B5EF4-FFF2-40B4-BE49-F238E27FC236}">
                <a16:creationId xmlns:a16="http://schemas.microsoft.com/office/drawing/2014/main" id="{C127F651-55BE-AA38-5801-B8C7457F92BD}"/>
              </a:ext>
            </a:extLst>
          </p:cNvPr>
          <p:cNvSpPr/>
          <p:nvPr/>
        </p:nvSpPr>
        <p:spPr>
          <a:xfrm flipV="1">
            <a:off x="5253227" y="4317800"/>
            <a:ext cx="642937" cy="214002"/>
          </a:xfrm>
          <a:custGeom>
            <a:avLst/>
            <a:gdLst>
              <a:gd name="csX0" fmla="*/ 0 w 642937"/>
              <a:gd name="csY0" fmla="*/ 10908 h 214002"/>
              <a:gd name="csX1" fmla="*/ 18383 w 642937"/>
              <a:gd name="csY1" fmla="*/ 210 h 214002"/>
              <a:gd name="csX2" fmla="*/ 624554 w 642937"/>
              <a:gd name="csY2" fmla="*/ 210 h 214002"/>
              <a:gd name="csX3" fmla="*/ 642938 w 642937"/>
              <a:gd name="csY3" fmla="*/ 10908 h 214002"/>
              <a:gd name="csX4" fmla="*/ 642938 w 642937"/>
              <a:gd name="csY4" fmla="*/ 203466 h 214002"/>
              <a:gd name="csX5" fmla="*/ 624554 w 642937"/>
              <a:gd name="csY5" fmla="*/ 214212 h 214002"/>
              <a:gd name="csX6" fmla="*/ 18383 w 642937"/>
              <a:gd name="csY6" fmla="*/ 214212 h 214002"/>
              <a:gd name="csX7" fmla="*/ 0 w 642937"/>
              <a:gd name="csY7" fmla="*/ 203466 h 214002"/>
              <a:gd name="csX8" fmla="*/ 0 w 642937"/>
              <a:gd name="csY8" fmla="*/ 10908 h 214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2937" h="214002">
                <a:moveTo>
                  <a:pt x="0" y="10908"/>
                </a:moveTo>
                <a:cubicBezTo>
                  <a:pt x="0" y="4993"/>
                  <a:pt x="8192" y="210"/>
                  <a:pt x="18383" y="210"/>
                </a:cubicBezTo>
                <a:lnTo>
                  <a:pt x="624554" y="210"/>
                </a:lnTo>
                <a:cubicBezTo>
                  <a:pt x="634746" y="210"/>
                  <a:pt x="642938" y="4993"/>
                  <a:pt x="642938" y="10908"/>
                </a:cubicBezTo>
                <a:lnTo>
                  <a:pt x="642938" y="203466"/>
                </a:lnTo>
                <a:cubicBezTo>
                  <a:pt x="642938" y="209362"/>
                  <a:pt x="634746" y="214212"/>
                  <a:pt x="624554" y="214212"/>
                </a:cubicBezTo>
                <a:lnTo>
                  <a:pt x="18383" y="214212"/>
                </a:lnTo>
                <a:cubicBezTo>
                  <a:pt x="8192" y="214212"/>
                  <a:pt x="0" y="209362"/>
                  <a:pt x="0" y="203466"/>
                </a:cubicBezTo>
                <a:lnTo>
                  <a:pt x="0" y="10908"/>
                </a:lnTo>
                <a:close/>
              </a:path>
            </a:pathLst>
          </a:custGeom>
          <a:noFill/>
          <a:ln w="7144" cap="flat">
            <a:solidFill>
              <a:srgbClr val="999999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6" name="任意形状 125">
            <a:extLst>
              <a:ext uri="{FF2B5EF4-FFF2-40B4-BE49-F238E27FC236}">
                <a16:creationId xmlns:a16="http://schemas.microsoft.com/office/drawing/2014/main" id="{0B664C64-8258-4B04-88BB-684BE7F11669}"/>
              </a:ext>
            </a:extLst>
          </p:cNvPr>
          <p:cNvSpPr/>
          <p:nvPr/>
        </p:nvSpPr>
        <p:spPr>
          <a:xfrm flipV="1">
            <a:off x="6445948" y="4317800"/>
            <a:ext cx="928687" cy="214002"/>
          </a:xfrm>
          <a:custGeom>
            <a:avLst/>
            <a:gdLst>
              <a:gd name="csX0" fmla="*/ 0 w 928687"/>
              <a:gd name="csY0" fmla="*/ 14475 h 214002"/>
              <a:gd name="csX1" fmla="*/ 30956 w 928687"/>
              <a:gd name="csY1" fmla="*/ 210 h 214002"/>
              <a:gd name="csX2" fmla="*/ 897731 w 928687"/>
              <a:gd name="csY2" fmla="*/ 210 h 214002"/>
              <a:gd name="csX3" fmla="*/ 928688 w 928687"/>
              <a:gd name="csY3" fmla="*/ 14475 h 214002"/>
              <a:gd name="csX4" fmla="*/ 928688 w 928687"/>
              <a:gd name="csY4" fmla="*/ 199947 h 214002"/>
              <a:gd name="csX5" fmla="*/ 897731 w 928687"/>
              <a:gd name="csY5" fmla="*/ 214212 h 214002"/>
              <a:gd name="csX6" fmla="*/ 30956 w 928687"/>
              <a:gd name="csY6" fmla="*/ 214212 h 214002"/>
              <a:gd name="csX7" fmla="*/ 0 w 928687"/>
              <a:gd name="csY7" fmla="*/ 199947 h 214002"/>
              <a:gd name="csX8" fmla="*/ 0 w 928687"/>
              <a:gd name="csY8" fmla="*/ 14475 h 214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687" h="214002">
                <a:moveTo>
                  <a:pt x="0" y="14475"/>
                </a:moveTo>
                <a:cubicBezTo>
                  <a:pt x="0" y="6591"/>
                  <a:pt x="13811" y="210"/>
                  <a:pt x="30956" y="210"/>
                </a:cubicBezTo>
                <a:lnTo>
                  <a:pt x="897731" y="210"/>
                </a:lnTo>
                <a:cubicBezTo>
                  <a:pt x="914781" y="210"/>
                  <a:pt x="928688" y="6591"/>
                  <a:pt x="928688" y="14475"/>
                </a:cubicBezTo>
                <a:lnTo>
                  <a:pt x="928688" y="199947"/>
                </a:lnTo>
                <a:cubicBezTo>
                  <a:pt x="928688" y="207840"/>
                  <a:pt x="914781" y="214212"/>
                  <a:pt x="897731" y="214212"/>
                </a:cubicBezTo>
                <a:lnTo>
                  <a:pt x="30956" y="214212"/>
                </a:lnTo>
                <a:cubicBezTo>
                  <a:pt x="13811" y="214212"/>
                  <a:pt x="0" y="207840"/>
                  <a:pt x="0" y="199947"/>
                </a:cubicBezTo>
                <a:lnTo>
                  <a:pt x="0" y="14475"/>
                </a:lnTo>
                <a:close/>
              </a:path>
            </a:pathLst>
          </a:custGeom>
          <a:solidFill>
            <a:srgbClr val="CCEEC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任意形状 126">
            <a:extLst>
              <a:ext uri="{FF2B5EF4-FFF2-40B4-BE49-F238E27FC236}">
                <a16:creationId xmlns:a16="http://schemas.microsoft.com/office/drawing/2014/main" id="{7DE8F65B-A3ED-E826-7C78-D32E7DAA584A}"/>
              </a:ext>
            </a:extLst>
          </p:cNvPr>
          <p:cNvSpPr/>
          <p:nvPr/>
        </p:nvSpPr>
        <p:spPr>
          <a:xfrm flipV="1">
            <a:off x="6445948" y="4317800"/>
            <a:ext cx="928687" cy="214002"/>
          </a:xfrm>
          <a:custGeom>
            <a:avLst/>
            <a:gdLst>
              <a:gd name="csX0" fmla="*/ 0 w 928687"/>
              <a:gd name="csY0" fmla="*/ 14475 h 214002"/>
              <a:gd name="csX1" fmla="*/ 30956 w 928687"/>
              <a:gd name="csY1" fmla="*/ 210 h 214002"/>
              <a:gd name="csX2" fmla="*/ 897731 w 928687"/>
              <a:gd name="csY2" fmla="*/ 210 h 214002"/>
              <a:gd name="csX3" fmla="*/ 928688 w 928687"/>
              <a:gd name="csY3" fmla="*/ 14475 h 214002"/>
              <a:gd name="csX4" fmla="*/ 928688 w 928687"/>
              <a:gd name="csY4" fmla="*/ 199947 h 214002"/>
              <a:gd name="csX5" fmla="*/ 897731 w 928687"/>
              <a:gd name="csY5" fmla="*/ 214212 h 214002"/>
              <a:gd name="csX6" fmla="*/ 30956 w 928687"/>
              <a:gd name="csY6" fmla="*/ 214212 h 214002"/>
              <a:gd name="csX7" fmla="*/ 0 w 928687"/>
              <a:gd name="csY7" fmla="*/ 199947 h 214002"/>
              <a:gd name="csX8" fmla="*/ 0 w 928687"/>
              <a:gd name="csY8" fmla="*/ 14475 h 214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687" h="214002">
                <a:moveTo>
                  <a:pt x="0" y="14475"/>
                </a:moveTo>
                <a:cubicBezTo>
                  <a:pt x="0" y="6591"/>
                  <a:pt x="13811" y="210"/>
                  <a:pt x="30956" y="210"/>
                </a:cubicBezTo>
                <a:lnTo>
                  <a:pt x="897731" y="210"/>
                </a:lnTo>
                <a:cubicBezTo>
                  <a:pt x="914781" y="210"/>
                  <a:pt x="928688" y="6591"/>
                  <a:pt x="928688" y="14475"/>
                </a:cubicBezTo>
                <a:lnTo>
                  <a:pt x="928688" y="199947"/>
                </a:lnTo>
                <a:cubicBezTo>
                  <a:pt x="928688" y="207840"/>
                  <a:pt x="914781" y="214212"/>
                  <a:pt x="897731" y="214212"/>
                </a:cubicBezTo>
                <a:lnTo>
                  <a:pt x="30956" y="214212"/>
                </a:lnTo>
                <a:cubicBezTo>
                  <a:pt x="13811" y="214212"/>
                  <a:pt x="0" y="207840"/>
                  <a:pt x="0" y="199947"/>
                </a:cubicBezTo>
                <a:lnTo>
                  <a:pt x="0" y="14475"/>
                </a:lnTo>
                <a:close/>
              </a:path>
            </a:pathLst>
          </a:custGeom>
          <a:noFill/>
          <a:ln w="714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9" name="任意形状 128">
            <a:extLst>
              <a:ext uri="{FF2B5EF4-FFF2-40B4-BE49-F238E27FC236}">
                <a16:creationId xmlns:a16="http://schemas.microsoft.com/office/drawing/2014/main" id="{C41AD51C-3BF5-107C-812F-C9051DE76D76}"/>
              </a:ext>
            </a:extLst>
          </p:cNvPr>
          <p:cNvSpPr/>
          <p:nvPr/>
        </p:nvSpPr>
        <p:spPr>
          <a:xfrm flipV="1">
            <a:off x="3749611" y="5159583"/>
            <a:ext cx="771525" cy="213977"/>
          </a:xfrm>
          <a:custGeom>
            <a:avLst/>
            <a:gdLst>
              <a:gd name="csX0" fmla="*/ 0 w 771525"/>
              <a:gd name="csY0" fmla="*/ 14652 h 213977"/>
              <a:gd name="csX1" fmla="*/ 30861 w 771525"/>
              <a:gd name="csY1" fmla="*/ 387 h 213977"/>
              <a:gd name="csX2" fmla="*/ 740664 w 771525"/>
              <a:gd name="csY2" fmla="*/ 387 h 213977"/>
              <a:gd name="csX3" fmla="*/ 771525 w 771525"/>
              <a:gd name="csY3" fmla="*/ 14652 h 213977"/>
              <a:gd name="csX4" fmla="*/ 771525 w 771525"/>
              <a:gd name="csY4" fmla="*/ 200099 h 213977"/>
              <a:gd name="csX5" fmla="*/ 740664 w 771525"/>
              <a:gd name="csY5" fmla="*/ 214364 h 213977"/>
              <a:gd name="csX6" fmla="*/ 30861 w 771525"/>
              <a:gd name="csY6" fmla="*/ 214364 h 213977"/>
              <a:gd name="csX7" fmla="*/ 0 w 771525"/>
              <a:gd name="csY7" fmla="*/ 200099 h 213977"/>
              <a:gd name="csX8" fmla="*/ 0 w 771525"/>
              <a:gd name="csY8" fmla="*/ 14652 h 213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71525" h="213977">
                <a:moveTo>
                  <a:pt x="0" y="14652"/>
                </a:moveTo>
                <a:cubicBezTo>
                  <a:pt x="0" y="6774"/>
                  <a:pt x="13811" y="388"/>
                  <a:pt x="30861" y="387"/>
                </a:cubicBezTo>
                <a:lnTo>
                  <a:pt x="740664" y="387"/>
                </a:lnTo>
                <a:cubicBezTo>
                  <a:pt x="757714" y="388"/>
                  <a:pt x="771525" y="6774"/>
                  <a:pt x="771525" y="14652"/>
                </a:cubicBezTo>
                <a:lnTo>
                  <a:pt x="771525" y="200099"/>
                </a:lnTo>
                <a:cubicBezTo>
                  <a:pt x="771525" y="207974"/>
                  <a:pt x="757714" y="214364"/>
                  <a:pt x="740664" y="214364"/>
                </a:cubicBezTo>
                <a:lnTo>
                  <a:pt x="30861" y="214364"/>
                </a:lnTo>
                <a:cubicBezTo>
                  <a:pt x="13811" y="214364"/>
                  <a:pt x="0" y="207974"/>
                  <a:pt x="0" y="200099"/>
                </a:cubicBezTo>
                <a:lnTo>
                  <a:pt x="0" y="14652"/>
                </a:lnTo>
                <a:close/>
              </a:path>
            </a:pathLst>
          </a:custGeom>
          <a:noFill/>
          <a:ln w="714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1" name="任意形状 130">
            <a:extLst>
              <a:ext uri="{FF2B5EF4-FFF2-40B4-BE49-F238E27FC236}">
                <a16:creationId xmlns:a16="http://schemas.microsoft.com/office/drawing/2014/main" id="{291D3B22-192B-ED4E-6317-82FA3AEC059B}"/>
              </a:ext>
            </a:extLst>
          </p:cNvPr>
          <p:cNvSpPr/>
          <p:nvPr/>
        </p:nvSpPr>
        <p:spPr>
          <a:xfrm flipV="1">
            <a:off x="4681347" y="5159583"/>
            <a:ext cx="771525" cy="213977"/>
          </a:xfrm>
          <a:custGeom>
            <a:avLst/>
            <a:gdLst>
              <a:gd name="csX0" fmla="*/ 0 w 771525"/>
              <a:gd name="csY0" fmla="*/ 14652 h 213977"/>
              <a:gd name="csX1" fmla="*/ 25717 w 771525"/>
              <a:gd name="csY1" fmla="*/ 387 h 213977"/>
              <a:gd name="csX2" fmla="*/ 745807 w 771525"/>
              <a:gd name="csY2" fmla="*/ 387 h 213977"/>
              <a:gd name="csX3" fmla="*/ 771525 w 771525"/>
              <a:gd name="csY3" fmla="*/ 14652 h 213977"/>
              <a:gd name="csX4" fmla="*/ 771525 w 771525"/>
              <a:gd name="csY4" fmla="*/ 200099 h 213977"/>
              <a:gd name="csX5" fmla="*/ 745807 w 771525"/>
              <a:gd name="csY5" fmla="*/ 214364 h 213977"/>
              <a:gd name="csX6" fmla="*/ 25717 w 771525"/>
              <a:gd name="csY6" fmla="*/ 214364 h 213977"/>
              <a:gd name="csX7" fmla="*/ 0 w 771525"/>
              <a:gd name="csY7" fmla="*/ 200099 h 213977"/>
              <a:gd name="csX8" fmla="*/ 0 w 771525"/>
              <a:gd name="csY8" fmla="*/ 14652 h 213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71525" h="213977">
                <a:moveTo>
                  <a:pt x="0" y="14652"/>
                </a:moveTo>
                <a:cubicBezTo>
                  <a:pt x="0" y="6774"/>
                  <a:pt x="11430" y="388"/>
                  <a:pt x="25717" y="387"/>
                </a:cubicBezTo>
                <a:lnTo>
                  <a:pt x="745807" y="387"/>
                </a:lnTo>
                <a:cubicBezTo>
                  <a:pt x="760000" y="388"/>
                  <a:pt x="771525" y="6774"/>
                  <a:pt x="771525" y="14652"/>
                </a:cubicBezTo>
                <a:lnTo>
                  <a:pt x="771525" y="200099"/>
                </a:lnTo>
                <a:cubicBezTo>
                  <a:pt x="771525" y="207974"/>
                  <a:pt x="760000" y="214364"/>
                  <a:pt x="745807" y="214364"/>
                </a:cubicBezTo>
                <a:lnTo>
                  <a:pt x="25717" y="214364"/>
                </a:lnTo>
                <a:cubicBezTo>
                  <a:pt x="11430" y="214364"/>
                  <a:pt x="0" y="207974"/>
                  <a:pt x="0" y="200099"/>
                </a:cubicBezTo>
                <a:lnTo>
                  <a:pt x="0" y="14652"/>
                </a:lnTo>
                <a:close/>
              </a:path>
            </a:pathLst>
          </a:custGeom>
          <a:noFill/>
          <a:ln w="7144" cap="flat">
            <a:solidFill>
              <a:srgbClr val="999999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4" name="任意形状 133">
            <a:extLst>
              <a:ext uri="{FF2B5EF4-FFF2-40B4-BE49-F238E27FC236}">
                <a16:creationId xmlns:a16="http://schemas.microsoft.com/office/drawing/2014/main" id="{76BE162D-1043-4212-AE0C-FA966649F051}"/>
              </a:ext>
            </a:extLst>
          </p:cNvPr>
          <p:cNvSpPr/>
          <p:nvPr/>
        </p:nvSpPr>
        <p:spPr>
          <a:xfrm flipV="1">
            <a:off x="6667309" y="5159583"/>
            <a:ext cx="835818" cy="213977"/>
          </a:xfrm>
          <a:custGeom>
            <a:avLst/>
            <a:gdLst>
              <a:gd name="csX0" fmla="*/ 0 w 835818"/>
              <a:gd name="csY0" fmla="*/ 14652 h 213977"/>
              <a:gd name="csX1" fmla="*/ 27813 w 835818"/>
              <a:gd name="csY1" fmla="*/ 387 h 213977"/>
              <a:gd name="csX2" fmla="*/ 807910 w 835818"/>
              <a:gd name="csY2" fmla="*/ 387 h 213977"/>
              <a:gd name="csX3" fmla="*/ 835818 w 835818"/>
              <a:gd name="csY3" fmla="*/ 14652 h 213977"/>
              <a:gd name="csX4" fmla="*/ 835818 w 835818"/>
              <a:gd name="csY4" fmla="*/ 200099 h 213977"/>
              <a:gd name="csX5" fmla="*/ 807910 w 835818"/>
              <a:gd name="csY5" fmla="*/ 214364 h 213977"/>
              <a:gd name="csX6" fmla="*/ 27813 w 835818"/>
              <a:gd name="csY6" fmla="*/ 214364 h 213977"/>
              <a:gd name="csX7" fmla="*/ 0 w 835818"/>
              <a:gd name="csY7" fmla="*/ 200099 h 213977"/>
              <a:gd name="csX8" fmla="*/ 0 w 835818"/>
              <a:gd name="csY8" fmla="*/ 14652 h 213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35818" h="213977">
                <a:moveTo>
                  <a:pt x="0" y="14652"/>
                </a:moveTo>
                <a:cubicBezTo>
                  <a:pt x="0" y="6774"/>
                  <a:pt x="12382" y="388"/>
                  <a:pt x="27813" y="387"/>
                </a:cubicBezTo>
                <a:lnTo>
                  <a:pt x="807910" y="387"/>
                </a:lnTo>
                <a:cubicBezTo>
                  <a:pt x="823341" y="388"/>
                  <a:pt x="835818" y="6774"/>
                  <a:pt x="835818" y="14652"/>
                </a:cubicBezTo>
                <a:lnTo>
                  <a:pt x="835818" y="200099"/>
                </a:lnTo>
                <a:cubicBezTo>
                  <a:pt x="835818" y="207974"/>
                  <a:pt x="823341" y="214364"/>
                  <a:pt x="807910" y="214364"/>
                </a:cubicBezTo>
                <a:lnTo>
                  <a:pt x="27813" y="214364"/>
                </a:lnTo>
                <a:cubicBezTo>
                  <a:pt x="12382" y="214364"/>
                  <a:pt x="0" y="207974"/>
                  <a:pt x="0" y="200099"/>
                </a:cubicBezTo>
                <a:lnTo>
                  <a:pt x="0" y="14652"/>
                </a:lnTo>
                <a:close/>
              </a:path>
            </a:pathLst>
          </a:custGeom>
          <a:solidFill>
            <a:srgbClr val="D0DDF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6" name="任意形状 135">
            <a:extLst>
              <a:ext uri="{FF2B5EF4-FFF2-40B4-BE49-F238E27FC236}">
                <a16:creationId xmlns:a16="http://schemas.microsoft.com/office/drawing/2014/main" id="{E18A91DC-D315-0A2D-53C7-2E186538752C}"/>
              </a:ext>
            </a:extLst>
          </p:cNvPr>
          <p:cNvSpPr/>
          <p:nvPr/>
        </p:nvSpPr>
        <p:spPr>
          <a:xfrm flipV="1">
            <a:off x="7946612" y="2965961"/>
            <a:ext cx="642937" cy="213973"/>
          </a:xfrm>
          <a:custGeom>
            <a:avLst/>
            <a:gdLst>
              <a:gd name="csX0" fmla="*/ 0 w 642937"/>
              <a:gd name="csY0" fmla="*/ 14224 h 213973"/>
              <a:gd name="csX1" fmla="*/ 21431 w 642937"/>
              <a:gd name="csY1" fmla="*/ -41 h 213973"/>
              <a:gd name="csX2" fmla="*/ 621506 w 642937"/>
              <a:gd name="csY2" fmla="*/ -41 h 213973"/>
              <a:gd name="csX3" fmla="*/ 642938 w 642937"/>
              <a:gd name="csY3" fmla="*/ 14224 h 213973"/>
              <a:gd name="csX4" fmla="*/ 642938 w 642937"/>
              <a:gd name="csY4" fmla="*/ 199668 h 213973"/>
              <a:gd name="csX5" fmla="*/ 621506 w 642937"/>
              <a:gd name="csY5" fmla="*/ 213933 h 213973"/>
              <a:gd name="csX6" fmla="*/ 21431 w 642937"/>
              <a:gd name="csY6" fmla="*/ 213933 h 213973"/>
              <a:gd name="csX7" fmla="*/ 0 w 642937"/>
              <a:gd name="csY7" fmla="*/ 199668 h 213973"/>
              <a:gd name="csX8" fmla="*/ 0 w 642937"/>
              <a:gd name="csY8" fmla="*/ 14224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2937" h="213973">
                <a:moveTo>
                  <a:pt x="0" y="14224"/>
                </a:moveTo>
                <a:cubicBezTo>
                  <a:pt x="0" y="6330"/>
                  <a:pt x="9620" y="-41"/>
                  <a:pt x="21431" y="-41"/>
                </a:cubicBezTo>
                <a:lnTo>
                  <a:pt x="621506" y="-41"/>
                </a:lnTo>
                <a:cubicBezTo>
                  <a:pt x="633413" y="-41"/>
                  <a:pt x="642938" y="6330"/>
                  <a:pt x="642938" y="14224"/>
                </a:cubicBezTo>
                <a:lnTo>
                  <a:pt x="642938" y="199668"/>
                </a:lnTo>
                <a:cubicBezTo>
                  <a:pt x="642938" y="207561"/>
                  <a:pt x="633413" y="213933"/>
                  <a:pt x="621506" y="213933"/>
                </a:cubicBezTo>
                <a:lnTo>
                  <a:pt x="21431" y="213933"/>
                </a:lnTo>
                <a:cubicBezTo>
                  <a:pt x="9620" y="213933"/>
                  <a:pt x="0" y="207561"/>
                  <a:pt x="0" y="199668"/>
                </a:cubicBezTo>
                <a:lnTo>
                  <a:pt x="0" y="14224"/>
                </a:lnTo>
                <a:close/>
              </a:path>
            </a:pathLst>
          </a:custGeom>
          <a:solidFill>
            <a:srgbClr val="CCEEC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7" name="任意形状 136">
            <a:extLst>
              <a:ext uri="{FF2B5EF4-FFF2-40B4-BE49-F238E27FC236}">
                <a16:creationId xmlns:a16="http://schemas.microsoft.com/office/drawing/2014/main" id="{4E3B3AD1-64B7-F953-2F8D-CCB1AECDA9AC}"/>
              </a:ext>
            </a:extLst>
          </p:cNvPr>
          <p:cNvSpPr/>
          <p:nvPr/>
        </p:nvSpPr>
        <p:spPr>
          <a:xfrm flipV="1">
            <a:off x="7946612" y="2965961"/>
            <a:ext cx="642937" cy="213973"/>
          </a:xfrm>
          <a:custGeom>
            <a:avLst/>
            <a:gdLst>
              <a:gd name="csX0" fmla="*/ 0 w 642937"/>
              <a:gd name="csY0" fmla="*/ 14224 h 213973"/>
              <a:gd name="csX1" fmla="*/ 21431 w 642937"/>
              <a:gd name="csY1" fmla="*/ -41 h 213973"/>
              <a:gd name="csX2" fmla="*/ 621506 w 642937"/>
              <a:gd name="csY2" fmla="*/ -41 h 213973"/>
              <a:gd name="csX3" fmla="*/ 642938 w 642937"/>
              <a:gd name="csY3" fmla="*/ 14224 h 213973"/>
              <a:gd name="csX4" fmla="*/ 642938 w 642937"/>
              <a:gd name="csY4" fmla="*/ 199668 h 213973"/>
              <a:gd name="csX5" fmla="*/ 621506 w 642937"/>
              <a:gd name="csY5" fmla="*/ 213933 h 213973"/>
              <a:gd name="csX6" fmla="*/ 21431 w 642937"/>
              <a:gd name="csY6" fmla="*/ 213933 h 213973"/>
              <a:gd name="csX7" fmla="*/ 0 w 642937"/>
              <a:gd name="csY7" fmla="*/ 199668 h 213973"/>
              <a:gd name="csX8" fmla="*/ 0 w 642937"/>
              <a:gd name="csY8" fmla="*/ 14224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2937" h="213973">
                <a:moveTo>
                  <a:pt x="0" y="14224"/>
                </a:moveTo>
                <a:cubicBezTo>
                  <a:pt x="0" y="6330"/>
                  <a:pt x="9620" y="-41"/>
                  <a:pt x="21431" y="-41"/>
                </a:cubicBezTo>
                <a:lnTo>
                  <a:pt x="621506" y="-41"/>
                </a:lnTo>
                <a:cubicBezTo>
                  <a:pt x="633413" y="-41"/>
                  <a:pt x="642938" y="6330"/>
                  <a:pt x="642938" y="14224"/>
                </a:cubicBezTo>
                <a:lnTo>
                  <a:pt x="642938" y="199668"/>
                </a:lnTo>
                <a:cubicBezTo>
                  <a:pt x="642938" y="207561"/>
                  <a:pt x="633413" y="213933"/>
                  <a:pt x="621506" y="213933"/>
                </a:cubicBezTo>
                <a:lnTo>
                  <a:pt x="21431" y="213933"/>
                </a:lnTo>
                <a:cubicBezTo>
                  <a:pt x="9620" y="213933"/>
                  <a:pt x="0" y="207561"/>
                  <a:pt x="0" y="199668"/>
                </a:cubicBezTo>
                <a:lnTo>
                  <a:pt x="0" y="14224"/>
                </a:lnTo>
                <a:close/>
              </a:path>
            </a:pathLst>
          </a:custGeom>
          <a:noFill/>
          <a:ln w="714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8" name="任意形状 137">
            <a:extLst>
              <a:ext uri="{FF2B5EF4-FFF2-40B4-BE49-F238E27FC236}">
                <a16:creationId xmlns:a16="http://schemas.microsoft.com/office/drawing/2014/main" id="{2BF72DC7-05A2-BFB3-0C3D-51A8909486E5}"/>
              </a:ext>
            </a:extLst>
          </p:cNvPr>
          <p:cNvSpPr/>
          <p:nvPr/>
        </p:nvSpPr>
        <p:spPr>
          <a:xfrm flipV="1">
            <a:off x="7946612" y="3423806"/>
            <a:ext cx="642937" cy="213973"/>
          </a:xfrm>
          <a:custGeom>
            <a:avLst/>
            <a:gdLst>
              <a:gd name="csX0" fmla="*/ 0 w 642937"/>
              <a:gd name="csY0" fmla="*/ 14305 h 213973"/>
              <a:gd name="csX1" fmla="*/ 21431 w 642937"/>
              <a:gd name="csY1" fmla="*/ 40 h 213973"/>
              <a:gd name="csX2" fmla="*/ 621506 w 642937"/>
              <a:gd name="csY2" fmla="*/ 40 h 213973"/>
              <a:gd name="csX3" fmla="*/ 642938 w 642937"/>
              <a:gd name="csY3" fmla="*/ 14305 h 213973"/>
              <a:gd name="csX4" fmla="*/ 642938 w 642937"/>
              <a:gd name="csY4" fmla="*/ 199749 h 213973"/>
              <a:gd name="csX5" fmla="*/ 621506 w 642937"/>
              <a:gd name="csY5" fmla="*/ 214014 h 213973"/>
              <a:gd name="csX6" fmla="*/ 21431 w 642937"/>
              <a:gd name="csY6" fmla="*/ 214014 h 213973"/>
              <a:gd name="csX7" fmla="*/ 0 w 642937"/>
              <a:gd name="csY7" fmla="*/ 199749 h 213973"/>
              <a:gd name="csX8" fmla="*/ 0 w 642937"/>
              <a:gd name="csY8" fmla="*/ 14305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2937" h="213973">
                <a:moveTo>
                  <a:pt x="0" y="14305"/>
                </a:moveTo>
                <a:cubicBezTo>
                  <a:pt x="0" y="6411"/>
                  <a:pt x="9620" y="40"/>
                  <a:pt x="21431" y="40"/>
                </a:cubicBezTo>
                <a:lnTo>
                  <a:pt x="621506" y="40"/>
                </a:lnTo>
                <a:cubicBezTo>
                  <a:pt x="633413" y="40"/>
                  <a:pt x="642938" y="6411"/>
                  <a:pt x="642938" y="14305"/>
                </a:cubicBezTo>
                <a:lnTo>
                  <a:pt x="642938" y="199749"/>
                </a:lnTo>
                <a:cubicBezTo>
                  <a:pt x="642938" y="207642"/>
                  <a:pt x="633413" y="214014"/>
                  <a:pt x="621506" y="214014"/>
                </a:cubicBezTo>
                <a:lnTo>
                  <a:pt x="21431" y="214014"/>
                </a:lnTo>
                <a:cubicBezTo>
                  <a:pt x="9620" y="214014"/>
                  <a:pt x="0" y="207642"/>
                  <a:pt x="0" y="199749"/>
                </a:cubicBezTo>
                <a:lnTo>
                  <a:pt x="0" y="14305"/>
                </a:lnTo>
                <a:close/>
              </a:path>
            </a:pathLst>
          </a:custGeom>
          <a:solidFill>
            <a:srgbClr val="D0DDF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9" name="任意形状 138">
            <a:extLst>
              <a:ext uri="{FF2B5EF4-FFF2-40B4-BE49-F238E27FC236}">
                <a16:creationId xmlns:a16="http://schemas.microsoft.com/office/drawing/2014/main" id="{58C892C7-F3C5-5A26-0038-E2554714DBC0}"/>
              </a:ext>
            </a:extLst>
          </p:cNvPr>
          <p:cNvSpPr/>
          <p:nvPr/>
        </p:nvSpPr>
        <p:spPr>
          <a:xfrm flipV="1">
            <a:off x="7946612" y="3423806"/>
            <a:ext cx="642937" cy="213973"/>
          </a:xfrm>
          <a:custGeom>
            <a:avLst/>
            <a:gdLst>
              <a:gd name="csX0" fmla="*/ 0 w 642937"/>
              <a:gd name="csY0" fmla="*/ 14305 h 213973"/>
              <a:gd name="csX1" fmla="*/ 21431 w 642937"/>
              <a:gd name="csY1" fmla="*/ 40 h 213973"/>
              <a:gd name="csX2" fmla="*/ 621506 w 642937"/>
              <a:gd name="csY2" fmla="*/ 40 h 213973"/>
              <a:gd name="csX3" fmla="*/ 642938 w 642937"/>
              <a:gd name="csY3" fmla="*/ 14305 h 213973"/>
              <a:gd name="csX4" fmla="*/ 642938 w 642937"/>
              <a:gd name="csY4" fmla="*/ 199749 h 213973"/>
              <a:gd name="csX5" fmla="*/ 621506 w 642937"/>
              <a:gd name="csY5" fmla="*/ 214014 h 213973"/>
              <a:gd name="csX6" fmla="*/ 21431 w 642937"/>
              <a:gd name="csY6" fmla="*/ 214014 h 213973"/>
              <a:gd name="csX7" fmla="*/ 0 w 642937"/>
              <a:gd name="csY7" fmla="*/ 199749 h 213973"/>
              <a:gd name="csX8" fmla="*/ 0 w 642937"/>
              <a:gd name="csY8" fmla="*/ 14305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2937" h="213973">
                <a:moveTo>
                  <a:pt x="0" y="14305"/>
                </a:moveTo>
                <a:cubicBezTo>
                  <a:pt x="0" y="6411"/>
                  <a:pt x="9620" y="40"/>
                  <a:pt x="21431" y="40"/>
                </a:cubicBezTo>
                <a:lnTo>
                  <a:pt x="621506" y="40"/>
                </a:lnTo>
                <a:cubicBezTo>
                  <a:pt x="633413" y="40"/>
                  <a:pt x="642938" y="6411"/>
                  <a:pt x="642938" y="14305"/>
                </a:cubicBezTo>
                <a:lnTo>
                  <a:pt x="642938" y="199749"/>
                </a:lnTo>
                <a:cubicBezTo>
                  <a:pt x="642938" y="207642"/>
                  <a:pt x="633413" y="214014"/>
                  <a:pt x="621506" y="214014"/>
                </a:cubicBezTo>
                <a:lnTo>
                  <a:pt x="21431" y="214014"/>
                </a:lnTo>
                <a:cubicBezTo>
                  <a:pt x="9620" y="214014"/>
                  <a:pt x="0" y="207642"/>
                  <a:pt x="0" y="199749"/>
                </a:cubicBezTo>
                <a:lnTo>
                  <a:pt x="0" y="14305"/>
                </a:lnTo>
                <a:close/>
              </a:path>
            </a:pathLst>
          </a:custGeom>
          <a:noFill/>
          <a:ln w="7144" cap="flat">
            <a:solidFill>
              <a:srgbClr val="999999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0" name="任意形状 139">
            <a:extLst>
              <a:ext uri="{FF2B5EF4-FFF2-40B4-BE49-F238E27FC236}">
                <a16:creationId xmlns:a16="http://schemas.microsoft.com/office/drawing/2014/main" id="{26FFF2EB-BFE6-00C9-6C2E-89C350D11C01}"/>
              </a:ext>
            </a:extLst>
          </p:cNvPr>
          <p:cNvSpPr/>
          <p:nvPr/>
        </p:nvSpPr>
        <p:spPr>
          <a:xfrm flipV="1">
            <a:off x="7943469" y="3879843"/>
            <a:ext cx="642937" cy="213973"/>
          </a:xfrm>
          <a:custGeom>
            <a:avLst/>
            <a:gdLst>
              <a:gd name="csX0" fmla="*/ 0 w 642937"/>
              <a:gd name="csY0" fmla="*/ 14397 h 213973"/>
              <a:gd name="csX1" fmla="*/ 21431 w 642937"/>
              <a:gd name="csY1" fmla="*/ 132 h 213973"/>
              <a:gd name="csX2" fmla="*/ 621506 w 642937"/>
              <a:gd name="csY2" fmla="*/ 132 h 213973"/>
              <a:gd name="csX3" fmla="*/ 642938 w 642937"/>
              <a:gd name="csY3" fmla="*/ 14397 h 213973"/>
              <a:gd name="csX4" fmla="*/ 642938 w 642937"/>
              <a:gd name="csY4" fmla="*/ 199841 h 213973"/>
              <a:gd name="csX5" fmla="*/ 621506 w 642937"/>
              <a:gd name="csY5" fmla="*/ 214106 h 213973"/>
              <a:gd name="csX6" fmla="*/ 21431 w 642937"/>
              <a:gd name="csY6" fmla="*/ 214106 h 213973"/>
              <a:gd name="csX7" fmla="*/ 0 w 642937"/>
              <a:gd name="csY7" fmla="*/ 199841 h 213973"/>
              <a:gd name="csX8" fmla="*/ 0 w 642937"/>
              <a:gd name="csY8" fmla="*/ 14397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2937" h="213973">
                <a:moveTo>
                  <a:pt x="0" y="14397"/>
                </a:moveTo>
                <a:cubicBezTo>
                  <a:pt x="0" y="6504"/>
                  <a:pt x="9525" y="132"/>
                  <a:pt x="21431" y="132"/>
                </a:cubicBezTo>
                <a:lnTo>
                  <a:pt x="621506" y="132"/>
                </a:lnTo>
                <a:cubicBezTo>
                  <a:pt x="633317" y="132"/>
                  <a:pt x="642938" y="6504"/>
                  <a:pt x="642938" y="14397"/>
                </a:cubicBezTo>
                <a:lnTo>
                  <a:pt x="642938" y="199841"/>
                </a:lnTo>
                <a:cubicBezTo>
                  <a:pt x="642938" y="207734"/>
                  <a:pt x="633317" y="214106"/>
                  <a:pt x="621506" y="214106"/>
                </a:cubicBezTo>
                <a:lnTo>
                  <a:pt x="21431" y="214106"/>
                </a:lnTo>
                <a:cubicBezTo>
                  <a:pt x="9525" y="214106"/>
                  <a:pt x="0" y="207734"/>
                  <a:pt x="0" y="199841"/>
                </a:cubicBezTo>
                <a:lnTo>
                  <a:pt x="0" y="14397"/>
                </a:lnTo>
                <a:close/>
              </a:path>
            </a:pathLst>
          </a:custGeom>
          <a:solidFill>
            <a:srgbClr val="D0DDF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1" name="任意形状 140">
            <a:extLst>
              <a:ext uri="{FF2B5EF4-FFF2-40B4-BE49-F238E27FC236}">
                <a16:creationId xmlns:a16="http://schemas.microsoft.com/office/drawing/2014/main" id="{BFCCDD6D-4B61-BBC4-2C7E-81E1C3B9BCBF}"/>
              </a:ext>
            </a:extLst>
          </p:cNvPr>
          <p:cNvSpPr/>
          <p:nvPr/>
        </p:nvSpPr>
        <p:spPr>
          <a:xfrm flipV="1">
            <a:off x="7943469" y="3879843"/>
            <a:ext cx="642937" cy="213973"/>
          </a:xfrm>
          <a:custGeom>
            <a:avLst/>
            <a:gdLst>
              <a:gd name="csX0" fmla="*/ 0 w 642937"/>
              <a:gd name="csY0" fmla="*/ 14397 h 213973"/>
              <a:gd name="csX1" fmla="*/ 21431 w 642937"/>
              <a:gd name="csY1" fmla="*/ 132 h 213973"/>
              <a:gd name="csX2" fmla="*/ 621506 w 642937"/>
              <a:gd name="csY2" fmla="*/ 132 h 213973"/>
              <a:gd name="csX3" fmla="*/ 642938 w 642937"/>
              <a:gd name="csY3" fmla="*/ 14397 h 213973"/>
              <a:gd name="csX4" fmla="*/ 642938 w 642937"/>
              <a:gd name="csY4" fmla="*/ 199841 h 213973"/>
              <a:gd name="csX5" fmla="*/ 621506 w 642937"/>
              <a:gd name="csY5" fmla="*/ 214106 h 213973"/>
              <a:gd name="csX6" fmla="*/ 21431 w 642937"/>
              <a:gd name="csY6" fmla="*/ 214106 h 213973"/>
              <a:gd name="csX7" fmla="*/ 0 w 642937"/>
              <a:gd name="csY7" fmla="*/ 199841 h 213973"/>
              <a:gd name="csX8" fmla="*/ 0 w 642937"/>
              <a:gd name="csY8" fmla="*/ 14397 h 213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2937" h="213973">
                <a:moveTo>
                  <a:pt x="0" y="14397"/>
                </a:moveTo>
                <a:cubicBezTo>
                  <a:pt x="0" y="6504"/>
                  <a:pt x="9525" y="132"/>
                  <a:pt x="21431" y="132"/>
                </a:cubicBezTo>
                <a:lnTo>
                  <a:pt x="621506" y="132"/>
                </a:lnTo>
                <a:cubicBezTo>
                  <a:pt x="633317" y="132"/>
                  <a:pt x="642938" y="6504"/>
                  <a:pt x="642938" y="14397"/>
                </a:cubicBezTo>
                <a:lnTo>
                  <a:pt x="642938" y="199841"/>
                </a:lnTo>
                <a:cubicBezTo>
                  <a:pt x="642938" y="207734"/>
                  <a:pt x="633317" y="214106"/>
                  <a:pt x="621506" y="214106"/>
                </a:cubicBezTo>
                <a:lnTo>
                  <a:pt x="21431" y="214106"/>
                </a:lnTo>
                <a:cubicBezTo>
                  <a:pt x="9525" y="214106"/>
                  <a:pt x="0" y="207734"/>
                  <a:pt x="0" y="199841"/>
                </a:cubicBezTo>
                <a:lnTo>
                  <a:pt x="0" y="14397"/>
                </a:lnTo>
                <a:close/>
              </a:path>
            </a:pathLst>
          </a:custGeom>
          <a:noFill/>
          <a:ln w="7144" cap="flat">
            <a:solidFill>
              <a:srgbClr val="999999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2" name="任意形状 141">
            <a:extLst>
              <a:ext uri="{FF2B5EF4-FFF2-40B4-BE49-F238E27FC236}">
                <a16:creationId xmlns:a16="http://schemas.microsoft.com/office/drawing/2014/main" id="{DFEB95EE-8348-12E1-DBEB-197547970DE9}"/>
              </a:ext>
            </a:extLst>
          </p:cNvPr>
          <p:cNvSpPr/>
          <p:nvPr/>
        </p:nvSpPr>
        <p:spPr>
          <a:xfrm flipV="1">
            <a:off x="7943469" y="4405672"/>
            <a:ext cx="642937" cy="213926"/>
          </a:xfrm>
          <a:custGeom>
            <a:avLst/>
            <a:gdLst>
              <a:gd name="csX0" fmla="*/ 0 w 642937"/>
              <a:gd name="csY0" fmla="*/ 14493 h 213926"/>
              <a:gd name="csX1" fmla="*/ 21431 w 642937"/>
              <a:gd name="csY1" fmla="*/ 228 h 213926"/>
              <a:gd name="csX2" fmla="*/ 621506 w 642937"/>
              <a:gd name="csY2" fmla="*/ 228 h 213926"/>
              <a:gd name="csX3" fmla="*/ 642938 w 642937"/>
              <a:gd name="csY3" fmla="*/ 14493 h 213926"/>
              <a:gd name="csX4" fmla="*/ 642938 w 642937"/>
              <a:gd name="csY4" fmla="*/ 199890 h 213926"/>
              <a:gd name="csX5" fmla="*/ 621506 w 642937"/>
              <a:gd name="csY5" fmla="*/ 214154 h 213926"/>
              <a:gd name="csX6" fmla="*/ 21431 w 642937"/>
              <a:gd name="csY6" fmla="*/ 214154 h 213926"/>
              <a:gd name="csX7" fmla="*/ 0 w 642937"/>
              <a:gd name="csY7" fmla="*/ 199890 h 213926"/>
              <a:gd name="csX8" fmla="*/ 0 w 642937"/>
              <a:gd name="csY8" fmla="*/ 14493 h 2139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2937" h="213926">
                <a:moveTo>
                  <a:pt x="0" y="14493"/>
                </a:moveTo>
                <a:cubicBezTo>
                  <a:pt x="0" y="6619"/>
                  <a:pt x="9525" y="228"/>
                  <a:pt x="21431" y="228"/>
                </a:cubicBezTo>
                <a:lnTo>
                  <a:pt x="621506" y="228"/>
                </a:lnTo>
                <a:cubicBezTo>
                  <a:pt x="633317" y="228"/>
                  <a:pt x="642938" y="6619"/>
                  <a:pt x="642938" y="14493"/>
                </a:cubicBezTo>
                <a:lnTo>
                  <a:pt x="642938" y="199890"/>
                </a:lnTo>
                <a:cubicBezTo>
                  <a:pt x="642938" y="207783"/>
                  <a:pt x="633317" y="214154"/>
                  <a:pt x="621506" y="214154"/>
                </a:cubicBezTo>
                <a:lnTo>
                  <a:pt x="21431" y="214154"/>
                </a:lnTo>
                <a:cubicBezTo>
                  <a:pt x="9525" y="214154"/>
                  <a:pt x="0" y="207783"/>
                  <a:pt x="0" y="199890"/>
                </a:cubicBezTo>
                <a:lnTo>
                  <a:pt x="0" y="14493"/>
                </a:lnTo>
                <a:close/>
              </a:path>
            </a:pathLst>
          </a:custGeom>
          <a:solidFill>
            <a:srgbClr val="CCEEC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" name="任意形状 142">
            <a:extLst>
              <a:ext uri="{FF2B5EF4-FFF2-40B4-BE49-F238E27FC236}">
                <a16:creationId xmlns:a16="http://schemas.microsoft.com/office/drawing/2014/main" id="{B0011E92-EA51-F1C7-AF8E-6AA7F1924FE1}"/>
              </a:ext>
            </a:extLst>
          </p:cNvPr>
          <p:cNvSpPr/>
          <p:nvPr/>
        </p:nvSpPr>
        <p:spPr>
          <a:xfrm flipV="1">
            <a:off x="7943469" y="4405672"/>
            <a:ext cx="642937" cy="213926"/>
          </a:xfrm>
          <a:custGeom>
            <a:avLst/>
            <a:gdLst>
              <a:gd name="csX0" fmla="*/ 0 w 642937"/>
              <a:gd name="csY0" fmla="*/ 14493 h 213926"/>
              <a:gd name="csX1" fmla="*/ 21431 w 642937"/>
              <a:gd name="csY1" fmla="*/ 228 h 213926"/>
              <a:gd name="csX2" fmla="*/ 621506 w 642937"/>
              <a:gd name="csY2" fmla="*/ 228 h 213926"/>
              <a:gd name="csX3" fmla="*/ 642938 w 642937"/>
              <a:gd name="csY3" fmla="*/ 14493 h 213926"/>
              <a:gd name="csX4" fmla="*/ 642938 w 642937"/>
              <a:gd name="csY4" fmla="*/ 199890 h 213926"/>
              <a:gd name="csX5" fmla="*/ 621506 w 642937"/>
              <a:gd name="csY5" fmla="*/ 214154 h 213926"/>
              <a:gd name="csX6" fmla="*/ 21431 w 642937"/>
              <a:gd name="csY6" fmla="*/ 214154 h 213926"/>
              <a:gd name="csX7" fmla="*/ 0 w 642937"/>
              <a:gd name="csY7" fmla="*/ 199890 h 213926"/>
              <a:gd name="csX8" fmla="*/ 0 w 642937"/>
              <a:gd name="csY8" fmla="*/ 14493 h 2139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42937" h="213926">
                <a:moveTo>
                  <a:pt x="0" y="14493"/>
                </a:moveTo>
                <a:cubicBezTo>
                  <a:pt x="0" y="6619"/>
                  <a:pt x="9525" y="228"/>
                  <a:pt x="21431" y="228"/>
                </a:cubicBezTo>
                <a:lnTo>
                  <a:pt x="621506" y="228"/>
                </a:lnTo>
                <a:cubicBezTo>
                  <a:pt x="633317" y="228"/>
                  <a:pt x="642938" y="6619"/>
                  <a:pt x="642938" y="14493"/>
                </a:cubicBezTo>
                <a:lnTo>
                  <a:pt x="642938" y="199890"/>
                </a:lnTo>
                <a:cubicBezTo>
                  <a:pt x="642938" y="207783"/>
                  <a:pt x="633317" y="214154"/>
                  <a:pt x="621506" y="214154"/>
                </a:cubicBezTo>
                <a:lnTo>
                  <a:pt x="21431" y="214154"/>
                </a:lnTo>
                <a:cubicBezTo>
                  <a:pt x="9525" y="214154"/>
                  <a:pt x="0" y="207783"/>
                  <a:pt x="0" y="199890"/>
                </a:cubicBezTo>
                <a:lnTo>
                  <a:pt x="0" y="14493"/>
                </a:lnTo>
                <a:close/>
              </a:path>
            </a:pathLst>
          </a:custGeom>
          <a:noFill/>
          <a:ln w="714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7" name="任意形状 176">
            <a:extLst>
              <a:ext uri="{FF2B5EF4-FFF2-40B4-BE49-F238E27FC236}">
                <a16:creationId xmlns:a16="http://schemas.microsoft.com/office/drawing/2014/main" id="{58EC635B-51CA-C91F-1A9F-EB843383ADB1}"/>
              </a:ext>
            </a:extLst>
          </p:cNvPr>
          <p:cNvSpPr/>
          <p:nvPr/>
        </p:nvSpPr>
        <p:spPr>
          <a:xfrm flipV="1">
            <a:off x="4497990" y="1933750"/>
            <a:ext cx="262413" cy="190"/>
          </a:xfrm>
          <a:custGeom>
            <a:avLst/>
            <a:gdLst>
              <a:gd name="csX0" fmla="*/ 0 w 262413"/>
              <a:gd name="csY0" fmla="*/ -124 h 190"/>
              <a:gd name="csX1" fmla="*/ 262414 w 262413"/>
              <a:gd name="csY1" fmla="*/ -314 h 19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2413" h="190">
                <a:moveTo>
                  <a:pt x="0" y="-124"/>
                </a:moveTo>
                <a:lnTo>
                  <a:pt x="262414" y="-314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8" name="任意形状 177">
            <a:extLst>
              <a:ext uri="{FF2B5EF4-FFF2-40B4-BE49-F238E27FC236}">
                <a16:creationId xmlns:a16="http://schemas.microsoft.com/office/drawing/2014/main" id="{8D438829-BF37-E614-6BD9-2AB18105E162}"/>
              </a:ext>
            </a:extLst>
          </p:cNvPr>
          <p:cNvSpPr/>
          <p:nvPr/>
        </p:nvSpPr>
        <p:spPr>
          <a:xfrm flipV="1">
            <a:off x="4745259" y="1902842"/>
            <a:ext cx="62293" cy="62195"/>
          </a:xfrm>
          <a:custGeom>
            <a:avLst/>
            <a:gdLst>
              <a:gd name="csX0" fmla="*/ 62294 w 62293"/>
              <a:gd name="csY0" fmla="*/ 30784 h 62195"/>
              <a:gd name="csX1" fmla="*/ 0 w 62293"/>
              <a:gd name="csY1" fmla="*/ -314 h 62195"/>
              <a:gd name="csX2" fmla="*/ 0 w 62293"/>
              <a:gd name="csY2" fmla="*/ 61881 h 62195"/>
              <a:gd name="csX3" fmla="*/ 62294 w 62293"/>
              <a:gd name="csY3" fmla="*/ 30784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62294" y="30784"/>
                </a:moveTo>
                <a:lnTo>
                  <a:pt x="0" y="-314"/>
                </a:lnTo>
                <a:cubicBezTo>
                  <a:pt x="9811" y="19276"/>
                  <a:pt x="9811" y="42290"/>
                  <a:pt x="0" y="61881"/>
                </a:cubicBezTo>
                <a:lnTo>
                  <a:pt x="62294" y="30784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9" name="任意形状 178">
            <a:extLst>
              <a:ext uri="{FF2B5EF4-FFF2-40B4-BE49-F238E27FC236}">
                <a16:creationId xmlns:a16="http://schemas.microsoft.com/office/drawing/2014/main" id="{0D83D0E2-C349-4B19-AD33-FA85ABC3B3AB}"/>
              </a:ext>
            </a:extLst>
          </p:cNvPr>
          <p:cNvSpPr/>
          <p:nvPr/>
        </p:nvSpPr>
        <p:spPr>
          <a:xfrm flipV="1">
            <a:off x="5435631" y="1934225"/>
            <a:ext cx="324897" cy="9509"/>
          </a:xfrm>
          <a:custGeom>
            <a:avLst/>
            <a:gdLst>
              <a:gd name="csX0" fmla="*/ 0 w 324897"/>
              <a:gd name="csY0" fmla="*/ -314 h 9509"/>
              <a:gd name="csX1" fmla="*/ 324898 w 324897"/>
              <a:gd name="csY1" fmla="*/ -314 h 9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4897" h="9509">
                <a:moveTo>
                  <a:pt x="0" y="-314"/>
                </a:moveTo>
                <a:lnTo>
                  <a:pt x="324898" y="-314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0" name="任意形状 179">
            <a:extLst>
              <a:ext uri="{FF2B5EF4-FFF2-40B4-BE49-F238E27FC236}">
                <a16:creationId xmlns:a16="http://schemas.microsoft.com/office/drawing/2014/main" id="{F4877FEC-6B2A-1995-E9E3-7D48CEC6EB5C}"/>
              </a:ext>
            </a:extLst>
          </p:cNvPr>
          <p:cNvSpPr/>
          <p:nvPr/>
        </p:nvSpPr>
        <p:spPr>
          <a:xfrm flipV="1">
            <a:off x="5745384" y="1903128"/>
            <a:ext cx="62293" cy="62195"/>
          </a:xfrm>
          <a:custGeom>
            <a:avLst/>
            <a:gdLst>
              <a:gd name="csX0" fmla="*/ 62294 w 62293"/>
              <a:gd name="csY0" fmla="*/ 30784 h 62195"/>
              <a:gd name="csX1" fmla="*/ 0 w 62293"/>
              <a:gd name="csY1" fmla="*/ -314 h 62195"/>
              <a:gd name="csX2" fmla="*/ 0 w 62293"/>
              <a:gd name="csY2" fmla="*/ 61881 h 62195"/>
              <a:gd name="csX3" fmla="*/ 62294 w 62293"/>
              <a:gd name="csY3" fmla="*/ 30784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62294" y="30784"/>
                </a:moveTo>
                <a:lnTo>
                  <a:pt x="0" y="-314"/>
                </a:lnTo>
                <a:cubicBezTo>
                  <a:pt x="9811" y="19276"/>
                  <a:pt x="9811" y="42291"/>
                  <a:pt x="0" y="61881"/>
                </a:cubicBezTo>
                <a:lnTo>
                  <a:pt x="62294" y="30784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1" name="任意形状 180">
            <a:extLst>
              <a:ext uri="{FF2B5EF4-FFF2-40B4-BE49-F238E27FC236}">
                <a16:creationId xmlns:a16="http://schemas.microsoft.com/office/drawing/2014/main" id="{98F48A3E-3904-9B87-9468-A7AE47B21643}"/>
              </a:ext>
            </a:extLst>
          </p:cNvPr>
          <p:cNvSpPr/>
          <p:nvPr/>
        </p:nvSpPr>
        <p:spPr>
          <a:xfrm flipV="1">
            <a:off x="6435756" y="1934510"/>
            <a:ext cx="134302" cy="190"/>
          </a:xfrm>
          <a:custGeom>
            <a:avLst/>
            <a:gdLst>
              <a:gd name="csX0" fmla="*/ 0 w 134302"/>
              <a:gd name="csY0" fmla="*/ -124 h 190"/>
              <a:gd name="csX1" fmla="*/ 134302 w 134302"/>
              <a:gd name="csY1" fmla="*/ -314 h 19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4302" h="190">
                <a:moveTo>
                  <a:pt x="0" y="-124"/>
                </a:moveTo>
                <a:lnTo>
                  <a:pt x="134302" y="-314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2" name="任意形状 181">
            <a:extLst>
              <a:ext uri="{FF2B5EF4-FFF2-40B4-BE49-F238E27FC236}">
                <a16:creationId xmlns:a16="http://schemas.microsoft.com/office/drawing/2014/main" id="{5CA487A0-A999-5779-A95E-F41B03784C72}"/>
              </a:ext>
            </a:extLst>
          </p:cNvPr>
          <p:cNvSpPr/>
          <p:nvPr/>
        </p:nvSpPr>
        <p:spPr>
          <a:xfrm flipV="1">
            <a:off x="6554914" y="1903603"/>
            <a:ext cx="62388" cy="62195"/>
          </a:xfrm>
          <a:custGeom>
            <a:avLst/>
            <a:gdLst>
              <a:gd name="csX0" fmla="*/ 62389 w 62388"/>
              <a:gd name="csY0" fmla="*/ 30783 h 62195"/>
              <a:gd name="csX1" fmla="*/ 0 w 62388"/>
              <a:gd name="csY1" fmla="*/ -314 h 62195"/>
              <a:gd name="csX2" fmla="*/ 95 w 62388"/>
              <a:gd name="csY2" fmla="*/ 61881 h 62195"/>
              <a:gd name="csX3" fmla="*/ 62389 w 62388"/>
              <a:gd name="csY3" fmla="*/ 30783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388" h="62195">
                <a:moveTo>
                  <a:pt x="62389" y="30783"/>
                </a:moveTo>
                <a:lnTo>
                  <a:pt x="0" y="-314"/>
                </a:lnTo>
                <a:cubicBezTo>
                  <a:pt x="9811" y="19276"/>
                  <a:pt x="9906" y="42386"/>
                  <a:pt x="95" y="61881"/>
                </a:cubicBezTo>
                <a:lnTo>
                  <a:pt x="62389" y="30783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3" name="任意形状 182">
            <a:extLst>
              <a:ext uri="{FF2B5EF4-FFF2-40B4-BE49-F238E27FC236}">
                <a16:creationId xmlns:a16="http://schemas.microsoft.com/office/drawing/2014/main" id="{BAF7B6F6-873E-4E4A-2878-9BE85B055822}"/>
              </a:ext>
            </a:extLst>
          </p:cNvPr>
          <p:cNvSpPr/>
          <p:nvPr/>
        </p:nvSpPr>
        <p:spPr>
          <a:xfrm flipV="1">
            <a:off x="5564505" y="2226846"/>
            <a:ext cx="9525" cy="114119"/>
          </a:xfrm>
          <a:custGeom>
            <a:avLst/>
            <a:gdLst>
              <a:gd name="csX0" fmla="*/ 0 w 9525"/>
              <a:gd name="csY0" fmla="*/ 113879 h 114119"/>
              <a:gd name="csX1" fmla="*/ 0 w 9525"/>
              <a:gd name="csY1" fmla="*/ -241 h 114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14119">
                <a:moveTo>
                  <a:pt x="0" y="113879"/>
                </a:moveTo>
                <a:lnTo>
                  <a:pt x="0" y="-241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" name="任意形状 183">
            <a:extLst>
              <a:ext uri="{FF2B5EF4-FFF2-40B4-BE49-F238E27FC236}">
                <a16:creationId xmlns:a16="http://schemas.microsoft.com/office/drawing/2014/main" id="{BEDA7153-7FD8-6FA0-3FA0-B6998AE6A861}"/>
              </a:ext>
            </a:extLst>
          </p:cNvPr>
          <p:cNvSpPr/>
          <p:nvPr/>
        </p:nvSpPr>
        <p:spPr>
          <a:xfrm flipV="1">
            <a:off x="5533358" y="2325845"/>
            <a:ext cx="62293" cy="62194"/>
          </a:xfrm>
          <a:custGeom>
            <a:avLst/>
            <a:gdLst>
              <a:gd name="csX0" fmla="*/ 31147 w 62293"/>
              <a:gd name="csY0" fmla="*/ -225 h 62194"/>
              <a:gd name="csX1" fmla="*/ 0 w 62293"/>
              <a:gd name="csY1" fmla="*/ 61970 h 62194"/>
              <a:gd name="csX2" fmla="*/ 62294 w 62293"/>
              <a:gd name="csY2" fmla="*/ 61970 h 62194"/>
              <a:gd name="csX3" fmla="*/ 31147 w 62293"/>
              <a:gd name="csY3" fmla="*/ -225 h 621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4">
                <a:moveTo>
                  <a:pt x="31147" y="-225"/>
                </a:moveTo>
                <a:lnTo>
                  <a:pt x="0" y="61970"/>
                </a:lnTo>
                <a:cubicBezTo>
                  <a:pt x="19621" y="52174"/>
                  <a:pt x="42672" y="52174"/>
                  <a:pt x="62294" y="61970"/>
                </a:cubicBezTo>
                <a:lnTo>
                  <a:pt x="31147" y="-22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5" name="任意形状 184">
            <a:extLst>
              <a:ext uri="{FF2B5EF4-FFF2-40B4-BE49-F238E27FC236}">
                <a16:creationId xmlns:a16="http://schemas.microsoft.com/office/drawing/2014/main" id="{EE34CEE4-4C8A-9ABF-05E9-197F0C6E846D}"/>
              </a:ext>
            </a:extLst>
          </p:cNvPr>
          <p:cNvSpPr/>
          <p:nvPr/>
        </p:nvSpPr>
        <p:spPr>
          <a:xfrm flipV="1">
            <a:off x="4607147" y="3105281"/>
            <a:ext cx="592359" cy="9509"/>
          </a:xfrm>
          <a:custGeom>
            <a:avLst/>
            <a:gdLst>
              <a:gd name="csX0" fmla="*/ 0 w 592359"/>
              <a:gd name="csY0" fmla="*/ -68 h 9509"/>
              <a:gd name="csX1" fmla="*/ 592360 w 592359"/>
              <a:gd name="csY1" fmla="*/ -68 h 9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92359" h="9509">
                <a:moveTo>
                  <a:pt x="0" y="-68"/>
                </a:moveTo>
                <a:lnTo>
                  <a:pt x="592360" y="-68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6" name="任意形状 185">
            <a:extLst>
              <a:ext uri="{FF2B5EF4-FFF2-40B4-BE49-F238E27FC236}">
                <a16:creationId xmlns:a16="http://schemas.microsoft.com/office/drawing/2014/main" id="{84314A48-BA28-F05D-471B-CD9D30FB6296}"/>
              </a:ext>
            </a:extLst>
          </p:cNvPr>
          <p:cNvSpPr/>
          <p:nvPr/>
        </p:nvSpPr>
        <p:spPr>
          <a:xfrm flipV="1">
            <a:off x="5184362" y="3074183"/>
            <a:ext cx="62293" cy="62195"/>
          </a:xfrm>
          <a:custGeom>
            <a:avLst/>
            <a:gdLst>
              <a:gd name="csX0" fmla="*/ 62293 w 62293"/>
              <a:gd name="csY0" fmla="*/ 31030 h 62195"/>
              <a:gd name="csX1" fmla="*/ 0 w 62293"/>
              <a:gd name="csY1" fmla="*/ -68 h 62195"/>
              <a:gd name="csX2" fmla="*/ 0 w 62293"/>
              <a:gd name="csY2" fmla="*/ 62127 h 62195"/>
              <a:gd name="csX3" fmla="*/ 62293 w 62293"/>
              <a:gd name="csY3" fmla="*/ 31030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62293" y="31030"/>
                </a:moveTo>
                <a:lnTo>
                  <a:pt x="0" y="-68"/>
                </a:lnTo>
                <a:cubicBezTo>
                  <a:pt x="9811" y="19523"/>
                  <a:pt x="9811" y="42537"/>
                  <a:pt x="0" y="62127"/>
                </a:cubicBezTo>
                <a:lnTo>
                  <a:pt x="62293" y="3103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7" name="任意形状 186">
            <a:extLst>
              <a:ext uri="{FF2B5EF4-FFF2-40B4-BE49-F238E27FC236}">
                <a16:creationId xmlns:a16="http://schemas.microsoft.com/office/drawing/2014/main" id="{D82FD4B0-1D26-B0D1-F598-D5357802432D}"/>
              </a:ext>
            </a:extLst>
          </p:cNvPr>
          <p:cNvSpPr/>
          <p:nvPr/>
        </p:nvSpPr>
        <p:spPr>
          <a:xfrm flipV="1">
            <a:off x="5889593" y="3105281"/>
            <a:ext cx="502634" cy="9509"/>
          </a:xfrm>
          <a:custGeom>
            <a:avLst/>
            <a:gdLst>
              <a:gd name="csX0" fmla="*/ 0 w 502634"/>
              <a:gd name="csY0" fmla="*/ -68 h 9509"/>
              <a:gd name="csX1" fmla="*/ 502634 w 502634"/>
              <a:gd name="csY1" fmla="*/ -68 h 9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02634" h="9509">
                <a:moveTo>
                  <a:pt x="0" y="-68"/>
                </a:moveTo>
                <a:lnTo>
                  <a:pt x="502634" y="-68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8" name="任意形状 187">
            <a:extLst>
              <a:ext uri="{FF2B5EF4-FFF2-40B4-BE49-F238E27FC236}">
                <a16:creationId xmlns:a16="http://schemas.microsoft.com/office/drawing/2014/main" id="{D372CA08-06D8-1946-F568-4C88A78AE7DE}"/>
              </a:ext>
            </a:extLst>
          </p:cNvPr>
          <p:cNvSpPr/>
          <p:nvPr/>
        </p:nvSpPr>
        <p:spPr>
          <a:xfrm flipV="1">
            <a:off x="6377082" y="3074183"/>
            <a:ext cx="62293" cy="62195"/>
          </a:xfrm>
          <a:custGeom>
            <a:avLst/>
            <a:gdLst>
              <a:gd name="csX0" fmla="*/ 62293 w 62293"/>
              <a:gd name="csY0" fmla="*/ 31030 h 62195"/>
              <a:gd name="csX1" fmla="*/ 0 w 62293"/>
              <a:gd name="csY1" fmla="*/ -68 h 62195"/>
              <a:gd name="csX2" fmla="*/ 0 w 62293"/>
              <a:gd name="csY2" fmla="*/ 62127 h 62195"/>
              <a:gd name="csX3" fmla="*/ 62293 w 62293"/>
              <a:gd name="csY3" fmla="*/ 31030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62293" y="31030"/>
                </a:moveTo>
                <a:lnTo>
                  <a:pt x="0" y="-68"/>
                </a:lnTo>
                <a:cubicBezTo>
                  <a:pt x="9811" y="19523"/>
                  <a:pt x="9811" y="42537"/>
                  <a:pt x="0" y="62127"/>
                </a:cubicBezTo>
                <a:lnTo>
                  <a:pt x="62293" y="3103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9" name="任意形状 188">
            <a:extLst>
              <a:ext uri="{FF2B5EF4-FFF2-40B4-BE49-F238E27FC236}">
                <a16:creationId xmlns:a16="http://schemas.microsoft.com/office/drawing/2014/main" id="{607C60F7-2FB2-4F63-2857-5C1806499633}"/>
              </a:ext>
            </a:extLst>
          </p:cNvPr>
          <p:cNvSpPr/>
          <p:nvPr/>
        </p:nvSpPr>
        <p:spPr>
          <a:xfrm flipV="1">
            <a:off x="4902803" y="3785623"/>
            <a:ext cx="197167" cy="9509"/>
          </a:xfrm>
          <a:custGeom>
            <a:avLst/>
            <a:gdLst>
              <a:gd name="csX0" fmla="*/ 0 w 197167"/>
              <a:gd name="csY0" fmla="*/ 75 h 9509"/>
              <a:gd name="csX1" fmla="*/ 197167 w 197167"/>
              <a:gd name="csY1" fmla="*/ 75 h 9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7167" h="9509">
                <a:moveTo>
                  <a:pt x="0" y="75"/>
                </a:moveTo>
                <a:lnTo>
                  <a:pt x="197167" y="75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0" name="任意形状 189">
            <a:extLst>
              <a:ext uri="{FF2B5EF4-FFF2-40B4-BE49-F238E27FC236}">
                <a16:creationId xmlns:a16="http://schemas.microsoft.com/office/drawing/2014/main" id="{D0D444DF-68E7-22A6-B378-989321BFEE36}"/>
              </a:ext>
            </a:extLst>
          </p:cNvPr>
          <p:cNvSpPr/>
          <p:nvPr/>
        </p:nvSpPr>
        <p:spPr>
          <a:xfrm flipV="1">
            <a:off x="5084825" y="3754525"/>
            <a:ext cx="62293" cy="62195"/>
          </a:xfrm>
          <a:custGeom>
            <a:avLst/>
            <a:gdLst>
              <a:gd name="csX0" fmla="*/ 62294 w 62293"/>
              <a:gd name="csY0" fmla="*/ 31173 h 62195"/>
              <a:gd name="csX1" fmla="*/ 0 w 62293"/>
              <a:gd name="csY1" fmla="*/ 75 h 62195"/>
              <a:gd name="csX2" fmla="*/ 0 w 62293"/>
              <a:gd name="csY2" fmla="*/ 62270 h 62195"/>
              <a:gd name="csX3" fmla="*/ 62294 w 62293"/>
              <a:gd name="csY3" fmla="*/ 31173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62294" y="31173"/>
                </a:moveTo>
                <a:lnTo>
                  <a:pt x="0" y="75"/>
                </a:lnTo>
                <a:cubicBezTo>
                  <a:pt x="9811" y="19666"/>
                  <a:pt x="9811" y="42680"/>
                  <a:pt x="0" y="62270"/>
                </a:cubicBezTo>
                <a:lnTo>
                  <a:pt x="62294" y="31173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1" name="任意形状 190">
            <a:extLst>
              <a:ext uri="{FF2B5EF4-FFF2-40B4-BE49-F238E27FC236}">
                <a16:creationId xmlns:a16="http://schemas.microsoft.com/office/drawing/2014/main" id="{2C06F401-8157-18A0-B58A-3A896CBA2842}"/>
              </a:ext>
            </a:extLst>
          </p:cNvPr>
          <p:cNvSpPr/>
          <p:nvPr/>
        </p:nvSpPr>
        <p:spPr>
          <a:xfrm flipV="1">
            <a:off x="6075807" y="3785623"/>
            <a:ext cx="135159" cy="9509"/>
          </a:xfrm>
          <a:custGeom>
            <a:avLst/>
            <a:gdLst>
              <a:gd name="csX0" fmla="*/ 0 w 135159"/>
              <a:gd name="csY0" fmla="*/ 75 h 9509"/>
              <a:gd name="csX1" fmla="*/ 135160 w 135159"/>
              <a:gd name="csY1" fmla="*/ 75 h 9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5159" h="9509">
                <a:moveTo>
                  <a:pt x="0" y="75"/>
                </a:moveTo>
                <a:lnTo>
                  <a:pt x="135160" y="75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2" name="任意形状 191">
            <a:extLst>
              <a:ext uri="{FF2B5EF4-FFF2-40B4-BE49-F238E27FC236}">
                <a16:creationId xmlns:a16="http://schemas.microsoft.com/office/drawing/2014/main" id="{61428C7F-68EA-8777-74F0-13E011DBE3ED}"/>
              </a:ext>
            </a:extLst>
          </p:cNvPr>
          <p:cNvSpPr/>
          <p:nvPr/>
        </p:nvSpPr>
        <p:spPr>
          <a:xfrm flipV="1">
            <a:off x="6195822" y="3754525"/>
            <a:ext cx="62293" cy="62195"/>
          </a:xfrm>
          <a:custGeom>
            <a:avLst/>
            <a:gdLst>
              <a:gd name="csX0" fmla="*/ 62293 w 62293"/>
              <a:gd name="csY0" fmla="*/ 31173 h 62195"/>
              <a:gd name="csX1" fmla="*/ 0 w 62293"/>
              <a:gd name="csY1" fmla="*/ 75 h 62195"/>
              <a:gd name="csX2" fmla="*/ 0 w 62293"/>
              <a:gd name="csY2" fmla="*/ 62270 h 62195"/>
              <a:gd name="csX3" fmla="*/ 62293 w 62293"/>
              <a:gd name="csY3" fmla="*/ 31173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62293" y="31173"/>
                </a:moveTo>
                <a:lnTo>
                  <a:pt x="0" y="75"/>
                </a:lnTo>
                <a:cubicBezTo>
                  <a:pt x="9811" y="19666"/>
                  <a:pt x="9811" y="42680"/>
                  <a:pt x="0" y="62270"/>
                </a:cubicBezTo>
                <a:lnTo>
                  <a:pt x="62293" y="31173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3" name="任意形状 192">
            <a:extLst>
              <a:ext uri="{FF2B5EF4-FFF2-40B4-BE49-F238E27FC236}">
                <a16:creationId xmlns:a16="http://schemas.microsoft.com/office/drawing/2014/main" id="{4E158AF7-84F6-570B-E331-68BB2BCFEEA9}"/>
              </a:ext>
            </a:extLst>
          </p:cNvPr>
          <p:cNvSpPr/>
          <p:nvPr/>
        </p:nvSpPr>
        <p:spPr>
          <a:xfrm flipV="1">
            <a:off x="4613624" y="4424787"/>
            <a:ext cx="592455" cy="9509"/>
          </a:xfrm>
          <a:custGeom>
            <a:avLst/>
            <a:gdLst>
              <a:gd name="csX0" fmla="*/ 0 w 592455"/>
              <a:gd name="csY0" fmla="*/ 210 h 9509"/>
              <a:gd name="csX1" fmla="*/ 592455 w 592455"/>
              <a:gd name="csY1" fmla="*/ 210 h 9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92455" h="9509">
                <a:moveTo>
                  <a:pt x="0" y="210"/>
                </a:moveTo>
                <a:lnTo>
                  <a:pt x="592455" y="210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" name="任意形状 193">
            <a:extLst>
              <a:ext uri="{FF2B5EF4-FFF2-40B4-BE49-F238E27FC236}">
                <a16:creationId xmlns:a16="http://schemas.microsoft.com/office/drawing/2014/main" id="{165BA641-17A8-1978-8A0C-D7EEEC8F01FD}"/>
              </a:ext>
            </a:extLst>
          </p:cNvPr>
          <p:cNvSpPr/>
          <p:nvPr/>
        </p:nvSpPr>
        <p:spPr>
          <a:xfrm flipV="1">
            <a:off x="5190934" y="4393689"/>
            <a:ext cx="62293" cy="62195"/>
          </a:xfrm>
          <a:custGeom>
            <a:avLst/>
            <a:gdLst>
              <a:gd name="csX0" fmla="*/ 62293 w 62293"/>
              <a:gd name="csY0" fmla="*/ 31307 h 62195"/>
              <a:gd name="csX1" fmla="*/ 0 w 62293"/>
              <a:gd name="csY1" fmla="*/ 210 h 62195"/>
              <a:gd name="csX2" fmla="*/ 0 w 62293"/>
              <a:gd name="csY2" fmla="*/ 62405 h 62195"/>
              <a:gd name="csX3" fmla="*/ 62293 w 62293"/>
              <a:gd name="csY3" fmla="*/ 31307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62293" y="31307"/>
                </a:moveTo>
                <a:lnTo>
                  <a:pt x="0" y="210"/>
                </a:lnTo>
                <a:cubicBezTo>
                  <a:pt x="9811" y="19800"/>
                  <a:pt x="9811" y="42814"/>
                  <a:pt x="0" y="62405"/>
                </a:cubicBezTo>
                <a:lnTo>
                  <a:pt x="62293" y="31307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5" name="任意形状 194">
            <a:extLst>
              <a:ext uri="{FF2B5EF4-FFF2-40B4-BE49-F238E27FC236}">
                <a16:creationId xmlns:a16="http://schemas.microsoft.com/office/drawing/2014/main" id="{7B212A80-5EF2-C16F-D934-67E1699E9038}"/>
              </a:ext>
            </a:extLst>
          </p:cNvPr>
          <p:cNvSpPr/>
          <p:nvPr/>
        </p:nvSpPr>
        <p:spPr>
          <a:xfrm flipV="1">
            <a:off x="5896165" y="4424787"/>
            <a:ext cx="502634" cy="9509"/>
          </a:xfrm>
          <a:custGeom>
            <a:avLst/>
            <a:gdLst>
              <a:gd name="csX0" fmla="*/ 0 w 502634"/>
              <a:gd name="csY0" fmla="*/ 210 h 9509"/>
              <a:gd name="csX1" fmla="*/ 502634 w 502634"/>
              <a:gd name="csY1" fmla="*/ 210 h 9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02634" h="9509">
                <a:moveTo>
                  <a:pt x="0" y="210"/>
                </a:moveTo>
                <a:lnTo>
                  <a:pt x="502634" y="210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6" name="任意形状 195">
            <a:extLst>
              <a:ext uri="{FF2B5EF4-FFF2-40B4-BE49-F238E27FC236}">
                <a16:creationId xmlns:a16="http://schemas.microsoft.com/office/drawing/2014/main" id="{D4CF7965-1B2C-5665-42D9-FD6AB0788768}"/>
              </a:ext>
            </a:extLst>
          </p:cNvPr>
          <p:cNvSpPr/>
          <p:nvPr/>
        </p:nvSpPr>
        <p:spPr>
          <a:xfrm flipV="1">
            <a:off x="6383655" y="4393689"/>
            <a:ext cx="62293" cy="62195"/>
          </a:xfrm>
          <a:custGeom>
            <a:avLst/>
            <a:gdLst>
              <a:gd name="csX0" fmla="*/ 62293 w 62293"/>
              <a:gd name="csY0" fmla="*/ 31307 h 62195"/>
              <a:gd name="csX1" fmla="*/ 0 w 62293"/>
              <a:gd name="csY1" fmla="*/ 210 h 62195"/>
              <a:gd name="csX2" fmla="*/ 0 w 62293"/>
              <a:gd name="csY2" fmla="*/ 62405 h 62195"/>
              <a:gd name="csX3" fmla="*/ 62293 w 62293"/>
              <a:gd name="csY3" fmla="*/ 31307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62293" y="31307"/>
                </a:moveTo>
                <a:lnTo>
                  <a:pt x="0" y="210"/>
                </a:lnTo>
                <a:cubicBezTo>
                  <a:pt x="9811" y="19800"/>
                  <a:pt x="9811" y="42814"/>
                  <a:pt x="0" y="62405"/>
                </a:cubicBezTo>
                <a:lnTo>
                  <a:pt x="62293" y="31307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7" name="任意形状 196">
            <a:extLst>
              <a:ext uri="{FF2B5EF4-FFF2-40B4-BE49-F238E27FC236}">
                <a16:creationId xmlns:a16="http://schemas.microsoft.com/office/drawing/2014/main" id="{269F19E5-35C6-C719-A621-34017C2D9582}"/>
              </a:ext>
            </a:extLst>
          </p:cNvPr>
          <p:cNvSpPr/>
          <p:nvPr/>
        </p:nvSpPr>
        <p:spPr>
          <a:xfrm flipV="1">
            <a:off x="7612189" y="3523909"/>
            <a:ext cx="166211" cy="2092"/>
          </a:xfrm>
          <a:custGeom>
            <a:avLst/>
            <a:gdLst>
              <a:gd name="csX0" fmla="*/ 0 w 166211"/>
              <a:gd name="csY0" fmla="*/ 20 h 2092"/>
              <a:gd name="csX1" fmla="*/ 166211 w 166211"/>
              <a:gd name="csY1" fmla="*/ 2113 h 2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6211" h="2092">
                <a:moveTo>
                  <a:pt x="0" y="20"/>
                </a:moveTo>
                <a:lnTo>
                  <a:pt x="166211" y="2113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8" name="任意形状 197">
            <a:extLst>
              <a:ext uri="{FF2B5EF4-FFF2-40B4-BE49-F238E27FC236}">
                <a16:creationId xmlns:a16="http://schemas.microsoft.com/office/drawing/2014/main" id="{9069DB93-90A8-69C6-0E0A-85DF45057B25}"/>
              </a:ext>
            </a:extLst>
          </p:cNvPr>
          <p:cNvSpPr/>
          <p:nvPr/>
        </p:nvSpPr>
        <p:spPr>
          <a:xfrm flipV="1">
            <a:off x="7762875" y="3493001"/>
            <a:ext cx="62674" cy="62195"/>
          </a:xfrm>
          <a:custGeom>
            <a:avLst/>
            <a:gdLst>
              <a:gd name="csX0" fmla="*/ 62675 w 62674"/>
              <a:gd name="csY0" fmla="*/ 31974 h 62195"/>
              <a:gd name="csX1" fmla="*/ 762 w 62674"/>
              <a:gd name="csY1" fmla="*/ 20 h 62195"/>
              <a:gd name="csX2" fmla="*/ 0 w 62674"/>
              <a:gd name="csY2" fmla="*/ 62215 h 62195"/>
              <a:gd name="csX3" fmla="*/ 62675 w 62674"/>
              <a:gd name="csY3" fmla="*/ 31974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674" h="62195">
                <a:moveTo>
                  <a:pt x="62675" y="31974"/>
                </a:moveTo>
                <a:lnTo>
                  <a:pt x="762" y="20"/>
                </a:lnTo>
                <a:cubicBezTo>
                  <a:pt x="10287" y="19801"/>
                  <a:pt x="10001" y="42815"/>
                  <a:pt x="0" y="62215"/>
                </a:cubicBezTo>
                <a:lnTo>
                  <a:pt x="62675" y="31974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9" name="任意形状 198">
            <a:extLst>
              <a:ext uri="{FF2B5EF4-FFF2-40B4-BE49-F238E27FC236}">
                <a16:creationId xmlns:a16="http://schemas.microsoft.com/office/drawing/2014/main" id="{6E13804C-BC7A-4F79-503D-BE27F52E27C8}"/>
              </a:ext>
            </a:extLst>
          </p:cNvPr>
          <p:cNvSpPr/>
          <p:nvPr/>
        </p:nvSpPr>
        <p:spPr>
          <a:xfrm flipV="1">
            <a:off x="4438459" y="3212268"/>
            <a:ext cx="2465260" cy="419293"/>
          </a:xfrm>
          <a:custGeom>
            <a:avLst/>
            <a:gdLst>
              <a:gd name="csX0" fmla="*/ 2465261 w 2465260"/>
              <a:gd name="csY0" fmla="*/ 419293 h 419293"/>
              <a:gd name="csX1" fmla="*/ 2465261 w 2465260"/>
              <a:gd name="csY1" fmla="*/ 302415 h 419293"/>
              <a:gd name="csX2" fmla="*/ 0 w 2465260"/>
              <a:gd name="csY2" fmla="*/ 302415 h 419293"/>
              <a:gd name="csX3" fmla="*/ 0 w 2465260"/>
              <a:gd name="csY3" fmla="*/ -1 h 4192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65260" h="419293">
                <a:moveTo>
                  <a:pt x="2465261" y="419293"/>
                </a:moveTo>
                <a:lnTo>
                  <a:pt x="2465261" y="302415"/>
                </a:lnTo>
                <a:lnTo>
                  <a:pt x="0" y="302415"/>
                </a:lnTo>
                <a:lnTo>
                  <a:pt x="0" y="-1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0" name="任意形状 199">
            <a:extLst>
              <a:ext uri="{FF2B5EF4-FFF2-40B4-BE49-F238E27FC236}">
                <a16:creationId xmlns:a16="http://schemas.microsoft.com/office/drawing/2014/main" id="{3120C4D4-84B5-96BB-DFB7-D12C4D8D22DA}"/>
              </a:ext>
            </a:extLst>
          </p:cNvPr>
          <p:cNvSpPr/>
          <p:nvPr/>
        </p:nvSpPr>
        <p:spPr>
          <a:xfrm flipV="1">
            <a:off x="4407312" y="3616441"/>
            <a:ext cx="62293" cy="62195"/>
          </a:xfrm>
          <a:custGeom>
            <a:avLst/>
            <a:gdLst>
              <a:gd name="csX0" fmla="*/ 31147 w 62293"/>
              <a:gd name="csY0" fmla="*/ 46 h 62195"/>
              <a:gd name="csX1" fmla="*/ 0 w 62293"/>
              <a:gd name="csY1" fmla="*/ 62241 h 62195"/>
              <a:gd name="csX2" fmla="*/ 62293 w 62293"/>
              <a:gd name="csY2" fmla="*/ 62241 h 62195"/>
              <a:gd name="csX3" fmla="*/ 31147 w 62293"/>
              <a:gd name="csY3" fmla="*/ 46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31147" y="46"/>
                </a:moveTo>
                <a:lnTo>
                  <a:pt x="0" y="62241"/>
                </a:lnTo>
                <a:cubicBezTo>
                  <a:pt x="19526" y="52446"/>
                  <a:pt x="42672" y="52446"/>
                  <a:pt x="62293" y="62241"/>
                </a:cubicBezTo>
                <a:lnTo>
                  <a:pt x="31147" y="46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1" name="任意形状 200">
            <a:extLst>
              <a:ext uri="{FF2B5EF4-FFF2-40B4-BE49-F238E27FC236}">
                <a16:creationId xmlns:a16="http://schemas.microsoft.com/office/drawing/2014/main" id="{2D0250C8-F208-8E26-B2E0-E646C6388F24}"/>
              </a:ext>
            </a:extLst>
          </p:cNvPr>
          <p:cNvSpPr/>
          <p:nvPr/>
        </p:nvSpPr>
        <p:spPr>
          <a:xfrm flipV="1">
            <a:off x="4293870" y="3895272"/>
            <a:ext cx="2475928" cy="368035"/>
          </a:xfrm>
          <a:custGeom>
            <a:avLst/>
            <a:gdLst>
              <a:gd name="csX0" fmla="*/ 2475929 w 2475928"/>
              <a:gd name="csY0" fmla="*/ 368172 h 368035"/>
              <a:gd name="csX1" fmla="*/ 2475929 w 2475928"/>
              <a:gd name="csY1" fmla="*/ 273833 h 368035"/>
              <a:gd name="csX2" fmla="*/ 0 w 2475928"/>
              <a:gd name="csY2" fmla="*/ 273833 h 368035"/>
              <a:gd name="csX3" fmla="*/ 0 w 2475928"/>
              <a:gd name="csY3" fmla="*/ 137 h 368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75928" h="368035">
                <a:moveTo>
                  <a:pt x="2475929" y="368172"/>
                </a:moveTo>
                <a:lnTo>
                  <a:pt x="2475929" y="273833"/>
                </a:lnTo>
                <a:lnTo>
                  <a:pt x="0" y="273833"/>
                </a:lnTo>
                <a:lnTo>
                  <a:pt x="0" y="137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2" name="任意形状 201">
            <a:extLst>
              <a:ext uri="{FF2B5EF4-FFF2-40B4-BE49-F238E27FC236}">
                <a16:creationId xmlns:a16="http://schemas.microsoft.com/office/drawing/2014/main" id="{382D85BF-E70D-BBFD-FBA3-1AD3CBA902B0}"/>
              </a:ext>
            </a:extLst>
          </p:cNvPr>
          <p:cNvSpPr/>
          <p:nvPr/>
        </p:nvSpPr>
        <p:spPr>
          <a:xfrm flipV="1">
            <a:off x="4262723" y="4248282"/>
            <a:ext cx="62293" cy="62195"/>
          </a:xfrm>
          <a:custGeom>
            <a:avLst/>
            <a:gdLst>
              <a:gd name="csX0" fmla="*/ 31147 w 62293"/>
              <a:gd name="csY0" fmla="*/ 179 h 62195"/>
              <a:gd name="csX1" fmla="*/ 0 w 62293"/>
              <a:gd name="csY1" fmla="*/ 62374 h 62195"/>
              <a:gd name="csX2" fmla="*/ 62294 w 62293"/>
              <a:gd name="csY2" fmla="*/ 62374 h 62195"/>
              <a:gd name="csX3" fmla="*/ 31147 w 62293"/>
              <a:gd name="csY3" fmla="*/ 179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31147" y="179"/>
                </a:moveTo>
                <a:lnTo>
                  <a:pt x="0" y="62374"/>
                </a:lnTo>
                <a:cubicBezTo>
                  <a:pt x="19621" y="52674"/>
                  <a:pt x="42767" y="52674"/>
                  <a:pt x="62294" y="62374"/>
                </a:cubicBezTo>
                <a:lnTo>
                  <a:pt x="31147" y="179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3" name="任意形状 202">
            <a:extLst>
              <a:ext uri="{FF2B5EF4-FFF2-40B4-BE49-F238E27FC236}">
                <a16:creationId xmlns:a16="http://schemas.microsoft.com/office/drawing/2014/main" id="{94E9194B-FA03-72A2-3C1A-29594FE58E1B}"/>
              </a:ext>
            </a:extLst>
          </p:cNvPr>
          <p:cNvSpPr/>
          <p:nvPr/>
        </p:nvSpPr>
        <p:spPr>
          <a:xfrm flipV="1">
            <a:off x="5525071" y="3578401"/>
            <a:ext cx="2192464" cy="1263092"/>
          </a:xfrm>
          <a:custGeom>
            <a:avLst/>
            <a:gdLst>
              <a:gd name="csX0" fmla="*/ 0 w 2192464"/>
              <a:gd name="csY0" fmla="*/ 164 h 1263092"/>
              <a:gd name="csX1" fmla="*/ 0 w 2192464"/>
              <a:gd name="csY1" fmla="*/ 50329 h 1263092"/>
              <a:gd name="csX2" fmla="*/ 2192465 w 2192464"/>
              <a:gd name="csY2" fmla="*/ 50329 h 1263092"/>
              <a:gd name="csX3" fmla="*/ 2192465 w 2192464"/>
              <a:gd name="csY3" fmla="*/ 1263257 h 1263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92464" h="1263092">
                <a:moveTo>
                  <a:pt x="0" y="164"/>
                </a:moveTo>
                <a:lnTo>
                  <a:pt x="0" y="50329"/>
                </a:lnTo>
                <a:lnTo>
                  <a:pt x="2192465" y="50329"/>
                </a:lnTo>
                <a:lnTo>
                  <a:pt x="2192465" y="1263257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4" name="任意形状 203">
            <a:extLst>
              <a:ext uri="{FF2B5EF4-FFF2-40B4-BE49-F238E27FC236}">
                <a16:creationId xmlns:a16="http://schemas.microsoft.com/office/drawing/2014/main" id="{9B823D60-E623-4966-FA22-A563436A97C1}"/>
              </a:ext>
            </a:extLst>
          </p:cNvPr>
          <p:cNvSpPr/>
          <p:nvPr/>
        </p:nvSpPr>
        <p:spPr>
          <a:xfrm flipV="1">
            <a:off x="7686388" y="3531327"/>
            <a:ext cx="62293" cy="62195"/>
          </a:xfrm>
          <a:custGeom>
            <a:avLst/>
            <a:gdLst>
              <a:gd name="csX0" fmla="*/ 31147 w 62293"/>
              <a:gd name="csY0" fmla="*/ 62223 h 62195"/>
              <a:gd name="csX1" fmla="*/ 62294 w 62293"/>
              <a:gd name="csY1" fmla="*/ 28 h 62195"/>
              <a:gd name="csX2" fmla="*/ 0 w 62293"/>
              <a:gd name="csY2" fmla="*/ 28 h 62195"/>
              <a:gd name="csX3" fmla="*/ 31147 w 62293"/>
              <a:gd name="csY3" fmla="*/ 62223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31147" y="62223"/>
                </a:moveTo>
                <a:lnTo>
                  <a:pt x="62294" y="28"/>
                </a:lnTo>
                <a:cubicBezTo>
                  <a:pt x="42672" y="9824"/>
                  <a:pt x="19622" y="9824"/>
                  <a:pt x="0" y="28"/>
                </a:cubicBezTo>
                <a:lnTo>
                  <a:pt x="31147" y="62223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" name="任意形状 204">
            <a:extLst>
              <a:ext uri="{FF2B5EF4-FFF2-40B4-BE49-F238E27FC236}">
                <a16:creationId xmlns:a16="http://schemas.microsoft.com/office/drawing/2014/main" id="{5475FA58-1339-670F-BFD1-E07EE0E445BD}"/>
              </a:ext>
            </a:extLst>
          </p:cNvPr>
          <p:cNvSpPr/>
          <p:nvPr/>
        </p:nvSpPr>
        <p:spPr>
          <a:xfrm flipV="1">
            <a:off x="8646318" y="3520485"/>
            <a:ext cx="96583" cy="9509"/>
          </a:xfrm>
          <a:custGeom>
            <a:avLst/>
            <a:gdLst>
              <a:gd name="csX0" fmla="*/ 0 w 96583"/>
              <a:gd name="csY0" fmla="*/ 19 h 9509"/>
              <a:gd name="csX1" fmla="*/ 96584 w 96583"/>
              <a:gd name="csY1" fmla="*/ 19 h 9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6583" h="9509">
                <a:moveTo>
                  <a:pt x="0" y="19"/>
                </a:moveTo>
                <a:lnTo>
                  <a:pt x="96584" y="19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6" name="任意形状 205">
            <a:extLst>
              <a:ext uri="{FF2B5EF4-FFF2-40B4-BE49-F238E27FC236}">
                <a16:creationId xmlns:a16="http://schemas.microsoft.com/office/drawing/2014/main" id="{8C70DD01-C781-AEC5-B423-F2A6A362E032}"/>
              </a:ext>
            </a:extLst>
          </p:cNvPr>
          <p:cNvSpPr/>
          <p:nvPr/>
        </p:nvSpPr>
        <p:spPr>
          <a:xfrm flipV="1">
            <a:off x="8727757" y="3489388"/>
            <a:ext cx="62293" cy="62195"/>
          </a:xfrm>
          <a:custGeom>
            <a:avLst/>
            <a:gdLst>
              <a:gd name="csX0" fmla="*/ 62294 w 62293"/>
              <a:gd name="csY0" fmla="*/ 31117 h 62195"/>
              <a:gd name="csX1" fmla="*/ 0 w 62293"/>
              <a:gd name="csY1" fmla="*/ 19 h 62195"/>
              <a:gd name="csX2" fmla="*/ 0 w 62293"/>
              <a:gd name="csY2" fmla="*/ 62214 h 62195"/>
              <a:gd name="csX3" fmla="*/ 62294 w 62293"/>
              <a:gd name="csY3" fmla="*/ 31117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62294" y="31117"/>
                </a:moveTo>
                <a:lnTo>
                  <a:pt x="0" y="19"/>
                </a:lnTo>
                <a:cubicBezTo>
                  <a:pt x="9811" y="19610"/>
                  <a:pt x="9811" y="42624"/>
                  <a:pt x="0" y="62214"/>
                </a:cubicBezTo>
                <a:lnTo>
                  <a:pt x="62294" y="31117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3" name="任意形状 212">
            <a:extLst>
              <a:ext uri="{FF2B5EF4-FFF2-40B4-BE49-F238E27FC236}">
                <a16:creationId xmlns:a16="http://schemas.microsoft.com/office/drawing/2014/main" id="{3D40BCFE-12C2-5929-AB28-B552EED30D36}"/>
              </a:ext>
            </a:extLst>
          </p:cNvPr>
          <p:cNvSpPr/>
          <p:nvPr/>
        </p:nvSpPr>
        <p:spPr>
          <a:xfrm flipV="1">
            <a:off x="8272051" y="3203765"/>
            <a:ext cx="45719" cy="163133"/>
          </a:xfrm>
          <a:custGeom>
            <a:avLst/>
            <a:gdLst>
              <a:gd name="csX0" fmla="*/ 0 w 9525"/>
              <a:gd name="csY0" fmla="*/ 112591 h 112597"/>
              <a:gd name="csX1" fmla="*/ 0 w 9525"/>
              <a:gd name="csY1" fmla="*/ -7 h 1125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12597">
                <a:moveTo>
                  <a:pt x="0" y="112591"/>
                </a:moveTo>
                <a:lnTo>
                  <a:pt x="0" y="-7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4" name="任意形状 213">
            <a:extLst>
              <a:ext uri="{FF2B5EF4-FFF2-40B4-BE49-F238E27FC236}">
                <a16:creationId xmlns:a16="http://schemas.microsoft.com/office/drawing/2014/main" id="{E740BE4E-3C09-A98D-2757-FDF459E5074D}"/>
              </a:ext>
            </a:extLst>
          </p:cNvPr>
          <p:cNvSpPr/>
          <p:nvPr/>
        </p:nvSpPr>
        <p:spPr>
          <a:xfrm flipV="1">
            <a:off x="8242173" y="3359911"/>
            <a:ext cx="62293" cy="62195"/>
          </a:xfrm>
          <a:custGeom>
            <a:avLst/>
            <a:gdLst>
              <a:gd name="csX0" fmla="*/ 31147 w 62293"/>
              <a:gd name="csY0" fmla="*/ 8 h 62195"/>
              <a:gd name="csX1" fmla="*/ 0 w 62293"/>
              <a:gd name="csY1" fmla="*/ 62204 h 62195"/>
              <a:gd name="csX2" fmla="*/ 62293 w 62293"/>
              <a:gd name="csY2" fmla="*/ 62204 h 62195"/>
              <a:gd name="csX3" fmla="*/ 31147 w 62293"/>
              <a:gd name="csY3" fmla="*/ 8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31147" y="8"/>
                </a:moveTo>
                <a:lnTo>
                  <a:pt x="0" y="62204"/>
                </a:lnTo>
                <a:cubicBezTo>
                  <a:pt x="19621" y="52408"/>
                  <a:pt x="42672" y="52408"/>
                  <a:pt x="62293" y="62204"/>
                </a:cubicBezTo>
                <a:lnTo>
                  <a:pt x="31147" y="8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" name="任意形状 214">
            <a:extLst>
              <a:ext uri="{FF2B5EF4-FFF2-40B4-BE49-F238E27FC236}">
                <a16:creationId xmlns:a16="http://schemas.microsoft.com/office/drawing/2014/main" id="{3B76410C-7F08-F240-69BD-20991AD94656}"/>
              </a:ext>
            </a:extLst>
          </p:cNvPr>
          <p:cNvSpPr/>
          <p:nvPr/>
        </p:nvSpPr>
        <p:spPr>
          <a:xfrm flipV="1">
            <a:off x="8273320" y="3660354"/>
            <a:ext cx="9525" cy="176409"/>
          </a:xfrm>
          <a:custGeom>
            <a:avLst/>
            <a:gdLst>
              <a:gd name="csX0" fmla="*/ 0 w 9525"/>
              <a:gd name="csY0" fmla="*/ 176492 h 176409"/>
              <a:gd name="csX1" fmla="*/ 0 w 9525"/>
              <a:gd name="csY1" fmla="*/ 82 h 176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76409">
                <a:moveTo>
                  <a:pt x="0" y="176492"/>
                </a:moveTo>
                <a:lnTo>
                  <a:pt x="0" y="82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6" name="任意形状 215">
            <a:extLst>
              <a:ext uri="{FF2B5EF4-FFF2-40B4-BE49-F238E27FC236}">
                <a16:creationId xmlns:a16="http://schemas.microsoft.com/office/drawing/2014/main" id="{C6D4701B-767F-FC35-26B4-45AB3E6B0AAB}"/>
              </a:ext>
            </a:extLst>
          </p:cNvPr>
          <p:cNvSpPr/>
          <p:nvPr/>
        </p:nvSpPr>
        <p:spPr>
          <a:xfrm flipV="1">
            <a:off x="8242173" y="3821642"/>
            <a:ext cx="62293" cy="62195"/>
          </a:xfrm>
          <a:custGeom>
            <a:avLst/>
            <a:gdLst>
              <a:gd name="csX0" fmla="*/ 31147 w 62293"/>
              <a:gd name="csY0" fmla="*/ 104 h 62195"/>
              <a:gd name="csX1" fmla="*/ 0 w 62293"/>
              <a:gd name="csY1" fmla="*/ 62299 h 62195"/>
              <a:gd name="csX2" fmla="*/ 62293 w 62293"/>
              <a:gd name="csY2" fmla="*/ 62299 h 62195"/>
              <a:gd name="csX3" fmla="*/ 31147 w 62293"/>
              <a:gd name="csY3" fmla="*/ 104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31147" y="104"/>
                </a:moveTo>
                <a:lnTo>
                  <a:pt x="0" y="62299"/>
                </a:lnTo>
                <a:cubicBezTo>
                  <a:pt x="19621" y="52504"/>
                  <a:pt x="42672" y="52504"/>
                  <a:pt x="62293" y="62299"/>
                </a:cubicBezTo>
                <a:lnTo>
                  <a:pt x="31147" y="104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7" name="任意形状 216">
            <a:extLst>
              <a:ext uri="{FF2B5EF4-FFF2-40B4-BE49-F238E27FC236}">
                <a16:creationId xmlns:a16="http://schemas.microsoft.com/office/drawing/2014/main" id="{10000383-0603-A0CB-55B4-7DB8E8C7F7E3}"/>
              </a:ext>
            </a:extLst>
          </p:cNvPr>
          <p:cNvSpPr/>
          <p:nvPr/>
        </p:nvSpPr>
        <p:spPr>
          <a:xfrm flipH="1" flipV="1">
            <a:off x="8223981" y="4095750"/>
            <a:ext cx="45719" cy="250484"/>
          </a:xfrm>
          <a:custGeom>
            <a:avLst/>
            <a:gdLst>
              <a:gd name="csX0" fmla="*/ 0 w 9525"/>
              <a:gd name="csY0" fmla="*/ 176584 h 176409"/>
              <a:gd name="csX1" fmla="*/ 0 w 9525"/>
              <a:gd name="csY1" fmla="*/ 175 h 176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76409">
                <a:moveTo>
                  <a:pt x="0" y="176584"/>
                </a:moveTo>
                <a:lnTo>
                  <a:pt x="0" y="175"/>
                </a:lnTo>
              </a:path>
            </a:pathLst>
          </a:custGeom>
          <a:noFill/>
          <a:ln w="714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8" name="任意形状 217">
            <a:extLst>
              <a:ext uri="{FF2B5EF4-FFF2-40B4-BE49-F238E27FC236}">
                <a16:creationId xmlns:a16="http://schemas.microsoft.com/office/drawing/2014/main" id="{99098892-BEC1-9D60-6187-ED75DBB5383A}"/>
              </a:ext>
            </a:extLst>
          </p:cNvPr>
          <p:cNvSpPr/>
          <p:nvPr/>
        </p:nvSpPr>
        <p:spPr>
          <a:xfrm flipV="1">
            <a:off x="8238553" y="4331114"/>
            <a:ext cx="62293" cy="62195"/>
          </a:xfrm>
          <a:custGeom>
            <a:avLst/>
            <a:gdLst>
              <a:gd name="csX0" fmla="*/ 31147 w 62293"/>
              <a:gd name="csY0" fmla="*/ 196 h 62195"/>
              <a:gd name="csX1" fmla="*/ 0 w 62293"/>
              <a:gd name="csY1" fmla="*/ 62392 h 62195"/>
              <a:gd name="csX2" fmla="*/ 62293 w 62293"/>
              <a:gd name="csY2" fmla="*/ 62392 h 62195"/>
              <a:gd name="csX3" fmla="*/ 31147 w 62293"/>
              <a:gd name="csY3" fmla="*/ 196 h 62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" h="62195">
                <a:moveTo>
                  <a:pt x="31147" y="196"/>
                </a:moveTo>
                <a:lnTo>
                  <a:pt x="0" y="62392"/>
                </a:lnTo>
                <a:cubicBezTo>
                  <a:pt x="19621" y="52596"/>
                  <a:pt x="42767" y="52596"/>
                  <a:pt x="62293" y="62392"/>
                </a:cubicBezTo>
                <a:lnTo>
                  <a:pt x="31147" y="196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E8AB1385-42DD-77B0-64EE-91FAC0944D3D}"/>
              </a:ext>
            </a:extLst>
          </p:cNvPr>
          <p:cNvSpPr txBox="1"/>
          <p:nvPr/>
        </p:nvSpPr>
        <p:spPr>
          <a:xfrm>
            <a:off x="2532697" y="2483519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家庭属性</a:t>
            </a: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7B497265-6130-BF08-7A6C-A356804E7787}"/>
              </a:ext>
            </a:extLst>
          </p:cNvPr>
          <p:cNvSpPr txBox="1"/>
          <p:nvPr/>
        </p:nvSpPr>
        <p:spPr>
          <a:xfrm>
            <a:off x="5207317" y="1419251"/>
            <a:ext cx="691215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8" b="1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1. 家庭画像</a:t>
            </a: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3436CF56-A201-E819-CC85-A550CBAF5E99}"/>
              </a:ext>
            </a:extLst>
          </p:cNvPr>
          <p:cNvSpPr txBox="1"/>
          <p:nvPr/>
        </p:nvSpPr>
        <p:spPr>
          <a:xfrm>
            <a:off x="4828698" y="1568736"/>
            <a:ext cx="1737976" cy="1905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38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（处理分层数据中的“一对多”映射问题）</a:t>
            </a: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F9953C22-6CFA-3CAB-19ED-84388D7652EF}"/>
              </a:ext>
            </a:extLst>
          </p:cNvPr>
          <p:cNvSpPr txBox="1"/>
          <p:nvPr/>
        </p:nvSpPr>
        <p:spPr>
          <a:xfrm>
            <a:off x="4813750" y="2419698"/>
            <a:ext cx="1508746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8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2. 分层扩散Transformer模型</a:t>
            </a: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33144629-0E70-74F5-1550-DE1F92F9DFD0}"/>
              </a:ext>
            </a:extLst>
          </p:cNvPr>
          <p:cNvSpPr txBox="1"/>
          <p:nvPr/>
        </p:nvSpPr>
        <p:spPr>
          <a:xfrm>
            <a:off x="4865832" y="2655545"/>
            <a:ext cx="1455848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8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上层家庭级扩散Transformer</a:t>
            </a: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C9C6D4D2-D391-DD2F-110B-38707F2C353C}"/>
              </a:ext>
            </a:extLst>
          </p:cNvPr>
          <p:cNvSpPr txBox="1"/>
          <p:nvPr/>
        </p:nvSpPr>
        <p:spPr>
          <a:xfrm>
            <a:off x="4983979" y="2809785"/>
            <a:ext cx="1249060" cy="1905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38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（从噪声中生成家庭级属性）</a:t>
            </a: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659D5182-72C4-7F54-3C50-4D1B03FD5764}"/>
              </a:ext>
            </a:extLst>
          </p:cNvPr>
          <p:cNvSpPr txBox="1"/>
          <p:nvPr/>
        </p:nvSpPr>
        <p:spPr>
          <a:xfrm>
            <a:off x="3979068" y="2992480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家庭级噪声</a:t>
            </a: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B894724D-7CD7-7F15-A905-1E750C0B5144}"/>
              </a:ext>
            </a:extLst>
          </p:cNvPr>
          <p:cNvSpPr txBox="1"/>
          <p:nvPr/>
        </p:nvSpPr>
        <p:spPr>
          <a:xfrm>
            <a:off x="5269710" y="2960945"/>
            <a:ext cx="596638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38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扩散</a:t>
            </a:r>
            <a:endParaRPr lang="en-US" altLang="zh-CN" sz="638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638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Transformer</a:t>
            </a: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8599A459-3AC1-CF0B-3B1A-D4FE262E7158}"/>
              </a:ext>
            </a:extLst>
          </p:cNvPr>
          <p:cNvSpPr txBox="1"/>
          <p:nvPr/>
        </p:nvSpPr>
        <p:spPr>
          <a:xfrm>
            <a:off x="6572214" y="2992480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家庭级属性</a:t>
            </a: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F0153222-DC19-7662-44DF-E684501473CA}"/>
              </a:ext>
            </a:extLst>
          </p:cNvPr>
          <p:cNvSpPr txBox="1"/>
          <p:nvPr/>
        </p:nvSpPr>
        <p:spPr>
          <a:xfrm>
            <a:off x="5060155" y="3340262"/>
            <a:ext cx="1093569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8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家庭结构图处理模块</a:t>
            </a:r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CC687E67-D4EA-DCDE-AE4A-5B946C97273D}"/>
              </a:ext>
            </a:extLst>
          </p:cNvPr>
          <p:cNvSpPr txBox="1"/>
          <p:nvPr/>
        </p:nvSpPr>
        <p:spPr>
          <a:xfrm>
            <a:off x="4973002" y="3489746"/>
            <a:ext cx="1329210" cy="1905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38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（显式建模家庭内部成员关系）</a:t>
            </a: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B44AFA82-F31A-E60B-47B0-5A1D771F161D}"/>
              </a:ext>
            </a:extLst>
          </p:cNvPr>
          <p:cNvSpPr txBox="1"/>
          <p:nvPr/>
        </p:nvSpPr>
        <p:spPr>
          <a:xfrm>
            <a:off x="4098714" y="3667687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家庭级属性</a:t>
            </a: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B70E1F26-7159-0ABA-77E9-8EC2455C0ABA}"/>
              </a:ext>
            </a:extLst>
          </p:cNvPr>
          <p:cNvSpPr txBox="1"/>
          <p:nvPr/>
        </p:nvSpPr>
        <p:spPr>
          <a:xfrm>
            <a:off x="5185669" y="3632236"/>
            <a:ext cx="891591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38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GraphVAE与HGT等</a:t>
            </a:r>
            <a:br>
              <a:rPr lang="en-US" altLang="zh-CN" sz="638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</a:br>
            <a:r>
              <a:rPr lang="zh-CN" altLang="en-US" sz="638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图处理模块</a:t>
            </a: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1BAA87CF-1122-6F3E-8F67-145836F46926}"/>
              </a:ext>
            </a:extLst>
          </p:cNvPr>
          <p:cNvSpPr txBox="1"/>
          <p:nvPr/>
        </p:nvSpPr>
        <p:spPr>
          <a:xfrm>
            <a:off x="6392989" y="3667687"/>
            <a:ext cx="76174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家庭结构表征</a:t>
            </a: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CC0A9AB8-EFBC-B5C7-9B50-2C3320802968}"/>
              </a:ext>
            </a:extLst>
          </p:cNvPr>
          <p:cNvSpPr txBox="1"/>
          <p:nvPr/>
        </p:nvSpPr>
        <p:spPr>
          <a:xfrm>
            <a:off x="4876653" y="4005959"/>
            <a:ext cx="1455848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8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下层个人级扩散Transformer</a:t>
            </a: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0BD56193-5DE6-035B-821C-CEF8C18353F1}"/>
              </a:ext>
            </a:extLst>
          </p:cNvPr>
          <p:cNvSpPr txBox="1"/>
          <p:nvPr/>
        </p:nvSpPr>
        <p:spPr>
          <a:xfrm>
            <a:off x="5036692" y="4145539"/>
            <a:ext cx="1167307" cy="1905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38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（从噪声生成个人级属性）</a:t>
            </a: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0A225330-1170-6201-7D79-9E5174221974}"/>
              </a:ext>
            </a:extLst>
          </p:cNvPr>
          <p:cNvSpPr txBox="1"/>
          <p:nvPr/>
        </p:nvSpPr>
        <p:spPr>
          <a:xfrm>
            <a:off x="3979068" y="4313805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个人级噪声</a:t>
            </a: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E53D0FF6-99ED-E700-D2D9-9EDC31299222}"/>
              </a:ext>
            </a:extLst>
          </p:cNvPr>
          <p:cNvSpPr txBox="1"/>
          <p:nvPr/>
        </p:nvSpPr>
        <p:spPr>
          <a:xfrm>
            <a:off x="5269898" y="4285666"/>
            <a:ext cx="596638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38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扩散</a:t>
            </a:r>
            <a:endParaRPr lang="en-US" altLang="zh-CN" sz="638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638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Transformer</a:t>
            </a: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2B9E6F8A-B686-9206-5535-55AC6F96011E}"/>
              </a:ext>
            </a:extLst>
          </p:cNvPr>
          <p:cNvSpPr txBox="1"/>
          <p:nvPr/>
        </p:nvSpPr>
        <p:spPr>
          <a:xfrm>
            <a:off x="6621779" y="4317813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个人级属性</a:t>
            </a: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635C5997-B76C-575D-715A-4A5FC61BEC94}"/>
              </a:ext>
            </a:extLst>
          </p:cNvPr>
          <p:cNvSpPr txBox="1"/>
          <p:nvPr/>
        </p:nvSpPr>
        <p:spPr>
          <a:xfrm>
            <a:off x="4742416" y="4814304"/>
            <a:ext cx="1651414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8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3. 多地理尺度边际分布对齐机制</a:t>
            </a: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B087EDBF-7C8D-0C67-F28D-E62A17561B5E}"/>
              </a:ext>
            </a:extLst>
          </p:cNvPr>
          <p:cNvSpPr txBox="1"/>
          <p:nvPr/>
        </p:nvSpPr>
        <p:spPr>
          <a:xfrm>
            <a:off x="4903541" y="4960936"/>
            <a:ext cx="1455848" cy="1905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38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（实现多地理尺度边际分布对齐）</a:t>
            </a: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B59DB710-9BF3-47BF-197B-66C07CE18B3A}"/>
              </a:ext>
            </a:extLst>
          </p:cNvPr>
          <p:cNvSpPr txBox="1"/>
          <p:nvPr/>
        </p:nvSpPr>
        <p:spPr>
          <a:xfrm>
            <a:off x="7895183" y="2438718"/>
            <a:ext cx="691215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88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4. 控制策略</a:t>
            </a:r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E518AE00-A349-CC13-A342-5166E7C61191}"/>
              </a:ext>
            </a:extLst>
          </p:cNvPr>
          <p:cNvSpPr txBox="1"/>
          <p:nvPr/>
        </p:nvSpPr>
        <p:spPr>
          <a:xfrm>
            <a:off x="7704296" y="2677333"/>
            <a:ext cx="1083951" cy="1905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38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（控制样本零与结构零）</a:t>
            </a: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778B500C-E7FE-0076-FD57-A4D329730386}"/>
              </a:ext>
            </a:extLst>
          </p:cNvPr>
          <p:cNvSpPr txBox="1"/>
          <p:nvPr/>
        </p:nvSpPr>
        <p:spPr>
          <a:xfrm>
            <a:off x="8002905" y="2961668"/>
            <a:ext cx="56938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生成人口</a:t>
            </a: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6CBF5185-9EA9-0430-E7A2-92CF48553388}"/>
              </a:ext>
            </a:extLst>
          </p:cNvPr>
          <p:cNvSpPr txBox="1"/>
          <p:nvPr/>
        </p:nvSpPr>
        <p:spPr>
          <a:xfrm>
            <a:off x="7952534" y="3422152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贝叶斯网络</a:t>
            </a: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7C8A4186-77D6-4728-7572-DC51F8A142D8}"/>
              </a:ext>
            </a:extLst>
          </p:cNvPr>
          <p:cNvSpPr txBox="1"/>
          <p:nvPr/>
        </p:nvSpPr>
        <p:spPr>
          <a:xfrm>
            <a:off x="8082529" y="3879061"/>
            <a:ext cx="38183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VAE</a:t>
            </a:r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CA983A30-8077-92B3-1D48-7074C9DFB791}"/>
              </a:ext>
            </a:extLst>
          </p:cNvPr>
          <p:cNvSpPr txBox="1"/>
          <p:nvPr/>
        </p:nvSpPr>
        <p:spPr>
          <a:xfrm>
            <a:off x="7911226" y="4402885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有效性标识</a:t>
            </a: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B3B3551C-2918-DFE7-FD9A-F62AE00B4E23}"/>
              </a:ext>
            </a:extLst>
          </p:cNvPr>
          <p:cNvSpPr txBox="1"/>
          <p:nvPr/>
        </p:nvSpPr>
        <p:spPr>
          <a:xfrm>
            <a:off x="7880985" y="2084101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采样过程</a:t>
            </a:r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ACA037DB-9332-192C-DD68-316E08570417}"/>
              </a:ext>
            </a:extLst>
          </p:cNvPr>
          <p:cNvSpPr txBox="1"/>
          <p:nvPr/>
        </p:nvSpPr>
        <p:spPr>
          <a:xfrm>
            <a:off x="8985885" y="2079346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合成人口</a:t>
            </a: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416ABE2F-F8E2-282D-3985-0388219F3959}"/>
              </a:ext>
            </a:extLst>
          </p:cNvPr>
          <p:cNvSpPr txBox="1"/>
          <p:nvPr/>
        </p:nvSpPr>
        <p:spPr>
          <a:xfrm>
            <a:off x="2556510" y="3791138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个人属性</a:t>
            </a:r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65996CF4-8B4C-DA5D-7C1B-1B0765ECC616}"/>
              </a:ext>
            </a:extLst>
          </p:cNvPr>
          <p:cNvSpPr txBox="1"/>
          <p:nvPr/>
        </p:nvSpPr>
        <p:spPr>
          <a:xfrm>
            <a:off x="2537460" y="2122141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输入数据</a:t>
            </a:r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63A80746-937C-91BC-4277-D8ACDAB10ABE}"/>
              </a:ext>
            </a:extLst>
          </p:cNvPr>
          <p:cNvSpPr txBox="1"/>
          <p:nvPr/>
        </p:nvSpPr>
        <p:spPr>
          <a:xfrm>
            <a:off x="3833562" y="1772642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家庭级</a:t>
            </a:r>
            <a:endParaRPr lang="en-US" altLang="zh-CN" sz="75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特征集合</a:t>
            </a:r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2529FD02-7681-BE7B-3FD9-B435EBE66071}"/>
              </a:ext>
            </a:extLst>
          </p:cNvPr>
          <p:cNvSpPr txBox="1"/>
          <p:nvPr/>
        </p:nvSpPr>
        <p:spPr>
          <a:xfrm>
            <a:off x="4727092" y="1828950"/>
            <a:ext cx="7889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HDBSCAN聚类</a:t>
            </a: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AB69E7C2-7D2D-3AA9-CE74-8047CF84509C}"/>
              </a:ext>
            </a:extLst>
          </p:cNvPr>
          <p:cNvSpPr txBox="1"/>
          <p:nvPr/>
        </p:nvSpPr>
        <p:spPr>
          <a:xfrm>
            <a:off x="5825701" y="1763222"/>
            <a:ext cx="6463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基于KNN的</a:t>
            </a: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1F3DD14C-E398-D33A-B378-4B210B50EDA3}"/>
              </a:ext>
            </a:extLst>
          </p:cNvPr>
          <p:cNvSpPr txBox="1"/>
          <p:nvPr/>
        </p:nvSpPr>
        <p:spPr>
          <a:xfrm>
            <a:off x="5831377" y="1875900"/>
            <a:ext cx="6335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噪声点指派</a:t>
            </a:r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AF60DB01-3A57-5EE7-3066-2D6F74E27B8E}"/>
              </a:ext>
            </a:extLst>
          </p:cNvPr>
          <p:cNvSpPr txBox="1"/>
          <p:nvPr/>
        </p:nvSpPr>
        <p:spPr>
          <a:xfrm>
            <a:off x="6603491" y="1820623"/>
            <a:ext cx="85792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聚类标签与画像</a:t>
            </a: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ACCF36FA-6D58-0898-4BED-41FC64D0808B}"/>
              </a:ext>
            </a:extLst>
          </p:cNvPr>
          <p:cNvSpPr txBox="1"/>
          <p:nvPr/>
        </p:nvSpPr>
        <p:spPr>
          <a:xfrm>
            <a:off x="2564814" y="2695344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家庭人口数</a:t>
            </a: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65353E11-EAAC-060C-D624-71FE9E8C868A}"/>
              </a:ext>
            </a:extLst>
          </p:cNvPr>
          <p:cNvSpPr txBox="1"/>
          <p:nvPr/>
        </p:nvSpPr>
        <p:spPr>
          <a:xfrm>
            <a:off x="2578598" y="2805644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工作人口数</a:t>
            </a: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5E4B583E-5D16-55ED-29D0-CB5B3485FCFA}"/>
              </a:ext>
            </a:extLst>
          </p:cNvPr>
          <p:cNvSpPr txBox="1"/>
          <p:nvPr/>
        </p:nvSpPr>
        <p:spPr>
          <a:xfrm>
            <a:off x="2582959" y="2909779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机动车数量</a:t>
            </a:r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C20823E6-24F8-6C72-361C-1F2DBD988DBC}"/>
              </a:ext>
            </a:extLst>
          </p:cNvPr>
          <p:cNvSpPr txBox="1"/>
          <p:nvPr/>
        </p:nvSpPr>
        <p:spPr>
          <a:xfrm>
            <a:off x="2582362" y="3022376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自行车数量</a:t>
            </a:r>
          </a:p>
        </p:txBody>
      </p:sp>
      <p:sp>
        <p:nvSpPr>
          <p:cNvPr id="265" name="文本框 264">
            <a:extLst>
              <a:ext uri="{FF2B5EF4-FFF2-40B4-BE49-F238E27FC236}">
                <a16:creationId xmlns:a16="http://schemas.microsoft.com/office/drawing/2014/main" id="{3CCD8578-96A6-C0E4-D6DE-08B7DD07038D}"/>
              </a:ext>
            </a:extLst>
          </p:cNvPr>
          <p:cNvSpPr txBox="1"/>
          <p:nvPr/>
        </p:nvSpPr>
        <p:spPr>
          <a:xfrm>
            <a:off x="2486871" y="3124091"/>
            <a:ext cx="790601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电动自行车数量</a:t>
            </a:r>
          </a:p>
        </p:txBody>
      </p:sp>
      <p:sp>
        <p:nvSpPr>
          <p:cNvPr id="266" name="文本框 265">
            <a:extLst>
              <a:ext uri="{FF2B5EF4-FFF2-40B4-BE49-F238E27FC236}">
                <a16:creationId xmlns:a16="http://schemas.microsoft.com/office/drawing/2014/main" id="{D49B7145-2F95-8CF2-2A3B-BFCC0EF6C5DF}"/>
              </a:ext>
            </a:extLst>
          </p:cNvPr>
          <p:cNvSpPr txBox="1"/>
          <p:nvPr/>
        </p:nvSpPr>
        <p:spPr>
          <a:xfrm>
            <a:off x="2572596" y="3234681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摩托车数量</a:t>
            </a:r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EED99DCE-C0A5-44B8-F074-8220DE9B670C}"/>
              </a:ext>
            </a:extLst>
          </p:cNvPr>
          <p:cNvSpPr txBox="1"/>
          <p:nvPr/>
        </p:nvSpPr>
        <p:spPr>
          <a:xfrm>
            <a:off x="2496637" y="3341121"/>
            <a:ext cx="790601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老年代步车数量</a:t>
            </a:r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42AABF2C-0497-3339-A912-71CAA4D15970}"/>
              </a:ext>
            </a:extLst>
          </p:cNvPr>
          <p:cNvSpPr txBox="1"/>
          <p:nvPr/>
        </p:nvSpPr>
        <p:spPr>
          <a:xfrm>
            <a:off x="2577253" y="3454410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家庭年收入</a:t>
            </a:r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4CDB22E5-8026-A61B-9C18-4A2347A5DD56}"/>
              </a:ext>
            </a:extLst>
          </p:cNvPr>
          <p:cNvSpPr txBox="1"/>
          <p:nvPr/>
        </p:nvSpPr>
        <p:spPr>
          <a:xfrm>
            <a:off x="2570903" y="3552783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是否有学生</a:t>
            </a:r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57A25523-0FB5-72E7-7A25-AD4B9B13DE1C}"/>
              </a:ext>
            </a:extLst>
          </p:cNvPr>
          <p:cNvSpPr txBox="1"/>
          <p:nvPr/>
        </p:nvSpPr>
        <p:spPr>
          <a:xfrm>
            <a:off x="2699454" y="4003001"/>
            <a:ext cx="357790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年龄</a:t>
            </a: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1FCFAD02-8002-E747-D953-69216DA3DDB8}"/>
              </a:ext>
            </a:extLst>
          </p:cNvPr>
          <p:cNvSpPr txBox="1"/>
          <p:nvPr/>
        </p:nvSpPr>
        <p:spPr>
          <a:xfrm>
            <a:off x="2526329" y="4234504"/>
            <a:ext cx="704039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驾照持有情况</a:t>
            </a:r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64DEE146-1414-FF1B-6D61-CBD84DE59F48}"/>
              </a:ext>
            </a:extLst>
          </p:cNvPr>
          <p:cNvSpPr txBox="1"/>
          <p:nvPr/>
        </p:nvSpPr>
        <p:spPr>
          <a:xfrm>
            <a:off x="2572596" y="4354433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与户主关系</a:t>
            </a:r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812B6142-8988-EDF7-4B0E-C80CBFDA47ED}"/>
              </a:ext>
            </a:extLst>
          </p:cNvPr>
          <p:cNvSpPr txBox="1"/>
          <p:nvPr/>
        </p:nvSpPr>
        <p:spPr>
          <a:xfrm>
            <a:off x="2572596" y="4464500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受教育程度</a:t>
            </a:r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235A53C6-8724-DD75-9FC4-C1AFD7DBEE89}"/>
              </a:ext>
            </a:extLst>
          </p:cNvPr>
          <p:cNvSpPr txBox="1"/>
          <p:nvPr/>
        </p:nvSpPr>
        <p:spPr>
          <a:xfrm>
            <a:off x="2699454" y="4575956"/>
            <a:ext cx="357790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职业</a:t>
            </a:r>
          </a:p>
        </p:txBody>
      </p:sp>
      <p:sp>
        <p:nvSpPr>
          <p:cNvPr id="275" name="文本框 274">
            <a:extLst>
              <a:ext uri="{FF2B5EF4-FFF2-40B4-BE49-F238E27FC236}">
                <a16:creationId xmlns:a16="http://schemas.microsoft.com/office/drawing/2014/main" id="{3E3A8AE5-C983-28DA-A3E0-697E5C6A5E59}"/>
              </a:ext>
            </a:extLst>
          </p:cNvPr>
          <p:cNvSpPr txBox="1"/>
          <p:nvPr/>
        </p:nvSpPr>
        <p:spPr>
          <a:xfrm>
            <a:off x="2699454" y="4116970"/>
            <a:ext cx="357790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性别</a:t>
            </a:r>
          </a:p>
        </p:txBody>
      </p:sp>
      <p:cxnSp>
        <p:nvCxnSpPr>
          <p:cNvPr id="294" name="直线箭头连接符 293">
            <a:extLst>
              <a:ext uri="{FF2B5EF4-FFF2-40B4-BE49-F238E27FC236}">
                <a16:creationId xmlns:a16="http://schemas.microsoft.com/office/drawing/2014/main" id="{4EC10739-1A3E-4CAD-C1D8-51500468E281}"/>
              </a:ext>
            </a:extLst>
          </p:cNvPr>
          <p:cNvCxnSpPr>
            <a:cxnSpLocks/>
          </p:cNvCxnSpPr>
          <p:nvPr/>
        </p:nvCxnSpPr>
        <p:spPr>
          <a:xfrm>
            <a:off x="4362553" y="5275674"/>
            <a:ext cx="311047" cy="0"/>
          </a:xfrm>
          <a:prstGeom prst="straightConnector1">
            <a:avLst/>
          </a:prstGeom>
          <a:noFill/>
          <a:ln w="7144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8" name="任意形状 127">
            <a:extLst>
              <a:ext uri="{FF2B5EF4-FFF2-40B4-BE49-F238E27FC236}">
                <a16:creationId xmlns:a16="http://schemas.microsoft.com/office/drawing/2014/main" id="{7D21D400-B4BD-08B8-526C-28634DBDCCF0}"/>
              </a:ext>
            </a:extLst>
          </p:cNvPr>
          <p:cNvSpPr/>
          <p:nvPr/>
        </p:nvSpPr>
        <p:spPr>
          <a:xfrm flipV="1">
            <a:off x="3749611" y="5159583"/>
            <a:ext cx="771525" cy="213977"/>
          </a:xfrm>
          <a:custGeom>
            <a:avLst/>
            <a:gdLst>
              <a:gd name="csX0" fmla="*/ 0 w 771525"/>
              <a:gd name="csY0" fmla="*/ 14652 h 213977"/>
              <a:gd name="csX1" fmla="*/ 30861 w 771525"/>
              <a:gd name="csY1" fmla="*/ 387 h 213977"/>
              <a:gd name="csX2" fmla="*/ 740664 w 771525"/>
              <a:gd name="csY2" fmla="*/ 387 h 213977"/>
              <a:gd name="csX3" fmla="*/ 771525 w 771525"/>
              <a:gd name="csY3" fmla="*/ 14652 h 213977"/>
              <a:gd name="csX4" fmla="*/ 771525 w 771525"/>
              <a:gd name="csY4" fmla="*/ 200099 h 213977"/>
              <a:gd name="csX5" fmla="*/ 740664 w 771525"/>
              <a:gd name="csY5" fmla="*/ 214364 h 213977"/>
              <a:gd name="csX6" fmla="*/ 30861 w 771525"/>
              <a:gd name="csY6" fmla="*/ 214364 h 213977"/>
              <a:gd name="csX7" fmla="*/ 0 w 771525"/>
              <a:gd name="csY7" fmla="*/ 200099 h 213977"/>
              <a:gd name="csX8" fmla="*/ 0 w 771525"/>
              <a:gd name="csY8" fmla="*/ 14652 h 213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71525" h="213977">
                <a:moveTo>
                  <a:pt x="0" y="14652"/>
                </a:moveTo>
                <a:cubicBezTo>
                  <a:pt x="0" y="6774"/>
                  <a:pt x="13811" y="388"/>
                  <a:pt x="30861" y="387"/>
                </a:cubicBezTo>
                <a:lnTo>
                  <a:pt x="740664" y="387"/>
                </a:lnTo>
                <a:cubicBezTo>
                  <a:pt x="757714" y="388"/>
                  <a:pt x="771525" y="6774"/>
                  <a:pt x="771525" y="14652"/>
                </a:cubicBezTo>
                <a:lnTo>
                  <a:pt x="771525" y="200099"/>
                </a:lnTo>
                <a:cubicBezTo>
                  <a:pt x="771525" y="207974"/>
                  <a:pt x="757714" y="214364"/>
                  <a:pt x="740664" y="214364"/>
                </a:cubicBezTo>
                <a:lnTo>
                  <a:pt x="30861" y="214364"/>
                </a:lnTo>
                <a:cubicBezTo>
                  <a:pt x="13811" y="214364"/>
                  <a:pt x="0" y="207974"/>
                  <a:pt x="0" y="200099"/>
                </a:cubicBezTo>
                <a:lnTo>
                  <a:pt x="0" y="14652"/>
                </a:lnTo>
                <a:close/>
              </a:path>
            </a:pathLst>
          </a:custGeom>
          <a:solidFill>
            <a:srgbClr val="CCEEC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3B1EE1AF-1C1A-9CA2-7BBF-9FA227D05587}"/>
              </a:ext>
            </a:extLst>
          </p:cNvPr>
          <p:cNvSpPr txBox="1"/>
          <p:nvPr/>
        </p:nvSpPr>
        <p:spPr>
          <a:xfrm>
            <a:off x="3666934" y="5167707"/>
            <a:ext cx="906017" cy="188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23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多地理尺度边际约束</a:t>
            </a:r>
          </a:p>
        </p:txBody>
      </p:sp>
      <p:cxnSp>
        <p:nvCxnSpPr>
          <p:cNvPr id="302" name="直线箭头连接符 301">
            <a:extLst>
              <a:ext uri="{FF2B5EF4-FFF2-40B4-BE49-F238E27FC236}">
                <a16:creationId xmlns:a16="http://schemas.microsoft.com/office/drawing/2014/main" id="{012494C0-A2A6-D0C6-F9BD-359E7555FA1B}"/>
              </a:ext>
            </a:extLst>
          </p:cNvPr>
          <p:cNvCxnSpPr>
            <a:cxnSpLocks/>
          </p:cNvCxnSpPr>
          <p:nvPr/>
        </p:nvCxnSpPr>
        <p:spPr>
          <a:xfrm>
            <a:off x="5300541" y="5271911"/>
            <a:ext cx="311047" cy="0"/>
          </a:xfrm>
          <a:prstGeom prst="straightConnector1">
            <a:avLst/>
          </a:prstGeom>
          <a:noFill/>
          <a:ln w="7144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3" name="直线箭头连接符 302">
            <a:extLst>
              <a:ext uri="{FF2B5EF4-FFF2-40B4-BE49-F238E27FC236}">
                <a16:creationId xmlns:a16="http://schemas.microsoft.com/office/drawing/2014/main" id="{B22BC766-4B86-AD07-8E43-229E46B7B9AE}"/>
              </a:ext>
            </a:extLst>
          </p:cNvPr>
          <p:cNvCxnSpPr>
            <a:cxnSpLocks/>
          </p:cNvCxnSpPr>
          <p:nvPr/>
        </p:nvCxnSpPr>
        <p:spPr>
          <a:xfrm>
            <a:off x="6362758" y="5271911"/>
            <a:ext cx="311047" cy="0"/>
          </a:xfrm>
          <a:prstGeom prst="straightConnector1">
            <a:avLst/>
          </a:prstGeom>
          <a:noFill/>
          <a:ln w="7144" cap="rnd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0" name="任意形状 129">
            <a:extLst>
              <a:ext uri="{FF2B5EF4-FFF2-40B4-BE49-F238E27FC236}">
                <a16:creationId xmlns:a16="http://schemas.microsoft.com/office/drawing/2014/main" id="{407F8D0A-9C41-BFF2-3DA3-3484926E3CF1}"/>
              </a:ext>
            </a:extLst>
          </p:cNvPr>
          <p:cNvSpPr/>
          <p:nvPr/>
        </p:nvSpPr>
        <p:spPr>
          <a:xfrm flipV="1">
            <a:off x="4681347" y="5159583"/>
            <a:ext cx="771525" cy="213977"/>
          </a:xfrm>
          <a:custGeom>
            <a:avLst/>
            <a:gdLst>
              <a:gd name="csX0" fmla="*/ 0 w 771525"/>
              <a:gd name="csY0" fmla="*/ 14652 h 213977"/>
              <a:gd name="csX1" fmla="*/ 25717 w 771525"/>
              <a:gd name="csY1" fmla="*/ 387 h 213977"/>
              <a:gd name="csX2" fmla="*/ 745807 w 771525"/>
              <a:gd name="csY2" fmla="*/ 387 h 213977"/>
              <a:gd name="csX3" fmla="*/ 771525 w 771525"/>
              <a:gd name="csY3" fmla="*/ 14652 h 213977"/>
              <a:gd name="csX4" fmla="*/ 771525 w 771525"/>
              <a:gd name="csY4" fmla="*/ 200099 h 213977"/>
              <a:gd name="csX5" fmla="*/ 745807 w 771525"/>
              <a:gd name="csY5" fmla="*/ 214364 h 213977"/>
              <a:gd name="csX6" fmla="*/ 25717 w 771525"/>
              <a:gd name="csY6" fmla="*/ 214364 h 213977"/>
              <a:gd name="csX7" fmla="*/ 0 w 771525"/>
              <a:gd name="csY7" fmla="*/ 200099 h 213977"/>
              <a:gd name="csX8" fmla="*/ 0 w 771525"/>
              <a:gd name="csY8" fmla="*/ 14652 h 213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71525" h="213977">
                <a:moveTo>
                  <a:pt x="0" y="14652"/>
                </a:moveTo>
                <a:cubicBezTo>
                  <a:pt x="0" y="6774"/>
                  <a:pt x="11430" y="388"/>
                  <a:pt x="25717" y="387"/>
                </a:cubicBezTo>
                <a:lnTo>
                  <a:pt x="745807" y="387"/>
                </a:lnTo>
                <a:cubicBezTo>
                  <a:pt x="760000" y="388"/>
                  <a:pt x="771525" y="6774"/>
                  <a:pt x="771525" y="14652"/>
                </a:cubicBezTo>
                <a:lnTo>
                  <a:pt x="771525" y="200099"/>
                </a:lnTo>
                <a:cubicBezTo>
                  <a:pt x="771525" y="207974"/>
                  <a:pt x="760000" y="214364"/>
                  <a:pt x="745807" y="214364"/>
                </a:cubicBezTo>
                <a:lnTo>
                  <a:pt x="25717" y="214364"/>
                </a:lnTo>
                <a:cubicBezTo>
                  <a:pt x="11430" y="214364"/>
                  <a:pt x="0" y="207974"/>
                  <a:pt x="0" y="200099"/>
                </a:cubicBezTo>
                <a:lnTo>
                  <a:pt x="0" y="14652"/>
                </a:lnTo>
                <a:close/>
              </a:path>
            </a:pathLst>
          </a:custGeom>
          <a:solidFill>
            <a:srgbClr val="D0DDF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" name="任意形状 132">
            <a:extLst>
              <a:ext uri="{FF2B5EF4-FFF2-40B4-BE49-F238E27FC236}">
                <a16:creationId xmlns:a16="http://schemas.microsoft.com/office/drawing/2014/main" id="{6676E309-AFE6-E25E-B6AA-4640A3A2747A}"/>
              </a:ext>
            </a:extLst>
          </p:cNvPr>
          <p:cNvSpPr/>
          <p:nvPr/>
        </p:nvSpPr>
        <p:spPr>
          <a:xfrm flipV="1">
            <a:off x="5611463" y="5159583"/>
            <a:ext cx="928687" cy="213977"/>
          </a:xfrm>
          <a:custGeom>
            <a:avLst/>
            <a:gdLst>
              <a:gd name="csX0" fmla="*/ 0 w 928687"/>
              <a:gd name="csY0" fmla="*/ 14652 h 213977"/>
              <a:gd name="csX1" fmla="*/ 30956 w 928687"/>
              <a:gd name="csY1" fmla="*/ 387 h 213977"/>
              <a:gd name="csX2" fmla="*/ 897731 w 928687"/>
              <a:gd name="csY2" fmla="*/ 387 h 213977"/>
              <a:gd name="csX3" fmla="*/ 928688 w 928687"/>
              <a:gd name="csY3" fmla="*/ 14652 h 213977"/>
              <a:gd name="csX4" fmla="*/ 928688 w 928687"/>
              <a:gd name="csY4" fmla="*/ 200099 h 213977"/>
              <a:gd name="csX5" fmla="*/ 897731 w 928687"/>
              <a:gd name="csY5" fmla="*/ 214364 h 213977"/>
              <a:gd name="csX6" fmla="*/ 30956 w 928687"/>
              <a:gd name="csY6" fmla="*/ 214364 h 213977"/>
              <a:gd name="csX7" fmla="*/ 0 w 928687"/>
              <a:gd name="csY7" fmla="*/ 200099 h 213977"/>
              <a:gd name="csX8" fmla="*/ 0 w 928687"/>
              <a:gd name="csY8" fmla="*/ 14652 h 213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687" h="213977">
                <a:moveTo>
                  <a:pt x="0" y="14652"/>
                </a:moveTo>
                <a:cubicBezTo>
                  <a:pt x="0" y="6774"/>
                  <a:pt x="13811" y="388"/>
                  <a:pt x="30956" y="387"/>
                </a:cubicBezTo>
                <a:lnTo>
                  <a:pt x="897731" y="387"/>
                </a:lnTo>
                <a:cubicBezTo>
                  <a:pt x="914781" y="388"/>
                  <a:pt x="928688" y="6774"/>
                  <a:pt x="928688" y="14652"/>
                </a:cubicBezTo>
                <a:lnTo>
                  <a:pt x="928688" y="200099"/>
                </a:lnTo>
                <a:cubicBezTo>
                  <a:pt x="928688" y="207974"/>
                  <a:pt x="914781" y="214364"/>
                  <a:pt x="897731" y="214364"/>
                </a:cubicBezTo>
                <a:lnTo>
                  <a:pt x="30956" y="214364"/>
                </a:lnTo>
                <a:cubicBezTo>
                  <a:pt x="13811" y="214364"/>
                  <a:pt x="0" y="207974"/>
                  <a:pt x="0" y="200099"/>
                </a:cubicBezTo>
                <a:lnTo>
                  <a:pt x="0" y="14652"/>
                </a:lnTo>
                <a:close/>
              </a:path>
            </a:pathLst>
          </a:custGeom>
          <a:noFill/>
          <a:ln w="7144" cap="flat">
            <a:solidFill>
              <a:srgbClr val="999999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5" name="任意形状 134">
            <a:extLst>
              <a:ext uri="{FF2B5EF4-FFF2-40B4-BE49-F238E27FC236}">
                <a16:creationId xmlns:a16="http://schemas.microsoft.com/office/drawing/2014/main" id="{E21BE773-ACFD-34F2-89F8-10D0A112C736}"/>
              </a:ext>
            </a:extLst>
          </p:cNvPr>
          <p:cNvSpPr/>
          <p:nvPr/>
        </p:nvSpPr>
        <p:spPr>
          <a:xfrm flipV="1">
            <a:off x="6667309" y="5159583"/>
            <a:ext cx="835818" cy="213977"/>
          </a:xfrm>
          <a:custGeom>
            <a:avLst/>
            <a:gdLst>
              <a:gd name="csX0" fmla="*/ 0 w 835818"/>
              <a:gd name="csY0" fmla="*/ 14652 h 213977"/>
              <a:gd name="csX1" fmla="*/ 27813 w 835818"/>
              <a:gd name="csY1" fmla="*/ 387 h 213977"/>
              <a:gd name="csX2" fmla="*/ 807910 w 835818"/>
              <a:gd name="csY2" fmla="*/ 387 h 213977"/>
              <a:gd name="csX3" fmla="*/ 835818 w 835818"/>
              <a:gd name="csY3" fmla="*/ 14652 h 213977"/>
              <a:gd name="csX4" fmla="*/ 835818 w 835818"/>
              <a:gd name="csY4" fmla="*/ 200099 h 213977"/>
              <a:gd name="csX5" fmla="*/ 807910 w 835818"/>
              <a:gd name="csY5" fmla="*/ 214364 h 213977"/>
              <a:gd name="csX6" fmla="*/ 27813 w 835818"/>
              <a:gd name="csY6" fmla="*/ 214364 h 213977"/>
              <a:gd name="csX7" fmla="*/ 0 w 835818"/>
              <a:gd name="csY7" fmla="*/ 200099 h 213977"/>
              <a:gd name="csX8" fmla="*/ 0 w 835818"/>
              <a:gd name="csY8" fmla="*/ 14652 h 213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35818" h="213977">
                <a:moveTo>
                  <a:pt x="0" y="14652"/>
                </a:moveTo>
                <a:cubicBezTo>
                  <a:pt x="0" y="6774"/>
                  <a:pt x="12382" y="388"/>
                  <a:pt x="27813" y="387"/>
                </a:cubicBezTo>
                <a:lnTo>
                  <a:pt x="807910" y="387"/>
                </a:lnTo>
                <a:cubicBezTo>
                  <a:pt x="823341" y="388"/>
                  <a:pt x="835818" y="6774"/>
                  <a:pt x="835818" y="14652"/>
                </a:cubicBezTo>
                <a:lnTo>
                  <a:pt x="835818" y="200099"/>
                </a:lnTo>
                <a:cubicBezTo>
                  <a:pt x="835818" y="207974"/>
                  <a:pt x="823341" y="214364"/>
                  <a:pt x="807910" y="214364"/>
                </a:cubicBezTo>
                <a:lnTo>
                  <a:pt x="27813" y="214364"/>
                </a:lnTo>
                <a:cubicBezTo>
                  <a:pt x="12382" y="214364"/>
                  <a:pt x="0" y="207974"/>
                  <a:pt x="0" y="200099"/>
                </a:cubicBezTo>
                <a:lnTo>
                  <a:pt x="0" y="14652"/>
                </a:lnTo>
                <a:close/>
              </a:path>
            </a:pathLst>
          </a:custGeom>
          <a:noFill/>
          <a:ln w="7144" cap="flat">
            <a:solidFill>
              <a:srgbClr val="999999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FA5203AB-00F8-ED69-F0E8-9B8C50B6D3F3}"/>
              </a:ext>
            </a:extLst>
          </p:cNvPr>
          <p:cNvSpPr txBox="1"/>
          <p:nvPr/>
        </p:nvSpPr>
        <p:spPr>
          <a:xfrm>
            <a:off x="4709826" y="5153474"/>
            <a:ext cx="732893" cy="202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13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能量引导函数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72736553-14A6-1BEB-F080-024D174E1A72}"/>
              </a:ext>
            </a:extLst>
          </p:cNvPr>
          <p:cNvSpPr txBox="1"/>
          <p:nvPr/>
        </p:nvSpPr>
        <p:spPr>
          <a:xfrm>
            <a:off x="6687121" y="5174022"/>
            <a:ext cx="824265" cy="202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13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梯度间冲突协调</a:t>
            </a:r>
          </a:p>
        </p:txBody>
      </p:sp>
      <p:sp>
        <p:nvSpPr>
          <p:cNvPr id="132" name="任意形状 131">
            <a:extLst>
              <a:ext uri="{FF2B5EF4-FFF2-40B4-BE49-F238E27FC236}">
                <a16:creationId xmlns:a16="http://schemas.microsoft.com/office/drawing/2014/main" id="{9F4FD909-D838-79BC-60B9-3872C27851D4}"/>
              </a:ext>
            </a:extLst>
          </p:cNvPr>
          <p:cNvSpPr/>
          <p:nvPr/>
        </p:nvSpPr>
        <p:spPr>
          <a:xfrm flipV="1">
            <a:off x="5611463" y="5159583"/>
            <a:ext cx="928687" cy="213977"/>
          </a:xfrm>
          <a:custGeom>
            <a:avLst/>
            <a:gdLst>
              <a:gd name="csX0" fmla="*/ 0 w 928687"/>
              <a:gd name="csY0" fmla="*/ 14652 h 213977"/>
              <a:gd name="csX1" fmla="*/ 30956 w 928687"/>
              <a:gd name="csY1" fmla="*/ 387 h 213977"/>
              <a:gd name="csX2" fmla="*/ 897731 w 928687"/>
              <a:gd name="csY2" fmla="*/ 387 h 213977"/>
              <a:gd name="csX3" fmla="*/ 928688 w 928687"/>
              <a:gd name="csY3" fmla="*/ 14652 h 213977"/>
              <a:gd name="csX4" fmla="*/ 928688 w 928687"/>
              <a:gd name="csY4" fmla="*/ 200099 h 213977"/>
              <a:gd name="csX5" fmla="*/ 897731 w 928687"/>
              <a:gd name="csY5" fmla="*/ 214364 h 213977"/>
              <a:gd name="csX6" fmla="*/ 30956 w 928687"/>
              <a:gd name="csY6" fmla="*/ 214364 h 213977"/>
              <a:gd name="csX7" fmla="*/ 0 w 928687"/>
              <a:gd name="csY7" fmla="*/ 200099 h 213977"/>
              <a:gd name="csX8" fmla="*/ 0 w 928687"/>
              <a:gd name="csY8" fmla="*/ 14652 h 213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687" h="213977">
                <a:moveTo>
                  <a:pt x="0" y="14652"/>
                </a:moveTo>
                <a:cubicBezTo>
                  <a:pt x="0" y="6774"/>
                  <a:pt x="13811" y="388"/>
                  <a:pt x="30956" y="387"/>
                </a:cubicBezTo>
                <a:lnTo>
                  <a:pt x="897731" y="387"/>
                </a:lnTo>
                <a:cubicBezTo>
                  <a:pt x="914781" y="388"/>
                  <a:pt x="928688" y="6774"/>
                  <a:pt x="928688" y="14652"/>
                </a:cubicBezTo>
                <a:lnTo>
                  <a:pt x="928688" y="200099"/>
                </a:lnTo>
                <a:cubicBezTo>
                  <a:pt x="928688" y="207974"/>
                  <a:pt x="914781" y="214364"/>
                  <a:pt x="897731" y="214364"/>
                </a:cubicBezTo>
                <a:lnTo>
                  <a:pt x="30956" y="214364"/>
                </a:lnTo>
                <a:cubicBezTo>
                  <a:pt x="13811" y="214364"/>
                  <a:pt x="0" y="207974"/>
                  <a:pt x="0" y="200099"/>
                </a:cubicBezTo>
                <a:lnTo>
                  <a:pt x="0" y="14652"/>
                </a:lnTo>
                <a:close/>
              </a:path>
            </a:pathLst>
          </a:custGeom>
          <a:solidFill>
            <a:srgbClr val="D0DDF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D2B7B43A-A031-738F-74DA-5075347764D7}"/>
              </a:ext>
            </a:extLst>
          </p:cNvPr>
          <p:cNvSpPr txBox="1"/>
          <p:nvPr/>
        </p:nvSpPr>
        <p:spPr>
          <a:xfrm>
            <a:off x="5687854" y="5174354"/>
            <a:ext cx="732893" cy="202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13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引导梯度计算</a:t>
            </a:r>
          </a:p>
        </p:txBody>
      </p:sp>
      <p:sp>
        <p:nvSpPr>
          <p:cNvPr id="305" name="任意形状 304">
            <a:extLst>
              <a:ext uri="{FF2B5EF4-FFF2-40B4-BE49-F238E27FC236}">
                <a16:creationId xmlns:a16="http://schemas.microsoft.com/office/drawing/2014/main" id="{83341DEE-F606-E425-C7E7-1596C10D91B4}"/>
              </a:ext>
            </a:extLst>
          </p:cNvPr>
          <p:cNvSpPr/>
          <p:nvPr/>
        </p:nvSpPr>
        <p:spPr>
          <a:xfrm flipV="1">
            <a:off x="8875746" y="2410293"/>
            <a:ext cx="1000125" cy="294551"/>
          </a:xfrm>
          <a:custGeom>
            <a:avLst/>
            <a:gdLst>
              <a:gd name="csX0" fmla="*/ 0 w 1000125"/>
              <a:gd name="csY0" fmla="*/ -172 h 294551"/>
              <a:gd name="csX1" fmla="*/ 1000125 w 1000125"/>
              <a:gd name="csY1" fmla="*/ -172 h 294551"/>
              <a:gd name="csX2" fmla="*/ 1000125 w 1000125"/>
              <a:gd name="csY2" fmla="*/ 294380 h 294551"/>
              <a:gd name="csX3" fmla="*/ 0 w 1000125"/>
              <a:gd name="csY3" fmla="*/ 294380 h 2945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294551">
                <a:moveTo>
                  <a:pt x="0" y="-172"/>
                </a:moveTo>
                <a:lnTo>
                  <a:pt x="1000125" y="-172"/>
                </a:lnTo>
                <a:lnTo>
                  <a:pt x="1000125" y="294380"/>
                </a:lnTo>
                <a:lnTo>
                  <a:pt x="0" y="294380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6" name="任意形状 305">
            <a:extLst>
              <a:ext uri="{FF2B5EF4-FFF2-40B4-BE49-F238E27FC236}">
                <a16:creationId xmlns:a16="http://schemas.microsoft.com/office/drawing/2014/main" id="{2175DEB8-5CEE-42DD-809F-ADCC0DE15620}"/>
              </a:ext>
            </a:extLst>
          </p:cNvPr>
          <p:cNvSpPr/>
          <p:nvPr/>
        </p:nvSpPr>
        <p:spPr>
          <a:xfrm flipV="1">
            <a:off x="8875746" y="2704844"/>
            <a:ext cx="1000125" cy="106035"/>
          </a:xfrm>
          <a:custGeom>
            <a:avLst/>
            <a:gdLst>
              <a:gd name="csX0" fmla="*/ 0 w 1000125"/>
              <a:gd name="csY0" fmla="*/ -130 h 106035"/>
              <a:gd name="csX1" fmla="*/ 1000125 w 1000125"/>
              <a:gd name="csY1" fmla="*/ -130 h 106035"/>
              <a:gd name="csX2" fmla="*/ 1000125 w 1000125"/>
              <a:gd name="csY2" fmla="*/ 105906 h 106035"/>
              <a:gd name="csX3" fmla="*/ 0 w 1000125"/>
              <a:gd name="csY3" fmla="*/ 105906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130"/>
                </a:moveTo>
                <a:lnTo>
                  <a:pt x="1000125" y="-130"/>
                </a:lnTo>
                <a:lnTo>
                  <a:pt x="1000125" y="105906"/>
                </a:lnTo>
                <a:lnTo>
                  <a:pt x="0" y="105906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" name="任意形状 306">
            <a:extLst>
              <a:ext uri="{FF2B5EF4-FFF2-40B4-BE49-F238E27FC236}">
                <a16:creationId xmlns:a16="http://schemas.microsoft.com/office/drawing/2014/main" id="{2D5EDB8E-3B3D-367B-3B77-399F51DB2DEE}"/>
              </a:ext>
            </a:extLst>
          </p:cNvPr>
          <p:cNvSpPr/>
          <p:nvPr/>
        </p:nvSpPr>
        <p:spPr>
          <a:xfrm flipV="1">
            <a:off x="8875746" y="2704844"/>
            <a:ext cx="1000125" cy="106035"/>
          </a:xfrm>
          <a:custGeom>
            <a:avLst/>
            <a:gdLst>
              <a:gd name="csX0" fmla="*/ 0 w 1000125"/>
              <a:gd name="csY0" fmla="*/ -130 h 106035"/>
              <a:gd name="csX1" fmla="*/ 1000125 w 1000125"/>
              <a:gd name="csY1" fmla="*/ -130 h 106035"/>
              <a:gd name="csX2" fmla="*/ 1000125 w 1000125"/>
              <a:gd name="csY2" fmla="*/ 105906 h 106035"/>
              <a:gd name="csX3" fmla="*/ 0 w 1000125"/>
              <a:gd name="csY3" fmla="*/ 105906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130"/>
                </a:moveTo>
                <a:lnTo>
                  <a:pt x="1000125" y="-130"/>
                </a:lnTo>
                <a:lnTo>
                  <a:pt x="1000125" y="105906"/>
                </a:lnTo>
                <a:lnTo>
                  <a:pt x="0" y="105906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8" name="任意形状 307">
            <a:extLst>
              <a:ext uri="{FF2B5EF4-FFF2-40B4-BE49-F238E27FC236}">
                <a16:creationId xmlns:a16="http://schemas.microsoft.com/office/drawing/2014/main" id="{F685CD23-8CCD-ED0F-2FE9-9E18DF3F6A28}"/>
              </a:ext>
            </a:extLst>
          </p:cNvPr>
          <p:cNvSpPr/>
          <p:nvPr/>
        </p:nvSpPr>
        <p:spPr>
          <a:xfrm flipV="1">
            <a:off x="8875746" y="2810880"/>
            <a:ext cx="1000125" cy="106035"/>
          </a:xfrm>
          <a:custGeom>
            <a:avLst/>
            <a:gdLst>
              <a:gd name="csX0" fmla="*/ 0 w 1000125"/>
              <a:gd name="csY0" fmla="*/ -107 h 106035"/>
              <a:gd name="csX1" fmla="*/ 1000125 w 1000125"/>
              <a:gd name="csY1" fmla="*/ -107 h 106035"/>
              <a:gd name="csX2" fmla="*/ 1000125 w 1000125"/>
              <a:gd name="csY2" fmla="*/ 105928 h 106035"/>
              <a:gd name="csX3" fmla="*/ 0 w 1000125"/>
              <a:gd name="csY3" fmla="*/ 105928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107"/>
                </a:moveTo>
                <a:lnTo>
                  <a:pt x="1000125" y="-107"/>
                </a:lnTo>
                <a:lnTo>
                  <a:pt x="1000125" y="105928"/>
                </a:lnTo>
                <a:lnTo>
                  <a:pt x="0" y="105928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9" name="任意形状 308">
            <a:extLst>
              <a:ext uri="{FF2B5EF4-FFF2-40B4-BE49-F238E27FC236}">
                <a16:creationId xmlns:a16="http://schemas.microsoft.com/office/drawing/2014/main" id="{DBF2F20A-BA89-8DF4-035F-982EF3067A27}"/>
              </a:ext>
            </a:extLst>
          </p:cNvPr>
          <p:cNvSpPr/>
          <p:nvPr/>
        </p:nvSpPr>
        <p:spPr>
          <a:xfrm flipV="1">
            <a:off x="8875746" y="2810880"/>
            <a:ext cx="1000125" cy="106035"/>
          </a:xfrm>
          <a:custGeom>
            <a:avLst/>
            <a:gdLst>
              <a:gd name="csX0" fmla="*/ 0 w 1000125"/>
              <a:gd name="csY0" fmla="*/ -107 h 106035"/>
              <a:gd name="csX1" fmla="*/ 1000125 w 1000125"/>
              <a:gd name="csY1" fmla="*/ -107 h 106035"/>
              <a:gd name="csX2" fmla="*/ 1000125 w 1000125"/>
              <a:gd name="csY2" fmla="*/ 105928 h 106035"/>
              <a:gd name="csX3" fmla="*/ 0 w 1000125"/>
              <a:gd name="csY3" fmla="*/ 105928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107"/>
                </a:moveTo>
                <a:lnTo>
                  <a:pt x="1000125" y="-107"/>
                </a:lnTo>
                <a:lnTo>
                  <a:pt x="1000125" y="105928"/>
                </a:lnTo>
                <a:lnTo>
                  <a:pt x="0" y="105928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0" name="任意形状 309">
            <a:extLst>
              <a:ext uri="{FF2B5EF4-FFF2-40B4-BE49-F238E27FC236}">
                <a16:creationId xmlns:a16="http://schemas.microsoft.com/office/drawing/2014/main" id="{45D5AF0C-A20D-801D-7C71-D74824B8903E}"/>
              </a:ext>
            </a:extLst>
          </p:cNvPr>
          <p:cNvSpPr/>
          <p:nvPr/>
        </p:nvSpPr>
        <p:spPr>
          <a:xfrm flipV="1">
            <a:off x="8875746" y="2916916"/>
            <a:ext cx="1000125" cy="106035"/>
          </a:xfrm>
          <a:custGeom>
            <a:avLst/>
            <a:gdLst>
              <a:gd name="csX0" fmla="*/ 0 w 1000125"/>
              <a:gd name="csY0" fmla="*/ -85 h 106035"/>
              <a:gd name="csX1" fmla="*/ 1000125 w 1000125"/>
              <a:gd name="csY1" fmla="*/ -85 h 106035"/>
              <a:gd name="csX2" fmla="*/ 1000125 w 1000125"/>
              <a:gd name="csY2" fmla="*/ 105951 h 106035"/>
              <a:gd name="csX3" fmla="*/ 0 w 1000125"/>
              <a:gd name="csY3" fmla="*/ 105951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85"/>
                </a:moveTo>
                <a:lnTo>
                  <a:pt x="1000125" y="-85"/>
                </a:lnTo>
                <a:lnTo>
                  <a:pt x="1000125" y="105951"/>
                </a:lnTo>
                <a:lnTo>
                  <a:pt x="0" y="105951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1" name="任意形状 310">
            <a:extLst>
              <a:ext uri="{FF2B5EF4-FFF2-40B4-BE49-F238E27FC236}">
                <a16:creationId xmlns:a16="http://schemas.microsoft.com/office/drawing/2014/main" id="{9FDA8681-4738-DF0D-A418-7610C98A35CD}"/>
              </a:ext>
            </a:extLst>
          </p:cNvPr>
          <p:cNvSpPr/>
          <p:nvPr/>
        </p:nvSpPr>
        <p:spPr>
          <a:xfrm flipV="1">
            <a:off x="8875746" y="2916916"/>
            <a:ext cx="1000125" cy="106035"/>
          </a:xfrm>
          <a:custGeom>
            <a:avLst/>
            <a:gdLst>
              <a:gd name="csX0" fmla="*/ 0 w 1000125"/>
              <a:gd name="csY0" fmla="*/ -85 h 106035"/>
              <a:gd name="csX1" fmla="*/ 1000125 w 1000125"/>
              <a:gd name="csY1" fmla="*/ -85 h 106035"/>
              <a:gd name="csX2" fmla="*/ 1000125 w 1000125"/>
              <a:gd name="csY2" fmla="*/ 105951 h 106035"/>
              <a:gd name="csX3" fmla="*/ 0 w 1000125"/>
              <a:gd name="csY3" fmla="*/ 105951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85"/>
                </a:moveTo>
                <a:lnTo>
                  <a:pt x="1000125" y="-85"/>
                </a:lnTo>
                <a:lnTo>
                  <a:pt x="1000125" y="105951"/>
                </a:lnTo>
                <a:lnTo>
                  <a:pt x="0" y="105951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2" name="任意形状 311">
            <a:extLst>
              <a:ext uri="{FF2B5EF4-FFF2-40B4-BE49-F238E27FC236}">
                <a16:creationId xmlns:a16="http://schemas.microsoft.com/office/drawing/2014/main" id="{AD10A290-9534-D8C7-CA35-E17B5120BA08}"/>
              </a:ext>
            </a:extLst>
          </p:cNvPr>
          <p:cNvSpPr/>
          <p:nvPr/>
        </p:nvSpPr>
        <p:spPr>
          <a:xfrm flipV="1">
            <a:off x="8875746" y="3022952"/>
            <a:ext cx="1000125" cy="106035"/>
          </a:xfrm>
          <a:custGeom>
            <a:avLst/>
            <a:gdLst>
              <a:gd name="csX0" fmla="*/ 0 w 1000125"/>
              <a:gd name="csY0" fmla="*/ -63 h 106035"/>
              <a:gd name="csX1" fmla="*/ 1000125 w 1000125"/>
              <a:gd name="csY1" fmla="*/ -63 h 106035"/>
              <a:gd name="csX2" fmla="*/ 1000125 w 1000125"/>
              <a:gd name="csY2" fmla="*/ 105973 h 106035"/>
              <a:gd name="csX3" fmla="*/ 0 w 1000125"/>
              <a:gd name="csY3" fmla="*/ 105973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63"/>
                </a:moveTo>
                <a:lnTo>
                  <a:pt x="1000125" y="-63"/>
                </a:lnTo>
                <a:lnTo>
                  <a:pt x="1000125" y="105973"/>
                </a:lnTo>
                <a:lnTo>
                  <a:pt x="0" y="105973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3" name="任意形状 312">
            <a:extLst>
              <a:ext uri="{FF2B5EF4-FFF2-40B4-BE49-F238E27FC236}">
                <a16:creationId xmlns:a16="http://schemas.microsoft.com/office/drawing/2014/main" id="{31E5067B-903F-BB9D-F7C9-C7C37550FD1E}"/>
              </a:ext>
            </a:extLst>
          </p:cNvPr>
          <p:cNvSpPr/>
          <p:nvPr/>
        </p:nvSpPr>
        <p:spPr>
          <a:xfrm flipV="1">
            <a:off x="8875746" y="3022952"/>
            <a:ext cx="1000125" cy="106035"/>
          </a:xfrm>
          <a:custGeom>
            <a:avLst/>
            <a:gdLst>
              <a:gd name="csX0" fmla="*/ 0 w 1000125"/>
              <a:gd name="csY0" fmla="*/ -63 h 106035"/>
              <a:gd name="csX1" fmla="*/ 1000125 w 1000125"/>
              <a:gd name="csY1" fmla="*/ -63 h 106035"/>
              <a:gd name="csX2" fmla="*/ 1000125 w 1000125"/>
              <a:gd name="csY2" fmla="*/ 105973 h 106035"/>
              <a:gd name="csX3" fmla="*/ 0 w 1000125"/>
              <a:gd name="csY3" fmla="*/ 105973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63"/>
                </a:moveTo>
                <a:lnTo>
                  <a:pt x="1000125" y="-63"/>
                </a:lnTo>
                <a:lnTo>
                  <a:pt x="1000125" y="105973"/>
                </a:lnTo>
                <a:lnTo>
                  <a:pt x="0" y="105973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" name="任意形状 313">
            <a:extLst>
              <a:ext uri="{FF2B5EF4-FFF2-40B4-BE49-F238E27FC236}">
                <a16:creationId xmlns:a16="http://schemas.microsoft.com/office/drawing/2014/main" id="{DF4C9694-3FBF-16C7-3A30-7A86181C9CC2}"/>
              </a:ext>
            </a:extLst>
          </p:cNvPr>
          <p:cNvSpPr/>
          <p:nvPr/>
        </p:nvSpPr>
        <p:spPr>
          <a:xfrm flipV="1">
            <a:off x="8875746" y="3128988"/>
            <a:ext cx="1000125" cy="106035"/>
          </a:xfrm>
          <a:custGeom>
            <a:avLst/>
            <a:gdLst>
              <a:gd name="csX0" fmla="*/ 0 w 1000125"/>
              <a:gd name="csY0" fmla="*/ -41 h 106035"/>
              <a:gd name="csX1" fmla="*/ 1000125 w 1000125"/>
              <a:gd name="csY1" fmla="*/ -41 h 106035"/>
              <a:gd name="csX2" fmla="*/ 1000125 w 1000125"/>
              <a:gd name="csY2" fmla="*/ 105995 h 106035"/>
              <a:gd name="csX3" fmla="*/ 0 w 1000125"/>
              <a:gd name="csY3" fmla="*/ 105995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41"/>
                </a:moveTo>
                <a:lnTo>
                  <a:pt x="1000125" y="-41"/>
                </a:lnTo>
                <a:lnTo>
                  <a:pt x="1000125" y="105995"/>
                </a:lnTo>
                <a:lnTo>
                  <a:pt x="0" y="105995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5" name="任意形状 314">
            <a:extLst>
              <a:ext uri="{FF2B5EF4-FFF2-40B4-BE49-F238E27FC236}">
                <a16:creationId xmlns:a16="http://schemas.microsoft.com/office/drawing/2014/main" id="{8EE63ECD-549E-F37F-40DF-E51888CE7CE1}"/>
              </a:ext>
            </a:extLst>
          </p:cNvPr>
          <p:cNvSpPr/>
          <p:nvPr/>
        </p:nvSpPr>
        <p:spPr>
          <a:xfrm flipV="1">
            <a:off x="8875746" y="3128988"/>
            <a:ext cx="1000125" cy="106035"/>
          </a:xfrm>
          <a:custGeom>
            <a:avLst/>
            <a:gdLst>
              <a:gd name="csX0" fmla="*/ 0 w 1000125"/>
              <a:gd name="csY0" fmla="*/ -41 h 106035"/>
              <a:gd name="csX1" fmla="*/ 1000125 w 1000125"/>
              <a:gd name="csY1" fmla="*/ -41 h 106035"/>
              <a:gd name="csX2" fmla="*/ 1000125 w 1000125"/>
              <a:gd name="csY2" fmla="*/ 105995 h 106035"/>
              <a:gd name="csX3" fmla="*/ 0 w 1000125"/>
              <a:gd name="csY3" fmla="*/ 105995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41"/>
                </a:moveTo>
                <a:lnTo>
                  <a:pt x="1000125" y="-41"/>
                </a:lnTo>
                <a:lnTo>
                  <a:pt x="1000125" y="105995"/>
                </a:lnTo>
                <a:lnTo>
                  <a:pt x="0" y="105995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6" name="任意形状 315">
            <a:extLst>
              <a:ext uri="{FF2B5EF4-FFF2-40B4-BE49-F238E27FC236}">
                <a16:creationId xmlns:a16="http://schemas.microsoft.com/office/drawing/2014/main" id="{1F0A10F8-C5B3-03C2-B7A6-7ED82B759793}"/>
              </a:ext>
            </a:extLst>
          </p:cNvPr>
          <p:cNvSpPr/>
          <p:nvPr/>
        </p:nvSpPr>
        <p:spPr>
          <a:xfrm flipV="1">
            <a:off x="8875746" y="3235024"/>
            <a:ext cx="1000125" cy="106035"/>
          </a:xfrm>
          <a:custGeom>
            <a:avLst/>
            <a:gdLst>
              <a:gd name="csX0" fmla="*/ 0 w 1000125"/>
              <a:gd name="csY0" fmla="*/ -18 h 106035"/>
              <a:gd name="csX1" fmla="*/ 1000125 w 1000125"/>
              <a:gd name="csY1" fmla="*/ -18 h 106035"/>
              <a:gd name="csX2" fmla="*/ 1000125 w 1000125"/>
              <a:gd name="csY2" fmla="*/ 106018 h 106035"/>
              <a:gd name="csX3" fmla="*/ 0 w 1000125"/>
              <a:gd name="csY3" fmla="*/ 106018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18"/>
                </a:moveTo>
                <a:lnTo>
                  <a:pt x="1000125" y="-18"/>
                </a:lnTo>
                <a:lnTo>
                  <a:pt x="1000125" y="106018"/>
                </a:lnTo>
                <a:lnTo>
                  <a:pt x="0" y="106018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" name="任意形状 316">
            <a:extLst>
              <a:ext uri="{FF2B5EF4-FFF2-40B4-BE49-F238E27FC236}">
                <a16:creationId xmlns:a16="http://schemas.microsoft.com/office/drawing/2014/main" id="{344A2E1C-0ADA-CE3B-C273-293D7749370A}"/>
              </a:ext>
            </a:extLst>
          </p:cNvPr>
          <p:cNvSpPr/>
          <p:nvPr/>
        </p:nvSpPr>
        <p:spPr>
          <a:xfrm flipV="1">
            <a:off x="8875746" y="3235024"/>
            <a:ext cx="1000125" cy="106035"/>
          </a:xfrm>
          <a:custGeom>
            <a:avLst/>
            <a:gdLst>
              <a:gd name="csX0" fmla="*/ 0 w 1000125"/>
              <a:gd name="csY0" fmla="*/ -18 h 106035"/>
              <a:gd name="csX1" fmla="*/ 1000125 w 1000125"/>
              <a:gd name="csY1" fmla="*/ -18 h 106035"/>
              <a:gd name="csX2" fmla="*/ 1000125 w 1000125"/>
              <a:gd name="csY2" fmla="*/ 106018 h 106035"/>
              <a:gd name="csX3" fmla="*/ 0 w 1000125"/>
              <a:gd name="csY3" fmla="*/ 106018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-18"/>
                </a:moveTo>
                <a:lnTo>
                  <a:pt x="1000125" y="-18"/>
                </a:lnTo>
                <a:lnTo>
                  <a:pt x="1000125" y="106018"/>
                </a:lnTo>
                <a:lnTo>
                  <a:pt x="0" y="106018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8" name="任意形状 317">
            <a:extLst>
              <a:ext uri="{FF2B5EF4-FFF2-40B4-BE49-F238E27FC236}">
                <a16:creationId xmlns:a16="http://schemas.microsoft.com/office/drawing/2014/main" id="{501CCE73-690D-43AE-9C3A-E8A761365C22}"/>
              </a:ext>
            </a:extLst>
          </p:cNvPr>
          <p:cNvSpPr/>
          <p:nvPr/>
        </p:nvSpPr>
        <p:spPr>
          <a:xfrm flipV="1">
            <a:off x="8875746" y="3341060"/>
            <a:ext cx="1000125" cy="106035"/>
          </a:xfrm>
          <a:custGeom>
            <a:avLst/>
            <a:gdLst>
              <a:gd name="csX0" fmla="*/ 0 w 1000125"/>
              <a:gd name="csY0" fmla="*/ 4 h 106035"/>
              <a:gd name="csX1" fmla="*/ 1000125 w 1000125"/>
              <a:gd name="csY1" fmla="*/ 4 h 106035"/>
              <a:gd name="csX2" fmla="*/ 1000125 w 1000125"/>
              <a:gd name="csY2" fmla="*/ 106040 h 106035"/>
              <a:gd name="csX3" fmla="*/ 0 w 1000125"/>
              <a:gd name="csY3" fmla="*/ 106040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4"/>
                </a:moveTo>
                <a:lnTo>
                  <a:pt x="1000125" y="4"/>
                </a:lnTo>
                <a:lnTo>
                  <a:pt x="1000125" y="106040"/>
                </a:lnTo>
                <a:lnTo>
                  <a:pt x="0" y="106040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9" name="任意形状 318">
            <a:extLst>
              <a:ext uri="{FF2B5EF4-FFF2-40B4-BE49-F238E27FC236}">
                <a16:creationId xmlns:a16="http://schemas.microsoft.com/office/drawing/2014/main" id="{1F004B7F-044E-EB7E-E6F2-40A45948B0D0}"/>
              </a:ext>
            </a:extLst>
          </p:cNvPr>
          <p:cNvSpPr/>
          <p:nvPr/>
        </p:nvSpPr>
        <p:spPr>
          <a:xfrm flipV="1">
            <a:off x="8875746" y="3341060"/>
            <a:ext cx="1000125" cy="106035"/>
          </a:xfrm>
          <a:custGeom>
            <a:avLst/>
            <a:gdLst>
              <a:gd name="csX0" fmla="*/ 0 w 1000125"/>
              <a:gd name="csY0" fmla="*/ 4 h 106035"/>
              <a:gd name="csX1" fmla="*/ 1000125 w 1000125"/>
              <a:gd name="csY1" fmla="*/ 4 h 106035"/>
              <a:gd name="csX2" fmla="*/ 1000125 w 1000125"/>
              <a:gd name="csY2" fmla="*/ 106040 h 106035"/>
              <a:gd name="csX3" fmla="*/ 0 w 1000125"/>
              <a:gd name="csY3" fmla="*/ 106040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4"/>
                </a:moveTo>
                <a:lnTo>
                  <a:pt x="1000125" y="4"/>
                </a:lnTo>
                <a:lnTo>
                  <a:pt x="1000125" y="106040"/>
                </a:lnTo>
                <a:lnTo>
                  <a:pt x="0" y="106040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" name="任意形状 319">
            <a:extLst>
              <a:ext uri="{FF2B5EF4-FFF2-40B4-BE49-F238E27FC236}">
                <a16:creationId xmlns:a16="http://schemas.microsoft.com/office/drawing/2014/main" id="{C28FF8ED-E341-9140-D060-ADA96D615AC6}"/>
              </a:ext>
            </a:extLst>
          </p:cNvPr>
          <p:cNvSpPr/>
          <p:nvPr/>
        </p:nvSpPr>
        <p:spPr>
          <a:xfrm flipV="1">
            <a:off x="8875746" y="3447096"/>
            <a:ext cx="1000125" cy="106035"/>
          </a:xfrm>
          <a:custGeom>
            <a:avLst/>
            <a:gdLst>
              <a:gd name="csX0" fmla="*/ 0 w 1000125"/>
              <a:gd name="csY0" fmla="*/ 26 h 106035"/>
              <a:gd name="csX1" fmla="*/ 1000125 w 1000125"/>
              <a:gd name="csY1" fmla="*/ 26 h 106035"/>
              <a:gd name="csX2" fmla="*/ 1000125 w 1000125"/>
              <a:gd name="csY2" fmla="*/ 106062 h 106035"/>
              <a:gd name="csX3" fmla="*/ 0 w 1000125"/>
              <a:gd name="csY3" fmla="*/ 106062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26"/>
                </a:moveTo>
                <a:lnTo>
                  <a:pt x="1000125" y="26"/>
                </a:lnTo>
                <a:lnTo>
                  <a:pt x="1000125" y="106062"/>
                </a:lnTo>
                <a:lnTo>
                  <a:pt x="0" y="106062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" name="任意形状 320">
            <a:extLst>
              <a:ext uri="{FF2B5EF4-FFF2-40B4-BE49-F238E27FC236}">
                <a16:creationId xmlns:a16="http://schemas.microsoft.com/office/drawing/2014/main" id="{2260CA4F-4826-FFAE-FA9E-F4098FC81AC9}"/>
              </a:ext>
            </a:extLst>
          </p:cNvPr>
          <p:cNvSpPr/>
          <p:nvPr/>
        </p:nvSpPr>
        <p:spPr>
          <a:xfrm flipV="1">
            <a:off x="8875746" y="3447096"/>
            <a:ext cx="1000125" cy="106035"/>
          </a:xfrm>
          <a:custGeom>
            <a:avLst/>
            <a:gdLst>
              <a:gd name="csX0" fmla="*/ 0 w 1000125"/>
              <a:gd name="csY0" fmla="*/ 26 h 106035"/>
              <a:gd name="csX1" fmla="*/ 1000125 w 1000125"/>
              <a:gd name="csY1" fmla="*/ 26 h 106035"/>
              <a:gd name="csX2" fmla="*/ 1000125 w 1000125"/>
              <a:gd name="csY2" fmla="*/ 106062 h 106035"/>
              <a:gd name="csX3" fmla="*/ 0 w 1000125"/>
              <a:gd name="csY3" fmla="*/ 106062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26"/>
                </a:moveTo>
                <a:lnTo>
                  <a:pt x="1000125" y="26"/>
                </a:lnTo>
                <a:lnTo>
                  <a:pt x="1000125" y="106062"/>
                </a:lnTo>
                <a:lnTo>
                  <a:pt x="0" y="106062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2" name="任意形状 321">
            <a:extLst>
              <a:ext uri="{FF2B5EF4-FFF2-40B4-BE49-F238E27FC236}">
                <a16:creationId xmlns:a16="http://schemas.microsoft.com/office/drawing/2014/main" id="{7105DC97-58BC-B2F0-F771-ABA5B6B97BF9}"/>
              </a:ext>
            </a:extLst>
          </p:cNvPr>
          <p:cNvSpPr/>
          <p:nvPr/>
        </p:nvSpPr>
        <p:spPr>
          <a:xfrm flipV="1">
            <a:off x="8875746" y="3553132"/>
            <a:ext cx="1000125" cy="106035"/>
          </a:xfrm>
          <a:custGeom>
            <a:avLst/>
            <a:gdLst>
              <a:gd name="csX0" fmla="*/ 0 w 1000125"/>
              <a:gd name="csY0" fmla="*/ 49 h 106035"/>
              <a:gd name="csX1" fmla="*/ 1000125 w 1000125"/>
              <a:gd name="csY1" fmla="*/ 49 h 106035"/>
              <a:gd name="csX2" fmla="*/ 1000125 w 1000125"/>
              <a:gd name="csY2" fmla="*/ 106085 h 106035"/>
              <a:gd name="csX3" fmla="*/ 0 w 1000125"/>
              <a:gd name="csY3" fmla="*/ 106085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49"/>
                </a:moveTo>
                <a:lnTo>
                  <a:pt x="1000125" y="49"/>
                </a:lnTo>
                <a:lnTo>
                  <a:pt x="1000125" y="106085"/>
                </a:lnTo>
                <a:lnTo>
                  <a:pt x="0" y="106085"/>
                </a:lnTo>
                <a:close/>
              </a:path>
            </a:pathLst>
          </a:custGeom>
          <a:solidFill>
            <a:srgbClr val="E2EFD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3" name="任意形状 322">
            <a:extLst>
              <a:ext uri="{FF2B5EF4-FFF2-40B4-BE49-F238E27FC236}">
                <a16:creationId xmlns:a16="http://schemas.microsoft.com/office/drawing/2014/main" id="{62A99B47-4F8E-0837-3869-D9F48D871989}"/>
              </a:ext>
            </a:extLst>
          </p:cNvPr>
          <p:cNvSpPr/>
          <p:nvPr/>
        </p:nvSpPr>
        <p:spPr>
          <a:xfrm flipV="1">
            <a:off x="8875746" y="3553132"/>
            <a:ext cx="1000125" cy="106035"/>
          </a:xfrm>
          <a:custGeom>
            <a:avLst/>
            <a:gdLst>
              <a:gd name="csX0" fmla="*/ 0 w 1000125"/>
              <a:gd name="csY0" fmla="*/ 49 h 106035"/>
              <a:gd name="csX1" fmla="*/ 1000125 w 1000125"/>
              <a:gd name="csY1" fmla="*/ 49 h 106035"/>
              <a:gd name="csX2" fmla="*/ 1000125 w 1000125"/>
              <a:gd name="csY2" fmla="*/ 106085 h 106035"/>
              <a:gd name="csX3" fmla="*/ 0 w 1000125"/>
              <a:gd name="csY3" fmla="*/ 106085 h 106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06035">
                <a:moveTo>
                  <a:pt x="0" y="49"/>
                </a:moveTo>
                <a:lnTo>
                  <a:pt x="1000125" y="49"/>
                </a:lnTo>
                <a:lnTo>
                  <a:pt x="1000125" y="106085"/>
                </a:lnTo>
                <a:lnTo>
                  <a:pt x="0" y="106085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4" name="任意形状 323">
            <a:extLst>
              <a:ext uri="{FF2B5EF4-FFF2-40B4-BE49-F238E27FC236}">
                <a16:creationId xmlns:a16="http://schemas.microsoft.com/office/drawing/2014/main" id="{CE4DDFD3-DD60-5486-8A38-A588AF04C32D}"/>
              </a:ext>
            </a:extLst>
          </p:cNvPr>
          <p:cNvSpPr/>
          <p:nvPr/>
        </p:nvSpPr>
        <p:spPr>
          <a:xfrm flipV="1">
            <a:off x="8885586" y="3712300"/>
            <a:ext cx="1000125" cy="294551"/>
          </a:xfrm>
          <a:custGeom>
            <a:avLst/>
            <a:gdLst>
              <a:gd name="csX0" fmla="*/ 0 w 1000125"/>
              <a:gd name="csY0" fmla="*/ 102 h 294551"/>
              <a:gd name="csX1" fmla="*/ 1000125 w 1000125"/>
              <a:gd name="csY1" fmla="*/ 102 h 294551"/>
              <a:gd name="csX2" fmla="*/ 1000125 w 1000125"/>
              <a:gd name="csY2" fmla="*/ 294654 h 294551"/>
              <a:gd name="csX3" fmla="*/ 0 w 1000125"/>
              <a:gd name="csY3" fmla="*/ 294654 h 2945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294551">
                <a:moveTo>
                  <a:pt x="0" y="102"/>
                </a:moveTo>
                <a:lnTo>
                  <a:pt x="1000125" y="102"/>
                </a:lnTo>
                <a:lnTo>
                  <a:pt x="1000125" y="294654"/>
                </a:lnTo>
                <a:lnTo>
                  <a:pt x="0" y="294654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5" name="任意形状 324">
            <a:extLst>
              <a:ext uri="{FF2B5EF4-FFF2-40B4-BE49-F238E27FC236}">
                <a16:creationId xmlns:a16="http://schemas.microsoft.com/office/drawing/2014/main" id="{35CD2781-836E-4111-4681-657EB3C467EA}"/>
              </a:ext>
            </a:extLst>
          </p:cNvPr>
          <p:cNvSpPr/>
          <p:nvPr/>
        </p:nvSpPr>
        <p:spPr>
          <a:xfrm flipV="1">
            <a:off x="8885586" y="4006861"/>
            <a:ext cx="1000125" cy="114300"/>
          </a:xfrm>
          <a:custGeom>
            <a:avLst/>
            <a:gdLst>
              <a:gd name="csX0" fmla="*/ 0 w 1000125"/>
              <a:gd name="csY0" fmla="*/ 145 h 114300"/>
              <a:gd name="csX1" fmla="*/ 1000125 w 1000125"/>
              <a:gd name="csY1" fmla="*/ 145 h 114300"/>
              <a:gd name="csX2" fmla="*/ 1000125 w 1000125"/>
              <a:gd name="csY2" fmla="*/ 114445 h 114300"/>
              <a:gd name="csX3" fmla="*/ 0 w 1000125"/>
              <a:gd name="csY3" fmla="*/ 114445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145"/>
                </a:moveTo>
                <a:lnTo>
                  <a:pt x="1000125" y="145"/>
                </a:lnTo>
                <a:lnTo>
                  <a:pt x="1000125" y="114445"/>
                </a:lnTo>
                <a:lnTo>
                  <a:pt x="0" y="114445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6" name="任意形状 325">
            <a:extLst>
              <a:ext uri="{FF2B5EF4-FFF2-40B4-BE49-F238E27FC236}">
                <a16:creationId xmlns:a16="http://schemas.microsoft.com/office/drawing/2014/main" id="{E0D3EB9D-5478-F71F-A4AA-4D786160B379}"/>
              </a:ext>
            </a:extLst>
          </p:cNvPr>
          <p:cNvSpPr/>
          <p:nvPr/>
        </p:nvSpPr>
        <p:spPr>
          <a:xfrm flipV="1">
            <a:off x="8885586" y="4006861"/>
            <a:ext cx="1000125" cy="114300"/>
          </a:xfrm>
          <a:custGeom>
            <a:avLst/>
            <a:gdLst>
              <a:gd name="csX0" fmla="*/ 0 w 1000125"/>
              <a:gd name="csY0" fmla="*/ 145 h 114300"/>
              <a:gd name="csX1" fmla="*/ 1000125 w 1000125"/>
              <a:gd name="csY1" fmla="*/ 145 h 114300"/>
              <a:gd name="csX2" fmla="*/ 1000125 w 1000125"/>
              <a:gd name="csY2" fmla="*/ 114445 h 114300"/>
              <a:gd name="csX3" fmla="*/ 0 w 1000125"/>
              <a:gd name="csY3" fmla="*/ 114445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145"/>
                </a:moveTo>
                <a:lnTo>
                  <a:pt x="1000125" y="145"/>
                </a:lnTo>
                <a:lnTo>
                  <a:pt x="1000125" y="114445"/>
                </a:lnTo>
                <a:lnTo>
                  <a:pt x="0" y="114445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7" name="任意形状 326">
            <a:extLst>
              <a:ext uri="{FF2B5EF4-FFF2-40B4-BE49-F238E27FC236}">
                <a16:creationId xmlns:a16="http://schemas.microsoft.com/office/drawing/2014/main" id="{F33AFC52-8E68-1516-FFE1-AC2E24E0DDC1}"/>
              </a:ext>
            </a:extLst>
          </p:cNvPr>
          <p:cNvSpPr/>
          <p:nvPr/>
        </p:nvSpPr>
        <p:spPr>
          <a:xfrm flipV="1">
            <a:off x="8885586" y="4121171"/>
            <a:ext cx="1000125" cy="114300"/>
          </a:xfrm>
          <a:custGeom>
            <a:avLst/>
            <a:gdLst>
              <a:gd name="csX0" fmla="*/ 0 w 1000125"/>
              <a:gd name="csY0" fmla="*/ 169 h 114300"/>
              <a:gd name="csX1" fmla="*/ 1000125 w 1000125"/>
              <a:gd name="csY1" fmla="*/ 169 h 114300"/>
              <a:gd name="csX2" fmla="*/ 1000125 w 1000125"/>
              <a:gd name="csY2" fmla="*/ 114469 h 114300"/>
              <a:gd name="csX3" fmla="*/ 0 w 1000125"/>
              <a:gd name="csY3" fmla="*/ 114469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169"/>
                </a:moveTo>
                <a:lnTo>
                  <a:pt x="1000125" y="169"/>
                </a:lnTo>
                <a:lnTo>
                  <a:pt x="1000125" y="114469"/>
                </a:lnTo>
                <a:lnTo>
                  <a:pt x="0" y="114469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8" name="任意形状 327">
            <a:extLst>
              <a:ext uri="{FF2B5EF4-FFF2-40B4-BE49-F238E27FC236}">
                <a16:creationId xmlns:a16="http://schemas.microsoft.com/office/drawing/2014/main" id="{0B702662-0B1B-4C74-FAD8-3E6D232552BA}"/>
              </a:ext>
            </a:extLst>
          </p:cNvPr>
          <p:cNvSpPr/>
          <p:nvPr/>
        </p:nvSpPr>
        <p:spPr>
          <a:xfrm flipV="1">
            <a:off x="8885586" y="4121171"/>
            <a:ext cx="1000125" cy="114300"/>
          </a:xfrm>
          <a:custGeom>
            <a:avLst/>
            <a:gdLst>
              <a:gd name="csX0" fmla="*/ 0 w 1000125"/>
              <a:gd name="csY0" fmla="*/ 169 h 114300"/>
              <a:gd name="csX1" fmla="*/ 1000125 w 1000125"/>
              <a:gd name="csY1" fmla="*/ 169 h 114300"/>
              <a:gd name="csX2" fmla="*/ 1000125 w 1000125"/>
              <a:gd name="csY2" fmla="*/ 114469 h 114300"/>
              <a:gd name="csX3" fmla="*/ 0 w 1000125"/>
              <a:gd name="csY3" fmla="*/ 114469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169"/>
                </a:moveTo>
                <a:lnTo>
                  <a:pt x="1000125" y="169"/>
                </a:lnTo>
                <a:lnTo>
                  <a:pt x="1000125" y="114469"/>
                </a:lnTo>
                <a:lnTo>
                  <a:pt x="0" y="114469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9" name="任意形状 328">
            <a:extLst>
              <a:ext uri="{FF2B5EF4-FFF2-40B4-BE49-F238E27FC236}">
                <a16:creationId xmlns:a16="http://schemas.microsoft.com/office/drawing/2014/main" id="{27B20D78-66F2-4CD5-6010-AF559BE6639D}"/>
              </a:ext>
            </a:extLst>
          </p:cNvPr>
          <p:cNvSpPr/>
          <p:nvPr/>
        </p:nvSpPr>
        <p:spPr>
          <a:xfrm flipV="1">
            <a:off x="8885586" y="4235481"/>
            <a:ext cx="1000125" cy="114300"/>
          </a:xfrm>
          <a:custGeom>
            <a:avLst/>
            <a:gdLst>
              <a:gd name="csX0" fmla="*/ 0 w 1000125"/>
              <a:gd name="csY0" fmla="*/ 193 h 114300"/>
              <a:gd name="csX1" fmla="*/ 1000125 w 1000125"/>
              <a:gd name="csY1" fmla="*/ 193 h 114300"/>
              <a:gd name="csX2" fmla="*/ 1000125 w 1000125"/>
              <a:gd name="csY2" fmla="*/ 114493 h 114300"/>
              <a:gd name="csX3" fmla="*/ 0 w 1000125"/>
              <a:gd name="csY3" fmla="*/ 114493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193"/>
                </a:moveTo>
                <a:lnTo>
                  <a:pt x="1000125" y="193"/>
                </a:lnTo>
                <a:lnTo>
                  <a:pt x="1000125" y="114493"/>
                </a:lnTo>
                <a:lnTo>
                  <a:pt x="0" y="114493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0" name="任意形状 329">
            <a:extLst>
              <a:ext uri="{FF2B5EF4-FFF2-40B4-BE49-F238E27FC236}">
                <a16:creationId xmlns:a16="http://schemas.microsoft.com/office/drawing/2014/main" id="{696A8C6B-01A1-3C26-41AC-4F382876FF3D}"/>
              </a:ext>
            </a:extLst>
          </p:cNvPr>
          <p:cNvSpPr/>
          <p:nvPr/>
        </p:nvSpPr>
        <p:spPr>
          <a:xfrm flipV="1">
            <a:off x="8885586" y="4235481"/>
            <a:ext cx="1000125" cy="114300"/>
          </a:xfrm>
          <a:custGeom>
            <a:avLst/>
            <a:gdLst>
              <a:gd name="csX0" fmla="*/ 0 w 1000125"/>
              <a:gd name="csY0" fmla="*/ 193 h 114300"/>
              <a:gd name="csX1" fmla="*/ 1000125 w 1000125"/>
              <a:gd name="csY1" fmla="*/ 193 h 114300"/>
              <a:gd name="csX2" fmla="*/ 1000125 w 1000125"/>
              <a:gd name="csY2" fmla="*/ 114493 h 114300"/>
              <a:gd name="csX3" fmla="*/ 0 w 1000125"/>
              <a:gd name="csY3" fmla="*/ 114493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193"/>
                </a:moveTo>
                <a:lnTo>
                  <a:pt x="1000125" y="193"/>
                </a:lnTo>
                <a:lnTo>
                  <a:pt x="1000125" y="114493"/>
                </a:lnTo>
                <a:lnTo>
                  <a:pt x="0" y="114493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1" name="任意形状 330">
            <a:extLst>
              <a:ext uri="{FF2B5EF4-FFF2-40B4-BE49-F238E27FC236}">
                <a16:creationId xmlns:a16="http://schemas.microsoft.com/office/drawing/2014/main" id="{CD8FC962-9DDD-3203-E5EA-A272BB456B77}"/>
              </a:ext>
            </a:extLst>
          </p:cNvPr>
          <p:cNvSpPr/>
          <p:nvPr/>
        </p:nvSpPr>
        <p:spPr>
          <a:xfrm flipV="1">
            <a:off x="8885586" y="4349752"/>
            <a:ext cx="1000125" cy="114300"/>
          </a:xfrm>
          <a:custGeom>
            <a:avLst/>
            <a:gdLst>
              <a:gd name="csX0" fmla="*/ 0 w 1000125"/>
              <a:gd name="csY0" fmla="*/ 217 h 114300"/>
              <a:gd name="csX1" fmla="*/ 1000125 w 1000125"/>
              <a:gd name="csY1" fmla="*/ 217 h 114300"/>
              <a:gd name="csX2" fmla="*/ 1000125 w 1000125"/>
              <a:gd name="csY2" fmla="*/ 114517 h 114300"/>
              <a:gd name="csX3" fmla="*/ 0 w 1000125"/>
              <a:gd name="csY3" fmla="*/ 114517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217"/>
                </a:moveTo>
                <a:lnTo>
                  <a:pt x="1000125" y="217"/>
                </a:lnTo>
                <a:lnTo>
                  <a:pt x="1000125" y="114517"/>
                </a:lnTo>
                <a:lnTo>
                  <a:pt x="0" y="114517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2" name="任意形状 331">
            <a:extLst>
              <a:ext uri="{FF2B5EF4-FFF2-40B4-BE49-F238E27FC236}">
                <a16:creationId xmlns:a16="http://schemas.microsoft.com/office/drawing/2014/main" id="{27F1E215-691C-4447-AFC7-FE6C7AFE3929}"/>
              </a:ext>
            </a:extLst>
          </p:cNvPr>
          <p:cNvSpPr/>
          <p:nvPr/>
        </p:nvSpPr>
        <p:spPr>
          <a:xfrm flipV="1">
            <a:off x="8885586" y="4349752"/>
            <a:ext cx="1000125" cy="114300"/>
          </a:xfrm>
          <a:custGeom>
            <a:avLst/>
            <a:gdLst>
              <a:gd name="csX0" fmla="*/ 0 w 1000125"/>
              <a:gd name="csY0" fmla="*/ 217 h 114300"/>
              <a:gd name="csX1" fmla="*/ 1000125 w 1000125"/>
              <a:gd name="csY1" fmla="*/ 217 h 114300"/>
              <a:gd name="csX2" fmla="*/ 1000125 w 1000125"/>
              <a:gd name="csY2" fmla="*/ 114517 h 114300"/>
              <a:gd name="csX3" fmla="*/ 0 w 1000125"/>
              <a:gd name="csY3" fmla="*/ 114517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217"/>
                </a:moveTo>
                <a:lnTo>
                  <a:pt x="1000125" y="217"/>
                </a:lnTo>
                <a:lnTo>
                  <a:pt x="1000125" y="114517"/>
                </a:lnTo>
                <a:lnTo>
                  <a:pt x="0" y="114517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3" name="任意形状 332">
            <a:extLst>
              <a:ext uri="{FF2B5EF4-FFF2-40B4-BE49-F238E27FC236}">
                <a16:creationId xmlns:a16="http://schemas.microsoft.com/office/drawing/2014/main" id="{1893C6A0-0382-0CBE-4378-6B4E267A025E}"/>
              </a:ext>
            </a:extLst>
          </p:cNvPr>
          <p:cNvSpPr/>
          <p:nvPr/>
        </p:nvSpPr>
        <p:spPr>
          <a:xfrm flipV="1">
            <a:off x="8885586" y="4464052"/>
            <a:ext cx="1000125" cy="114300"/>
          </a:xfrm>
          <a:custGeom>
            <a:avLst/>
            <a:gdLst>
              <a:gd name="csX0" fmla="*/ 0 w 1000125"/>
              <a:gd name="csY0" fmla="*/ 241 h 114300"/>
              <a:gd name="csX1" fmla="*/ 1000125 w 1000125"/>
              <a:gd name="csY1" fmla="*/ 241 h 114300"/>
              <a:gd name="csX2" fmla="*/ 1000125 w 1000125"/>
              <a:gd name="csY2" fmla="*/ 114541 h 114300"/>
              <a:gd name="csX3" fmla="*/ 0 w 1000125"/>
              <a:gd name="csY3" fmla="*/ 114541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241"/>
                </a:moveTo>
                <a:lnTo>
                  <a:pt x="1000125" y="241"/>
                </a:lnTo>
                <a:lnTo>
                  <a:pt x="1000125" y="114541"/>
                </a:lnTo>
                <a:lnTo>
                  <a:pt x="0" y="114541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4" name="任意形状 333">
            <a:extLst>
              <a:ext uri="{FF2B5EF4-FFF2-40B4-BE49-F238E27FC236}">
                <a16:creationId xmlns:a16="http://schemas.microsoft.com/office/drawing/2014/main" id="{37323FFA-90D8-F8F8-6FC0-EC334A38F166}"/>
              </a:ext>
            </a:extLst>
          </p:cNvPr>
          <p:cNvSpPr/>
          <p:nvPr/>
        </p:nvSpPr>
        <p:spPr>
          <a:xfrm flipV="1">
            <a:off x="8885586" y="4464052"/>
            <a:ext cx="1000125" cy="114300"/>
          </a:xfrm>
          <a:custGeom>
            <a:avLst/>
            <a:gdLst>
              <a:gd name="csX0" fmla="*/ 0 w 1000125"/>
              <a:gd name="csY0" fmla="*/ 241 h 114300"/>
              <a:gd name="csX1" fmla="*/ 1000125 w 1000125"/>
              <a:gd name="csY1" fmla="*/ 241 h 114300"/>
              <a:gd name="csX2" fmla="*/ 1000125 w 1000125"/>
              <a:gd name="csY2" fmla="*/ 114541 h 114300"/>
              <a:gd name="csX3" fmla="*/ 0 w 1000125"/>
              <a:gd name="csY3" fmla="*/ 114541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241"/>
                </a:moveTo>
                <a:lnTo>
                  <a:pt x="1000125" y="241"/>
                </a:lnTo>
                <a:lnTo>
                  <a:pt x="1000125" y="114541"/>
                </a:lnTo>
                <a:lnTo>
                  <a:pt x="0" y="114541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5" name="任意形状 334">
            <a:extLst>
              <a:ext uri="{FF2B5EF4-FFF2-40B4-BE49-F238E27FC236}">
                <a16:creationId xmlns:a16="http://schemas.microsoft.com/office/drawing/2014/main" id="{9DC61338-B219-81D7-A8F6-19EB116A6E02}"/>
              </a:ext>
            </a:extLst>
          </p:cNvPr>
          <p:cNvSpPr/>
          <p:nvPr/>
        </p:nvSpPr>
        <p:spPr>
          <a:xfrm flipV="1">
            <a:off x="8885586" y="4578343"/>
            <a:ext cx="1000125" cy="114300"/>
          </a:xfrm>
          <a:custGeom>
            <a:avLst/>
            <a:gdLst>
              <a:gd name="csX0" fmla="*/ 0 w 1000125"/>
              <a:gd name="csY0" fmla="*/ 265 h 114300"/>
              <a:gd name="csX1" fmla="*/ 1000125 w 1000125"/>
              <a:gd name="csY1" fmla="*/ 265 h 114300"/>
              <a:gd name="csX2" fmla="*/ 1000125 w 1000125"/>
              <a:gd name="csY2" fmla="*/ 114565 h 114300"/>
              <a:gd name="csX3" fmla="*/ 0 w 1000125"/>
              <a:gd name="csY3" fmla="*/ 114565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265"/>
                </a:moveTo>
                <a:lnTo>
                  <a:pt x="1000125" y="265"/>
                </a:lnTo>
                <a:lnTo>
                  <a:pt x="1000125" y="114565"/>
                </a:lnTo>
                <a:lnTo>
                  <a:pt x="0" y="114565"/>
                </a:lnTo>
                <a:close/>
              </a:path>
            </a:pathLst>
          </a:custGeom>
          <a:solidFill>
            <a:srgbClr val="D2CAE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6" name="任意形状 335">
            <a:extLst>
              <a:ext uri="{FF2B5EF4-FFF2-40B4-BE49-F238E27FC236}">
                <a16:creationId xmlns:a16="http://schemas.microsoft.com/office/drawing/2014/main" id="{442E42F4-01A3-0A32-B172-4B7FFE890F65}"/>
              </a:ext>
            </a:extLst>
          </p:cNvPr>
          <p:cNvSpPr/>
          <p:nvPr/>
        </p:nvSpPr>
        <p:spPr>
          <a:xfrm flipV="1">
            <a:off x="8885586" y="4578343"/>
            <a:ext cx="1000125" cy="114300"/>
          </a:xfrm>
          <a:custGeom>
            <a:avLst/>
            <a:gdLst>
              <a:gd name="csX0" fmla="*/ 0 w 1000125"/>
              <a:gd name="csY0" fmla="*/ 265 h 114300"/>
              <a:gd name="csX1" fmla="*/ 1000125 w 1000125"/>
              <a:gd name="csY1" fmla="*/ 265 h 114300"/>
              <a:gd name="csX2" fmla="*/ 1000125 w 1000125"/>
              <a:gd name="csY2" fmla="*/ 114565 h 114300"/>
              <a:gd name="csX3" fmla="*/ 0 w 1000125"/>
              <a:gd name="csY3" fmla="*/ 114565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0125" h="114300">
                <a:moveTo>
                  <a:pt x="0" y="265"/>
                </a:moveTo>
                <a:lnTo>
                  <a:pt x="1000125" y="265"/>
                </a:lnTo>
                <a:lnTo>
                  <a:pt x="1000125" y="114565"/>
                </a:lnTo>
                <a:lnTo>
                  <a:pt x="0" y="114565"/>
                </a:lnTo>
                <a:close/>
              </a:path>
            </a:pathLst>
          </a:custGeom>
          <a:noFill/>
          <a:ln w="7144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7" name="任意形状 336">
            <a:extLst>
              <a:ext uri="{FF2B5EF4-FFF2-40B4-BE49-F238E27FC236}">
                <a16:creationId xmlns:a16="http://schemas.microsoft.com/office/drawing/2014/main" id="{CD186648-F3D1-2C1F-4A7A-69FEA8A8FABD}"/>
              </a:ext>
            </a:extLst>
          </p:cNvPr>
          <p:cNvSpPr/>
          <p:nvPr/>
        </p:nvSpPr>
        <p:spPr>
          <a:xfrm flipV="1">
            <a:off x="8814074" y="2338930"/>
            <a:ext cx="1143000" cy="2460700"/>
          </a:xfrm>
          <a:custGeom>
            <a:avLst/>
            <a:gdLst>
              <a:gd name="csX0" fmla="*/ 0 w 1143000"/>
              <a:gd name="csY0" fmla="*/ 41 h 2460700"/>
              <a:gd name="csX1" fmla="*/ 1143000 w 1143000"/>
              <a:gd name="csY1" fmla="*/ 41 h 2460700"/>
              <a:gd name="csX2" fmla="*/ 1143000 w 1143000"/>
              <a:gd name="csY2" fmla="*/ 2460741 h 2460700"/>
              <a:gd name="csX3" fmla="*/ 0 w 1143000"/>
              <a:gd name="csY3" fmla="*/ 2460741 h 2460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43000" h="2460700">
                <a:moveTo>
                  <a:pt x="0" y="41"/>
                </a:moveTo>
                <a:lnTo>
                  <a:pt x="1143000" y="41"/>
                </a:lnTo>
                <a:lnTo>
                  <a:pt x="1143000" y="2460741"/>
                </a:lnTo>
                <a:lnTo>
                  <a:pt x="0" y="2460741"/>
                </a:lnTo>
                <a:close/>
              </a:path>
            </a:pathLst>
          </a:custGeom>
          <a:noFill/>
          <a:ln w="7144" cap="flat">
            <a:solidFill>
              <a:srgbClr val="000000"/>
            </a:solidFill>
            <a:custDash>
              <a:ds d="450000" sp="225000"/>
            </a:custDash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8FDCDB31-676F-CB5F-F5CF-E24B92256876}"/>
              </a:ext>
            </a:extLst>
          </p:cNvPr>
          <p:cNvSpPr txBox="1"/>
          <p:nvPr/>
        </p:nvSpPr>
        <p:spPr>
          <a:xfrm>
            <a:off x="9030156" y="2430386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家庭属性</a:t>
            </a:r>
          </a:p>
        </p:txBody>
      </p:sp>
      <p:sp>
        <p:nvSpPr>
          <p:cNvPr id="339" name="文本框 338">
            <a:extLst>
              <a:ext uri="{FF2B5EF4-FFF2-40B4-BE49-F238E27FC236}">
                <a16:creationId xmlns:a16="http://schemas.microsoft.com/office/drawing/2014/main" id="{638AD3C6-7CFF-0235-F1E7-BE7E9E7DA771}"/>
              </a:ext>
            </a:extLst>
          </p:cNvPr>
          <p:cNvSpPr txBox="1"/>
          <p:nvPr/>
        </p:nvSpPr>
        <p:spPr>
          <a:xfrm>
            <a:off x="9053969" y="3738005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个人属性</a:t>
            </a:r>
          </a:p>
        </p:txBody>
      </p:sp>
      <p:sp>
        <p:nvSpPr>
          <p:cNvPr id="340" name="文本框 339">
            <a:extLst>
              <a:ext uri="{FF2B5EF4-FFF2-40B4-BE49-F238E27FC236}">
                <a16:creationId xmlns:a16="http://schemas.microsoft.com/office/drawing/2014/main" id="{04CD990A-701A-FDD6-FC0D-7289350C3D13}"/>
              </a:ext>
            </a:extLst>
          </p:cNvPr>
          <p:cNvSpPr txBox="1"/>
          <p:nvPr/>
        </p:nvSpPr>
        <p:spPr>
          <a:xfrm>
            <a:off x="9062273" y="2642211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家庭人口数</a:t>
            </a:r>
          </a:p>
        </p:txBody>
      </p:sp>
      <p:sp>
        <p:nvSpPr>
          <p:cNvPr id="341" name="文本框 340">
            <a:extLst>
              <a:ext uri="{FF2B5EF4-FFF2-40B4-BE49-F238E27FC236}">
                <a16:creationId xmlns:a16="http://schemas.microsoft.com/office/drawing/2014/main" id="{9F46E8BD-D060-E682-25EE-24611145E43C}"/>
              </a:ext>
            </a:extLst>
          </p:cNvPr>
          <p:cNvSpPr txBox="1"/>
          <p:nvPr/>
        </p:nvSpPr>
        <p:spPr>
          <a:xfrm>
            <a:off x="9076057" y="2752511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工作人口数</a:t>
            </a:r>
          </a:p>
        </p:txBody>
      </p:sp>
      <p:sp>
        <p:nvSpPr>
          <p:cNvPr id="342" name="文本框 341">
            <a:extLst>
              <a:ext uri="{FF2B5EF4-FFF2-40B4-BE49-F238E27FC236}">
                <a16:creationId xmlns:a16="http://schemas.microsoft.com/office/drawing/2014/main" id="{7A46C996-C01B-7F6C-47A9-A3347821D699}"/>
              </a:ext>
            </a:extLst>
          </p:cNvPr>
          <p:cNvSpPr txBox="1"/>
          <p:nvPr/>
        </p:nvSpPr>
        <p:spPr>
          <a:xfrm>
            <a:off x="9080418" y="2856646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机动车数量</a:t>
            </a:r>
          </a:p>
        </p:txBody>
      </p:sp>
      <p:sp>
        <p:nvSpPr>
          <p:cNvPr id="343" name="文本框 342">
            <a:extLst>
              <a:ext uri="{FF2B5EF4-FFF2-40B4-BE49-F238E27FC236}">
                <a16:creationId xmlns:a16="http://schemas.microsoft.com/office/drawing/2014/main" id="{0E3BB734-33F6-A0B8-5246-A798349CB47C}"/>
              </a:ext>
            </a:extLst>
          </p:cNvPr>
          <p:cNvSpPr txBox="1"/>
          <p:nvPr/>
        </p:nvSpPr>
        <p:spPr>
          <a:xfrm>
            <a:off x="9079821" y="2969243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自行车数量</a:t>
            </a:r>
          </a:p>
        </p:txBody>
      </p:sp>
      <p:sp>
        <p:nvSpPr>
          <p:cNvPr id="344" name="文本框 343">
            <a:extLst>
              <a:ext uri="{FF2B5EF4-FFF2-40B4-BE49-F238E27FC236}">
                <a16:creationId xmlns:a16="http://schemas.microsoft.com/office/drawing/2014/main" id="{FB7C4E10-6076-569A-7910-3C582BA8DB51}"/>
              </a:ext>
            </a:extLst>
          </p:cNvPr>
          <p:cNvSpPr txBox="1"/>
          <p:nvPr/>
        </p:nvSpPr>
        <p:spPr>
          <a:xfrm>
            <a:off x="8984330" y="3070958"/>
            <a:ext cx="790601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电动自行车数量</a:t>
            </a:r>
          </a:p>
        </p:txBody>
      </p:sp>
      <p:sp>
        <p:nvSpPr>
          <p:cNvPr id="345" name="文本框 344">
            <a:extLst>
              <a:ext uri="{FF2B5EF4-FFF2-40B4-BE49-F238E27FC236}">
                <a16:creationId xmlns:a16="http://schemas.microsoft.com/office/drawing/2014/main" id="{056A1FBA-5C9E-6365-8F38-5A675708788E}"/>
              </a:ext>
            </a:extLst>
          </p:cNvPr>
          <p:cNvSpPr txBox="1"/>
          <p:nvPr/>
        </p:nvSpPr>
        <p:spPr>
          <a:xfrm>
            <a:off x="9070055" y="3181548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摩托车数量</a:t>
            </a:r>
          </a:p>
        </p:txBody>
      </p:sp>
      <p:sp>
        <p:nvSpPr>
          <p:cNvPr id="346" name="文本框 345">
            <a:extLst>
              <a:ext uri="{FF2B5EF4-FFF2-40B4-BE49-F238E27FC236}">
                <a16:creationId xmlns:a16="http://schemas.microsoft.com/office/drawing/2014/main" id="{3928465D-3BEB-F498-734C-42DE5BBCB54D}"/>
              </a:ext>
            </a:extLst>
          </p:cNvPr>
          <p:cNvSpPr txBox="1"/>
          <p:nvPr/>
        </p:nvSpPr>
        <p:spPr>
          <a:xfrm>
            <a:off x="8994096" y="3287988"/>
            <a:ext cx="790601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老年代步车数量</a:t>
            </a:r>
          </a:p>
        </p:txBody>
      </p:sp>
      <p:sp>
        <p:nvSpPr>
          <p:cNvPr id="347" name="文本框 346">
            <a:extLst>
              <a:ext uri="{FF2B5EF4-FFF2-40B4-BE49-F238E27FC236}">
                <a16:creationId xmlns:a16="http://schemas.microsoft.com/office/drawing/2014/main" id="{BCC95E49-6610-A7AA-571C-81DEBA5CEEBE}"/>
              </a:ext>
            </a:extLst>
          </p:cNvPr>
          <p:cNvSpPr txBox="1"/>
          <p:nvPr/>
        </p:nvSpPr>
        <p:spPr>
          <a:xfrm>
            <a:off x="9074712" y="3401277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家庭年收入</a:t>
            </a:r>
          </a:p>
        </p:txBody>
      </p:sp>
      <p:sp>
        <p:nvSpPr>
          <p:cNvPr id="348" name="文本框 347">
            <a:extLst>
              <a:ext uri="{FF2B5EF4-FFF2-40B4-BE49-F238E27FC236}">
                <a16:creationId xmlns:a16="http://schemas.microsoft.com/office/drawing/2014/main" id="{C9D560BE-E794-58F4-2809-D492F0446BEC}"/>
              </a:ext>
            </a:extLst>
          </p:cNvPr>
          <p:cNvSpPr txBox="1"/>
          <p:nvPr/>
        </p:nvSpPr>
        <p:spPr>
          <a:xfrm>
            <a:off x="9068362" y="3499650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是否有学生</a:t>
            </a:r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A3ED1A43-7C37-CDAE-4B51-CF4541F5CBB2}"/>
              </a:ext>
            </a:extLst>
          </p:cNvPr>
          <p:cNvSpPr txBox="1"/>
          <p:nvPr/>
        </p:nvSpPr>
        <p:spPr>
          <a:xfrm>
            <a:off x="9196913" y="3949868"/>
            <a:ext cx="357790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年龄</a:t>
            </a:r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24CF74E0-352A-F60D-5AFA-2092121CB689}"/>
              </a:ext>
            </a:extLst>
          </p:cNvPr>
          <p:cNvSpPr txBox="1"/>
          <p:nvPr/>
        </p:nvSpPr>
        <p:spPr>
          <a:xfrm>
            <a:off x="9023788" y="4181371"/>
            <a:ext cx="704039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驾照持有情况</a:t>
            </a:r>
          </a:p>
        </p:txBody>
      </p:sp>
      <p:sp>
        <p:nvSpPr>
          <p:cNvPr id="351" name="文本框 350">
            <a:extLst>
              <a:ext uri="{FF2B5EF4-FFF2-40B4-BE49-F238E27FC236}">
                <a16:creationId xmlns:a16="http://schemas.microsoft.com/office/drawing/2014/main" id="{708412D6-FB17-715D-50B5-0B4EDA1A8904}"/>
              </a:ext>
            </a:extLst>
          </p:cNvPr>
          <p:cNvSpPr txBox="1"/>
          <p:nvPr/>
        </p:nvSpPr>
        <p:spPr>
          <a:xfrm>
            <a:off x="9070055" y="4301300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与户主关系</a:t>
            </a:r>
          </a:p>
        </p:txBody>
      </p:sp>
      <p:sp>
        <p:nvSpPr>
          <p:cNvPr id="352" name="文本框 351">
            <a:extLst>
              <a:ext uri="{FF2B5EF4-FFF2-40B4-BE49-F238E27FC236}">
                <a16:creationId xmlns:a16="http://schemas.microsoft.com/office/drawing/2014/main" id="{05EF58F7-8FA7-1667-0729-83BB4E90F901}"/>
              </a:ext>
            </a:extLst>
          </p:cNvPr>
          <p:cNvSpPr txBox="1"/>
          <p:nvPr/>
        </p:nvSpPr>
        <p:spPr>
          <a:xfrm>
            <a:off x="9070055" y="4411367"/>
            <a:ext cx="617477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受教育程度</a:t>
            </a:r>
          </a:p>
        </p:txBody>
      </p:sp>
      <p:sp>
        <p:nvSpPr>
          <p:cNvPr id="353" name="文本框 352">
            <a:extLst>
              <a:ext uri="{FF2B5EF4-FFF2-40B4-BE49-F238E27FC236}">
                <a16:creationId xmlns:a16="http://schemas.microsoft.com/office/drawing/2014/main" id="{9EEF449B-F7A1-95F8-9E29-29E7634036EA}"/>
              </a:ext>
            </a:extLst>
          </p:cNvPr>
          <p:cNvSpPr txBox="1"/>
          <p:nvPr/>
        </p:nvSpPr>
        <p:spPr>
          <a:xfrm>
            <a:off x="9196913" y="4522823"/>
            <a:ext cx="357790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职业</a:t>
            </a:r>
          </a:p>
        </p:txBody>
      </p:sp>
      <p:sp>
        <p:nvSpPr>
          <p:cNvPr id="354" name="文本框 353">
            <a:extLst>
              <a:ext uri="{FF2B5EF4-FFF2-40B4-BE49-F238E27FC236}">
                <a16:creationId xmlns:a16="http://schemas.microsoft.com/office/drawing/2014/main" id="{D963195D-D622-D929-3EE5-A060BB9C5E3E}"/>
              </a:ext>
            </a:extLst>
          </p:cNvPr>
          <p:cNvSpPr txBox="1"/>
          <p:nvPr/>
        </p:nvSpPr>
        <p:spPr>
          <a:xfrm>
            <a:off x="9196913" y="4063837"/>
            <a:ext cx="357790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性别</a:t>
            </a:r>
          </a:p>
        </p:txBody>
      </p:sp>
    </p:spTree>
    <p:extLst>
      <p:ext uri="{BB962C8B-B14F-4D97-AF65-F5344CB8AC3E}">
        <p14:creationId xmlns:p14="http://schemas.microsoft.com/office/powerpoint/2010/main" val="228342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形状 8">
            <a:extLst>
              <a:ext uri="{FF2B5EF4-FFF2-40B4-BE49-F238E27FC236}">
                <a16:creationId xmlns:a16="http://schemas.microsoft.com/office/drawing/2014/main" id="{79D0ACBA-4062-B628-FC17-E0131D3D75E3}"/>
              </a:ext>
            </a:extLst>
          </p:cNvPr>
          <p:cNvSpPr/>
          <p:nvPr/>
        </p:nvSpPr>
        <p:spPr>
          <a:xfrm flipV="1">
            <a:off x="2563401" y="3491916"/>
            <a:ext cx="2564255" cy="2148685"/>
          </a:xfrm>
          <a:custGeom>
            <a:avLst/>
            <a:gdLst>
              <a:gd name="csX0" fmla="*/ 256421 w 2564255"/>
              <a:gd name="csY0" fmla="*/ 239 h 2148685"/>
              <a:gd name="csX1" fmla="*/ 2307806 w 2564255"/>
              <a:gd name="csY1" fmla="*/ 239 h 2148685"/>
              <a:gd name="csX2" fmla="*/ 2564256 w 2564255"/>
              <a:gd name="csY2" fmla="*/ 256827 h 2148685"/>
              <a:gd name="csX3" fmla="*/ 2564256 w 2564255"/>
              <a:gd name="csY3" fmla="*/ 1892311 h 2148685"/>
              <a:gd name="csX4" fmla="*/ 2307806 w 2564255"/>
              <a:gd name="csY4" fmla="*/ 2148925 h 2148685"/>
              <a:gd name="csX5" fmla="*/ 256421 w 2564255"/>
              <a:gd name="csY5" fmla="*/ 2148925 h 2148685"/>
              <a:gd name="csX6" fmla="*/ 0 w 2564255"/>
              <a:gd name="csY6" fmla="*/ 1892311 h 2148685"/>
              <a:gd name="csX7" fmla="*/ 0 w 2564255"/>
              <a:gd name="csY7" fmla="*/ 256827 h 2148685"/>
              <a:gd name="csX8" fmla="*/ 256421 w 2564255"/>
              <a:gd name="csY8" fmla="*/ 239 h 2148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64255" h="2148685">
                <a:moveTo>
                  <a:pt x="256421" y="239"/>
                </a:moveTo>
                <a:lnTo>
                  <a:pt x="2307806" y="239"/>
                </a:lnTo>
                <a:cubicBezTo>
                  <a:pt x="2449443" y="239"/>
                  <a:pt x="2564256" y="115118"/>
                  <a:pt x="2564256" y="256827"/>
                </a:cubicBezTo>
                <a:lnTo>
                  <a:pt x="2564256" y="1892311"/>
                </a:lnTo>
                <a:cubicBezTo>
                  <a:pt x="2564256" y="2034039"/>
                  <a:pt x="2449443" y="2148925"/>
                  <a:pt x="2307806" y="2148925"/>
                </a:cubicBezTo>
                <a:lnTo>
                  <a:pt x="256421" y="2148925"/>
                </a:lnTo>
                <a:cubicBezTo>
                  <a:pt x="114803" y="2148925"/>
                  <a:pt x="0" y="2034039"/>
                  <a:pt x="0" y="1892311"/>
                </a:cubicBezTo>
                <a:lnTo>
                  <a:pt x="0" y="256827"/>
                </a:lnTo>
                <a:cubicBezTo>
                  <a:pt x="0" y="115118"/>
                  <a:pt x="114803" y="239"/>
                  <a:pt x="256421" y="239"/>
                </a:cubicBezTo>
                <a:close/>
              </a:path>
            </a:pathLst>
          </a:custGeom>
          <a:solidFill>
            <a:srgbClr val="FFFFFF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任意形状 9">
            <a:extLst>
              <a:ext uri="{FF2B5EF4-FFF2-40B4-BE49-F238E27FC236}">
                <a16:creationId xmlns:a16="http://schemas.microsoft.com/office/drawing/2014/main" id="{66BBC431-534F-C6D3-B73C-0619F4762332}"/>
              </a:ext>
            </a:extLst>
          </p:cNvPr>
          <p:cNvSpPr/>
          <p:nvPr/>
        </p:nvSpPr>
        <p:spPr>
          <a:xfrm flipV="1">
            <a:off x="2563401" y="3491916"/>
            <a:ext cx="2564255" cy="2148685"/>
          </a:xfrm>
          <a:custGeom>
            <a:avLst/>
            <a:gdLst>
              <a:gd name="csX0" fmla="*/ 256421 w 2564255"/>
              <a:gd name="csY0" fmla="*/ 239 h 2148685"/>
              <a:gd name="csX1" fmla="*/ 2307806 w 2564255"/>
              <a:gd name="csY1" fmla="*/ 239 h 2148685"/>
              <a:gd name="csX2" fmla="*/ 2564256 w 2564255"/>
              <a:gd name="csY2" fmla="*/ 256827 h 2148685"/>
              <a:gd name="csX3" fmla="*/ 2564256 w 2564255"/>
              <a:gd name="csY3" fmla="*/ 1892311 h 2148685"/>
              <a:gd name="csX4" fmla="*/ 2307806 w 2564255"/>
              <a:gd name="csY4" fmla="*/ 2148925 h 2148685"/>
              <a:gd name="csX5" fmla="*/ 256421 w 2564255"/>
              <a:gd name="csY5" fmla="*/ 2148925 h 2148685"/>
              <a:gd name="csX6" fmla="*/ 0 w 2564255"/>
              <a:gd name="csY6" fmla="*/ 1892311 h 2148685"/>
              <a:gd name="csX7" fmla="*/ 0 w 2564255"/>
              <a:gd name="csY7" fmla="*/ 256827 h 2148685"/>
              <a:gd name="csX8" fmla="*/ 256421 w 2564255"/>
              <a:gd name="csY8" fmla="*/ 239 h 2148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64255" h="2148685">
                <a:moveTo>
                  <a:pt x="256421" y="239"/>
                </a:moveTo>
                <a:lnTo>
                  <a:pt x="2307806" y="239"/>
                </a:lnTo>
                <a:cubicBezTo>
                  <a:pt x="2449443" y="239"/>
                  <a:pt x="2564256" y="115118"/>
                  <a:pt x="2564256" y="256827"/>
                </a:cubicBezTo>
                <a:lnTo>
                  <a:pt x="2564256" y="1892311"/>
                </a:lnTo>
                <a:cubicBezTo>
                  <a:pt x="2564256" y="2034039"/>
                  <a:pt x="2449443" y="2148925"/>
                  <a:pt x="2307806" y="2148925"/>
                </a:cubicBezTo>
                <a:lnTo>
                  <a:pt x="256421" y="2148925"/>
                </a:lnTo>
                <a:cubicBezTo>
                  <a:pt x="114803" y="2148925"/>
                  <a:pt x="0" y="2034039"/>
                  <a:pt x="0" y="1892311"/>
                </a:cubicBezTo>
                <a:lnTo>
                  <a:pt x="0" y="256827"/>
                </a:lnTo>
                <a:cubicBezTo>
                  <a:pt x="0" y="115118"/>
                  <a:pt x="114803" y="239"/>
                  <a:pt x="256421" y="239"/>
                </a:cubicBez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任意形状 10">
            <a:extLst>
              <a:ext uri="{FF2B5EF4-FFF2-40B4-BE49-F238E27FC236}">
                <a16:creationId xmlns:a16="http://schemas.microsoft.com/office/drawing/2014/main" id="{35A62541-FF10-7CAB-34EA-BB6A1464A6E2}"/>
              </a:ext>
            </a:extLst>
          </p:cNvPr>
          <p:cNvSpPr/>
          <p:nvPr/>
        </p:nvSpPr>
        <p:spPr>
          <a:xfrm flipV="1">
            <a:off x="3461011" y="3772420"/>
            <a:ext cx="1500180" cy="1683571"/>
          </a:xfrm>
          <a:custGeom>
            <a:avLst/>
            <a:gdLst>
              <a:gd name="csX0" fmla="*/ 86285 w 1500180"/>
              <a:gd name="csY0" fmla="*/ 249 h 1683571"/>
              <a:gd name="csX1" fmla="*/ 1413810 w 1500180"/>
              <a:gd name="csY1" fmla="*/ 249 h 1683571"/>
              <a:gd name="csX2" fmla="*/ 1500181 w 1500180"/>
              <a:gd name="csY2" fmla="*/ 86581 h 1683571"/>
              <a:gd name="csX3" fmla="*/ 1500181 w 1500180"/>
              <a:gd name="csY3" fmla="*/ 1597489 h 1683571"/>
              <a:gd name="csX4" fmla="*/ 1413810 w 1500180"/>
              <a:gd name="csY4" fmla="*/ 1683821 h 1683571"/>
              <a:gd name="csX5" fmla="*/ 86285 w 1500180"/>
              <a:gd name="csY5" fmla="*/ 1683821 h 1683571"/>
              <a:gd name="csX6" fmla="*/ 0 w 1500180"/>
              <a:gd name="csY6" fmla="*/ 1597489 h 1683571"/>
              <a:gd name="csX7" fmla="*/ 0 w 1500180"/>
              <a:gd name="csY7" fmla="*/ 86581 h 1683571"/>
              <a:gd name="csX8" fmla="*/ 86285 w 1500180"/>
              <a:gd name="csY8" fmla="*/ 249 h 1683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00180" h="1683571">
                <a:moveTo>
                  <a:pt x="86285" y="249"/>
                </a:moveTo>
                <a:lnTo>
                  <a:pt x="1413810" y="249"/>
                </a:lnTo>
                <a:cubicBezTo>
                  <a:pt x="1461466" y="249"/>
                  <a:pt x="1500181" y="38903"/>
                  <a:pt x="1500181" y="86581"/>
                </a:cubicBezTo>
                <a:lnTo>
                  <a:pt x="1500181" y="1597489"/>
                </a:lnTo>
                <a:cubicBezTo>
                  <a:pt x="1500181" y="1645176"/>
                  <a:pt x="1461466" y="1683821"/>
                  <a:pt x="1413810" y="1683821"/>
                </a:cubicBezTo>
                <a:lnTo>
                  <a:pt x="86285" y="1683821"/>
                </a:lnTo>
                <a:cubicBezTo>
                  <a:pt x="38629" y="1683821"/>
                  <a:pt x="0" y="1645176"/>
                  <a:pt x="0" y="1597489"/>
                </a:cubicBezTo>
                <a:lnTo>
                  <a:pt x="0" y="86581"/>
                </a:lnTo>
                <a:cubicBezTo>
                  <a:pt x="0" y="38903"/>
                  <a:pt x="38629" y="249"/>
                  <a:pt x="86285" y="249"/>
                </a:cubicBezTo>
                <a:close/>
              </a:path>
            </a:pathLst>
          </a:custGeom>
          <a:solidFill>
            <a:srgbClr val="D2CAE2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F32B1E4C-C2BD-3293-5614-4C92B2088EBA}"/>
              </a:ext>
            </a:extLst>
          </p:cNvPr>
          <p:cNvSpPr/>
          <p:nvPr/>
        </p:nvSpPr>
        <p:spPr>
          <a:xfrm flipV="1">
            <a:off x="3461011" y="3772420"/>
            <a:ext cx="1500180" cy="1683571"/>
          </a:xfrm>
          <a:custGeom>
            <a:avLst/>
            <a:gdLst>
              <a:gd name="csX0" fmla="*/ 86285 w 1500180"/>
              <a:gd name="csY0" fmla="*/ 249 h 1683571"/>
              <a:gd name="csX1" fmla="*/ 1413810 w 1500180"/>
              <a:gd name="csY1" fmla="*/ 249 h 1683571"/>
              <a:gd name="csX2" fmla="*/ 1500181 w 1500180"/>
              <a:gd name="csY2" fmla="*/ 86581 h 1683571"/>
              <a:gd name="csX3" fmla="*/ 1500181 w 1500180"/>
              <a:gd name="csY3" fmla="*/ 1597489 h 1683571"/>
              <a:gd name="csX4" fmla="*/ 1413810 w 1500180"/>
              <a:gd name="csY4" fmla="*/ 1683821 h 1683571"/>
              <a:gd name="csX5" fmla="*/ 86285 w 1500180"/>
              <a:gd name="csY5" fmla="*/ 1683821 h 1683571"/>
              <a:gd name="csX6" fmla="*/ 0 w 1500180"/>
              <a:gd name="csY6" fmla="*/ 1597489 h 1683571"/>
              <a:gd name="csX7" fmla="*/ 0 w 1500180"/>
              <a:gd name="csY7" fmla="*/ 86581 h 1683571"/>
              <a:gd name="csX8" fmla="*/ 86285 w 1500180"/>
              <a:gd name="csY8" fmla="*/ 249 h 1683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00180" h="1683571">
                <a:moveTo>
                  <a:pt x="86285" y="249"/>
                </a:moveTo>
                <a:lnTo>
                  <a:pt x="1413810" y="249"/>
                </a:lnTo>
                <a:cubicBezTo>
                  <a:pt x="1461466" y="249"/>
                  <a:pt x="1500181" y="38903"/>
                  <a:pt x="1500181" y="86581"/>
                </a:cubicBezTo>
                <a:lnTo>
                  <a:pt x="1500181" y="1597489"/>
                </a:lnTo>
                <a:cubicBezTo>
                  <a:pt x="1500181" y="1645176"/>
                  <a:pt x="1461466" y="1683821"/>
                  <a:pt x="1413810" y="1683821"/>
                </a:cubicBezTo>
                <a:lnTo>
                  <a:pt x="86285" y="1683821"/>
                </a:lnTo>
                <a:cubicBezTo>
                  <a:pt x="38629" y="1683821"/>
                  <a:pt x="0" y="1645176"/>
                  <a:pt x="0" y="1597489"/>
                </a:cubicBezTo>
                <a:lnTo>
                  <a:pt x="0" y="86581"/>
                </a:lnTo>
                <a:cubicBezTo>
                  <a:pt x="0" y="38903"/>
                  <a:pt x="38629" y="249"/>
                  <a:pt x="86285" y="249"/>
                </a:cubicBez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E97863D4-F904-9F26-B3D2-9837D2271CD2}"/>
              </a:ext>
            </a:extLst>
          </p:cNvPr>
          <p:cNvSpPr/>
          <p:nvPr/>
        </p:nvSpPr>
        <p:spPr>
          <a:xfrm flipV="1">
            <a:off x="3404243" y="3814967"/>
            <a:ext cx="1500161" cy="1683628"/>
          </a:xfrm>
          <a:custGeom>
            <a:avLst/>
            <a:gdLst>
              <a:gd name="csX0" fmla="*/ 86285 w 1500161"/>
              <a:gd name="csY0" fmla="*/ 258 h 1683628"/>
              <a:gd name="csX1" fmla="*/ 1413886 w 1500161"/>
              <a:gd name="csY1" fmla="*/ 258 h 1683628"/>
              <a:gd name="csX2" fmla="*/ 1500162 w 1500161"/>
              <a:gd name="csY2" fmla="*/ 86599 h 1683628"/>
              <a:gd name="csX3" fmla="*/ 1500162 w 1500161"/>
              <a:gd name="csY3" fmla="*/ 1597556 h 1683628"/>
              <a:gd name="csX4" fmla="*/ 1413886 w 1500161"/>
              <a:gd name="csY4" fmla="*/ 1683887 h 1683628"/>
              <a:gd name="csX5" fmla="*/ 86285 w 1500161"/>
              <a:gd name="csY5" fmla="*/ 1683887 h 1683628"/>
              <a:gd name="csX6" fmla="*/ 0 w 1500161"/>
              <a:gd name="csY6" fmla="*/ 1597556 h 1683628"/>
              <a:gd name="csX7" fmla="*/ 0 w 1500161"/>
              <a:gd name="csY7" fmla="*/ 86599 h 1683628"/>
              <a:gd name="csX8" fmla="*/ 86285 w 1500161"/>
              <a:gd name="csY8" fmla="*/ 258 h 1683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00161" h="1683628">
                <a:moveTo>
                  <a:pt x="86285" y="258"/>
                </a:moveTo>
                <a:lnTo>
                  <a:pt x="1413886" y="258"/>
                </a:lnTo>
                <a:cubicBezTo>
                  <a:pt x="1461542" y="258"/>
                  <a:pt x="1500162" y="38912"/>
                  <a:pt x="1500162" y="86599"/>
                </a:cubicBezTo>
                <a:lnTo>
                  <a:pt x="1500162" y="1597556"/>
                </a:lnTo>
                <a:cubicBezTo>
                  <a:pt x="1500162" y="1645242"/>
                  <a:pt x="1461542" y="1683887"/>
                  <a:pt x="1413886" y="1683887"/>
                </a:cubicBezTo>
                <a:lnTo>
                  <a:pt x="86285" y="1683887"/>
                </a:lnTo>
                <a:cubicBezTo>
                  <a:pt x="38629" y="1683887"/>
                  <a:pt x="0" y="1645242"/>
                  <a:pt x="0" y="1597556"/>
                </a:cubicBezTo>
                <a:lnTo>
                  <a:pt x="0" y="86599"/>
                </a:lnTo>
                <a:cubicBezTo>
                  <a:pt x="0" y="38912"/>
                  <a:pt x="38629" y="258"/>
                  <a:pt x="86285" y="258"/>
                </a:cubicBezTo>
                <a:close/>
              </a:path>
            </a:pathLst>
          </a:custGeom>
          <a:solidFill>
            <a:srgbClr val="D2CAE2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任意形状 13">
            <a:extLst>
              <a:ext uri="{FF2B5EF4-FFF2-40B4-BE49-F238E27FC236}">
                <a16:creationId xmlns:a16="http://schemas.microsoft.com/office/drawing/2014/main" id="{8C7088BD-CE1D-2EDC-0B88-2BA7B915F8E3}"/>
              </a:ext>
            </a:extLst>
          </p:cNvPr>
          <p:cNvSpPr/>
          <p:nvPr/>
        </p:nvSpPr>
        <p:spPr>
          <a:xfrm flipV="1">
            <a:off x="3404243" y="3814967"/>
            <a:ext cx="1500161" cy="1683628"/>
          </a:xfrm>
          <a:custGeom>
            <a:avLst/>
            <a:gdLst>
              <a:gd name="csX0" fmla="*/ 86285 w 1500161"/>
              <a:gd name="csY0" fmla="*/ 258 h 1683628"/>
              <a:gd name="csX1" fmla="*/ 1413886 w 1500161"/>
              <a:gd name="csY1" fmla="*/ 258 h 1683628"/>
              <a:gd name="csX2" fmla="*/ 1500162 w 1500161"/>
              <a:gd name="csY2" fmla="*/ 86599 h 1683628"/>
              <a:gd name="csX3" fmla="*/ 1500162 w 1500161"/>
              <a:gd name="csY3" fmla="*/ 1597556 h 1683628"/>
              <a:gd name="csX4" fmla="*/ 1413886 w 1500161"/>
              <a:gd name="csY4" fmla="*/ 1683887 h 1683628"/>
              <a:gd name="csX5" fmla="*/ 86285 w 1500161"/>
              <a:gd name="csY5" fmla="*/ 1683887 h 1683628"/>
              <a:gd name="csX6" fmla="*/ 0 w 1500161"/>
              <a:gd name="csY6" fmla="*/ 1597556 h 1683628"/>
              <a:gd name="csX7" fmla="*/ 0 w 1500161"/>
              <a:gd name="csY7" fmla="*/ 86599 h 1683628"/>
              <a:gd name="csX8" fmla="*/ 86285 w 1500161"/>
              <a:gd name="csY8" fmla="*/ 258 h 1683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00161" h="1683628">
                <a:moveTo>
                  <a:pt x="86285" y="258"/>
                </a:moveTo>
                <a:lnTo>
                  <a:pt x="1413886" y="258"/>
                </a:lnTo>
                <a:cubicBezTo>
                  <a:pt x="1461542" y="258"/>
                  <a:pt x="1500162" y="38912"/>
                  <a:pt x="1500162" y="86599"/>
                </a:cubicBezTo>
                <a:lnTo>
                  <a:pt x="1500162" y="1597556"/>
                </a:lnTo>
                <a:cubicBezTo>
                  <a:pt x="1500162" y="1645242"/>
                  <a:pt x="1461542" y="1683887"/>
                  <a:pt x="1413886" y="1683887"/>
                </a:cubicBezTo>
                <a:lnTo>
                  <a:pt x="86285" y="1683887"/>
                </a:lnTo>
                <a:cubicBezTo>
                  <a:pt x="38629" y="1683887"/>
                  <a:pt x="0" y="1645242"/>
                  <a:pt x="0" y="1597556"/>
                </a:cubicBezTo>
                <a:lnTo>
                  <a:pt x="0" y="86599"/>
                </a:lnTo>
                <a:cubicBezTo>
                  <a:pt x="0" y="38912"/>
                  <a:pt x="38629" y="258"/>
                  <a:pt x="86285" y="258"/>
                </a:cubicBez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任意形状 14">
            <a:extLst>
              <a:ext uri="{FF2B5EF4-FFF2-40B4-BE49-F238E27FC236}">
                <a16:creationId xmlns:a16="http://schemas.microsoft.com/office/drawing/2014/main" id="{B182A3F1-2704-81FC-A060-505EB4ED2A23}"/>
              </a:ext>
            </a:extLst>
          </p:cNvPr>
          <p:cNvSpPr/>
          <p:nvPr/>
        </p:nvSpPr>
        <p:spPr>
          <a:xfrm flipV="1">
            <a:off x="7062060" y="1198573"/>
            <a:ext cx="2564303" cy="2148664"/>
          </a:xfrm>
          <a:custGeom>
            <a:avLst/>
            <a:gdLst>
              <a:gd name="csX0" fmla="*/ 256449 w 2564303"/>
              <a:gd name="csY0" fmla="*/ -243 h 2148664"/>
              <a:gd name="csX1" fmla="*/ 2307854 w 2564303"/>
              <a:gd name="csY1" fmla="*/ -243 h 2148664"/>
              <a:gd name="csX2" fmla="*/ 2564303 w 2564303"/>
              <a:gd name="csY2" fmla="*/ 256371 h 2148664"/>
              <a:gd name="csX3" fmla="*/ 2564303 w 2564303"/>
              <a:gd name="csY3" fmla="*/ 1891808 h 2148664"/>
              <a:gd name="csX4" fmla="*/ 2307854 w 2564303"/>
              <a:gd name="csY4" fmla="*/ 2148422 h 2148664"/>
              <a:gd name="csX5" fmla="*/ 256449 w 2564303"/>
              <a:gd name="csY5" fmla="*/ 2148422 h 2148664"/>
              <a:gd name="csX6" fmla="*/ 0 w 2564303"/>
              <a:gd name="csY6" fmla="*/ 1891808 h 2148664"/>
              <a:gd name="csX7" fmla="*/ 0 w 2564303"/>
              <a:gd name="csY7" fmla="*/ 256371 h 2148664"/>
              <a:gd name="csX8" fmla="*/ 256449 w 2564303"/>
              <a:gd name="csY8" fmla="*/ -243 h 2148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64303" h="2148664">
                <a:moveTo>
                  <a:pt x="256449" y="-243"/>
                </a:moveTo>
                <a:lnTo>
                  <a:pt x="2307854" y="-243"/>
                </a:lnTo>
                <a:cubicBezTo>
                  <a:pt x="2449491" y="-243"/>
                  <a:pt x="2564303" y="114644"/>
                  <a:pt x="2564303" y="256371"/>
                </a:cubicBezTo>
                <a:lnTo>
                  <a:pt x="2564303" y="1891808"/>
                </a:lnTo>
                <a:cubicBezTo>
                  <a:pt x="2564303" y="2033536"/>
                  <a:pt x="2449491" y="2148422"/>
                  <a:pt x="2307854" y="2148422"/>
                </a:cubicBezTo>
                <a:lnTo>
                  <a:pt x="256449" y="2148422"/>
                </a:lnTo>
                <a:cubicBezTo>
                  <a:pt x="114813" y="2148422"/>
                  <a:pt x="0" y="2033536"/>
                  <a:pt x="0" y="1891808"/>
                </a:cubicBezTo>
                <a:lnTo>
                  <a:pt x="0" y="256371"/>
                </a:lnTo>
                <a:cubicBezTo>
                  <a:pt x="0" y="114644"/>
                  <a:pt x="114813" y="-243"/>
                  <a:pt x="256449" y="-243"/>
                </a:cubicBezTo>
                <a:close/>
              </a:path>
            </a:pathLst>
          </a:custGeom>
          <a:solidFill>
            <a:srgbClr val="FFFFFF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任意形状 15">
            <a:extLst>
              <a:ext uri="{FF2B5EF4-FFF2-40B4-BE49-F238E27FC236}">
                <a16:creationId xmlns:a16="http://schemas.microsoft.com/office/drawing/2014/main" id="{F1F2EDB9-4887-7282-F659-7126C326D38F}"/>
              </a:ext>
            </a:extLst>
          </p:cNvPr>
          <p:cNvSpPr/>
          <p:nvPr/>
        </p:nvSpPr>
        <p:spPr>
          <a:xfrm flipV="1">
            <a:off x="7062060" y="1198573"/>
            <a:ext cx="2564303" cy="2148664"/>
          </a:xfrm>
          <a:custGeom>
            <a:avLst/>
            <a:gdLst>
              <a:gd name="csX0" fmla="*/ 256449 w 2564303"/>
              <a:gd name="csY0" fmla="*/ -243 h 2148664"/>
              <a:gd name="csX1" fmla="*/ 2307854 w 2564303"/>
              <a:gd name="csY1" fmla="*/ -243 h 2148664"/>
              <a:gd name="csX2" fmla="*/ 2564303 w 2564303"/>
              <a:gd name="csY2" fmla="*/ 256371 h 2148664"/>
              <a:gd name="csX3" fmla="*/ 2564303 w 2564303"/>
              <a:gd name="csY3" fmla="*/ 1891808 h 2148664"/>
              <a:gd name="csX4" fmla="*/ 2307854 w 2564303"/>
              <a:gd name="csY4" fmla="*/ 2148422 h 2148664"/>
              <a:gd name="csX5" fmla="*/ 256449 w 2564303"/>
              <a:gd name="csY5" fmla="*/ 2148422 h 2148664"/>
              <a:gd name="csX6" fmla="*/ 0 w 2564303"/>
              <a:gd name="csY6" fmla="*/ 1891808 h 2148664"/>
              <a:gd name="csX7" fmla="*/ 0 w 2564303"/>
              <a:gd name="csY7" fmla="*/ 256371 h 2148664"/>
              <a:gd name="csX8" fmla="*/ 256449 w 2564303"/>
              <a:gd name="csY8" fmla="*/ -243 h 2148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64303" h="2148664">
                <a:moveTo>
                  <a:pt x="256449" y="-243"/>
                </a:moveTo>
                <a:lnTo>
                  <a:pt x="2307854" y="-243"/>
                </a:lnTo>
                <a:cubicBezTo>
                  <a:pt x="2449491" y="-243"/>
                  <a:pt x="2564303" y="114644"/>
                  <a:pt x="2564303" y="256371"/>
                </a:cubicBezTo>
                <a:lnTo>
                  <a:pt x="2564303" y="1891808"/>
                </a:lnTo>
                <a:cubicBezTo>
                  <a:pt x="2564303" y="2033536"/>
                  <a:pt x="2449491" y="2148422"/>
                  <a:pt x="2307854" y="2148422"/>
                </a:cubicBezTo>
                <a:lnTo>
                  <a:pt x="256449" y="2148422"/>
                </a:lnTo>
                <a:cubicBezTo>
                  <a:pt x="114813" y="2148422"/>
                  <a:pt x="0" y="2033536"/>
                  <a:pt x="0" y="1891808"/>
                </a:cubicBezTo>
                <a:lnTo>
                  <a:pt x="0" y="256371"/>
                </a:lnTo>
                <a:cubicBezTo>
                  <a:pt x="0" y="114644"/>
                  <a:pt x="114813" y="-243"/>
                  <a:pt x="256449" y="-243"/>
                </a:cubicBez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任意形状 16">
            <a:extLst>
              <a:ext uri="{FF2B5EF4-FFF2-40B4-BE49-F238E27FC236}">
                <a16:creationId xmlns:a16="http://schemas.microsoft.com/office/drawing/2014/main" id="{863F76B1-E0B7-6CF3-587D-0C5B2CC5BD63}"/>
              </a:ext>
            </a:extLst>
          </p:cNvPr>
          <p:cNvSpPr/>
          <p:nvPr/>
        </p:nvSpPr>
        <p:spPr>
          <a:xfrm flipV="1">
            <a:off x="7250402" y="1942905"/>
            <a:ext cx="2240697" cy="261658"/>
          </a:xfrm>
          <a:custGeom>
            <a:avLst/>
            <a:gdLst>
              <a:gd name="csX0" fmla="*/ 0 w 2240697"/>
              <a:gd name="csY0" fmla="*/ 16087 h 261658"/>
              <a:gd name="csX1" fmla="*/ 21973 w 2240697"/>
              <a:gd name="csY1" fmla="*/ -284 h 261658"/>
              <a:gd name="csX2" fmla="*/ 2218724 w 2240697"/>
              <a:gd name="csY2" fmla="*/ -284 h 261658"/>
              <a:gd name="csX3" fmla="*/ 2240697 w 2240697"/>
              <a:gd name="csY3" fmla="*/ 16087 h 261658"/>
              <a:gd name="csX4" fmla="*/ 2240697 w 2240697"/>
              <a:gd name="csY4" fmla="*/ 245098 h 261658"/>
              <a:gd name="csX5" fmla="*/ 2218724 w 2240697"/>
              <a:gd name="csY5" fmla="*/ 261374 h 261658"/>
              <a:gd name="csX6" fmla="*/ 21973 w 2240697"/>
              <a:gd name="csY6" fmla="*/ 261374 h 261658"/>
              <a:gd name="csX7" fmla="*/ 0 w 2240697"/>
              <a:gd name="csY7" fmla="*/ 245098 h 261658"/>
              <a:gd name="csX8" fmla="*/ 0 w 2240697"/>
              <a:gd name="csY8" fmla="*/ 16087 h 261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40697" h="261658">
                <a:moveTo>
                  <a:pt x="0" y="16087"/>
                </a:moveTo>
                <a:cubicBezTo>
                  <a:pt x="0" y="7045"/>
                  <a:pt x="9798" y="-284"/>
                  <a:pt x="21973" y="-284"/>
                </a:cubicBezTo>
                <a:lnTo>
                  <a:pt x="2218724" y="-284"/>
                </a:lnTo>
                <a:cubicBezTo>
                  <a:pt x="2230805" y="-284"/>
                  <a:pt x="2240697" y="7045"/>
                  <a:pt x="2240697" y="16087"/>
                </a:cubicBezTo>
                <a:lnTo>
                  <a:pt x="2240697" y="245098"/>
                </a:lnTo>
                <a:cubicBezTo>
                  <a:pt x="2240697" y="254140"/>
                  <a:pt x="2230805" y="261374"/>
                  <a:pt x="2218724" y="261374"/>
                </a:cubicBezTo>
                <a:lnTo>
                  <a:pt x="21973" y="261374"/>
                </a:lnTo>
                <a:cubicBezTo>
                  <a:pt x="9798" y="261374"/>
                  <a:pt x="0" y="254140"/>
                  <a:pt x="0" y="245098"/>
                </a:cubicBezTo>
                <a:lnTo>
                  <a:pt x="0" y="16087"/>
                </a:lnTo>
                <a:close/>
              </a:path>
            </a:pathLst>
          </a:custGeom>
          <a:solidFill>
            <a:srgbClr val="FBE5D5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任意形状 17">
            <a:extLst>
              <a:ext uri="{FF2B5EF4-FFF2-40B4-BE49-F238E27FC236}">
                <a16:creationId xmlns:a16="http://schemas.microsoft.com/office/drawing/2014/main" id="{36800703-566F-AB4A-37F7-D68CE0B08C4F}"/>
              </a:ext>
            </a:extLst>
          </p:cNvPr>
          <p:cNvSpPr/>
          <p:nvPr/>
        </p:nvSpPr>
        <p:spPr>
          <a:xfrm flipV="1">
            <a:off x="7250402" y="1942905"/>
            <a:ext cx="2240697" cy="261658"/>
          </a:xfrm>
          <a:custGeom>
            <a:avLst/>
            <a:gdLst>
              <a:gd name="csX0" fmla="*/ 0 w 2240697"/>
              <a:gd name="csY0" fmla="*/ 16087 h 261658"/>
              <a:gd name="csX1" fmla="*/ 21973 w 2240697"/>
              <a:gd name="csY1" fmla="*/ -284 h 261658"/>
              <a:gd name="csX2" fmla="*/ 2218724 w 2240697"/>
              <a:gd name="csY2" fmla="*/ -284 h 261658"/>
              <a:gd name="csX3" fmla="*/ 2240697 w 2240697"/>
              <a:gd name="csY3" fmla="*/ 16087 h 261658"/>
              <a:gd name="csX4" fmla="*/ 2240697 w 2240697"/>
              <a:gd name="csY4" fmla="*/ 245098 h 261658"/>
              <a:gd name="csX5" fmla="*/ 2218724 w 2240697"/>
              <a:gd name="csY5" fmla="*/ 261374 h 261658"/>
              <a:gd name="csX6" fmla="*/ 21973 w 2240697"/>
              <a:gd name="csY6" fmla="*/ 261374 h 261658"/>
              <a:gd name="csX7" fmla="*/ 0 w 2240697"/>
              <a:gd name="csY7" fmla="*/ 245098 h 261658"/>
              <a:gd name="csX8" fmla="*/ 0 w 2240697"/>
              <a:gd name="csY8" fmla="*/ 16087 h 261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40697" h="261658">
                <a:moveTo>
                  <a:pt x="0" y="16087"/>
                </a:moveTo>
                <a:cubicBezTo>
                  <a:pt x="0" y="7045"/>
                  <a:pt x="9798" y="-284"/>
                  <a:pt x="21973" y="-284"/>
                </a:cubicBezTo>
                <a:lnTo>
                  <a:pt x="2218724" y="-284"/>
                </a:lnTo>
                <a:cubicBezTo>
                  <a:pt x="2230805" y="-284"/>
                  <a:pt x="2240697" y="7045"/>
                  <a:pt x="2240697" y="16087"/>
                </a:cubicBezTo>
                <a:lnTo>
                  <a:pt x="2240697" y="245098"/>
                </a:lnTo>
                <a:cubicBezTo>
                  <a:pt x="2240697" y="254140"/>
                  <a:pt x="2230805" y="261374"/>
                  <a:pt x="2218724" y="261374"/>
                </a:cubicBezTo>
                <a:lnTo>
                  <a:pt x="21973" y="261374"/>
                </a:lnTo>
                <a:cubicBezTo>
                  <a:pt x="9798" y="261374"/>
                  <a:pt x="0" y="254140"/>
                  <a:pt x="0" y="245098"/>
                </a:cubicBezTo>
                <a:lnTo>
                  <a:pt x="0" y="16087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任意形状 18">
            <a:extLst>
              <a:ext uri="{FF2B5EF4-FFF2-40B4-BE49-F238E27FC236}">
                <a16:creationId xmlns:a16="http://schemas.microsoft.com/office/drawing/2014/main" id="{C463CCE0-1E6A-5885-A35E-C2295912861C}"/>
              </a:ext>
            </a:extLst>
          </p:cNvPr>
          <p:cNvSpPr/>
          <p:nvPr/>
        </p:nvSpPr>
        <p:spPr>
          <a:xfrm flipV="1">
            <a:off x="7211687" y="1984119"/>
            <a:ext cx="2240696" cy="261658"/>
          </a:xfrm>
          <a:custGeom>
            <a:avLst/>
            <a:gdLst>
              <a:gd name="csX0" fmla="*/ 0 w 2240696"/>
              <a:gd name="csY0" fmla="*/ 16001 h 261658"/>
              <a:gd name="csX1" fmla="*/ 21973 w 2240696"/>
              <a:gd name="csY1" fmla="*/ -276 h 261658"/>
              <a:gd name="csX2" fmla="*/ 2218724 w 2240696"/>
              <a:gd name="csY2" fmla="*/ -276 h 261658"/>
              <a:gd name="csX3" fmla="*/ 2240697 w 2240696"/>
              <a:gd name="csY3" fmla="*/ 16001 h 261658"/>
              <a:gd name="csX4" fmla="*/ 2240697 w 2240696"/>
              <a:gd name="csY4" fmla="*/ 245011 h 261658"/>
              <a:gd name="csX5" fmla="*/ 2218724 w 2240696"/>
              <a:gd name="csY5" fmla="*/ 261383 h 261658"/>
              <a:gd name="csX6" fmla="*/ 21973 w 2240696"/>
              <a:gd name="csY6" fmla="*/ 261383 h 261658"/>
              <a:gd name="csX7" fmla="*/ 0 w 2240696"/>
              <a:gd name="csY7" fmla="*/ 245011 h 261658"/>
              <a:gd name="csX8" fmla="*/ 0 w 2240696"/>
              <a:gd name="csY8" fmla="*/ 16001 h 261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40696" h="261658">
                <a:moveTo>
                  <a:pt x="0" y="16001"/>
                </a:moveTo>
                <a:cubicBezTo>
                  <a:pt x="0" y="7053"/>
                  <a:pt x="9798" y="-276"/>
                  <a:pt x="21973" y="-276"/>
                </a:cubicBezTo>
                <a:lnTo>
                  <a:pt x="2218724" y="-276"/>
                </a:lnTo>
                <a:cubicBezTo>
                  <a:pt x="2230805" y="-276"/>
                  <a:pt x="2240697" y="7053"/>
                  <a:pt x="2240697" y="16001"/>
                </a:cubicBezTo>
                <a:lnTo>
                  <a:pt x="2240697" y="245011"/>
                </a:lnTo>
                <a:cubicBezTo>
                  <a:pt x="2240697" y="254054"/>
                  <a:pt x="2230805" y="261383"/>
                  <a:pt x="2218724" y="261383"/>
                </a:cubicBezTo>
                <a:lnTo>
                  <a:pt x="21973" y="261383"/>
                </a:lnTo>
                <a:cubicBezTo>
                  <a:pt x="9798" y="261383"/>
                  <a:pt x="0" y="254054"/>
                  <a:pt x="0" y="245011"/>
                </a:cubicBezTo>
                <a:lnTo>
                  <a:pt x="0" y="16001"/>
                </a:lnTo>
                <a:close/>
              </a:path>
            </a:pathLst>
          </a:custGeom>
          <a:solidFill>
            <a:srgbClr val="FBE5D5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任意形状 19">
            <a:extLst>
              <a:ext uri="{FF2B5EF4-FFF2-40B4-BE49-F238E27FC236}">
                <a16:creationId xmlns:a16="http://schemas.microsoft.com/office/drawing/2014/main" id="{77D88851-8178-AE70-4CF3-12610F25559B}"/>
              </a:ext>
            </a:extLst>
          </p:cNvPr>
          <p:cNvSpPr/>
          <p:nvPr/>
        </p:nvSpPr>
        <p:spPr>
          <a:xfrm flipV="1">
            <a:off x="7211687" y="1984119"/>
            <a:ext cx="2240696" cy="261658"/>
          </a:xfrm>
          <a:custGeom>
            <a:avLst/>
            <a:gdLst>
              <a:gd name="csX0" fmla="*/ 0 w 2240696"/>
              <a:gd name="csY0" fmla="*/ 16001 h 261658"/>
              <a:gd name="csX1" fmla="*/ 21973 w 2240696"/>
              <a:gd name="csY1" fmla="*/ -276 h 261658"/>
              <a:gd name="csX2" fmla="*/ 2218724 w 2240696"/>
              <a:gd name="csY2" fmla="*/ -276 h 261658"/>
              <a:gd name="csX3" fmla="*/ 2240697 w 2240696"/>
              <a:gd name="csY3" fmla="*/ 16001 h 261658"/>
              <a:gd name="csX4" fmla="*/ 2240697 w 2240696"/>
              <a:gd name="csY4" fmla="*/ 245011 h 261658"/>
              <a:gd name="csX5" fmla="*/ 2218724 w 2240696"/>
              <a:gd name="csY5" fmla="*/ 261383 h 261658"/>
              <a:gd name="csX6" fmla="*/ 21973 w 2240696"/>
              <a:gd name="csY6" fmla="*/ 261383 h 261658"/>
              <a:gd name="csX7" fmla="*/ 0 w 2240696"/>
              <a:gd name="csY7" fmla="*/ 245011 h 261658"/>
              <a:gd name="csX8" fmla="*/ 0 w 2240696"/>
              <a:gd name="csY8" fmla="*/ 16001 h 261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40696" h="261658">
                <a:moveTo>
                  <a:pt x="0" y="16001"/>
                </a:moveTo>
                <a:cubicBezTo>
                  <a:pt x="0" y="7053"/>
                  <a:pt x="9798" y="-276"/>
                  <a:pt x="21973" y="-276"/>
                </a:cubicBezTo>
                <a:lnTo>
                  <a:pt x="2218724" y="-276"/>
                </a:lnTo>
                <a:cubicBezTo>
                  <a:pt x="2230805" y="-276"/>
                  <a:pt x="2240697" y="7053"/>
                  <a:pt x="2240697" y="16001"/>
                </a:cubicBezTo>
                <a:lnTo>
                  <a:pt x="2240697" y="245011"/>
                </a:lnTo>
                <a:cubicBezTo>
                  <a:pt x="2240697" y="254054"/>
                  <a:pt x="2230805" y="261383"/>
                  <a:pt x="2218724" y="261383"/>
                </a:cubicBezTo>
                <a:lnTo>
                  <a:pt x="21973" y="261383"/>
                </a:lnTo>
                <a:cubicBezTo>
                  <a:pt x="9798" y="261383"/>
                  <a:pt x="0" y="254054"/>
                  <a:pt x="0" y="245011"/>
                </a:cubicBezTo>
                <a:lnTo>
                  <a:pt x="0" y="16001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任意形状 20">
            <a:extLst>
              <a:ext uri="{FF2B5EF4-FFF2-40B4-BE49-F238E27FC236}">
                <a16:creationId xmlns:a16="http://schemas.microsoft.com/office/drawing/2014/main" id="{FB059832-093C-8F0F-74C8-56BFB928FEFA}"/>
              </a:ext>
            </a:extLst>
          </p:cNvPr>
          <p:cNvSpPr/>
          <p:nvPr/>
        </p:nvSpPr>
        <p:spPr>
          <a:xfrm flipV="1">
            <a:off x="2565812" y="1179155"/>
            <a:ext cx="2564222" cy="2148569"/>
          </a:xfrm>
          <a:custGeom>
            <a:avLst/>
            <a:gdLst>
              <a:gd name="csX0" fmla="*/ 256426 w 2564222"/>
              <a:gd name="csY0" fmla="*/ -247 h 2148569"/>
              <a:gd name="csX1" fmla="*/ 2307868 w 2564222"/>
              <a:gd name="csY1" fmla="*/ -247 h 2148569"/>
              <a:gd name="csX2" fmla="*/ 2564222 w 2564222"/>
              <a:gd name="csY2" fmla="*/ 256272 h 2148569"/>
              <a:gd name="csX3" fmla="*/ 2564222 w 2564222"/>
              <a:gd name="csY3" fmla="*/ 1891804 h 2148569"/>
              <a:gd name="csX4" fmla="*/ 2307868 w 2564222"/>
              <a:gd name="csY4" fmla="*/ 2148323 h 2148569"/>
              <a:gd name="csX5" fmla="*/ 256426 w 2564222"/>
              <a:gd name="csY5" fmla="*/ 2148323 h 2148569"/>
              <a:gd name="csX6" fmla="*/ 0 w 2564222"/>
              <a:gd name="csY6" fmla="*/ 1891804 h 2148569"/>
              <a:gd name="csX7" fmla="*/ 0 w 2564222"/>
              <a:gd name="csY7" fmla="*/ 256272 h 2148569"/>
              <a:gd name="csX8" fmla="*/ 256426 w 2564222"/>
              <a:gd name="csY8" fmla="*/ -247 h 214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64222" h="2148569">
                <a:moveTo>
                  <a:pt x="256426" y="-247"/>
                </a:moveTo>
                <a:lnTo>
                  <a:pt x="2307868" y="-247"/>
                </a:lnTo>
                <a:cubicBezTo>
                  <a:pt x="2449410" y="-247"/>
                  <a:pt x="2564222" y="114639"/>
                  <a:pt x="2564222" y="256272"/>
                </a:cubicBezTo>
                <a:lnTo>
                  <a:pt x="2564222" y="1891804"/>
                </a:lnTo>
                <a:cubicBezTo>
                  <a:pt x="2564222" y="2033532"/>
                  <a:pt x="2449410" y="2148323"/>
                  <a:pt x="2307868" y="2148323"/>
                </a:cubicBezTo>
                <a:lnTo>
                  <a:pt x="256426" y="2148323"/>
                </a:lnTo>
                <a:cubicBezTo>
                  <a:pt x="114808" y="2148323"/>
                  <a:pt x="0" y="2033532"/>
                  <a:pt x="0" y="1891804"/>
                </a:cubicBezTo>
                <a:lnTo>
                  <a:pt x="0" y="256272"/>
                </a:lnTo>
                <a:cubicBezTo>
                  <a:pt x="0" y="114639"/>
                  <a:pt x="114808" y="-247"/>
                  <a:pt x="256426" y="-247"/>
                </a:cubicBezTo>
                <a:close/>
              </a:path>
            </a:pathLst>
          </a:custGeom>
          <a:solidFill>
            <a:srgbClr val="FFFFFF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任意形状 21">
            <a:extLst>
              <a:ext uri="{FF2B5EF4-FFF2-40B4-BE49-F238E27FC236}">
                <a16:creationId xmlns:a16="http://schemas.microsoft.com/office/drawing/2014/main" id="{5A805376-7BFA-6EB8-2F80-37845D20B3FB}"/>
              </a:ext>
            </a:extLst>
          </p:cNvPr>
          <p:cNvSpPr/>
          <p:nvPr/>
        </p:nvSpPr>
        <p:spPr>
          <a:xfrm flipV="1">
            <a:off x="2565812" y="1179155"/>
            <a:ext cx="2564222" cy="2148569"/>
          </a:xfrm>
          <a:custGeom>
            <a:avLst/>
            <a:gdLst>
              <a:gd name="csX0" fmla="*/ 256426 w 2564222"/>
              <a:gd name="csY0" fmla="*/ -247 h 2148569"/>
              <a:gd name="csX1" fmla="*/ 2307868 w 2564222"/>
              <a:gd name="csY1" fmla="*/ -247 h 2148569"/>
              <a:gd name="csX2" fmla="*/ 2564222 w 2564222"/>
              <a:gd name="csY2" fmla="*/ 256272 h 2148569"/>
              <a:gd name="csX3" fmla="*/ 2564222 w 2564222"/>
              <a:gd name="csY3" fmla="*/ 1891804 h 2148569"/>
              <a:gd name="csX4" fmla="*/ 2307868 w 2564222"/>
              <a:gd name="csY4" fmla="*/ 2148323 h 2148569"/>
              <a:gd name="csX5" fmla="*/ 256426 w 2564222"/>
              <a:gd name="csY5" fmla="*/ 2148323 h 2148569"/>
              <a:gd name="csX6" fmla="*/ 0 w 2564222"/>
              <a:gd name="csY6" fmla="*/ 1891804 h 2148569"/>
              <a:gd name="csX7" fmla="*/ 0 w 2564222"/>
              <a:gd name="csY7" fmla="*/ 256272 h 2148569"/>
              <a:gd name="csX8" fmla="*/ 256426 w 2564222"/>
              <a:gd name="csY8" fmla="*/ -247 h 214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64222" h="2148569">
                <a:moveTo>
                  <a:pt x="256426" y="-247"/>
                </a:moveTo>
                <a:lnTo>
                  <a:pt x="2307868" y="-247"/>
                </a:lnTo>
                <a:cubicBezTo>
                  <a:pt x="2449410" y="-247"/>
                  <a:pt x="2564222" y="114639"/>
                  <a:pt x="2564222" y="256272"/>
                </a:cubicBezTo>
                <a:lnTo>
                  <a:pt x="2564222" y="1891804"/>
                </a:lnTo>
                <a:cubicBezTo>
                  <a:pt x="2564222" y="2033532"/>
                  <a:pt x="2449410" y="2148323"/>
                  <a:pt x="2307868" y="2148323"/>
                </a:cubicBezTo>
                <a:lnTo>
                  <a:pt x="256426" y="2148323"/>
                </a:lnTo>
                <a:cubicBezTo>
                  <a:pt x="114808" y="2148323"/>
                  <a:pt x="0" y="2033532"/>
                  <a:pt x="0" y="1891804"/>
                </a:cubicBezTo>
                <a:lnTo>
                  <a:pt x="0" y="256272"/>
                </a:lnTo>
                <a:cubicBezTo>
                  <a:pt x="0" y="114639"/>
                  <a:pt x="114808" y="-247"/>
                  <a:pt x="256426" y="-247"/>
                </a:cubicBezTo>
                <a:close/>
              </a:path>
            </a:pathLst>
          </a:custGeom>
          <a:noFill/>
          <a:ln w="10701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任意形状 22">
            <a:extLst>
              <a:ext uri="{FF2B5EF4-FFF2-40B4-BE49-F238E27FC236}">
                <a16:creationId xmlns:a16="http://schemas.microsoft.com/office/drawing/2014/main" id="{69A35047-74B0-DC38-F2C7-52BE20627A68}"/>
              </a:ext>
            </a:extLst>
          </p:cNvPr>
          <p:cNvSpPr/>
          <p:nvPr/>
        </p:nvSpPr>
        <p:spPr>
          <a:xfrm flipV="1">
            <a:off x="2662737" y="2395406"/>
            <a:ext cx="2437904" cy="433178"/>
          </a:xfrm>
          <a:custGeom>
            <a:avLst/>
            <a:gdLst>
              <a:gd name="csX0" fmla="*/ 0 w 2437904"/>
              <a:gd name="csY0" fmla="*/ 26861 h 433178"/>
              <a:gd name="csX1" fmla="*/ 23904 w 2437904"/>
              <a:gd name="csY1" fmla="*/ -171 h 433178"/>
              <a:gd name="csX2" fmla="*/ 2414029 w 2437904"/>
              <a:gd name="csY2" fmla="*/ -171 h 433178"/>
              <a:gd name="csX3" fmla="*/ 2437905 w 2437904"/>
              <a:gd name="csY3" fmla="*/ 26861 h 433178"/>
              <a:gd name="csX4" fmla="*/ 2437905 w 2437904"/>
              <a:gd name="csY4" fmla="*/ 405975 h 433178"/>
              <a:gd name="csX5" fmla="*/ 2414029 w 2437904"/>
              <a:gd name="csY5" fmla="*/ 433007 h 433178"/>
              <a:gd name="csX6" fmla="*/ 23904 w 2437904"/>
              <a:gd name="csY6" fmla="*/ 433007 h 433178"/>
              <a:gd name="csX7" fmla="*/ 0 w 2437904"/>
              <a:gd name="csY7" fmla="*/ 405975 h 433178"/>
              <a:gd name="csX8" fmla="*/ 0 w 2437904"/>
              <a:gd name="csY8" fmla="*/ 26861 h 433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37904" h="433178">
                <a:moveTo>
                  <a:pt x="0" y="26861"/>
                </a:moveTo>
                <a:cubicBezTo>
                  <a:pt x="0" y="11917"/>
                  <a:pt x="10701" y="-171"/>
                  <a:pt x="23904" y="-171"/>
                </a:cubicBezTo>
                <a:lnTo>
                  <a:pt x="2414029" y="-171"/>
                </a:lnTo>
                <a:cubicBezTo>
                  <a:pt x="2427251" y="-171"/>
                  <a:pt x="2437905" y="11917"/>
                  <a:pt x="2437905" y="26861"/>
                </a:cubicBezTo>
                <a:lnTo>
                  <a:pt x="2437905" y="405975"/>
                </a:lnTo>
                <a:cubicBezTo>
                  <a:pt x="2437905" y="420919"/>
                  <a:pt x="2427251" y="433007"/>
                  <a:pt x="2414029" y="433007"/>
                </a:cubicBezTo>
                <a:lnTo>
                  <a:pt x="23904" y="433007"/>
                </a:lnTo>
                <a:cubicBezTo>
                  <a:pt x="10701" y="433007"/>
                  <a:pt x="0" y="420919"/>
                  <a:pt x="0" y="405975"/>
                </a:cubicBezTo>
                <a:lnTo>
                  <a:pt x="0" y="26861"/>
                </a:lnTo>
                <a:close/>
              </a:path>
            </a:pathLst>
          </a:custGeom>
          <a:solidFill>
            <a:srgbClr val="DEEBF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任意形状 23">
            <a:extLst>
              <a:ext uri="{FF2B5EF4-FFF2-40B4-BE49-F238E27FC236}">
                <a16:creationId xmlns:a16="http://schemas.microsoft.com/office/drawing/2014/main" id="{75BDDBBB-76EB-9F2B-6B86-4C449699D8B5}"/>
              </a:ext>
            </a:extLst>
          </p:cNvPr>
          <p:cNvSpPr/>
          <p:nvPr/>
        </p:nvSpPr>
        <p:spPr>
          <a:xfrm flipV="1">
            <a:off x="2662737" y="2395406"/>
            <a:ext cx="2437904" cy="433178"/>
          </a:xfrm>
          <a:custGeom>
            <a:avLst/>
            <a:gdLst>
              <a:gd name="csX0" fmla="*/ 0 w 2437904"/>
              <a:gd name="csY0" fmla="*/ 26861 h 433178"/>
              <a:gd name="csX1" fmla="*/ 23904 w 2437904"/>
              <a:gd name="csY1" fmla="*/ -171 h 433178"/>
              <a:gd name="csX2" fmla="*/ 2414029 w 2437904"/>
              <a:gd name="csY2" fmla="*/ -171 h 433178"/>
              <a:gd name="csX3" fmla="*/ 2437905 w 2437904"/>
              <a:gd name="csY3" fmla="*/ 26861 h 433178"/>
              <a:gd name="csX4" fmla="*/ 2437905 w 2437904"/>
              <a:gd name="csY4" fmla="*/ 405975 h 433178"/>
              <a:gd name="csX5" fmla="*/ 2414029 w 2437904"/>
              <a:gd name="csY5" fmla="*/ 433007 h 433178"/>
              <a:gd name="csX6" fmla="*/ 23904 w 2437904"/>
              <a:gd name="csY6" fmla="*/ 433007 h 433178"/>
              <a:gd name="csX7" fmla="*/ 0 w 2437904"/>
              <a:gd name="csY7" fmla="*/ 405975 h 433178"/>
              <a:gd name="csX8" fmla="*/ 0 w 2437904"/>
              <a:gd name="csY8" fmla="*/ 26861 h 433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37904" h="433178">
                <a:moveTo>
                  <a:pt x="0" y="26861"/>
                </a:moveTo>
                <a:cubicBezTo>
                  <a:pt x="0" y="11917"/>
                  <a:pt x="10701" y="-171"/>
                  <a:pt x="23904" y="-171"/>
                </a:cubicBezTo>
                <a:lnTo>
                  <a:pt x="2414029" y="-171"/>
                </a:lnTo>
                <a:cubicBezTo>
                  <a:pt x="2427251" y="-171"/>
                  <a:pt x="2437905" y="11917"/>
                  <a:pt x="2437905" y="26861"/>
                </a:cubicBezTo>
                <a:lnTo>
                  <a:pt x="2437905" y="405975"/>
                </a:lnTo>
                <a:cubicBezTo>
                  <a:pt x="2437905" y="420919"/>
                  <a:pt x="2427251" y="433007"/>
                  <a:pt x="2414029" y="433007"/>
                </a:cubicBezTo>
                <a:lnTo>
                  <a:pt x="23904" y="433007"/>
                </a:lnTo>
                <a:cubicBezTo>
                  <a:pt x="10701" y="433007"/>
                  <a:pt x="0" y="420919"/>
                  <a:pt x="0" y="405975"/>
                </a:cubicBezTo>
                <a:lnTo>
                  <a:pt x="0" y="26861"/>
                </a:lnTo>
                <a:close/>
              </a:path>
            </a:pathLst>
          </a:custGeom>
          <a:noFill/>
          <a:ln w="10701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A73877AA-2F00-4343-E381-DD6D8178920D}"/>
              </a:ext>
            </a:extLst>
          </p:cNvPr>
          <p:cNvSpPr/>
          <p:nvPr/>
        </p:nvSpPr>
        <p:spPr>
          <a:xfrm flipV="1">
            <a:off x="2620162" y="2423770"/>
            <a:ext cx="2461645" cy="404813"/>
          </a:xfrm>
          <a:custGeom>
            <a:avLst/>
            <a:gdLst>
              <a:gd name="csX0" fmla="*/ 0 w 2461645"/>
              <a:gd name="csY0" fmla="*/ 25150 h 404813"/>
              <a:gd name="csX1" fmla="*/ 24134 w 2461645"/>
              <a:gd name="csY1" fmla="*/ -168 h 404813"/>
              <a:gd name="csX2" fmla="*/ 2437484 w 2461645"/>
              <a:gd name="csY2" fmla="*/ -168 h 404813"/>
              <a:gd name="csX3" fmla="*/ 2461645 w 2461645"/>
              <a:gd name="csY3" fmla="*/ 25150 h 404813"/>
              <a:gd name="csX4" fmla="*/ 2461645 w 2461645"/>
              <a:gd name="csY4" fmla="*/ 379327 h 404813"/>
              <a:gd name="csX5" fmla="*/ 2437484 w 2461645"/>
              <a:gd name="csY5" fmla="*/ 404646 h 404813"/>
              <a:gd name="csX6" fmla="*/ 24134 w 2461645"/>
              <a:gd name="csY6" fmla="*/ 404646 h 404813"/>
              <a:gd name="csX7" fmla="*/ 0 w 2461645"/>
              <a:gd name="csY7" fmla="*/ 379327 h 404813"/>
              <a:gd name="csX8" fmla="*/ 0 w 2461645"/>
              <a:gd name="csY8" fmla="*/ 25150 h 404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61645" h="404813">
                <a:moveTo>
                  <a:pt x="0" y="25150"/>
                </a:moveTo>
                <a:cubicBezTo>
                  <a:pt x="1" y="11159"/>
                  <a:pt x="10806" y="-168"/>
                  <a:pt x="24134" y="-168"/>
                </a:cubicBezTo>
                <a:lnTo>
                  <a:pt x="2437484" y="-168"/>
                </a:lnTo>
                <a:cubicBezTo>
                  <a:pt x="2450801" y="-168"/>
                  <a:pt x="2461645" y="11159"/>
                  <a:pt x="2461645" y="25150"/>
                </a:cubicBezTo>
                <a:lnTo>
                  <a:pt x="2461645" y="379327"/>
                </a:lnTo>
                <a:cubicBezTo>
                  <a:pt x="2461645" y="393319"/>
                  <a:pt x="2450801" y="404646"/>
                  <a:pt x="2437484" y="404646"/>
                </a:cubicBezTo>
                <a:lnTo>
                  <a:pt x="24134" y="404646"/>
                </a:lnTo>
                <a:cubicBezTo>
                  <a:pt x="10806" y="404646"/>
                  <a:pt x="1" y="393319"/>
                  <a:pt x="0" y="379327"/>
                </a:cubicBezTo>
                <a:lnTo>
                  <a:pt x="0" y="25150"/>
                </a:lnTo>
                <a:close/>
              </a:path>
            </a:pathLst>
          </a:custGeom>
          <a:solidFill>
            <a:srgbClr val="DEEBF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任意形状 25">
            <a:extLst>
              <a:ext uri="{FF2B5EF4-FFF2-40B4-BE49-F238E27FC236}">
                <a16:creationId xmlns:a16="http://schemas.microsoft.com/office/drawing/2014/main" id="{E2272C90-F045-5BBA-1900-85572FA9EB24}"/>
              </a:ext>
            </a:extLst>
          </p:cNvPr>
          <p:cNvSpPr/>
          <p:nvPr/>
        </p:nvSpPr>
        <p:spPr>
          <a:xfrm flipV="1">
            <a:off x="2620162" y="2423770"/>
            <a:ext cx="2461645" cy="404813"/>
          </a:xfrm>
          <a:custGeom>
            <a:avLst/>
            <a:gdLst>
              <a:gd name="csX0" fmla="*/ 0 w 2461645"/>
              <a:gd name="csY0" fmla="*/ 25150 h 404813"/>
              <a:gd name="csX1" fmla="*/ 24134 w 2461645"/>
              <a:gd name="csY1" fmla="*/ -168 h 404813"/>
              <a:gd name="csX2" fmla="*/ 2437484 w 2461645"/>
              <a:gd name="csY2" fmla="*/ -168 h 404813"/>
              <a:gd name="csX3" fmla="*/ 2461645 w 2461645"/>
              <a:gd name="csY3" fmla="*/ 25150 h 404813"/>
              <a:gd name="csX4" fmla="*/ 2461645 w 2461645"/>
              <a:gd name="csY4" fmla="*/ 379327 h 404813"/>
              <a:gd name="csX5" fmla="*/ 2437484 w 2461645"/>
              <a:gd name="csY5" fmla="*/ 404646 h 404813"/>
              <a:gd name="csX6" fmla="*/ 24134 w 2461645"/>
              <a:gd name="csY6" fmla="*/ 404646 h 404813"/>
              <a:gd name="csX7" fmla="*/ 0 w 2461645"/>
              <a:gd name="csY7" fmla="*/ 379327 h 404813"/>
              <a:gd name="csX8" fmla="*/ 0 w 2461645"/>
              <a:gd name="csY8" fmla="*/ 25150 h 404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61645" h="404813">
                <a:moveTo>
                  <a:pt x="0" y="25150"/>
                </a:moveTo>
                <a:cubicBezTo>
                  <a:pt x="1" y="11159"/>
                  <a:pt x="10806" y="-168"/>
                  <a:pt x="24134" y="-168"/>
                </a:cubicBezTo>
                <a:lnTo>
                  <a:pt x="2437484" y="-168"/>
                </a:lnTo>
                <a:cubicBezTo>
                  <a:pt x="2450801" y="-168"/>
                  <a:pt x="2461645" y="11159"/>
                  <a:pt x="2461645" y="25150"/>
                </a:cubicBezTo>
                <a:lnTo>
                  <a:pt x="2461645" y="379327"/>
                </a:lnTo>
                <a:cubicBezTo>
                  <a:pt x="2461645" y="393319"/>
                  <a:pt x="2450801" y="404646"/>
                  <a:pt x="2437484" y="404646"/>
                </a:cubicBezTo>
                <a:lnTo>
                  <a:pt x="24134" y="404646"/>
                </a:lnTo>
                <a:cubicBezTo>
                  <a:pt x="10806" y="404646"/>
                  <a:pt x="1" y="393319"/>
                  <a:pt x="0" y="379327"/>
                </a:cubicBezTo>
                <a:lnTo>
                  <a:pt x="0" y="25150"/>
                </a:lnTo>
                <a:close/>
              </a:path>
            </a:pathLst>
          </a:custGeom>
          <a:noFill/>
          <a:ln w="10701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350CF3A0-7580-C8D0-E44C-8D805E71C47F}"/>
              </a:ext>
            </a:extLst>
          </p:cNvPr>
          <p:cNvSpPr/>
          <p:nvPr/>
        </p:nvSpPr>
        <p:spPr>
          <a:xfrm flipV="1">
            <a:off x="5348435" y="1435008"/>
            <a:ext cx="1489327" cy="130020"/>
          </a:xfrm>
          <a:custGeom>
            <a:avLst/>
            <a:gdLst>
              <a:gd name="csX0" fmla="*/ 0 w 1489327"/>
              <a:gd name="csY0" fmla="*/ 8257 h 130020"/>
              <a:gd name="csX1" fmla="*/ 49654 w 1489327"/>
              <a:gd name="csY1" fmla="*/ -405 h 130020"/>
              <a:gd name="csX2" fmla="*/ 1439674 w 1489327"/>
              <a:gd name="csY2" fmla="*/ -405 h 130020"/>
              <a:gd name="csX3" fmla="*/ 1489328 w 1489327"/>
              <a:gd name="csY3" fmla="*/ 8257 h 130020"/>
              <a:gd name="csX4" fmla="*/ 1489328 w 1489327"/>
              <a:gd name="csY4" fmla="*/ 120954 h 130020"/>
              <a:gd name="csX5" fmla="*/ 1439674 w 1489327"/>
              <a:gd name="csY5" fmla="*/ 129615 h 130020"/>
              <a:gd name="csX6" fmla="*/ 49654 w 1489327"/>
              <a:gd name="csY6" fmla="*/ 129615 h 130020"/>
              <a:gd name="csX7" fmla="*/ 0 w 1489327"/>
              <a:gd name="csY7" fmla="*/ 120954 h 130020"/>
              <a:gd name="csX8" fmla="*/ 0 w 1489327"/>
              <a:gd name="csY8" fmla="*/ 8257 h 130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89327" h="130020">
                <a:moveTo>
                  <a:pt x="0" y="8257"/>
                </a:moveTo>
                <a:cubicBezTo>
                  <a:pt x="0" y="3498"/>
                  <a:pt x="22259" y="-405"/>
                  <a:pt x="49654" y="-405"/>
                </a:cubicBezTo>
                <a:lnTo>
                  <a:pt x="1439674" y="-405"/>
                </a:lnTo>
                <a:cubicBezTo>
                  <a:pt x="1467069" y="-405"/>
                  <a:pt x="1489328" y="3498"/>
                  <a:pt x="1489328" y="8257"/>
                </a:cubicBezTo>
                <a:lnTo>
                  <a:pt x="1489328" y="120954"/>
                </a:lnTo>
                <a:cubicBezTo>
                  <a:pt x="1489328" y="125808"/>
                  <a:pt x="1467069" y="129615"/>
                  <a:pt x="1439674" y="129615"/>
                </a:cubicBezTo>
                <a:lnTo>
                  <a:pt x="49654" y="129615"/>
                </a:lnTo>
                <a:cubicBezTo>
                  <a:pt x="22259" y="129615"/>
                  <a:pt x="0" y="125808"/>
                  <a:pt x="0" y="120954"/>
                </a:cubicBezTo>
                <a:lnTo>
                  <a:pt x="0" y="8257"/>
                </a:lnTo>
                <a:close/>
              </a:path>
            </a:pathLst>
          </a:custGeom>
          <a:solidFill>
            <a:srgbClr val="CCEE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任意形状 27">
            <a:extLst>
              <a:ext uri="{FF2B5EF4-FFF2-40B4-BE49-F238E27FC236}">
                <a16:creationId xmlns:a16="http://schemas.microsoft.com/office/drawing/2014/main" id="{648AF649-ADBC-DBA3-1E27-712967B7F4D4}"/>
              </a:ext>
            </a:extLst>
          </p:cNvPr>
          <p:cNvSpPr/>
          <p:nvPr/>
        </p:nvSpPr>
        <p:spPr>
          <a:xfrm flipV="1">
            <a:off x="5348435" y="1435008"/>
            <a:ext cx="1489327" cy="130020"/>
          </a:xfrm>
          <a:custGeom>
            <a:avLst/>
            <a:gdLst>
              <a:gd name="csX0" fmla="*/ 0 w 1489327"/>
              <a:gd name="csY0" fmla="*/ 8257 h 130020"/>
              <a:gd name="csX1" fmla="*/ 49654 w 1489327"/>
              <a:gd name="csY1" fmla="*/ -405 h 130020"/>
              <a:gd name="csX2" fmla="*/ 1439674 w 1489327"/>
              <a:gd name="csY2" fmla="*/ -405 h 130020"/>
              <a:gd name="csX3" fmla="*/ 1489328 w 1489327"/>
              <a:gd name="csY3" fmla="*/ 8257 h 130020"/>
              <a:gd name="csX4" fmla="*/ 1489328 w 1489327"/>
              <a:gd name="csY4" fmla="*/ 120954 h 130020"/>
              <a:gd name="csX5" fmla="*/ 1439674 w 1489327"/>
              <a:gd name="csY5" fmla="*/ 129615 h 130020"/>
              <a:gd name="csX6" fmla="*/ 49654 w 1489327"/>
              <a:gd name="csY6" fmla="*/ 129615 h 130020"/>
              <a:gd name="csX7" fmla="*/ 0 w 1489327"/>
              <a:gd name="csY7" fmla="*/ 120954 h 130020"/>
              <a:gd name="csX8" fmla="*/ 0 w 1489327"/>
              <a:gd name="csY8" fmla="*/ 8257 h 130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89327" h="130020">
                <a:moveTo>
                  <a:pt x="0" y="8257"/>
                </a:moveTo>
                <a:cubicBezTo>
                  <a:pt x="0" y="3498"/>
                  <a:pt x="22259" y="-405"/>
                  <a:pt x="49654" y="-405"/>
                </a:cubicBezTo>
                <a:lnTo>
                  <a:pt x="1439674" y="-405"/>
                </a:lnTo>
                <a:cubicBezTo>
                  <a:pt x="1467069" y="-405"/>
                  <a:pt x="1489328" y="3498"/>
                  <a:pt x="1489328" y="8257"/>
                </a:cubicBezTo>
                <a:lnTo>
                  <a:pt x="1489328" y="120954"/>
                </a:lnTo>
                <a:cubicBezTo>
                  <a:pt x="1489328" y="125808"/>
                  <a:pt x="1467069" y="129615"/>
                  <a:pt x="1439674" y="129615"/>
                </a:cubicBezTo>
                <a:lnTo>
                  <a:pt x="49654" y="129615"/>
                </a:lnTo>
                <a:cubicBezTo>
                  <a:pt x="22259" y="129615"/>
                  <a:pt x="0" y="125808"/>
                  <a:pt x="0" y="120954"/>
                </a:cubicBezTo>
                <a:lnTo>
                  <a:pt x="0" y="8257"/>
                </a:lnTo>
                <a:close/>
              </a:path>
            </a:pathLst>
          </a:custGeom>
          <a:noFill/>
          <a:ln w="713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任意形状 28">
            <a:extLst>
              <a:ext uri="{FF2B5EF4-FFF2-40B4-BE49-F238E27FC236}">
                <a16:creationId xmlns:a16="http://schemas.microsoft.com/office/drawing/2014/main" id="{C58FED02-8774-DF91-B3E1-0F056963B054}"/>
              </a:ext>
            </a:extLst>
          </p:cNvPr>
          <p:cNvSpPr/>
          <p:nvPr/>
        </p:nvSpPr>
        <p:spPr>
          <a:xfrm flipV="1">
            <a:off x="5348435" y="1623851"/>
            <a:ext cx="1497507" cy="125832"/>
          </a:xfrm>
          <a:custGeom>
            <a:avLst/>
            <a:gdLst>
              <a:gd name="csX0" fmla="*/ 0 w 1497507"/>
              <a:gd name="csY0" fmla="*/ 8010 h 125832"/>
              <a:gd name="csX1" fmla="*/ 49939 w 1497507"/>
              <a:gd name="csY1" fmla="*/ -366 h 125832"/>
              <a:gd name="csX2" fmla="*/ 1447569 w 1497507"/>
              <a:gd name="csY2" fmla="*/ -366 h 125832"/>
              <a:gd name="csX3" fmla="*/ 1497508 w 1497507"/>
              <a:gd name="csY3" fmla="*/ 8010 h 125832"/>
              <a:gd name="csX4" fmla="*/ 1497508 w 1497507"/>
              <a:gd name="csY4" fmla="*/ 117090 h 125832"/>
              <a:gd name="csX5" fmla="*/ 1447569 w 1497507"/>
              <a:gd name="csY5" fmla="*/ 125466 h 125832"/>
              <a:gd name="csX6" fmla="*/ 49939 w 1497507"/>
              <a:gd name="csY6" fmla="*/ 125466 h 125832"/>
              <a:gd name="csX7" fmla="*/ 0 w 1497507"/>
              <a:gd name="csY7" fmla="*/ 117090 h 125832"/>
              <a:gd name="csX8" fmla="*/ 0 w 1497507"/>
              <a:gd name="csY8" fmla="*/ 8010 h 1258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97507" h="125832">
                <a:moveTo>
                  <a:pt x="0" y="8010"/>
                </a:moveTo>
                <a:cubicBezTo>
                  <a:pt x="0" y="3442"/>
                  <a:pt x="22354" y="-366"/>
                  <a:pt x="49939" y="-366"/>
                </a:cubicBezTo>
                <a:lnTo>
                  <a:pt x="1447569" y="-366"/>
                </a:lnTo>
                <a:cubicBezTo>
                  <a:pt x="1475154" y="-366"/>
                  <a:pt x="1497508" y="3442"/>
                  <a:pt x="1497508" y="8010"/>
                </a:cubicBezTo>
                <a:lnTo>
                  <a:pt x="1497508" y="117090"/>
                </a:lnTo>
                <a:cubicBezTo>
                  <a:pt x="1497508" y="121754"/>
                  <a:pt x="1475154" y="125466"/>
                  <a:pt x="1447569" y="125466"/>
                </a:cubicBezTo>
                <a:lnTo>
                  <a:pt x="49939" y="125466"/>
                </a:lnTo>
                <a:cubicBezTo>
                  <a:pt x="22354" y="125466"/>
                  <a:pt x="0" y="121754"/>
                  <a:pt x="0" y="117090"/>
                </a:cubicBezTo>
                <a:lnTo>
                  <a:pt x="0" y="8010"/>
                </a:lnTo>
                <a:close/>
              </a:path>
            </a:pathLst>
          </a:custGeom>
          <a:solidFill>
            <a:srgbClr val="CCEE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7F3FB8D9-1A46-5FFD-278F-3745D639F69E}"/>
              </a:ext>
            </a:extLst>
          </p:cNvPr>
          <p:cNvSpPr/>
          <p:nvPr/>
        </p:nvSpPr>
        <p:spPr>
          <a:xfrm flipV="1">
            <a:off x="5348435" y="1623851"/>
            <a:ext cx="1497507" cy="125832"/>
          </a:xfrm>
          <a:custGeom>
            <a:avLst/>
            <a:gdLst>
              <a:gd name="csX0" fmla="*/ 0 w 1497507"/>
              <a:gd name="csY0" fmla="*/ 8010 h 125832"/>
              <a:gd name="csX1" fmla="*/ 49939 w 1497507"/>
              <a:gd name="csY1" fmla="*/ -366 h 125832"/>
              <a:gd name="csX2" fmla="*/ 1447569 w 1497507"/>
              <a:gd name="csY2" fmla="*/ -366 h 125832"/>
              <a:gd name="csX3" fmla="*/ 1497508 w 1497507"/>
              <a:gd name="csY3" fmla="*/ 8010 h 125832"/>
              <a:gd name="csX4" fmla="*/ 1497508 w 1497507"/>
              <a:gd name="csY4" fmla="*/ 117090 h 125832"/>
              <a:gd name="csX5" fmla="*/ 1447569 w 1497507"/>
              <a:gd name="csY5" fmla="*/ 125466 h 125832"/>
              <a:gd name="csX6" fmla="*/ 49939 w 1497507"/>
              <a:gd name="csY6" fmla="*/ 125466 h 125832"/>
              <a:gd name="csX7" fmla="*/ 0 w 1497507"/>
              <a:gd name="csY7" fmla="*/ 117090 h 125832"/>
              <a:gd name="csX8" fmla="*/ 0 w 1497507"/>
              <a:gd name="csY8" fmla="*/ 8010 h 1258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97507" h="125832">
                <a:moveTo>
                  <a:pt x="0" y="8010"/>
                </a:moveTo>
                <a:cubicBezTo>
                  <a:pt x="0" y="3442"/>
                  <a:pt x="22354" y="-366"/>
                  <a:pt x="49939" y="-366"/>
                </a:cubicBezTo>
                <a:lnTo>
                  <a:pt x="1447569" y="-366"/>
                </a:lnTo>
                <a:cubicBezTo>
                  <a:pt x="1475154" y="-366"/>
                  <a:pt x="1497508" y="3442"/>
                  <a:pt x="1497508" y="8010"/>
                </a:cubicBezTo>
                <a:lnTo>
                  <a:pt x="1497508" y="117090"/>
                </a:lnTo>
                <a:cubicBezTo>
                  <a:pt x="1497508" y="121754"/>
                  <a:pt x="1475154" y="125466"/>
                  <a:pt x="1447569" y="125466"/>
                </a:cubicBezTo>
                <a:lnTo>
                  <a:pt x="49939" y="125466"/>
                </a:lnTo>
                <a:cubicBezTo>
                  <a:pt x="22354" y="125466"/>
                  <a:pt x="0" y="121754"/>
                  <a:pt x="0" y="117090"/>
                </a:cubicBezTo>
                <a:lnTo>
                  <a:pt x="0" y="8010"/>
                </a:lnTo>
                <a:close/>
              </a:path>
            </a:pathLst>
          </a:custGeom>
          <a:noFill/>
          <a:ln w="713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任意形状 30">
            <a:extLst>
              <a:ext uri="{FF2B5EF4-FFF2-40B4-BE49-F238E27FC236}">
                <a16:creationId xmlns:a16="http://schemas.microsoft.com/office/drawing/2014/main" id="{16469F57-4532-362C-21FD-80094CB307AD}"/>
              </a:ext>
            </a:extLst>
          </p:cNvPr>
          <p:cNvSpPr/>
          <p:nvPr/>
        </p:nvSpPr>
        <p:spPr>
          <a:xfrm flipV="1">
            <a:off x="5341396" y="1982025"/>
            <a:ext cx="527452" cy="356936"/>
          </a:xfrm>
          <a:custGeom>
            <a:avLst/>
            <a:gdLst>
              <a:gd name="csX0" fmla="*/ 0 w 527452"/>
              <a:gd name="csY0" fmla="*/ 23530 h 356936"/>
              <a:gd name="csX1" fmla="*/ 17597 w 527452"/>
              <a:gd name="csY1" fmla="*/ -266 h 356936"/>
              <a:gd name="csX2" fmla="*/ 509854 w 527452"/>
              <a:gd name="csY2" fmla="*/ -266 h 356936"/>
              <a:gd name="csX3" fmla="*/ 527452 w 527452"/>
              <a:gd name="csY3" fmla="*/ 23530 h 356936"/>
              <a:gd name="csX4" fmla="*/ 527452 w 527452"/>
              <a:gd name="csY4" fmla="*/ 332875 h 356936"/>
              <a:gd name="csX5" fmla="*/ 509854 w 527452"/>
              <a:gd name="csY5" fmla="*/ 356671 h 356936"/>
              <a:gd name="csX6" fmla="*/ 17597 w 527452"/>
              <a:gd name="csY6" fmla="*/ 356671 h 356936"/>
              <a:gd name="csX7" fmla="*/ 0 w 527452"/>
              <a:gd name="csY7" fmla="*/ 332875 h 356936"/>
              <a:gd name="csX8" fmla="*/ 0 w 527452"/>
              <a:gd name="csY8" fmla="*/ 23530 h 3569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27452" h="356936">
                <a:moveTo>
                  <a:pt x="0" y="23530"/>
                </a:moveTo>
                <a:cubicBezTo>
                  <a:pt x="0" y="10394"/>
                  <a:pt x="7895" y="-266"/>
                  <a:pt x="17597" y="-266"/>
                </a:cubicBezTo>
                <a:lnTo>
                  <a:pt x="509854" y="-266"/>
                </a:lnTo>
                <a:cubicBezTo>
                  <a:pt x="519557" y="-266"/>
                  <a:pt x="527452" y="10394"/>
                  <a:pt x="527452" y="23530"/>
                </a:cubicBezTo>
                <a:lnTo>
                  <a:pt x="527452" y="332875"/>
                </a:lnTo>
                <a:cubicBezTo>
                  <a:pt x="527452" y="346010"/>
                  <a:pt x="519557" y="356671"/>
                  <a:pt x="509854" y="356671"/>
                </a:cubicBezTo>
                <a:lnTo>
                  <a:pt x="17597" y="356671"/>
                </a:lnTo>
                <a:cubicBezTo>
                  <a:pt x="7895" y="356671"/>
                  <a:pt x="0" y="346010"/>
                  <a:pt x="0" y="332875"/>
                </a:cubicBezTo>
                <a:lnTo>
                  <a:pt x="0" y="23530"/>
                </a:lnTo>
                <a:close/>
              </a:path>
            </a:pathLst>
          </a:custGeom>
          <a:solidFill>
            <a:srgbClr val="CCEE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任意形状 31">
            <a:extLst>
              <a:ext uri="{FF2B5EF4-FFF2-40B4-BE49-F238E27FC236}">
                <a16:creationId xmlns:a16="http://schemas.microsoft.com/office/drawing/2014/main" id="{F20E7E98-29F4-7E78-69EA-65EBDB534248}"/>
              </a:ext>
            </a:extLst>
          </p:cNvPr>
          <p:cNvSpPr/>
          <p:nvPr/>
        </p:nvSpPr>
        <p:spPr>
          <a:xfrm flipV="1">
            <a:off x="5341396" y="1982025"/>
            <a:ext cx="527452" cy="356936"/>
          </a:xfrm>
          <a:custGeom>
            <a:avLst/>
            <a:gdLst>
              <a:gd name="csX0" fmla="*/ 0 w 527452"/>
              <a:gd name="csY0" fmla="*/ 23530 h 356936"/>
              <a:gd name="csX1" fmla="*/ 17597 w 527452"/>
              <a:gd name="csY1" fmla="*/ -266 h 356936"/>
              <a:gd name="csX2" fmla="*/ 509854 w 527452"/>
              <a:gd name="csY2" fmla="*/ -266 h 356936"/>
              <a:gd name="csX3" fmla="*/ 527452 w 527452"/>
              <a:gd name="csY3" fmla="*/ 23530 h 356936"/>
              <a:gd name="csX4" fmla="*/ 527452 w 527452"/>
              <a:gd name="csY4" fmla="*/ 332875 h 356936"/>
              <a:gd name="csX5" fmla="*/ 509854 w 527452"/>
              <a:gd name="csY5" fmla="*/ 356671 h 356936"/>
              <a:gd name="csX6" fmla="*/ 17597 w 527452"/>
              <a:gd name="csY6" fmla="*/ 356671 h 356936"/>
              <a:gd name="csX7" fmla="*/ 0 w 527452"/>
              <a:gd name="csY7" fmla="*/ 332875 h 356936"/>
              <a:gd name="csX8" fmla="*/ 0 w 527452"/>
              <a:gd name="csY8" fmla="*/ 23530 h 3569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27452" h="356936">
                <a:moveTo>
                  <a:pt x="0" y="23530"/>
                </a:moveTo>
                <a:cubicBezTo>
                  <a:pt x="0" y="10394"/>
                  <a:pt x="7895" y="-266"/>
                  <a:pt x="17597" y="-266"/>
                </a:cubicBezTo>
                <a:lnTo>
                  <a:pt x="509854" y="-266"/>
                </a:lnTo>
                <a:cubicBezTo>
                  <a:pt x="519557" y="-266"/>
                  <a:pt x="527452" y="10394"/>
                  <a:pt x="527452" y="23530"/>
                </a:cubicBezTo>
                <a:lnTo>
                  <a:pt x="527452" y="332875"/>
                </a:lnTo>
                <a:cubicBezTo>
                  <a:pt x="527452" y="346010"/>
                  <a:pt x="519557" y="356671"/>
                  <a:pt x="509854" y="356671"/>
                </a:cubicBezTo>
                <a:lnTo>
                  <a:pt x="17597" y="356671"/>
                </a:lnTo>
                <a:cubicBezTo>
                  <a:pt x="7895" y="356671"/>
                  <a:pt x="0" y="346010"/>
                  <a:pt x="0" y="332875"/>
                </a:cubicBezTo>
                <a:lnTo>
                  <a:pt x="0" y="23530"/>
                </a:lnTo>
                <a:close/>
              </a:path>
            </a:pathLst>
          </a:custGeom>
          <a:noFill/>
          <a:ln w="713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任意形状 32">
            <a:extLst>
              <a:ext uri="{FF2B5EF4-FFF2-40B4-BE49-F238E27FC236}">
                <a16:creationId xmlns:a16="http://schemas.microsoft.com/office/drawing/2014/main" id="{173008E6-94A7-76C6-670E-0CEFBD82B17A}"/>
              </a:ext>
            </a:extLst>
          </p:cNvPr>
          <p:cNvSpPr/>
          <p:nvPr/>
        </p:nvSpPr>
        <p:spPr>
          <a:xfrm flipV="1">
            <a:off x="6375754" y="1982025"/>
            <a:ext cx="484361" cy="356936"/>
          </a:xfrm>
          <a:custGeom>
            <a:avLst/>
            <a:gdLst>
              <a:gd name="csX0" fmla="*/ 0 w 484361"/>
              <a:gd name="csY0" fmla="*/ 23530 h 356936"/>
              <a:gd name="csX1" fmla="*/ 16171 w 484361"/>
              <a:gd name="csY1" fmla="*/ -266 h 356936"/>
              <a:gd name="csX2" fmla="*/ 468286 w 484361"/>
              <a:gd name="csY2" fmla="*/ -266 h 356936"/>
              <a:gd name="csX3" fmla="*/ 484362 w 484361"/>
              <a:gd name="csY3" fmla="*/ 23530 h 356936"/>
              <a:gd name="csX4" fmla="*/ 484362 w 484361"/>
              <a:gd name="csY4" fmla="*/ 332875 h 356936"/>
              <a:gd name="csX5" fmla="*/ 468286 w 484361"/>
              <a:gd name="csY5" fmla="*/ 356671 h 356936"/>
              <a:gd name="csX6" fmla="*/ 16171 w 484361"/>
              <a:gd name="csY6" fmla="*/ 356671 h 356936"/>
              <a:gd name="csX7" fmla="*/ 0 w 484361"/>
              <a:gd name="csY7" fmla="*/ 332875 h 356936"/>
              <a:gd name="csX8" fmla="*/ 0 w 484361"/>
              <a:gd name="csY8" fmla="*/ 23530 h 3569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4361" h="356936">
                <a:moveTo>
                  <a:pt x="0" y="23530"/>
                </a:moveTo>
                <a:cubicBezTo>
                  <a:pt x="0" y="10394"/>
                  <a:pt x="7229" y="-266"/>
                  <a:pt x="16171" y="-266"/>
                </a:cubicBezTo>
                <a:lnTo>
                  <a:pt x="468286" y="-266"/>
                </a:lnTo>
                <a:cubicBezTo>
                  <a:pt x="477133" y="-266"/>
                  <a:pt x="484362" y="10394"/>
                  <a:pt x="484362" y="23530"/>
                </a:cubicBezTo>
                <a:lnTo>
                  <a:pt x="484362" y="332875"/>
                </a:lnTo>
                <a:cubicBezTo>
                  <a:pt x="484362" y="346010"/>
                  <a:pt x="477133" y="356671"/>
                  <a:pt x="468286" y="356671"/>
                </a:cubicBezTo>
                <a:lnTo>
                  <a:pt x="16171" y="356671"/>
                </a:lnTo>
                <a:cubicBezTo>
                  <a:pt x="7229" y="356671"/>
                  <a:pt x="0" y="346010"/>
                  <a:pt x="0" y="332875"/>
                </a:cubicBezTo>
                <a:lnTo>
                  <a:pt x="0" y="23530"/>
                </a:lnTo>
                <a:close/>
              </a:path>
            </a:pathLst>
          </a:custGeom>
          <a:solidFill>
            <a:srgbClr val="CCEE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任意形状 33">
            <a:extLst>
              <a:ext uri="{FF2B5EF4-FFF2-40B4-BE49-F238E27FC236}">
                <a16:creationId xmlns:a16="http://schemas.microsoft.com/office/drawing/2014/main" id="{E353CBB5-BB56-91EE-0CC5-29657FA83F02}"/>
              </a:ext>
            </a:extLst>
          </p:cNvPr>
          <p:cNvSpPr/>
          <p:nvPr/>
        </p:nvSpPr>
        <p:spPr>
          <a:xfrm flipV="1">
            <a:off x="6375754" y="1982025"/>
            <a:ext cx="484361" cy="356936"/>
          </a:xfrm>
          <a:custGeom>
            <a:avLst/>
            <a:gdLst>
              <a:gd name="csX0" fmla="*/ 0 w 484361"/>
              <a:gd name="csY0" fmla="*/ 23530 h 356936"/>
              <a:gd name="csX1" fmla="*/ 16171 w 484361"/>
              <a:gd name="csY1" fmla="*/ -266 h 356936"/>
              <a:gd name="csX2" fmla="*/ 468286 w 484361"/>
              <a:gd name="csY2" fmla="*/ -266 h 356936"/>
              <a:gd name="csX3" fmla="*/ 484362 w 484361"/>
              <a:gd name="csY3" fmla="*/ 23530 h 356936"/>
              <a:gd name="csX4" fmla="*/ 484362 w 484361"/>
              <a:gd name="csY4" fmla="*/ 332875 h 356936"/>
              <a:gd name="csX5" fmla="*/ 468286 w 484361"/>
              <a:gd name="csY5" fmla="*/ 356671 h 356936"/>
              <a:gd name="csX6" fmla="*/ 16171 w 484361"/>
              <a:gd name="csY6" fmla="*/ 356671 h 356936"/>
              <a:gd name="csX7" fmla="*/ 0 w 484361"/>
              <a:gd name="csY7" fmla="*/ 332875 h 356936"/>
              <a:gd name="csX8" fmla="*/ 0 w 484361"/>
              <a:gd name="csY8" fmla="*/ 23530 h 3569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4361" h="356936">
                <a:moveTo>
                  <a:pt x="0" y="23530"/>
                </a:moveTo>
                <a:cubicBezTo>
                  <a:pt x="0" y="10394"/>
                  <a:pt x="7229" y="-266"/>
                  <a:pt x="16171" y="-266"/>
                </a:cubicBezTo>
                <a:lnTo>
                  <a:pt x="468286" y="-266"/>
                </a:lnTo>
                <a:cubicBezTo>
                  <a:pt x="477133" y="-266"/>
                  <a:pt x="484362" y="10394"/>
                  <a:pt x="484362" y="23530"/>
                </a:cubicBezTo>
                <a:lnTo>
                  <a:pt x="484362" y="332875"/>
                </a:lnTo>
                <a:cubicBezTo>
                  <a:pt x="484362" y="346010"/>
                  <a:pt x="477133" y="356671"/>
                  <a:pt x="468286" y="356671"/>
                </a:cubicBezTo>
                <a:lnTo>
                  <a:pt x="16171" y="356671"/>
                </a:lnTo>
                <a:cubicBezTo>
                  <a:pt x="7229" y="356671"/>
                  <a:pt x="0" y="346010"/>
                  <a:pt x="0" y="332875"/>
                </a:cubicBezTo>
                <a:lnTo>
                  <a:pt x="0" y="23530"/>
                </a:lnTo>
                <a:close/>
              </a:path>
            </a:pathLst>
          </a:custGeom>
          <a:noFill/>
          <a:ln w="713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任意形状 34">
            <a:extLst>
              <a:ext uri="{FF2B5EF4-FFF2-40B4-BE49-F238E27FC236}">
                <a16:creationId xmlns:a16="http://schemas.microsoft.com/office/drawing/2014/main" id="{27840BF3-823C-2C62-3901-381D77E206D0}"/>
              </a:ext>
            </a:extLst>
          </p:cNvPr>
          <p:cNvSpPr/>
          <p:nvPr/>
        </p:nvSpPr>
        <p:spPr>
          <a:xfrm flipV="1">
            <a:off x="5323608" y="1384893"/>
            <a:ext cx="1548303" cy="407621"/>
          </a:xfrm>
          <a:custGeom>
            <a:avLst/>
            <a:gdLst>
              <a:gd name="csX0" fmla="*/ 0 w 1548303"/>
              <a:gd name="csY0" fmla="*/ -386 h 407621"/>
              <a:gd name="csX1" fmla="*/ 1548303 w 1548303"/>
              <a:gd name="csY1" fmla="*/ -386 h 407621"/>
              <a:gd name="csX2" fmla="*/ 1548303 w 1548303"/>
              <a:gd name="csY2" fmla="*/ 407236 h 407621"/>
              <a:gd name="csX3" fmla="*/ 0 w 1548303"/>
              <a:gd name="csY3" fmla="*/ 407236 h 407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48303" h="407621">
                <a:moveTo>
                  <a:pt x="0" y="-386"/>
                </a:moveTo>
                <a:lnTo>
                  <a:pt x="1548303" y="-386"/>
                </a:lnTo>
                <a:lnTo>
                  <a:pt x="1548303" y="407236"/>
                </a:lnTo>
                <a:lnTo>
                  <a:pt x="0" y="407236"/>
                </a:lnTo>
                <a:close/>
              </a:path>
            </a:pathLst>
          </a:custGeom>
          <a:noFill/>
          <a:ln w="7134" cap="flat">
            <a:solidFill>
              <a:srgbClr val="000000"/>
            </a:solidFill>
            <a:custDash>
              <a:ds d="450000" sp="225000"/>
            </a:custDash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任意形状 51">
            <a:extLst>
              <a:ext uri="{FF2B5EF4-FFF2-40B4-BE49-F238E27FC236}">
                <a16:creationId xmlns:a16="http://schemas.microsoft.com/office/drawing/2014/main" id="{76E19FE5-6B3D-E37C-AD50-A96E5DC29286}"/>
              </a:ext>
            </a:extLst>
          </p:cNvPr>
          <p:cNvSpPr/>
          <p:nvPr/>
        </p:nvSpPr>
        <p:spPr>
          <a:xfrm flipV="1">
            <a:off x="5876933" y="2159446"/>
            <a:ext cx="460391" cy="9518"/>
          </a:xfrm>
          <a:custGeom>
            <a:avLst/>
            <a:gdLst>
              <a:gd name="csX0" fmla="*/ 0 w 460391"/>
              <a:gd name="csY0" fmla="*/ -266 h 9518"/>
              <a:gd name="csX1" fmla="*/ 460391 w 460391"/>
              <a:gd name="csY1" fmla="*/ -266 h 95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60391" h="9518">
                <a:moveTo>
                  <a:pt x="0" y="-266"/>
                </a:moveTo>
                <a:lnTo>
                  <a:pt x="460391" y="-266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" name="任意形状 52">
            <a:extLst>
              <a:ext uri="{FF2B5EF4-FFF2-40B4-BE49-F238E27FC236}">
                <a16:creationId xmlns:a16="http://schemas.microsoft.com/office/drawing/2014/main" id="{558FA45C-12CA-09E3-7D66-C9194A87805C}"/>
              </a:ext>
            </a:extLst>
          </p:cNvPr>
          <p:cNvSpPr/>
          <p:nvPr/>
        </p:nvSpPr>
        <p:spPr>
          <a:xfrm flipV="1">
            <a:off x="6322200" y="2128322"/>
            <a:ext cx="62209" cy="62249"/>
          </a:xfrm>
          <a:custGeom>
            <a:avLst/>
            <a:gdLst>
              <a:gd name="csX0" fmla="*/ 62210 w 62209"/>
              <a:gd name="csY0" fmla="*/ 30859 h 62249"/>
              <a:gd name="csX1" fmla="*/ 0 w 62209"/>
              <a:gd name="csY1" fmla="*/ -266 h 62249"/>
              <a:gd name="csX2" fmla="*/ 0 w 62209"/>
              <a:gd name="csY2" fmla="*/ 61984 h 62249"/>
              <a:gd name="csX3" fmla="*/ 62210 w 62209"/>
              <a:gd name="csY3" fmla="*/ 30859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62210" y="30859"/>
                </a:moveTo>
                <a:lnTo>
                  <a:pt x="0" y="-266"/>
                </a:lnTo>
                <a:cubicBezTo>
                  <a:pt x="9798" y="19341"/>
                  <a:pt x="9798" y="42376"/>
                  <a:pt x="0" y="61984"/>
                </a:cubicBezTo>
                <a:lnTo>
                  <a:pt x="62210" y="30859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" name="任意形状 53">
            <a:extLst>
              <a:ext uri="{FF2B5EF4-FFF2-40B4-BE49-F238E27FC236}">
                <a16:creationId xmlns:a16="http://schemas.microsoft.com/office/drawing/2014/main" id="{4457EC85-DC28-9DD1-72DE-0563098DC3B8}"/>
              </a:ext>
            </a:extLst>
          </p:cNvPr>
          <p:cNvSpPr/>
          <p:nvPr/>
        </p:nvSpPr>
        <p:spPr>
          <a:xfrm flipV="1">
            <a:off x="5596798" y="1802890"/>
            <a:ext cx="9512" cy="120406"/>
          </a:xfrm>
          <a:custGeom>
            <a:avLst/>
            <a:gdLst>
              <a:gd name="csX0" fmla="*/ 0 w 9512"/>
              <a:gd name="csY0" fmla="*/ 120078 h 120406"/>
              <a:gd name="csX1" fmla="*/ 0 w 9512"/>
              <a:gd name="csY1" fmla="*/ -329 h 120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120406">
                <a:moveTo>
                  <a:pt x="0" y="120078"/>
                </a:moveTo>
                <a:lnTo>
                  <a:pt x="0" y="-329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F13EF2F5-E3F9-95E2-E844-1302EEE08C6C}"/>
              </a:ext>
            </a:extLst>
          </p:cNvPr>
          <p:cNvSpPr/>
          <p:nvPr/>
        </p:nvSpPr>
        <p:spPr>
          <a:xfrm flipV="1">
            <a:off x="5565694" y="1908163"/>
            <a:ext cx="62209" cy="62249"/>
          </a:xfrm>
          <a:custGeom>
            <a:avLst/>
            <a:gdLst>
              <a:gd name="csX0" fmla="*/ 31105 w 62209"/>
              <a:gd name="csY0" fmla="*/ -313 h 62249"/>
              <a:gd name="csX1" fmla="*/ 0 w 62209"/>
              <a:gd name="csY1" fmla="*/ 61937 h 62249"/>
              <a:gd name="csX2" fmla="*/ 62210 w 62209"/>
              <a:gd name="csY2" fmla="*/ 61937 h 62249"/>
              <a:gd name="csX3" fmla="*/ 31105 w 62209"/>
              <a:gd name="csY3" fmla="*/ -313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-313"/>
                </a:moveTo>
                <a:lnTo>
                  <a:pt x="0" y="61937"/>
                </a:lnTo>
                <a:cubicBezTo>
                  <a:pt x="19595" y="52133"/>
                  <a:pt x="42615" y="52133"/>
                  <a:pt x="62210" y="61937"/>
                </a:cubicBezTo>
                <a:lnTo>
                  <a:pt x="31105" y="-313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任意形状 55">
            <a:extLst>
              <a:ext uri="{FF2B5EF4-FFF2-40B4-BE49-F238E27FC236}">
                <a16:creationId xmlns:a16="http://schemas.microsoft.com/office/drawing/2014/main" id="{C9E0EC91-19FF-83C1-B50E-97869283CE82}"/>
              </a:ext>
            </a:extLst>
          </p:cNvPr>
          <p:cNvSpPr/>
          <p:nvPr/>
        </p:nvSpPr>
        <p:spPr>
          <a:xfrm flipV="1">
            <a:off x="6629254" y="1807078"/>
            <a:ext cx="9512" cy="120406"/>
          </a:xfrm>
          <a:custGeom>
            <a:avLst/>
            <a:gdLst>
              <a:gd name="csX0" fmla="*/ 0 w 9512"/>
              <a:gd name="csY0" fmla="*/ 120079 h 120406"/>
              <a:gd name="csX1" fmla="*/ 0 w 9512"/>
              <a:gd name="csY1" fmla="*/ -328 h 120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120406">
                <a:moveTo>
                  <a:pt x="0" y="120079"/>
                </a:moveTo>
                <a:lnTo>
                  <a:pt x="0" y="-328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任意形状 56">
            <a:extLst>
              <a:ext uri="{FF2B5EF4-FFF2-40B4-BE49-F238E27FC236}">
                <a16:creationId xmlns:a16="http://schemas.microsoft.com/office/drawing/2014/main" id="{BAA96587-078C-3A4A-A02B-1288B33783EF}"/>
              </a:ext>
            </a:extLst>
          </p:cNvPr>
          <p:cNvSpPr/>
          <p:nvPr/>
        </p:nvSpPr>
        <p:spPr>
          <a:xfrm flipV="1">
            <a:off x="6598149" y="1912351"/>
            <a:ext cx="62209" cy="62249"/>
          </a:xfrm>
          <a:custGeom>
            <a:avLst/>
            <a:gdLst>
              <a:gd name="csX0" fmla="*/ 31105 w 62209"/>
              <a:gd name="csY0" fmla="*/ -312 h 62249"/>
              <a:gd name="csX1" fmla="*/ 0 w 62209"/>
              <a:gd name="csY1" fmla="*/ 61938 h 62249"/>
              <a:gd name="csX2" fmla="*/ 62210 w 62209"/>
              <a:gd name="csY2" fmla="*/ 61938 h 62249"/>
              <a:gd name="csX3" fmla="*/ 31105 w 62209"/>
              <a:gd name="csY3" fmla="*/ -312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-312"/>
                </a:moveTo>
                <a:lnTo>
                  <a:pt x="0" y="61938"/>
                </a:lnTo>
                <a:cubicBezTo>
                  <a:pt x="19595" y="52134"/>
                  <a:pt x="42615" y="52134"/>
                  <a:pt x="62210" y="61938"/>
                </a:cubicBezTo>
                <a:lnTo>
                  <a:pt x="31105" y="-312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08329E87-CD10-3BE8-1DB1-09BA6072ECD4}"/>
              </a:ext>
            </a:extLst>
          </p:cNvPr>
          <p:cNvSpPr/>
          <p:nvPr/>
        </p:nvSpPr>
        <p:spPr>
          <a:xfrm flipV="1">
            <a:off x="5291837" y="2508483"/>
            <a:ext cx="1625923" cy="1899760"/>
          </a:xfrm>
          <a:custGeom>
            <a:avLst/>
            <a:gdLst>
              <a:gd name="csX0" fmla="*/ 0 w 1625923"/>
              <a:gd name="csY0" fmla="*/ 57497 h 1899760"/>
              <a:gd name="csX1" fmla="*/ 29583 w 1625923"/>
              <a:gd name="csY1" fmla="*/ 7 h 1899760"/>
              <a:gd name="csX2" fmla="*/ 1596340 w 1625923"/>
              <a:gd name="csY2" fmla="*/ 7 h 1899760"/>
              <a:gd name="csX3" fmla="*/ 1625923 w 1625923"/>
              <a:gd name="csY3" fmla="*/ 57497 h 1899760"/>
              <a:gd name="csX4" fmla="*/ 1625923 w 1625923"/>
              <a:gd name="csY4" fmla="*/ 1842182 h 1899760"/>
              <a:gd name="csX5" fmla="*/ 1596340 w 1625923"/>
              <a:gd name="csY5" fmla="*/ 1899767 h 1899760"/>
              <a:gd name="csX6" fmla="*/ 29583 w 1625923"/>
              <a:gd name="csY6" fmla="*/ 1899767 h 1899760"/>
              <a:gd name="csX7" fmla="*/ 0 w 1625923"/>
              <a:gd name="csY7" fmla="*/ 1842182 h 1899760"/>
              <a:gd name="csX8" fmla="*/ 0 w 1625923"/>
              <a:gd name="csY8" fmla="*/ 57497 h 1899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25923" h="1899760">
                <a:moveTo>
                  <a:pt x="0" y="57497"/>
                </a:moveTo>
                <a:cubicBezTo>
                  <a:pt x="0" y="25706"/>
                  <a:pt x="13222" y="7"/>
                  <a:pt x="29583" y="7"/>
                </a:cubicBezTo>
                <a:lnTo>
                  <a:pt x="1596340" y="7"/>
                </a:lnTo>
                <a:cubicBezTo>
                  <a:pt x="1612701" y="7"/>
                  <a:pt x="1625923" y="25706"/>
                  <a:pt x="1625923" y="57497"/>
                </a:cubicBezTo>
                <a:lnTo>
                  <a:pt x="1625923" y="1842182"/>
                </a:lnTo>
                <a:cubicBezTo>
                  <a:pt x="1625923" y="1873973"/>
                  <a:pt x="1612701" y="1899767"/>
                  <a:pt x="1596340" y="1899767"/>
                </a:cubicBezTo>
                <a:lnTo>
                  <a:pt x="29583" y="1899767"/>
                </a:lnTo>
                <a:cubicBezTo>
                  <a:pt x="13222" y="1899767"/>
                  <a:pt x="0" y="1873973"/>
                  <a:pt x="0" y="1842182"/>
                </a:cubicBezTo>
                <a:lnTo>
                  <a:pt x="0" y="57497"/>
                </a:lnTo>
                <a:close/>
              </a:path>
            </a:pathLst>
          </a:custGeom>
          <a:solidFill>
            <a:srgbClr val="F0F0F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任意形状 58">
            <a:extLst>
              <a:ext uri="{FF2B5EF4-FFF2-40B4-BE49-F238E27FC236}">
                <a16:creationId xmlns:a16="http://schemas.microsoft.com/office/drawing/2014/main" id="{ECA7CE67-C20B-5A55-D3E2-F06F388CC684}"/>
              </a:ext>
            </a:extLst>
          </p:cNvPr>
          <p:cNvSpPr/>
          <p:nvPr/>
        </p:nvSpPr>
        <p:spPr>
          <a:xfrm flipV="1">
            <a:off x="5291837" y="2508483"/>
            <a:ext cx="1625923" cy="1899760"/>
          </a:xfrm>
          <a:custGeom>
            <a:avLst/>
            <a:gdLst>
              <a:gd name="csX0" fmla="*/ 0 w 1625923"/>
              <a:gd name="csY0" fmla="*/ 57497 h 1899760"/>
              <a:gd name="csX1" fmla="*/ 29583 w 1625923"/>
              <a:gd name="csY1" fmla="*/ 7 h 1899760"/>
              <a:gd name="csX2" fmla="*/ 1596340 w 1625923"/>
              <a:gd name="csY2" fmla="*/ 7 h 1899760"/>
              <a:gd name="csX3" fmla="*/ 1625923 w 1625923"/>
              <a:gd name="csY3" fmla="*/ 57497 h 1899760"/>
              <a:gd name="csX4" fmla="*/ 1625923 w 1625923"/>
              <a:gd name="csY4" fmla="*/ 1842182 h 1899760"/>
              <a:gd name="csX5" fmla="*/ 1596340 w 1625923"/>
              <a:gd name="csY5" fmla="*/ 1899767 h 1899760"/>
              <a:gd name="csX6" fmla="*/ 29583 w 1625923"/>
              <a:gd name="csY6" fmla="*/ 1899767 h 1899760"/>
              <a:gd name="csX7" fmla="*/ 0 w 1625923"/>
              <a:gd name="csY7" fmla="*/ 1842182 h 1899760"/>
              <a:gd name="csX8" fmla="*/ 0 w 1625923"/>
              <a:gd name="csY8" fmla="*/ 57497 h 1899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25923" h="1899760">
                <a:moveTo>
                  <a:pt x="0" y="57497"/>
                </a:moveTo>
                <a:cubicBezTo>
                  <a:pt x="0" y="25706"/>
                  <a:pt x="13222" y="7"/>
                  <a:pt x="29583" y="7"/>
                </a:cubicBezTo>
                <a:lnTo>
                  <a:pt x="1596340" y="7"/>
                </a:lnTo>
                <a:cubicBezTo>
                  <a:pt x="1612701" y="7"/>
                  <a:pt x="1625923" y="25706"/>
                  <a:pt x="1625923" y="57497"/>
                </a:cubicBezTo>
                <a:lnTo>
                  <a:pt x="1625923" y="1842182"/>
                </a:lnTo>
                <a:cubicBezTo>
                  <a:pt x="1625923" y="1873973"/>
                  <a:pt x="1612701" y="1899767"/>
                  <a:pt x="1596340" y="1899767"/>
                </a:cubicBezTo>
                <a:lnTo>
                  <a:pt x="29583" y="1899767"/>
                </a:lnTo>
                <a:cubicBezTo>
                  <a:pt x="13222" y="1899767"/>
                  <a:pt x="0" y="1873973"/>
                  <a:pt x="0" y="1842182"/>
                </a:cubicBezTo>
                <a:lnTo>
                  <a:pt x="0" y="57497"/>
                </a:lnTo>
                <a:close/>
              </a:path>
            </a:pathLst>
          </a:custGeom>
          <a:noFill/>
          <a:ln w="14268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任意形状 59">
            <a:extLst>
              <a:ext uri="{FF2B5EF4-FFF2-40B4-BE49-F238E27FC236}">
                <a16:creationId xmlns:a16="http://schemas.microsoft.com/office/drawing/2014/main" id="{DE045133-9229-8049-8384-2403E07017B5}"/>
              </a:ext>
            </a:extLst>
          </p:cNvPr>
          <p:cNvSpPr/>
          <p:nvPr/>
        </p:nvSpPr>
        <p:spPr>
          <a:xfrm flipV="1">
            <a:off x="5552567" y="2580156"/>
            <a:ext cx="1098280" cy="290213"/>
          </a:xfrm>
          <a:custGeom>
            <a:avLst/>
            <a:gdLst>
              <a:gd name="csX0" fmla="*/ 0 w 1098280"/>
              <a:gd name="csY0" fmla="*/ 18033 h 290213"/>
              <a:gd name="csX1" fmla="*/ 10749 w 1098280"/>
              <a:gd name="csY1" fmla="*/ -147 h 290213"/>
              <a:gd name="csX2" fmla="*/ 1087532 w 1098280"/>
              <a:gd name="csY2" fmla="*/ -147 h 290213"/>
              <a:gd name="csX3" fmla="*/ 1098280 w 1098280"/>
              <a:gd name="csY3" fmla="*/ 18033 h 290213"/>
              <a:gd name="csX4" fmla="*/ 1098280 w 1098280"/>
              <a:gd name="csY4" fmla="*/ 271981 h 290213"/>
              <a:gd name="csX5" fmla="*/ 1087532 w 1098280"/>
              <a:gd name="csY5" fmla="*/ 290066 h 290213"/>
              <a:gd name="csX6" fmla="*/ 10749 w 1098280"/>
              <a:gd name="csY6" fmla="*/ 290066 h 290213"/>
              <a:gd name="csX7" fmla="*/ 0 w 1098280"/>
              <a:gd name="csY7" fmla="*/ 271981 h 290213"/>
              <a:gd name="csX8" fmla="*/ 0 w 1098280"/>
              <a:gd name="csY8" fmla="*/ 18033 h 290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98280" h="290213">
                <a:moveTo>
                  <a:pt x="0" y="18033"/>
                </a:moveTo>
                <a:cubicBezTo>
                  <a:pt x="0" y="7943"/>
                  <a:pt x="4851" y="-147"/>
                  <a:pt x="10749" y="-147"/>
                </a:cubicBezTo>
                <a:lnTo>
                  <a:pt x="1087532" y="-147"/>
                </a:lnTo>
                <a:cubicBezTo>
                  <a:pt x="1093429" y="-147"/>
                  <a:pt x="1098280" y="7943"/>
                  <a:pt x="1098280" y="18033"/>
                </a:cubicBezTo>
                <a:lnTo>
                  <a:pt x="1098280" y="271981"/>
                </a:lnTo>
                <a:cubicBezTo>
                  <a:pt x="1098280" y="281975"/>
                  <a:pt x="1093429" y="290066"/>
                  <a:pt x="1087532" y="290066"/>
                </a:cubicBezTo>
                <a:lnTo>
                  <a:pt x="10749" y="290066"/>
                </a:lnTo>
                <a:cubicBezTo>
                  <a:pt x="4851" y="290066"/>
                  <a:pt x="0" y="281975"/>
                  <a:pt x="0" y="271981"/>
                </a:cubicBezTo>
                <a:lnTo>
                  <a:pt x="0" y="18033"/>
                </a:lnTo>
                <a:close/>
              </a:path>
            </a:pathLst>
          </a:custGeom>
          <a:solidFill>
            <a:srgbClr val="DEEBF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任意形状 60">
            <a:extLst>
              <a:ext uri="{FF2B5EF4-FFF2-40B4-BE49-F238E27FC236}">
                <a16:creationId xmlns:a16="http://schemas.microsoft.com/office/drawing/2014/main" id="{BE8AB14C-6C1B-CA16-A65A-C7DAA76CF9E2}"/>
              </a:ext>
            </a:extLst>
          </p:cNvPr>
          <p:cNvSpPr/>
          <p:nvPr/>
        </p:nvSpPr>
        <p:spPr>
          <a:xfrm flipV="1">
            <a:off x="5552567" y="2580156"/>
            <a:ext cx="1098280" cy="290213"/>
          </a:xfrm>
          <a:custGeom>
            <a:avLst/>
            <a:gdLst>
              <a:gd name="csX0" fmla="*/ 0 w 1098280"/>
              <a:gd name="csY0" fmla="*/ 18033 h 290213"/>
              <a:gd name="csX1" fmla="*/ 10749 w 1098280"/>
              <a:gd name="csY1" fmla="*/ -147 h 290213"/>
              <a:gd name="csX2" fmla="*/ 1087532 w 1098280"/>
              <a:gd name="csY2" fmla="*/ -147 h 290213"/>
              <a:gd name="csX3" fmla="*/ 1098280 w 1098280"/>
              <a:gd name="csY3" fmla="*/ 18033 h 290213"/>
              <a:gd name="csX4" fmla="*/ 1098280 w 1098280"/>
              <a:gd name="csY4" fmla="*/ 271981 h 290213"/>
              <a:gd name="csX5" fmla="*/ 1087532 w 1098280"/>
              <a:gd name="csY5" fmla="*/ 290066 h 290213"/>
              <a:gd name="csX6" fmla="*/ 10749 w 1098280"/>
              <a:gd name="csY6" fmla="*/ 290066 h 290213"/>
              <a:gd name="csX7" fmla="*/ 0 w 1098280"/>
              <a:gd name="csY7" fmla="*/ 271981 h 290213"/>
              <a:gd name="csX8" fmla="*/ 0 w 1098280"/>
              <a:gd name="csY8" fmla="*/ 18033 h 290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98280" h="290213">
                <a:moveTo>
                  <a:pt x="0" y="18033"/>
                </a:moveTo>
                <a:cubicBezTo>
                  <a:pt x="0" y="7943"/>
                  <a:pt x="4851" y="-147"/>
                  <a:pt x="10749" y="-147"/>
                </a:cubicBezTo>
                <a:lnTo>
                  <a:pt x="1087532" y="-147"/>
                </a:lnTo>
                <a:cubicBezTo>
                  <a:pt x="1093429" y="-147"/>
                  <a:pt x="1098280" y="7943"/>
                  <a:pt x="1098280" y="18033"/>
                </a:cubicBezTo>
                <a:lnTo>
                  <a:pt x="1098280" y="271981"/>
                </a:lnTo>
                <a:cubicBezTo>
                  <a:pt x="1098280" y="281975"/>
                  <a:pt x="1093429" y="290066"/>
                  <a:pt x="1087532" y="290066"/>
                </a:cubicBezTo>
                <a:lnTo>
                  <a:pt x="10749" y="290066"/>
                </a:lnTo>
                <a:cubicBezTo>
                  <a:pt x="4851" y="290066"/>
                  <a:pt x="0" y="281975"/>
                  <a:pt x="0" y="271981"/>
                </a:cubicBezTo>
                <a:lnTo>
                  <a:pt x="0" y="18033"/>
                </a:lnTo>
                <a:close/>
              </a:path>
            </a:pathLst>
          </a:custGeom>
          <a:noFill/>
          <a:ln w="10701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" name="任意形状 61">
            <a:extLst>
              <a:ext uri="{FF2B5EF4-FFF2-40B4-BE49-F238E27FC236}">
                <a16:creationId xmlns:a16="http://schemas.microsoft.com/office/drawing/2014/main" id="{70A4BD99-2B98-7379-2B59-D94EF37B1071}"/>
              </a:ext>
            </a:extLst>
          </p:cNvPr>
          <p:cNvSpPr/>
          <p:nvPr/>
        </p:nvSpPr>
        <p:spPr>
          <a:xfrm flipV="1">
            <a:off x="5544101" y="3027993"/>
            <a:ext cx="1098280" cy="268702"/>
          </a:xfrm>
          <a:custGeom>
            <a:avLst/>
            <a:gdLst>
              <a:gd name="csX0" fmla="*/ 0 w 1098280"/>
              <a:gd name="csY0" fmla="*/ 16792 h 268702"/>
              <a:gd name="csX1" fmla="*/ 10749 w 1098280"/>
              <a:gd name="csY1" fmla="*/ -56 h 268702"/>
              <a:gd name="csX2" fmla="*/ 1087531 w 1098280"/>
              <a:gd name="csY2" fmla="*/ -56 h 268702"/>
              <a:gd name="csX3" fmla="*/ 1098280 w 1098280"/>
              <a:gd name="csY3" fmla="*/ 16792 h 268702"/>
              <a:gd name="csX4" fmla="*/ 1098280 w 1098280"/>
              <a:gd name="csY4" fmla="*/ 251799 h 268702"/>
              <a:gd name="csX5" fmla="*/ 1087531 w 1098280"/>
              <a:gd name="csY5" fmla="*/ 268647 h 268702"/>
              <a:gd name="csX6" fmla="*/ 10749 w 1098280"/>
              <a:gd name="csY6" fmla="*/ 268647 h 268702"/>
              <a:gd name="csX7" fmla="*/ 0 w 1098280"/>
              <a:gd name="csY7" fmla="*/ 251799 h 268702"/>
              <a:gd name="csX8" fmla="*/ 0 w 1098280"/>
              <a:gd name="csY8" fmla="*/ 16792 h 268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98280" h="268702">
                <a:moveTo>
                  <a:pt x="0" y="16792"/>
                </a:moveTo>
                <a:cubicBezTo>
                  <a:pt x="0" y="7464"/>
                  <a:pt x="4851" y="-56"/>
                  <a:pt x="10749" y="-56"/>
                </a:cubicBezTo>
                <a:lnTo>
                  <a:pt x="1087531" y="-56"/>
                </a:lnTo>
                <a:cubicBezTo>
                  <a:pt x="1093429" y="-56"/>
                  <a:pt x="1098280" y="7464"/>
                  <a:pt x="1098280" y="16792"/>
                </a:cubicBezTo>
                <a:lnTo>
                  <a:pt x="1098280" y="251799"/>
                </a:lnTo>
                <a:cubicBezTo>
                  <a:pt x="1098280" y="261127"/>
                  <a:pt x="1093429" y="268647"/>
                  <a:pt x="1087531" y="268647"/>
                </a:cubicBezTo>
                <a:lnTo>
                  <a:pt x="10749" y="268647"/>
                </a:lnTo>
                <a:cubicBezTo>
                  <a:pt x="4851" y="268647"/>
                  <a:pt x="0" y="261127"/>
                  <a:pt x="0" y="251799"/>
                </a:cubicBezTo>
                <a:lnTo>
                  <a:pt x="0" y="16792"/>
                </a:lnTo>
                <a:close/>
              </a:path>
            </a:pathLst>
          </a:custGeom>
          <a:solidFill>
            <a:srgbClr val="FBE5D5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任意形状 62">
            <a:extLst>
              <a:ext uri="{FF2B5EF4-FFF2-40B4-BE49-F238E27FC236}">
                <a16:creationId xmlns:a16="http://schemas.microsoft.com/office/drawing/2014/main" id="{88A412B7-935F-066F-19B3-0BA128B2CB80}"/>
              </a:ext>
            </a:extLst>
          </p:cNvPr>
          <p:cNvSpPr/>
          <p:nvPr/>
        </p:nvSpPr>
        <p:spPr>
          <a:xfrm flipV="1">
            <a:off x="5544101" y="3027993"/>
            <a:ext cx="1098280" cy="268702"/>
          </a:xfrm>
          <a:custGeom>
            <a:avLst/>
            <a:gdLst>
              <a:gd name="csX0" fmla="*/ 0 w 1098280"/>
              <a:gd name="csY0" fmla="*/ 16792 h 268702"/>
              <a:gd name="csX1" fmla="*/ 10749 w 1098280"/>
              <a:gd name="csY1" fmla="*/ -56 h 268702"/>
              <a:gd name="csX2" fmla="*/ 1087531 w 1098280"/>
              <a:gd name="csY2" fmla="*/ -56 h 268702"/>
              <a:gd name="csX3" fmla="*/ 1098280 w 1098280"/>
              <a:gd name="csY3" fmla="*/ 16792 h 268702"/>
              <a:gd name="csX4" fmla="*/ 1098280 w 1098280"/>
              <a:gd name="csY4" fmla="*/ 251799 h 268702"/>
              <a:gd name="csX5" fmla="*/ 1087531 w 1098280"/>
              <a:gd name="csY5" fmla="*/ 268647 h 268702"/>
              <a:gd name="csX6" fmla="*/ 10749 w 1098280"/>
              <a:gd name="csY6" fmla="*/ 268647 h 268702"/>
              <a:gd name="csX7" fmla="*/ 0 w 1098280"/>
              <a:gd name="csY7" fmla="*/ 251799 h 268702"/>
              <a:gd name="csX8" fmla="*/ 0 w 1098280"/>
              <a:gd name="csY8" fmla="*/ 16792 h 268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98280" h="268702">
                <a:moveTo>
                  <a:pt x="0" y="16792"/>
                </a:moveTo>
                <a:cubicBezTo>
                  <a:pt x="0" y="7464"/>
                  <a:pt x="4851" y="-56"/>
                  <a:pt x="10749" y="-56"/>
                </a:cubicBezTo>
                <a:lnTo>
                  <a:pt x="1087531" y="-56"/>
                </a:lnTo>
                <a:cubicBezTo>
                  <a:pt x="1093429" y="-56"/>
                  <a:pt x="1098280" y="7464"/>
                  <a:pt x="1098280" y="16792"/>
                </a:cubicBezTo>
                <a:lnTo>
                  <a:pt x="1098280" y="251799"/>
                </a:lnTo>
                <a:cubicBezTo>
                  <a:pt x="1098280" y="261127"/>
                  <a:pt x="1093429" y="268647"/>
                  <a:pt x="1087531" y="268647"/>
                </a:cubicBezTo>
                <a:lnTo>
                  <a:pt x="10749" y="268647"/>
                </a:lnTo>
                <a:cubicBezTo>
                  <a:pt x="4851" y="268647"/>
                  <a:pt x="0" y="261127"/>
                  <a:pt x="0" y="251799"/>
                </a:cubicBezTo>
                <a:lnTo>
                  <a:pt x="0" y="16792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" name="任意形状 63">
            <a:extLst>
              <a:ext uri="{FF2B5EF4-FFF2-40B4-BE49-F238E27FC236}">
                <a16:creationId xmlns:a16="http://schemas.microsoft.com/office/drawing/2014/main" id="{DCBE5CA4-9C77-C2D0-FD42-38A0D964A848}"/>
              </a:ext>
            </a:extLst>
          </p:cNvPr>
          <p:cNvSpPr/>
          <p:nvPr/>
        </p:nvSpPr>
        <p:spPr>
          <a:xfrm flipV="1">
            <a:off x="5544101" y="3476401"/>
            <a:ext cx="1098280" cy="290213"/>
          </a:xfrm>
          <a:custGeom>
            <a:avLst/>
            <a:gdLst>
              <a:gd name="csX0" fmla="*/ 0 w 1098280"/>
              <a:gd name="csY0" fmla="*/ 18126 h 290213"/>
              <a:gd name="csX1" fmla="*/ 10749 w 1098280"/>
              <a:gd name="csY1" fmla="*/ 41 h 290213"/>
              <a:gd name="csX2" fmla="*/ 1087531 w 1098280"/>
              <a:gd name="csY2" fmla="*/ 41 h 290213"/>
              <a:gd name="csX3" fmla="*/ 1098280 w 1098280"/>
              <a:gd name="csY3" fmla="*/ 18126 h 290213"/>
              <a:gd name="csX4" fmla="*/ 1098280 w 1098280"/>
              <a:gd name="csY4" fmla="*/ 272074 h 290213"/>
              <a:gd name="csX5" fmla="*/ 1087531 w 1098280"/>
              <a:gd name="csY5" fmla="*/ 290254 h 290213"/>
              <a:gd name="csX6" fmla="*/ 10749 w 1098280"/>
              <a:gd name="csY6" fmla="*/ 290254 h 290213"/>
              <a:gd name="csX7" fmla="*/ 0 w 1098280"/>
              <a:gd name="csY7" fmla="*/ 272074 h 290213"/>
              <a:gd name="csX8" fmla="*/ 0 w 1098280"/>
              <a:gd name="csY8" fmla="*/ 18126 h 290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98280" h="290213">
                <a:moveTo>
                  <a:pt x="0" y="18126"/>
                </a:moveTo>
                <a:cubicBezTo>
                  <a:pt x="0" y="8131"/>
                  <a:pt x="4851" y="41"/>
                  <a:pt x="10749" y="41"/>
                </a:cubicBezTo>
                <a:lnTo>
                  <a:pt x="1087531" y="41"/>
                </a:lnTo>
                <a:cubicBezTo>
                  <a:pt x="1093429" y="41"/>
                  <a:pt x="1098280" y="8131"/>
                  <a:pt x="1098280" y="18126"/>
                </a:cubicBezTo>
                <a:lnTo>
                  <a:pt x="1098280" y="272074"/>
                </a:lnTo>
                <a:cubicBezTo>
                  <a:pt x="1098280" y="282068"/>
                  <a:pt x="1093429" y="290254"/>
                  <a:pt x="1087531" y="290254"/>
                </a:cubicBezTo>
                <a:lnTo>
                  <a:pt x="10749" y="290254"/>
                </a:lnTo>
                <a:cubicBezTo>
                  <a:pt x="4851" y="290254"/>
                  <a:pt x="0" y="282068"/>
                  <a:pt x="0" y="272074"/>
                </a:cubicBezTo>
                <a:lnTo>
                  <a:pt x="0" y="18126"/>
                </a:lnTo>
                <a:close/>
              </a:path>
            </a:pathLst>
          </a:custGeom>
          <a:solidFill>
            <a:srgbClr val="D2CAE2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5" name="任意形状 64">
            <a:extLst>
              <a:ext uri="{FF2B5EF4-FFF2-40B4-BE49-F238E27FC236}">
                <a16:creationId xmlns:a16="http://schemas.microsoft.com/office/drawing/2014/main" id="{91BB98D2-FD55-6949-4F47-AC9B95B2A498}"/>
              </a:ext>
            </a:extLst>
          </p:cNvPr>
          <p:cNvSpPr/>
          <p:nvPr/>
        </p:nvSpPr>
        <p:spPr>
          <a:xfrm flipV="1">
            <a:off x="5544101" y="3476401"/>
            <a:ext cx="1098280" cy="290213"/>
          </a:xfrm>
          <a:custGeom>
            <a:avLst/>
            <a:gdLst>
              <a:gd name="csX0" fmla="*/ 0 w 1098280"/>
              <a:gd name="csY0" fmla="*/ 18126 h 290213"/>
              <a:gd name="csX1" fmla="*/ 10749 w 1098280"/>
              <a:gd name="csY1" fmla="*/ 41 h 290213"/>
              <a:gd name="csX2" fmla="*/ 1087531 w 1098280"/>
              <a:gd name="csY2" fmla="*/ 41 h 290213"/>
              <a:gd name="csX3" fmla="*/ 1098280 w 1098280"/>
              <a:gd name="csY3" fmla="*/ 18126 h 290213"/>
              <a:gd name="csX4" fmla="*/ 1098280 w 1098280"/>
              <a:gd name="csY4" fmla="*/ 272074 h 290213"/>
              <a:gd name="csX5" fmla="*/ 1087531 w 1098280"/>
              <a:gd name="csY5" fmla="*/ 290254 h 290213"/>
              <a:gd name="csX6" fmla="*/ 10749 w 1098280"/>
              <a:gd name="csY6" fmla="*/ 290254 h 290213"/>
              <a:gd name="csX7" fmla="*/ 0 w 1098280"/>
              <a:gd name="csY7" fmla="*/ 272074 h 290213"/>
              <a:gd name="csX8" fmla="*/ 0 w 1098280"/>
              <a:gd name="csY8" fmla="*/ 18126 h 290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98280" h="290213">
                <a:moveTo>
                  <a:pt x="0" y="18126"/>
                </a:moveTo>
                <a:cubicBezTo>
                  <a:pt x="0" y="8131"/>
                  <a:pt x="4851" y="41"/>
                  <a:pt x="10749" y="41"/>
                </a:cubicBezTo>
                <a:lnTo>
                  <a:pt x="1087531" y="41"/>
                </a:lnTo>
                <a:cubicBezTo>
                  <a:pt x="1093429" y="41"/>
                  <a:pt x="1098280" y="8131"/>
                  <a:pt x="1098280" y="18126"/>
                </a:cubicBezTo>
                <a:lnTo>
                  <a:pt x="1098280" y="272074"/>
                </a:lnTo>
                <a:cubicBezTo>
                  <a:pt x="1098280" y="282068"/>
                  <a:pt x="1093429" y="290254"/>
                  <a:pt x="1087531" y="290254"/>
                </a:cubicBezTo>
                <a:lnTo>
                  <a:pt x="10749" y="290254"/>
                </a:lnTo>
                <a:cubicBezTo>
                  <a:pt x="4851" y="290254"/>
                  <a:pt x="0" y="282068"/>
                  <a:pt x="0" y="272074"/>
                </a:cubicBezTo>
                <a:lnTo>
                  <a:pt x="0" y="18126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任意形状 65">
            <a:extLst>
              <a:ext uri="{FF2B5EF4-FFF2-40B4-BE49-F238E27FC236}">
                <a16:creationId xmlns:a16="http://schemas.microsoft.com/office/drawing/2014/main" id="{93C3DC58-BC2B-1B50-18B9-1DB958EEA0DD}"/>
              </a:ext>
            </a:extLst>
          </p:cNvPr>
          <p:cNvSpPr/>
          <p:nvPr/>
        </p:nvSpPr>
        <p:spPr>
          <a:xfrm flipV="1">
            <a:off x="5539916" y="4081290"/>
            <a:ext cx="1098280" cy="290213"/>
          </a:xfrm>
          <a:custGeom>
            <a:avLst/>
            <a:gdLst>
              <a:gd name="csX0" fmla="*/ 0 w 1098280"/>
              <a:gd name="csY0" fmla="*/ 18253 h 290213"/>
              <a:gd name="csX1" fmla="*/ 10749 w 1098280"/>
              <a:gd name="csY1" fmla="*/ 168 h 290213"/>
              <a:gd name="csX2" fmla="*/ 1087531 w 1098280"/>
              <a:gd name="csY2" fmla="*/ 168 h 290213"/>
              <a:gd name="csX3" fmla="*/ 1098280 w 1098280"/>
              <a:gd name="csY3" fmla="*/ 18253 h 290213"/>
              <a:gd name="csX4" fmla="*/ 1098280 w 1098280"/>
              <a:gd name="csY4" fmla="*/ 272201 h 290213"/>
              <a:gd name="csX5" fmla="*/ 1087531 w 1098280"/>
              <a:gd name="csY5" fmla="*/ 290381 h 290213"/>
              <a:gd name="csX6" fmla="*/ 10749 w 1098280"/>
              <a:gd name="csY6" fmla="*/ 290381 h 290213"/>
              <a:gd name="csX7" fmla="*/ 0 w 1098280"/>
              <a:gd name="csY7" fmla="*/ 272201 h 290213"/>
              <a:gd name="csX8" fmla="*/ 0 w 1098280"/>
              <a:gd name="csY8" fmla="*/ 18253 h 290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98280" h="290213">
                <a:moveTo>
                  <a:pt x="0" y="18253"/>
                </a:moveTo>
                <a:cubicBezTo>
                  <a:pt x="0" y="8258"/>
                  <a:pt x="4851" y="168"/>
                  <a:pt x="10749" y="168"/>
                </a:cubicBezTo>
                <a:lnTo>
                  <a:pt x="1087531" y="168"/>
                </a:lnTo>
                <a:cubicBezTo>
                  <a:pt x="1093429" y="168"/>
                  <a:pt x="1098280" y="8258"/>
                  <a:pt x="1098280" y="18253"/>
                </a:cubicBezTo>
                <a:lnTo>
                  <a:pt x="1098280" y="272201"/>
                </a:lnTo>
                <a:cubicBezTo>
                  <a:pt x="1098280" y="282196"/>
                  <a:pt x="1093429" y="290381"/>
                  <a:pt x="1087531" y="290381"/>
                </a:cubicBezTo>
                <a:lnTo>
                  <a:pt x="10749" y="290381"/>
                </a:lnTo>
                <a:cubicBezTo>
                  <a:pt x="4851" y="290381"/>
                  <a:pt x="0" y="282196"/>
                  <a:pt x="0" y="272201"/>
                </a:cubicBezTo>
                <a:lnTo>
                  <a:pt x="0" y="18253"/>
                </a:lnTo>
                <a:close/>
              </a:path>
            </a:pathLst>
          </a:custGeom>
          <a:solidFill>
            <a:srgbClr val="FFF2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" name="任意形状 66">
            <a:extLst>
              <a:ext uri="{FF2B5EF4-FFF2-40B4-BE49-F238E27FC236}">
                <a16:creationId xmlns:a16="http://schemas.microsoft.com/office/drawing/2014/main" id="{3E5DDF1D-BA35-1AE5-C53E-18CDC8EC3329}"/>
              </a:ext>
            </a:extLst>
          </p:cNvPr>
          <p:cNvSpPr/>
          <p:nvPr/>
        </p:nvSpPr>
        <p:spPr>
          <a:xfrm flipV="1">
            <a:off x="5539916" y="4081290"/>
            <a:ext cx="1098280" cy="290213"/>
          </a:xfrm>
          <a:custGeom>
            <a:avLst/>
            <a:gdLst>
              <a:gd name="csX0" fmla="*/ 0 w 1098280"/>
              <a:gd name="csY0" fmla="*/ 18253 h 290213"/>
              <a:gd name="csX1" fmla="*/ 10749 w 1098280"/>
              <a:gd name="csY1" fmla="*/ 168 h 290213"/>
              <a:gd name="csX2" fmla="*/ 1087531 w 1098280"/>
              <a:gd name="csY2" fmla="*/ 168 h 290213"/>
              <a:gd name="csX3" fmla="*/ 1098280 w 1098280"/>
              <a:gd name="csY3" fmla="*/ 18253 h 290213"/>
              <a:gd name="csX4" fmla="*/ 1098280 w 1098280"/>
              <a:gd name="csY4" fmla="*/ 272201 h 290213"/>
              <a:gd name="csX5" fmla="*/ 1087531 w 1098280"/>
              <a:gd name="csY5" fmla="*/ 290381 h 290213"/>
              <a:gd name="csX6" fmla="*/ 10749 w 1098280"/>
              <a:gd name="csY6" fmla="*/ 290381 h 290213"/>
              <a:gd name="csX7" fmla="*/ 0 w 1098280"/>
              <a:gd name="csY7" fmla="*/ 272201 h 290213"/>
              <a:gd name="csX8" fmla="*/ 0 w 1098280"/>
              <a:gd name="csY8" fmla="*/ 18253 h 290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98280" h="290213">
                <a:moveTo>
                  <a:pt x="0" y="18253"/>
                </a:moveTo>
                <a:cubicBezTo>
                  <a:pt x="0" y="8258"/>
                  <a:pt x="4851" y="168"/>
                  <a:pt x="10749" y="168"/>
                </a:cubicBezTo>
                <a:lnTo>
                  <a:pt x="1087531" y="168"/>
                </a:lnTo>
                <a:cubicBezTo>
                  <a:pt x="1093429" y="168"/>
                  <a:pt x="1098280" y="8258"/>
                  <a:pt x="1098280" y="18253"/>
                </a:cubicBezTo>
                <a:lnTo>
                  <a:pt x="1098280" y="272201"/>
                </a:lnTo>
                <a:cubicBezTo>
                  <a:pt x="1098280" y="282196"/>
                  <a:pt x="1093429" y="290381"/>
                  <a:pt x="1087531" y="290381"/>
                </a:cubicBezTo>
                <a:lnTo>
                  <a:pt x="10749" y="290381"/>
                </a:lnTo>
                <a:cubicBezTo>
                  <a:pt x="4851" y="290381"/>
                  <a:pt x="0" y="282196"/>
                  <a:pt x="0" y="272201"/>
                </a:cubicBezTo>
                <a:lnTo>
                  <a:pt x="0" y="18253"/>
                </a:lnTo>
                <a:close/>
              </a:path>
            </a:pathLst>
          </a:custGeom>
          <a:noFill/>
          <a:ln w="10701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8" name="任意形状 67">
            <a:extLst>
              <a:ext uri="{FF2B5EF4-FFF2-40B4-BE49-F238E27FC236}">
                <a16:creationId xmlns:a16="http://schemas.microsoft.com/office/drawing/2014/main" id="{784C94C9-EA18-EE65-B939-66B76A55B445}"/>
              </a:ext>
            </a:extLst>
          </p:cNvPr>
          <p:cNvSpPr/>
          <p:nvPr/>
        </p:nvSpPr>
        <p:spPr>
          <a:xfrm flipV="1">
            <a:off x="5286415" y="1193623"/>
            <a:ext cx="1647515" cy="1208730"/>
          </a:xfrm>
          <a:custGeom>
            <a:avLst/>
            <a:gdLst>
              <a:gd name="csX0" fmla="*/ 0 w 1647515"/>
              <a:gd name="csY0" fmla="*/ -342 h 1208730"/>
              <a:gd name="csX1" fmla="*/ 1647516 w 1647515"/>
              <a:gd name="csY1" fmla="*/ -342 h 1208730"/>
              <a:gd name="csX2" fmla="*/ 1647516 w 1647515"/>
              <a:gd name="csY2" fmla="*/ 1208389 h 1208730"/>
              <a:gd name="csX3" fmla="*/ 0 w 1647515"/>
              <a:gd name="csY3" fmla="*/ 1208389 h 1208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47515" h="1208730">
                <a:moveTo>
                  <a:pt x="0" y="-342"/>
                </a:moveTo>
                <a:lnTo>
                  <a:pt x="1647516" y="-342"/>
                </a:lnTo>
                <a:lnTo>
                  <a:pt x="1647516" y="1208389"/>
                </a:lnTo>
                <a:lnTo>
                  <a:pt x="0" y="1208389"/>
                </a:lnTo>
                <a:close/>
              </a:path>
            </a:pathLst>
          </a:custGeom>
          <a:noFill/>
          <a:ln w="7134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9" name="任意形状 68">
            <a:extLst>
              <a:ext uri="{FF2B5EF4-FFF2-40B4-BE49-F238E27FC236}">
                <a16:creationId xmlns:a16="http://schemas.microsoft.com/office/drawing/2014/main" id="{94459EE2-5146-2E7E-11B8-BF1DE068FDBE}"/>
              </a:ext>
            </a:extLst>
          </p:cNvPr>
          <p:cNvSpPr/>
          <p:nvPr/>
        </p:nvSpPr>
        <p:spPr>
          <a:xfrm flipV="1">
            <a:off x="6092670" y="2873035"/>
            <a:ext cx="9512" cy="99656"/>
          </a:xfrm>
          <a:custGeom>
            <a:avLst/>
            <a:gdLst>
              <a:gd name="csX0" fmla="*/ 0 w 9512"/>
              <a:gd name="csY0" fmla="*/ 99551 h 99656"/>
              <a:gd name="csX1" fmla="*/ 0 w 9512"/>
              <a:gd name="csY1" fmla="*/ -106 h 99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99656">
                <a:moveTo>
                  <a:pt x="0" y="99551"/>
                </a:moveTo>
                <a:lnTo>
                  <a:pt x="0" y="-106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" name="任意形状 69">
            <a:extLst>
              <a:ext uri="{FF2B5EF4-FFF2-40B4-BE49-F238E27FC236}">
                <a16:creationId xmlns:a16="http://schemas.microsoft.com/office/drawing/2014/main" id="{BDDC4CA5-61A6-4CB5-721A-A69A90F87F15}"/>
              </a:ext>
            </a:extLst>
          </p:cNvPr>
          <p:cNvSpPr/>
          <p:nvPr/>
        </p:nvSpPr>
        <p:spPr>
          <a:xfrm flipV="1">
            <a:off x="6061565" y="2957557"/>
            <a:ext cx="62209" cy="62249"/>
          </a:xfrm>
          <a:custGeom>
            <a:avLst/>
            <a:gdLst>
              <a:gd name="csX0" fmla="*/ 31105 w 62209"/>
              <a:gd name="csY0" fmla="*/ -92 h 62249"/>
              <a:gd name="csX1" fmla="*/ 0 w 62209"/>
              <a:gd name="csY1" fmla="*/ 62158 h 62249"/>
              <a:gd name="csX2" fmla="*/ 62210 w 62209"/>
              <a:gd name="csY2" fmla="*/ 62158 h 62249"/>
              <a:gd name="csX3" fmla="*/ 31105 w 62209"/>
              <a:gd name="csY3" fmla="*/ -92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-92"/>
                </a:moveTo>
                <a:lnTo>
                  <a:pt x="0" y="62158"/>
                </a:lnTo>
                <a:cubicBezTo>
                  <a:pt x="19595" y="52354"/>
                  <a:pt x="42615" y="52354"/>
                  <a:pt x="62210" y="62158"/>
                </a:cubicBezTo>
                <a:lnTo>
                  <a:pt x="31105" y="-92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任意形状 70">
            <a:extLst>
              <a:ext uri="{FF2B5EF4-FFF2-40B4-BE49-F238E27FC236}">
                <a16:creationId xmlns:a16="http://schemas.microsoft.com/office/drawing/2014/main" id="{0C22D3F2-A18E-C199-0394-F5A481556A21}"/>
              </a:ext>
            </a:extLst>
          </p:cNvPr>
          <p:cNvSpPr/>
          <p:nvPr/>
        </p:nvSpPr>
        <p:spPr>
          <a:xfrm flipV="1">
            <a:off x="6092290" y="3306023"/>
            <a:ext cx="9512" cy="113648"/>
          </a:xfrm>
          <a:custGeom>
            <a:avLst/>
            <a:gdLst>
              <a:gd name="csX0" fmla="*/ 0 w 9512"/>
              <a:gd name="csY0" fmla="*/ 113635 h 113648"/>
              <a:gd name="csX1" fmla="*/ 0 w 9512"/>
              <a:gd name="csY1" fmla="*/ -14 h 11364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113648">
                <a:moveTo>
                  <a:pt x="0" y="113635"/>
                </a:moveTo>
                <a:lnTo>
                  <a:pt x="0" y="-14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任意形状 71">
            <a:extLst>
              <a:ext uri="{FF2B5EF4-FFF2-40B4-BE49-F238E27FC236}">
                <a16:creationId xmlns:a16="http://schemas.microsoft.com/office/drawing/2014/main" id="{036490C9-FAD5-A07F-70BC-A4D39BB23A5D}"/>
              </a:ext>
            </a:extLst>
          </p:cNvPr>
          <p:cNvSpPr/>
          <p:nvPr/>
        </p:nvSpPr>
        <p:spPr>
          <a:xfrm flipV="1">
            <a:off x="6061185" y="3404537"/>
            <a:ext cx="62209" cy="62249"/>
          </a:xfrm>
          <a:custGeom>
            <a:avLst/>
            <a:gdLst>
              <a:gd name="csX0" fmla="*/ 31105 w 62209"/>
              <a:gd name="csY0" fmla="*/ 2 h 62249"/>
              <a:gd name="csX1" fmla="*/ 0 w 62209"/>
              <a:gd name="csY1" fmla="*/ 62252 h 62249"/>
              <a:gd name="csX2" fmla="*/ 62210 w 62209"/>
              <a:gd name="csY2" fmla="*/ 62252 h 62249"/>
              <a:gd name="csX3" fmla="*/ 31105 w 62209"/>
              <a:gd name="csY3" fmla="*/ 2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2"/>
                </a:moveTo>
                <a:lnTo>
                  <a:pt x="0" y="62252"/>
                </a:lnTo>
                <a:cubicBezTo>
                  <a:pt x="19595" y="52448"/>
                  <a:pt x="42615" y="52448"/>
                  <a:pt x="62210" y="62252"/>
                </a:cubicBezTo>
                <a:lnTo>
                  <a:pt x="31105" y="2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5DAB3A7B-1855-0D6F-08DE-7341F7FE1BD7}"/>
              </a:ext>
            </a:extLst>
          </p:cNvPr>
          <p:cNvSpPr/>
          <p:nvPr/>
        </p:nvSpPr>
        <p:spPr>
          <a:xfrm flipV="1">
            <a:off x="6087629" y="3771754"/>
            <a:ext cx="9512" cy="80049"/>
          </a:xfrm>
          <a:custGeom>
            <a:avLst/>
            <a:gdLst>
              <a:gd name="csX0" fmla="*/ 0 w 9512"/>
              <a:gd name="csY0" fmla="*/ 80130 h 80049"/>
              <a:gd name="csX1" fmla="*/ 0 w 9512"/>
              <a:gd name="csY1" fmla="*/ 81 h 80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80049">
                <a:moveTo>
                  <a:pt x="0" y="80130"/>
                </a:moveTo>
                <a:lnTo>
                  <a:pt x="0" y="81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任意形状 73">
            <a:extLst>
              <a:ext uri="{FF2B5EF4-FFF2-40B4-BE49-F238E27FC236}">
                <a16:creationId xmlns:a16="http://schemas.microsoft.com/office/drawing/2014/main" id="{A28C6ECF-4076-19D6-11F0-047342B08CF8}"/>
              </a:ext>
            </a:extLst>
          </p:cNvPr>
          <p:cNvSpPr/>
          <p:nvPr/>
        </p:nvSpPr>
        <p:spPr>
          <a:xfrm flipV="1">
            <a:off x="6056524" y="3836669"/>
            <a:ext cx="62209" cy="62249"/>
          </a:xfrm>
          <a:custGeom>
            <a:avLst/>
            <a:gdLst>
              <a:gd name="csX0" fmla="*/ 31105 w 62209"/>
              <a:gd name="csY0" fmla="*/ 93 h 62249"/>
              <a:gd name="csX1" fmla="*/ 0 w 62209"/>
              <a:gd name="csY1" fmla="*/ 62342 h 62249"/>
              <a:gd name="csX2" fmla="*/ 62210 w 62209"/>
              <a:gd name="csY2" fmla="*/ 62342 h 62249"/>
              <a:gd name="csX3" fmla="*/ 31105 w 62209"/>
              <a:gd name="csY3" fmla="*/ 93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93"/>
                </a:moveTo>
                <a:lnTo>
                  <a:pt x="0" y="62342"/>
                </a:lnTo>
                <a:cubicBezTo>
                  <a:pt x="19595" y="52539"/>
                  <a:pt x="42615" y="52539"/>
                  <a:pt x="62210" y="62342"/>
                </a:cubicBezTo>
                <a:lnTo>
                  <a:pt x="31105" y="93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任意形状 74">
            <a:extLst>
              <a:ext uri="{FF2B5EF4-FFF2-40B4-BE49-F238E27FC236}">
                <a16:creationId xmlns:a16="http://schemas.microsoft.com/office/drawing/2014/main" id="{26A1A56A-66A4-5BA5-381B-894BCB5B410E}"/>
              </a:ext>
            </a:extLst>
          </p:cNvPr>
          <p:cNvSpPr/>
          <p:nvPr/>
        </p:nvSpPr>
        <p:spPr>
          <a:xfrm flipV="1">
            <a:off x="5437469" y="2929669"/>
            <a:ext cx="651111" cy="1009131"/>
          </a:xfrm>
          <a:custGeom>
            <a:avLst/>
            <a:gdLst>
              <a:gd name="csX0" fmla="*/ 651111 w 651111"/>
              <a:gd name="csY0" fmla="*/ 1009133 h 1009131"/>
              <a:gd name="csX1" fmla="*/ 0 w 651111"/>
              <a:gd name="csY1" fmla="*/ 1009133 h 1009131"/>
              <a:gd name="csX2" fmla="*/ 0 w 651111"/>
              <a:gd name="csY2" fmla="*/ 2 h 1009131"/>
              <a:gd name="csX3" fmla="*/ 566357 w 651111"/>
              <a:gd name="csY3" fmla="*/ 2 h 1009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51111" h="1009131">
                <a:moveTo>
                  <a:pt x="651111" y="1009133"/>
                </a:moveTo>
                <a:lnTo>
                  <a:pt x="0" y="1009133"/>
                </a:lnTo>
                <a:lnTo>
                  <a:pt x="0" y="2"/>
                </a:lnTo>
                <a:lnTo>
                  <a:pt x="566357" y="2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任意形状 75">
            <a:extLst>
              <a:ext uri="{FF2B5EF4-FFF2-40B4-BE49-F238E27FC236}">
                <a16:creationId xmlns:a16="http://schemas.microsoft.com/office/drawing/2014/main" id="{5460343F-83A0-6612-D561-522F48E2A6FE}"/>
              </a:ext>
            </a:extLst>
          </p:cNvPr>
          <p:cNvSpPr/>
          <p:nvPr/>
        </p:nvSpPr>
        <p:spPr>
          <a:xfrm flipV="1">
            <a:off x="5988702" y="3907676"/>
            <a:ext cx="62209" cy="62249"/>
          </a:xfrm>
          <a:custGeom>
            <a:avLst/>
            <a:gdLst>
              <a:gd name="csX0" fmla="*/ 62210 w 62209"/>
              <a:gd name="csY0" fmla="*/ 31232 h 62249"/>
              <a:gd name="csX1" fmla="*/ 0 w 62209"/>
              <a:gd name="csY1" fmla="*/ 108 h 62249"/>
              <a:gd name="csX2" fmla="*/ 0 w 62209"/>
              <a:gd name="csY2" fmla="*/ 62357 h 62249"/>
              <a:gd name="csX3" fmla="*/ 62210 w 62209"/>
              <a:gd name="csY3" fmla="*/ 31232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62210" y="31232"/>
                </a:moveTo>
                <a:lnTo>
                  <a:pt x="0" y="108"/>
                </a:lnTo>
                <a:cubicBezTo>
                  <a:pt x="9798" y="19715"/>
                  <a:pt x="9798" y="42750"/>
                  <a:pt x="0" y="62357"/>
                </a:cubicBezTo>
                <a:lnTo>
                  <a:pt x="62210" y="31232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" name="任意形状 76">
            <a:extLst>
              <a:ext uri="{FF2B5EF4-FFF2-40B4-BE49-F238E27FC236}">
                <a16:creationId xmlns:a16="http://schemas.microsoft.com/office/drawing/2014/main" id="{46F63C41-D69F-6A92-AF3D-15E966A04F7F}"/>
              </a:ext>
            </a:extLst>
          </p:cNvPr>
          <p:cNvSpPr/>
          <p:nvPr/>
        </p:nvSpPr>
        <p:spPr>
          <a:xfrm flipV="1">
            <a:off x="6053099" y="3899775"/>
            <a:ext cx="71341" cy="71387"/>
          </a:xfrm>
          <a:custGeom>
            <a:avLst/>
            <a:gdLst>
              <a:gd name="csX0" fmla="*/ 71342 w 71341"/>
              <a:gd name="csY0" fmla="*/ 35801 h 71387"/>
              <a:gd name="csX1" fmla="*/ 35671 w 71341"/>
              <a:gd name="csY1" fmla="*/ 71494 h 71387"/>
              <a:gd name="csX2" fmla="*/ 0 w 71341"/>
              <a:gd name="csY2" fmla="*/ 35801 h 71387"/>
              <a:gd name="csX3" fmla="*/ 35671 w 71341"/>
              <a:gd name="csY3" fmla="*/ 107 h 71387"/>
              <a:gd name="csX4" fmla="*/ 71342 w 71341"/>
              <a:gd name="csY4" fmla="*/ 35801 h 71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341" h="71387">
                <a:moveTo>
                  <a:pt x="71342" y="35801"/>
                </a:moveTo>
                <a:cubicBezTo>
                  <a:pt x="71342" y="55503"/>
                  <a:pt x="55361" y="71494"/>
                  <a:pt x="35671" y="71494"/>
                </a:cubicBezTo>
                <a:cubicBezTo>
                  <a:pt x="15981" y="71494"/>
                  <a:pt x="0" y="55503"/>
                  <a:pt x="0" y="35801"/>
                </a:cubicBezTo>
                <a:cubicBezTo>
                  <a:pt x="0" y="16098"/>
                  <a:pt x="15981" y="107"/>
                  <a:pt x="35671" y="107"/>
                </a:cubicBezTo>
                <a:cubicBezTo>
                  <a:pt x="55361" y="107"/>
                  <a:pt x="71342" y="16098"/>
                  <a:pt x="71342" y="35801"/>
                </a:cubicBezTo>
                <a:close/>
              </a:path>
            </a:pathLst>
          </a:custGeom>
          <a:solidFill>
            <a:srgbClr val="F0F0F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8" name="任意形状 77">
            <a:extLst>
              <a:ext uri="{FF2B5EF4-FFF2-40B4-BE49-F238E27FC236}">
                <a16:creationId xmlns:a16="http://schemas.microsoft.com/office/drawing/2014/main" id="{24B4CB57-D11D-B01A-92BD-84425F4D74EC}"/>
              </a:ext>
            </a:extLst>
          </p:cNvPr>
          <p:cNvSpPr/>
          <p:nvPr/>
        </p:nvSpPr>
        <p:spPr>
          <a:xfrm flipV="1">
            <a:off x="6053099" y="3899775"/>
            <a:ext cx="71341" cy="71387"/>
          </a:xfrm>
          <a:custGeom>
            <a:avLst/>
            <a:gdLst>
              <a:gd name="csX0" fmla="*/ 71342 w 71341"/>
              <a:gd name="csY0" fmla="*/ 35801 h 71387"/>
              <a:gd name="csX1" fmla="*/ 35671 w 71341"/>
              <a:gd name="csY1" fmla="*/ 71494 h 71387"/>
              <a:gd name="csX2" fmla="*/ 0 w 71341"/>
              <a:gd name="csY2" fmla="*/ 35801 h 71387"/>
              <a:gd name="csX3" fmla="*/ 35671 w 71341"/>
              <a:gd name="csY3" fmla="*/ 107 h 71387"/>
              <a:gd name="csX4" fmla="*/ 71342 w 71341"/>
              <a:gd name="csY4" fmla="*/ 35801 h 71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341" h="71387">
                <a:moveTo>
                  <a:pt x="71342" y="35801"/>
                </a:moveTo>
                <a:cubicBezTo>
                  <a:pt x="71342" y="55503"/>
                  <a:pt x="55361" y="71494"/>
                  <a:pt x="35671" y="71494"/>
                </a:cubicBezTo>
                <a:cubicBezTo>
                  <a:pt x="15981" y="71494"/>
                  <a:pt x="0" y="55503"/>
                  <a:pt x="0" y="35801"/>
                </a:cubicBezTo>
                <a:cubicBezTo>
                  <a:pt x="0" y="16098"/>
                  <a:pt x="15981" y="107"/>
                  <a:pt x="35671" y="107"/>
                </a:cubicBezTo>
                <a:cubicBezTo>
                  <a:pt x="55361" y="107"/>
                  <a:pt x="71342" y="16098"/>
                  <a:pt x="71342" y="35801"/>
                </a:cubicBezTo>
                <a:close/>
              </a:path>
            </a:pathLst>
          </a:custGeom>
          <a:noFill/>
          <a:ln w="713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" name="任意形状 78">
            <a:extLst>
              <a:ext uri="{FF2B5EF4-FFF2-40B4-BE49-F238E27FC236}">
                <a16:creationId xmlns:a16="http://schemas.microsoft.com/office/drawing/2014/main" id="{8E452377-EB84-C942-7E11-5912DAFD3B23}"/>
              </a:ext>
            </a:extLst>
          </p:cNvPr>
          <p:cNvSpPr/>
          <p:nvPr/>
        </p:nvSpPr>
        <p:spPr>
          <a:xfrm flipV="1">
            <a:off x="6053099" y="3934898"/>
            <a:ext cx="71341" cy="95"/>
          </a:xfrm>
          <a:custGeom>
            <a:avLst/>
            <a:gdLst>
              <a:gd name="csX0" fmla="*/ 71342 w 71341"/>
              <a:gd name="csY0" fmla="*/ 107 h 95"/>
              <a:gd name="csX1" fmla="*/ 0 w 71341"/>
              <a:gd name="csY1" fmla="*/ 202 h 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1341" h="95">
                <a:moveTo>
                  <a:pt x="71342" y="107"/>
                </a:moveTo>
                <a:lnTo>
                  <a:pt x="0" y="202"/>
                </a:lnTo>
              </a:path>
            </a:pathLst>
          </a:custGeom>
          <a:noFill/>
          <a:ln w="4756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" name="任意形状 79">
            <a:extLst>
              <a:ext uri="{FF2B5EF4-FFF2-40B4-BE49-F238E27FC236}">
                <a16:creationId xmlns:a16="http://schemas.microsoft.com/office/drawing/2014/main" id="{B878148D-A4D6-855A-92A5-9CDB18FBD873}"/>
              </a:ext>
            </a:extLst>
          </p:cNvPr>
          <p:cNvSpPr/>
          <p:nvPr/>
        </p:nvSpPr>
        <p:spPr>
          <a:xfrm flipV="1">
            <a:off x="6089341" y="3899775"/>
            <a:ext cx="9512" cy="71387"/>
          </a:xfrm>
          <a:custGeom>
            <a:avLst/>
            <a:gdLst>
              <a:gd name="csX0" fmla="*/ 0 w 9512"/>
              <a:gd name="csY0" fmla="*/ 107 h 71387"/>
              <a:gd name="csX1" fmla="*/ 0 w 9512"/>
              <a:gd name="csY1" fmla="*/ 71494 h 71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71387">
                <a:moveTo>
                  <a:pt x="0" y="107"/>
                </a:moveTo>
                <a:lnTo>
                  <a:pt x="0" y="71494"/>
                </a:lnTo>
              </a:path>
            </a:pathLst>
          </a:custGeom>
          <a:noFill/>
          <a:ln w="4756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" name="任意形状 80">
            <a:extLst>
              <a:ext uri="{FF2B5EF4-FFF2-40B4-BE49-F238E27FC236}">
                <a16:creationId xmlns:a16="http://schemas.microsoft.com/office/drawing/2014/main" id="{B853CDB8-792A-6A98-EF5F-E291F3609B46}"/>
              </a:ext>
            </a:extLst>
          </p:cNvPr>
          <p:cNvSpPr/>
          <p:nvPr/>
        </p:nvSpPr>
        <p:spPr>
          <a:xfrm flipV="1">
            <a:off x="6053099" y="3899775"/>
            <a:ext cx="71341" cy="71387"/>
          </a:xfrm>
          <a:custGeom>
            <a:avLst/>
            <a:gdLst>
              <a:gd name="csX0" fmla="*/ 71342 w 71341"/>
              <a:gd name="csY0" fmla="*/ 35801 h 71387"/>
              <a:gd name="csX1" fmla="*/ 35671 w 71341"/>
              <a:gd name="csY1" fmla="*/ 71494 h 71387"/>
              <a:gd name="csX2" fmla="*/ 0 w 71341"/>
              <a:gd name="csY2" fmla="*/ 35801 h 71387"/>
              <a:gd name="csX3" fmla="*/ 35671 w 71341"/>
              <a:gd name="csY3" fmla="*/ 107 h 71387"/>
              <a:gd name="csX4" fmla="*/ 71342 w 71341"/>
              <a:gd name="csY4" fmla="*/ 35801 h 71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341" h="71387">
                <a:moveTo>
                  <a:pt x="71342" y="35801"/>
                </a:moveTo>
                <a:cubicBezTo>
                  <a:pt x="71342" y="55503"/>
                  <a:pt x="55361" y="71494"/>
                  <a:pt x="35671" y="71494"/>
                </a:cubicBezTo>
                <a:cubicBezTo>
                  <a:pt x="15981" y="71494"/>
                  <a:pt x="0" y="55503"/>
                  <a:pt x="0" y="35801"/>
                </a:cubicBezTo>
                <a:cubicBezTo>
                  <a:pt x="0" y="16098"/>
                  <a:pt x="15981" y="107"/>
                  <a:pt x="35671" y="107"/>
                </a:cubicBezTo>
                <a:cubicBezTo>
                  <a:pt x="55361" y="107"/>
                  <a:pt x="71342" y="16098"/>
                  <a:pt x="71342" y="35801"/>
                </a:cubicBezTo>
                <a:close/>
              </a:path>
            </a:pathLst>
          </a:custGeom>
          <a:solidFill>
            <a:srgbClr val="F0F0F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" name="任意形状 81">
            <a:extLst>
              <a:ext uri="{FF2B5EF4-FFF2-40B4-BE49-F238E27FC236}">
                <a16:creationId xmlns:a16="http://schemas.microsoft.com/office/drawing/2014/main" id="{673D5BBB-336E-E2AE-6610-B467464FD8AA}"/>
              </a:ext>
            </a:extLst>
          </p:cNvPr>
          <p:cNvSpPr/>
          <p:nvPr/>
        </p:nvSpPr>
        <p:spPr>
          <a:xfrm flipV="1">
            <a:off x="6053099" y="3899775"/>
            <a:ext cx="71341" cy="71387"/>
          </a:xfrm>
          <a:custGeom>
            <a:avLst/>
            <a:gdLst>
              <a:gd name="csX0" fmla="*/ 71342 w 71341"/>
              <a:gd name="csY0" fmla="*/ 35801 h 71387"/>
              <a:gd name="csX1" fmla="*/ 35671 w 71341"/>
              <a:gd name="csY1" fmla="*/ 71494 h 71387"/>
              <a:gd name="csX2" fmla="*/ 0 w 71341"/>
              <a:gd name="csY2" fmla="*/ 35801 h 71387"/>
              <a:gd name="csX3" fmla="*/ 35671 w 71341"/>
              <a:gd name="csY3" fmla="*/ 107 h 71387"/>
              <a:gd name="csX4" fmla="*/ 71342 w 71341"/>
              <a:gd name="csY4" fmla="*/ 35801 h 71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341" h="71387">
                <a:moveTo>
                  <a:pt x="71342" y="35801"/>
                </a:moveTo>
                <a:cubicBezTo>
                  <a:pt x="71342" y="55503"/>
                  <a:pt x="55361" y="71494"/>
                  <a:pt x="35671" y="71494"/>
                </a:cubicBezTo>
                <a:cubicBezTo>
                  <a:pt x="15981" y="71494"/>
                  <a:pt x="0" y="55503"/>
                  <a:pt x="0" y="35801"/>
                </a:cubicBezTo>
                <a:cubicBezTo>
                  <a:pt x="0" y="16098"/>
                  <a:pt x="15981" y="107"/>
                  <a:pt x="35671" y="107"/>
                </a:cubicBezTo>
                <a:cubicBezTo>
                  <a:pt x="55361" y="107"/>
                  <a:pt x="71342" y="16098"/>
                  <a:pt x="71342" y="35801"/>
                </a:cubicBezTo>
                <a:close/>
              </a:path>
            </a:pathLst>
          </a:custGeom>
          <a:noFill/>
          <a:ln w="713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3" name="任意形状 82">
            <a:extLst>
              <a:ext uri="{FF2B5EF4-FFF2-40B4-BE49-F238E27FC236}">
                <a16:creationId xmlns:a16="http://schemas.microsoft.com/office/drawing/2014/main" id="{D43640C0-B5C5-2634-709A-C2AC63EBB3E9}"/>
              </a:ext>
            </a:extLst>
          </p:cNvPr>
          <p:cNvSpPr/>
          <p:nvPr/>
        </p:nvSpPr>
        <p:spPr>
          <a:xfrm flipV="1">
            <a:off x="6053099" y="3934898"/>
            <a:ext cx="71341" cy="95"/>
          </a:xfrm>
          <a:custGeom>
            <a:avLst/>
            <a:gdLst>
              <a:gd name="csX0" fmla="*/ 71342 w 71341"/>
              <a:gd name="csY0" fmla="*/ 107 h 95"/>
              <a:gd name="csX1" fmla="*/ 0 w 71341"/>
              <a:gd name="csY1" fmla="*/ 202 h 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1341" h="95">
                <a:moveTo>
                  <a:pt x="71342" y="107"/>
                </a:moveTo>
                <a:lnTo>
                  <a:pt x="0" y="202"/>
                </a:lnTo>
              </a:path>
            </a:pathLst>
          </a:custGeom>
          <a:noFill/>
          <a:ln w="4756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" name="任意形状 83">
            <a:extLst>
              <a:ext uri="{FF2B5EF4-FFF2-40B4-BE49-F238E27FC236}">
                <a16:creationId xmlns:a16="http://schemas.microsoft.com/office/drawing/2014/main" id="{47BBE2DB-9DAE-50A4-3FB8-700811B50085}"/>
              </a:ext>
            </a:extLst>
          </p:cNvPr>
          <p:cNvSpPr/>
          <p:nvPr/>
        </p:nvSpPr>
        <p:spPr>
          <a:xfrm flipV="1">
            <a:off x="6089341" y="3899775"/>
            <a:ext cx="9512" cy="71387"/>
          </a:xfrm>
          <a:custGeom>
            <a:avLst/>
            <a:gdLst>
              <a:gd name="csX0" fmla="*/ 0 w 9512"/>
              <a:gd name="csY0" fmla="*/ 107 h 71387"/>
              <a:gd name="csX1" fmla="*/ 0 w 9512"/>
              <a:gd name="csY1" fmla="*/ 71494 h 71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71387">
                <a:moveTo>
                  <a:pt x="0" y="107"/>
                </a:moveTo>
                <a:lnTo>
                  <a:pt x="0" y="71494"/>
                </a:lnTo>
              </a:path>
            </a:pathLst>
          </a:custGeom>
          <a:noFill/>
          <a:ln w="4756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5" name="任意形状 84">
            <a:extLst>
              <a:ext uri="{FF2B5EF4-FFF2-40B4-BE49-F238E27FC236}">
                <a16:creationId xmlns:a16="http://schemas.microsoft.com/office/drawing/2014/main" id="{B7DB90FF-8165-965A-9FD8-F0708AF21BF2}"/>
              </a:ext>
            </a:extLst>
          </p:cNvPr>
          <p:cNvSpPr/>
          <p:nvPr/>
        </p:nvSpPr>
        <p:spPr>
          <a:xfrm flipV="1">
            <a:off x="6087533" y="3973637"/>
            <a:ext cx="9512" cy="56538"/>
          </a:xfrm>
          <a:custGeom>
            <a:avLst/>
            <a:gdLst>
              <a:gd name="csX0" fmla="*/ 0 w 9512"/>
              <a:gd name="csY0" fmla="*/ 56660 h 56538"/>
              <a:gd name="csX1" fmla="*/ 0 w 9512"/>
              <a:gd name="csY1" fmla="*/ 121 h 5653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56538">
                <a:moveTo>
                  <a:pt x="0" y="56660"/>
                </a:moveTo>
                <a:lnTo>
                  <a:pt x="0" y="121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任意形状 85">
            <a:extLst>
              <a:ext uri="{FF2B5EF4-FFF2-40B4-BE49-F238E27FC236}">
                <a16:creationId xmlns:a16="http://schemas.microsoft.com/office/drawing/2014/main" id="{4B349C6B-B12B-4B5E-36DC-78E13EF07018}"/>
              </a:ext>
            </a:extLst>
          </p:cNvPr>
          <p:cNvSpPr/>
          <p:nvPr/>
        </p:nvSpPr>
        <p:spPr>
          <a:xfrm flipV="1">
            <a:off x="6056429" y="4015042"/>
            <a:ext cx="62209" cy="62249"/>
          </a:xfrm>
          <a:custGeom>
            <a:avLst/>
            <a:gdLst>
              <a:gd name="csX0" fmla="*/ 31105 w 62209"/>
              <a:gd name="csY0" fmla="*/ 130 h 62249"/>
              <a:gd name="csX1" fmla="*/ 0 w 62209"/>
              <a:gd name="csY1" fmla="*/ 62380 h 62249"/>
              <a:gd name="csX2" fmla="*/ 62210 w 62209"/>
              <a:gd name="csY2" fmla="*/ 62380 h 62249"/>
              <a:gd name="csX3" fmla="*/ 31105 w 62209"/>
              <a:gd name="csY3" fmla="*/ 130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130"/>
                </a:moveTo>
                <a:lnTo>
                  <a:pt x="0" y="62380"/>
                </a:lnTo>
                <a:cubicBezTo>
                  <a:pt x="19595" y="52576"/>
                  <a:pt x="42615" y="52576"/>
                  <a:pt x="62210" y="62380"/>
                </a:cubicBezTo>
                <a:lnTo>
                  <a:pt x="31105" y="130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7" name="任意形状 86">
            <a:extLst>
              <a:ext uri="{FF2B5EF4-FFF2-40B4-BE49-F238E27FC236}">
                <a16:creationId xmlns:a16="http://schemas.microsoft.com/office/drawing/2014/main" id="{5F6E20FD-A816-9241-3A75-1C805BBFB0AB}"/>
              </a:ext>
            </a:extLst>
          </p:cNvPr>
          <p:cNvSpPr/>
          <p:nvPr/>
        </p:nvSpPr>
        <p:spPr>
          <a:xfrm flipV="1">
            <a:off x="5297259" y="4515420"/>
            <a:ext cx="527452" cy="356927"/>
          </a:xfrm>
          <a:custGeom>
            <a:avLst/>
            <a:gdLst>
              <a:gd name="csX0" fmla="*/ 0 w 527452"/>
              <a:gd name="csY0" fmla="*/ 24062 h 356927"/>
              <a:gd name="csX1" fmla="*/ 17598 w 527452"/>
              <a:gd name="csY1" fmla="*/ 266 h 356927"/>
              <a:gd name="csX2" fmla="*/ 509855 w 527452"/>
              <a:gd name="csY2" fmla="*/ 266 h 356927"/>
              <a:gd name="csX3" fmla="*/ 527452 w 527452"/>
              <a:gd name="csY3" fmla="*/ 24062 h 356927"/>
              <a:gd name="csX4" fmla="*/ 527452 w 527452"/>
              <a:gd name="csY4" fmla="*/ 333398 h 356927"/>
              <a:gd name="csX5" fmla="*/ 509855 w 527452"/>
              <a:gd name="csY5" fmla="*/ 357194 h 356927"/>
              <a:gd name="csX6" fmla="*/ 17598 w 527452"/>
              <a:gd name="csY6" fmla="*/ 357194 h 356927"/>
              <a:gd name="csX7" fmla="*/ 0 w 527452"/>
              <a:gd name="csY7" fmla="*/ 333398 h 356927"/>
              <a:gd name="csX8" fmla="*/ 0 w 527452"/>
              <a:gd name="csY8" fmla="*/ 24062 h 356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27452" h="356927">
                <a:moveTo>
                  <a:pt x="0" y="24062"/>
                </a:moveTo>
                <a:cubicBezTo>
                  <a:pt x="0" y="10917"/>
                  <a:pt x="7895" y="266"/>
                  <a:pt x="17598" y="266"/>
                </a:cubicBezTo>
                <a:lnTo>
                  <a:pt x="509855" y="266"/>
                </a:lnTo>
                <a:cubicBezTo>
                  <a:pt x="519557" y="266"/>
                  <a:pt x="527452" y="10917"/>
                  <a:pt x="527452" y="24062"/>
                </a:cubicBezTo>
                <a:lnTo>
                  <a:pt x="527452" y="333398"/>
                </a:lnTo>
                <a:cubicBezTo>
                  <a:pt x="527452" y="346533"/>
                  <a:pt x="519557" y="357194"/>
                  <a:pt x="509855" y="357194"/>
                </a:cubicBezTo>
                <a:lnTo>
                  <a:pt x="17598" y="357194"/>
                </a:lnTo>
                <a:cubicBezTo>
                  <a:pt x="7895" y="357194"/>
                  <a:pt x="0" y="346533"/>
                  <a:pt x="0" y="333398"/>
                </a:cubicBezTo>
                <a:lnTo>
                  <a:pt x="0" y="24062"/>
                </a:lnTo>
                <a:close/>
              </a:path>
            </a:pathLst>
          </a:custGeom>
          <a:solidFill>
            <a:srgbClr val="CCEE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" name="任意形状 87">
            <a:extLst>
              <a:ext uri="{FF2B5EF4-FFF2-40B4-BE49-F238E27FC236}">
                <a16:creationId xmlns:a16="http://schemas.microsoft.com/office/drawing/2014/main" id="{7258C5AC-EDEA-E27C-F554-683DD0E274D5}"/>
              </a:ext>
            </a:extLst>
          </p:cNvPr>
          <p:cNvSpPr/>
          <p:nvPr/>
        </p:nvSpPr>
        <p:spPr>
          <a:xfrm flipV="1">
            <a:off x="5297259" y="4515420"/>
            <a:ext cx="527452" cy="356927"/>
          </a:xfrm>
          <a:custGeom>
            <a:avLst/>
            <a:gdLst>
              <a:gd name="csX0" fmla="*/ 0 w 527452"/>
              <a:gd name="csY0" fmla="*/ 24062 h 356927"/>
              <a:gd name="csX1" fmla="*/ 17598 w 527452"/>
              <a:gd name="csY1" fmla="*/ 266 h 356927"/>
              <a:gd name="csX2" fmla="*/ 509855 w 527452"/>
              <a:gd name="csY2" fmla="*/ 266 h 356927"/>
              <a:gd name="csX3" fmla="*/ 527452 w 527452"/>
              <a:gd name="csY3" fmla="*/ 24062 h 356927"/>
              <a:gd name="csX4" fmla="*/ 527452 w 527452"/>
              <a:gd name="csY4" fmla="*/ 333398 h 356927"/>
              <a:gd name="csX5" fmla="*/ 509855 w 527452"/>
              <a:gd name="csY5" fmla="*/ 357194 h 356927"/>
              <a:gd name="csX6" fmla="*/ 17598 w 527452"/>
              <a:gd name="csY6" fmla="*/ 357194 h 356927"/>
              <a:gd name="csX7" fmla="*/ 0 w 527452"/>
              <a:gd name="csY7" fmla="*/ 333398 h 356927"/>
              <a:gd name="csX8" fmla="*/ 0 w 527452"/>
              <a:gd name="csY8" fmla="*/ 24062 h 356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27452" h="356927">
                <a:moveTo>
                  <a:pt x="0" y="24062"/>
                </a:moveTo>
                <a:cubicBezTo>
                  <a:pt x="0" y="10917"/>
                  <a:pt x="7895" y="266"/>
                  <a:pt x="17598" y="266"/>
                </a:cubicBezTo>
                <a:lnTo>
                  <a:pt x="509855" y="266"/>
                </a:lnTo>
                <a:cubicBezTo>
                  <a:pt x="519557" y="266"/>
                  <a:pt x="527452" y="10917"/>
                  <a:pt x="527452" y="24062"/>
                </a:cubicBezTo>
                <a:lnTo>
                  <a:pt x="527452" y="333398"/>
                </a:lnTo>
                <a:cubicBezTo>
                  <a:pt x="527452" y="346533"/>
                  <a:pt x="519557" y="357194"/>
                  <a:pt x="509855" y="357194"/>
                </a:cubicBezTo>
                <a:lnTo>
                  <a:pt x="17598" y="357194"/>
                </a:lnTo>
                <a:cubicBezTo>
                  <a:pt x="7895" y="357194"/>
                  <a:pt x="0" y="346533"/>
                  <a:pt x="0" y="333398"/>
                </a:cubicBezTo>
                <a:lnTo>
                  <a:pt x="0" y="24062"/>
                </a:lnTo>
                <a:close/>
              </a:path>
            </a:pathLst>
          </a:custGeom>
          <a:noFill/>
          <a:ln w="713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9" name="任意形状 88">
            <a:extLst>
              <a:ext uri="{FF2B5EF4-FFF2-40B4-BE49-F238E27FC236}">
                <a16:creationId xmlns:a16="http://schemas.microsoft.com/office/drawing/2014/main" id="{802CEB46-9238-028F-D412-93E84CD35233}"/>
              </a:ext>
            </a:extLst>
          </p:cNvPr>
          <p:cNvSpPr/>
          <p:nvPr/>
        </p:nvSpPr>
        <p:spPr>
          <a:xfrm flipV="1">
            <a:off x="5874270" y="4509995"/>
            <a:ext cx="484361" cy="356955"/>
          </a:xfrm>
          <a:custGeom>
            <a:avLst/>
            <a:gdLst>
              <a:gd name="csX0" fmla="*/ 0 w 484361"/>
              <a:gd name="csY0" fmla="*/ 24061 h 356955"/>
              <a:gd name="csX1" fmla="*/ 16171 w 484361"/>
              <a:gd name="csY1" fmla="*/ 265 h 356955"/>
              <a:gd name="csX2" fmla="*/ 468191 w 484361"/>
              <a:gd name="csY2" fmla="*/ 265 h 356955"/>
              <a:gd name="csX3" fmla="*/ 484362 w 484361"/>
              <a:gd name="csY3" fmla="*/ 24061 h 356955"/>
              <a:gd name="csX4" fmla="*/ 484362 w 484361"/>
              <a:gd name="csY4" fmla="*/ 333425 h 356955"/>
              <a:gd name="csX5" fmla="*/ 468191 w 484361"/>
              <a:gd name="csY5" fmla="*/ 357221 h 356955"/>
              <a:gd name="csX6" fmla="*/ 16171 w 484361"/>
              <a:gd name="csY6" fmla="*/ 357221 h 356955"/>
              <a:gd name="csX7" fmla="*/ 0 w 484361"/>
              <a:gd name="csY7" fmla="*/ 333425 h 356955"/>
              <a:gd name="csX8" fmla="*/ 0 w 484361"/>
              <a:gd name="csY8" fmla="*/ 24061 h 356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4361" h="356955">
                <a:moveTo>
                  <a:pt x="0" y="24061"/>
                </a:moveTo>
                <a:cubicBezTo>
                  <a:pt x="0" y="10916"/>
                  <a:pt x="7229" y="265"/>
                  <a:pt x="16171" y="265"/>
                </a:cubicBezTo>
                <a:lnTo>
                  <a:pt x="468191" y="265"/>
                </a:lnTo>
                <a:cubicBezTo>
                  <a:pt x="477133" y="265"/>
                  <a:pt x="484362" y="10916"/>
                  <a:pt x="484362" y="24061"/>
                </a:cubicBezTo>
                <a:lnTo>
                  <a:pt x="484362" y="333425"/>
                </a:lnTo>
                <a:cubicBezTo>
                  <a:pt x="484362" y="346560"/>
                  <a:pt x="477133" y="357221"/>
                  <a:pt x="468191" y="357221"/>
                </a:cubicBezTo>
                <a:lnTo>
                  <a:pt x="16171" y="357221"/>
                </a:lnTo>
                <a:cubicBezTo>
                  <a:pt x="7229" y="357221"/>
                  <a:pt x="0" y="346560"/>
                  <a:pt x="0" y="333425"/>
                </a:cubicBezTo>
                <a:lnTo>
                  <a:pt x="0" y="24061"/>
                </a:lnTo>
                <a:close/>
              </a:path>
            </a:pathLst>
          </a:custGeom>
          <a:solidFill>
            <a:srgbClr val="CCEE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任意形状 89">
            <a:extLst>
              <a:ext uri="{FF2B5EF4-FFF2-40B4-BE49-F238E27FC236}">
                <a16:creationId xmlns:a16="http://schemas.microsoft.com/office/drawing/2014/main" id="{5D69A66E-A89F-6662-7692-494629C852DB}"/>
              </a:ext>
            </a:extLst>
          </p:cNvPr>
          <p:cNvSpPr/>
          <p:nvPr/>
        </p:nvSpPr>
        <p:spPr>
          <a:xfrm flipV="1">
            <a:off x="5874270" y="4509995"/>
            <a:ext cx="484361" cy="356955"/>
          </a:xfrm>
          <a:custGeom>
            <a:avLst/>
            <a:gdLst>
              <a:gd name="csX0" fmla="*/ 0 w 484361"/>
              <a:gd name="csY0" fmla="*/ 24061 h 356955"/>
              <a:gd name="csX1" fmla="*/ 16171 w 484361"/>
              <a:gd name="csY1" fmla="*/ 265 h 356955"/>
              <a:gd name="csX2" fmla="*/ 468191 w 484361"/>
              <a:gd name="csY2" fmla="*/ 265 h 356955"/>
              <a:gd name="csX3" fmla="*/ 484362 w 484361"/>
              <a:gd name="csY3" fmla="*/ 24061 h 356955"/>
              <a:gd name="csX4" fmla="*/ 484362 w 484361"/>
              <a:gd name="csY4" fmla="*/ 333425 h 356955"/>
              <a:gd name="csX5" fmla="*/ 468191 w 484361"/>
              <a:gd name="csY5" fmla="*/ 357221 h 356955"/>
              <a:gd name="csX6" fmla="*/ 16171 w 484361"/>
              <a:gd name="csY6" fmla="*/ 357221 h 356955"/>
              <a:gd name="csX7" fmla="*/ 0 w 484361"/>
              <a:gd name="csY7" fmla="*/ 333425 h 356955"/>
              <a:gd name="csX8" fmla="*/ 0 w 484361"/>
              <a:gd name="csY8" fmla="*/ 24061 h 356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4361" h="356955">
                <a:moveTo>
                  <a:pt x="0" y="24061"/>
                </a:moveTo>
                <a:cubicBezTo>
                  <a:pt x="0" y="10916"/>
                  <a:pt x="7229" y="265"/>
                  <a:pt x="16171" y="265"/>
                </a:cubicBezTo>
                <a:lnTo>
                  <a:pt x="468191" y="265"/>
                </a:lnTo>
                <a:cubicBezTo>
                  <a:pt x="477133" y="265"/>
                  <a:pt x="484362" y="10916"/>
                  <a:pt x="484362" y="24061"/>
                </a:cubicBezTo>
                <a:lnTo>
                  <a:pt x="484362" y="333425"/>
                </a:lnTo>
                <a:cubicBezTo>
                  <a:pt x="484362" y="346560"/>
                  <a:pt x="477133" y="357221"/>
                  <a:pt x="468191" y="357221"/>
                </a:cubicBezTo>
                <a:lnTo>
                  <a:pt x="16171" y="357221"/>
                </a:lnTo>
                <a:cubicBezTo>
                  <a:pt x="7229" y="357221"/>
                  <a:pt x="0" y="346560"/>
                  <a:pt x="0" y="333425"/>
                </a:cubicBezTo>
                <a:lnTo>
                  <a:pt x="0" y="24061"/>
                </a:lnTo>
                <a:close/>
              </a:path>
            </a:pathLst>
          </a:custGeom>
          <a:noFill/>
          <a:ln w="713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任意形状 90">
            <a:extLst>
              <a:ext uri="{FF2B5EF4-FFF2-40B4-BE49-F238E27FC236}">
                <a16:creationId xmlns:a16="http://schemas.microsoft.com/office/drawing/2014/main" id="{2C8CCFF2-68C2-58E5-B701-1063D1B53991}"/>
              </a:ext>
            </a:extLst>
          </p:cNvPr>
          <p:cNvSpPr/>
          <p:nvPr/>
        </p:nvSpPr>
        <p:spPr>
          <a:xfrm flipV="1">
            <a:off x="6402768" y="4509995"/>
            <a:ext cx="484362" cy="356955"/>
          </a:xfrm>
          <a:custGeom>
            <a:avLst/>
            <a:gdLst>
              <a:gd name="csX0" fmla="*/ 0 w 484362"/>
              <a:gd name="csY0" fmla="*/ 24061 h 356955"/>
              <a:gd name="csX1" fmla="*/ 16171 w 484362"/>
              <a:gd name="csY1" fmla="*/ 265 h 356955"/>
              <a:gd name="csX2" fmla="*/ 468191 w 484362"/>
              <a:gd name="csY2" fmla="*/ 265 h 356955"/>
              <a:gd name="csX3" fmla="*/ 484362 w 484362"/>
              <a:gd name="csY3" fmla="*/ 24061 h 356955"/>
              <a:gd name="csX4" fmla="*/ 484362 w 484362"/>
              <a:gd name="csY4" fmla="*/ 333425 h 356955"/>
              <a:gd name="csX5" fmla="*/ 468191 w 484362"/>
              <a:gd name="csY5" fmla="*/ 357221 h 356955"/>
              <a:gd name="csX6" fmla="*/ 16171 w 484362"/>
              <a:gd name="csY6" fmla="*/ 357221 h 356955"/>
              <a:gd name="csX7" fmla="*/ 0 w 484362"/>
              <a:gd name="csY7" fmla="*/ 333425 h 356955"/>
              <a:gd name="csX8" fmla="*/ 0 w 484362"/>
              <a:gd name="csY8" fmla="*/ 24061 h 356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4362" h="356955">
                <a:moveTo>
                  <a:pt x="0" y="24061"/>
                </a:moveTo>
                <a:cubicBezTo>
                  <a:pt x="0" y="10916"/>
                  <a:pt x="7229" y="265"/>
                  <a:pt x="16171" y="265"/>
                </a:cubicBezTo>
                <a:lnTo>
                  <a:pt x="468191" y="265"/>
                </a:lnTo>
                <a:cubicBezTo>
                  <a:pt x="477133" y="265"/>
                  <a:pt x="484362" y="10916"/>
                  <a:pt x="484362" y="24061"/>
                </a:cubicBezTo>
                <a:lnTo>
                  <a:pt x="484362" y="333425"/>
                </a:lnTo>
                <a:cubicBezTo>
                  <a:pt x="484362" y="346560"/>
                  <a:pt x="477133" y="357221"/>
                  <a:pt x="468191" y="357221"/>
                </a:cubicBezTo>
                <a:lnTo>
                  <a:pt x="16171" y="357221"/>
                </a:lnTo>
                <a:cubicBezTo>
                  <a:pt x="7229" y="357221"/>
                  <a:pt x="0" y="346560"/>
                  <a:pt x="0" y="333425"/>
                </a:cubicBezTo>
                <a:lnTo>
                  <a:pt x="0" y="24061"/>
                </a:lnTo>
                <a:close/>
              </a:path>
            </a:pathLst>
          </a:custGeom>
          <a:solidFill>
            <a:srgbClr val="CCEE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任意形状 91">
            <a:extLst>
              <a:ext uri="{FF2B5EF4-FFF2-40B4-BE49-F238E27FC236}">
                <a16:creationId xmlns:a16="http://schemas.microsoft.com/office/drawing/2014/main" id="{9218069C-1B69-368A-E956-88DC45B31398}"/>
              </a:ext>
            </a:extLst>
          </p:cNvPr>
          <p:cNvSpPr/>
          <p:nvPr/>
        </p:nvSpPr>
        <p:spPr>
          <a:xfrm flipV="1">
            <a:off x="6402768" y="4509995"/>
            <a:ext cx="484362" cy="356955"/>
          </a:xfrm>
          <a:custGeom>
            <a:avLst/>
            <a:gdLst>
              <a:gd name="csX0" fmla="*/ 0 w 484362"/>
              <a:gd name="csY0" fmla="*/ 24061 h 356955"/>
              <a:gd name="csX1" fmla="*/ 16171 w 484362"/>
              <a:gd name="csY1" fmla="*/ 265 h 356955"/>
              <a:gd name="csX2" fmla="*/ 468191 w 484362"/>
              <a:gd name="csY2" fmla="*/ 265 h 356955"/>
              <a:gd name="csX3" fmla="*/ 484362 w 484362"/>
              <a:gd name="csY3" fmla="*/ 24061 h 356955"/>
              <a:gd name="csX4" fmla="*/ 484362 w 484362"/>
              <a:gd name="csY4" fmla="*/ 333425 h 356955"/>
              <a:gd name="csX5" fmla="*/ 468191 w 484362"/>
              <a:gd name="csY5" fmla="*/ 357221 h 356955"/>
              <a:gd name="csX6" fmla="*/ 16171 w 484362"/>
              <a:gd name="csY6" fmla="*/ 357221 h 356955"/>
              <a:gd name="csX7" fmla="*/ 0 w 484362"/>
              <a:gd name="csY7" fmla="*/ 333425 h 356955"/>
              <a:gd name="csX8" fmla="*/ 0 w 484362"/>
              <a:gd name="csY8" fmla="*/ 24061 h 356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4362" h="356955">
                <a:moveTo>
                  <a:pt x="0" y="24061"/>
                </a:moveTo>
                <a:cubicBezTo>
                  <a:pt x="0" y="10916"/>
                  <a:pt x="7229" y="265"/>
                  <a:pt x="16171" y="265"/>
                </a:cubicBezTo>
                <a:lnTo>
                  <a:pt x="468191" y="265"/>
                </a:lnTo>
                <a:cubicBezTo>
                  <a:pt x="477133" y="265"/>
                  <a:pt x="484362" y="10916"/>
                  <a:pt x="484362" y="24061"/>
                </a:cubicBezTo>
                <a:lnTo>
                  <a:pt x="484362" y="333425"/>
                </a:lnTo>
                <a:cubicBezTo>
                  <a:pt x="484362" y="346560"/>
                  <a:pt x="477133" y="357221"/>
                  <a:pt x="468191" y="357221"/>
                </a:cubicBezTo>
                <a:lnTo>
                  <a:pt x="16171" y="357221"/>
                </a:lnTo>
                <a:cubicBezTo>
                  <a:pt x="7229" y="357221"/>
                  <a:pt x="0" y="346560"/>
                  <a:pt x="0" y="333425"/>
                </a:cubicBezTo>
                <a:lnTo>
                  <a:pt x="0" y="24061"/>
                </a:lnTo>
                <a:close/>
              </a:path>
            </a:pathLst>
          </a:custGeom>
          <a:noFill/>
          <a:ln w="7134" cap="flat">
            <a:solidFill>
              <a:srgbClr val="8FBC8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任意形状 92">
            <a:extLst>
              <a:ext uri="{FF2B5EF4-FFF2-40B4-BE49-F238E27FC236}">
                <a16:creationId xmlns:a16="http://schemas.microsoft.com/office/drawing/2014/main" id="{7F19D740-3237-9422-EE51-847D09D6F178}"/>
              </a:ext>
            </a:extLst>
          </p:cNvPr>
          <p:cNvSpPr/>
          <p:nvPr/>
        </p:nvSpPr>
        <p:spPr>
          <a:xfrm flipV="1">
            <a:off x="5310766" y="4999721"/>
            <a:ext cx="493398" cy="257784"/>
          </a:xfrm>
          <a:custGeom>
            <a:avLst/>
            <a:gdLst>
              <a:gd name="csX0" fmla="*/ 0 w 493398"/>
              <a:gd name="csY0" fmla="*/ 16472 h 257784"/>
              <a:gd name="csX1" fmla="*/ 4756 w 493398"/>
              <a:gd name="csY1" fmla="*/ 358 h 257784"/>
              <a:gd name="csX2" fmla="*/ 488547 w 493398"/>
              <a:gd name="csY2" fmla="*/ 358 h 257784"/>
              <a:gd name="csX3" fmla="*/ 493399 w 493398"/>
              <a:gd name="csY3" fmla="*/ 16472 h 257784"/>
              <a:gd name="csX4" fmla="*/ 493399 w 493398"/>
              <a:gd name="csY4" fmla="*/ 242028 h 257784"/>
              <a:gd name="csX5" fmla="*/ 488547 w 493398"/>
              <a:gd name="csY5" fmla="*/ 258142 h 257784"/>
              <a:gd name="csX6" fmla="*/ 4756 w 493398"/>
              <a:gd name="csY6" fmla="*/ 258142 h 257784"/>
              <a:gd name="csX7" fmla="*/ 0 w 493398"/>
              <a:gd name="csY7" fmla="*/ 242028 h 257784"/>
              <a:gd name="csX8" fmla="*/ 0 w 493398"/>
              <a:gd name="csY8" fmla="*/ 16472 h 25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93398" h="257784">
                <a:moveTo>
                  <a:pt x="0" y="16472"/>
                </a:moveTo>
                <a:cubicBezTo>
                  <a:pt x="0" y="7572"/>
                  <a:pt x="2093" y="358"/>
                  <a:pt x="4756" y="358"/>
                </a:cubicBezTo>
                <a:lnTo>
                  <a:pt x="488547" y="358"/>
                </a:lnTo>
                <a:cubicBezTo>
                  <a:pt x="491211" y="358"/>
                  <a:pt x="493399" y="7572"/>
                  <a:pt x="493399" y="16472"/>
                </a:cubicBezTo>
                <a:lnTo>
                  <a:pt x="493399" y="242028"/>
                </a:lnTo>
                <a:cubicBezTo>
                  <a:pt x="493399" y="250927"/>
                  <a:pt x="491211" y="258142"/>
                  <a:pt x="488547" y="258142"/>
                </a:cubicBezTo>
                <a:lnTo>
                  <a:pt x="4756" y="258142"/>
                </a:lnTo>
                <a:cubicBezTo>
                  <a:pt x="2093" y="258142"/>
                  <a:pt x="0" y="250927"/>
                  <a:pt x="0" y="242028"/>
                </a:cubicBezTo>
                <a:lnTo>
                  <a:pt x="0" y="16472"/>
                </a:lnTo>
                <a:close/>
              </a:path>
            </a:pathLst>
          </a:custGeom>
          <a:solidFill>
            <a:srgbClr val="F2F2F2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任意形状 93">
            <a:extLst>
              <a:ext uri="{FF2B5EF4-FFF2-40B4-BE49-F238E27FC236}">
                <a16:creationId xmlns:a16="http://schemas.microsoft.com/office/drawing/2014/main" id="{CBABC8C3-35CF-1C73-8DE6-551A2B04B044}"/>
              </a:ext>
            </a:extLst>
          </p:cNvPr>
          <p:cNvSpPr/>
          <p:nvPr/>
        </p:nvSpPr>
        <p:spPr>
          <a:xfrm flipV="1">
            <a:off x="5310766" y="4999721"/>
            <a:ext cx="493398" cy="257784"/>
          </a:xfrm>
          <a:custGeom>
            <a:avLst/>
            <a:gdLst>
              <a:gd name="csX0" fmla="*/ 0 w 493398"/>
              <a:gd name="csY0" fmla="*/ 16472 h 257784"/>
              <a:gd name="csX1" fmla="*/ 4756 w 493398"/>
              <a:gd name="csY1" fmla="*/ 358 h 257784"/>
              <a:gd name="csX2" fmla="*/ 488547 w 493398"/>
              <a:gd name="csY2" fmla="*/ 358 h 257784"/>
              <a:gd name="csX3" fmla="*/ 493399 w 493398"/>
              <a:gd name="csY3" fmla="*/ 16472 h 257784"/>
              <a:gd name="csX4" fmla="*/ 493399 w 493398"/>
              <a:gd name="csY4" fmla="*/ 242028 h 257784"/>
              <a:gd name="csX5" fmla="*/ 488547 w 493398"/>
              <a:gd name="csY5" fmla="*/ 258142 h 257784"/>
              <a:gd name="csX6" fmla="*/ 4756 w 493398"/>
              <a:gd name="csY6" fmla="*/ 258142 h 257784"/>
              <a:gd name="csX7" fmla="*/ 0 w 493398"/>
              <a:gd name="csY7" fmla="*/ 242028 h 257784"/>
              <a:gd name="csX8" fmla="*/ 0 w 493398"/>
              <a:gd name="csY8" fmla="*/ 16472 h 25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93398" h="257784">
                <a:moveTo>
                  <a:pt x="0" y="16472"/>
                </a:moveTo>
                <a:cubicBezTo>
                  <a:pt x="0" y="7572"/>
                  <a:pt x="2093" y="358"/>
                  <a:pt x="4756" y="358"/>
                </a:cubicBezTo>
                <a:lnTo>
                  <a:pt x="488547" y="358"/>
                </a:lnTo>
                <a:cubicBezTo>
                  <a:pt x="491211" y="358"/>
                  <a:pt x="493399" y="7572"/>
                  <a:pt x="493399" y="16472"/>
                </a:cubicBezTo>
                <a:lnTo>
                  <a:pt x="493399" y="242028"/>
                </a:lnTo>
                <a:cubicBezTo>
                  <a:pt x="493399" y="250927"/>
                  <a:pt x="491211" y="258142"/>
                  <a:pt x="488547" y="258142"/>
                </a:cubicBezTo>
                <a:lnTo>
                  <a:pt x="4756" y="258142"/>
                </a:lnTo>
                <a:cubicBezTo>
                  <a:pt x="2093" y="258142"/>
                  <a:pt x="0" y="250927"/>
                  <a:pt x="0" y="242028"/>
                </a:cubicBezTo>
                <a:lnTo>
                  <a:pt x="0" y="16472"/>
                </a:lnTo>
                <a:close/>
              </a:path>
            </a:pathLst>
          </a:custGeom>
          <a:noFill/>
          <a:ln w="10701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任意形状 94">
            <a:extLst>
              <a:ext uri="{FF2B5EF4-FFF2-40B4-BE49-F238E27FC236}">
                <a16:creationId xmlns:a16="http://schemas.microsoft.com/office/drawing/2014/main" id="{F45D8397-2168-4E20-D5E9-4D23CB1625E0}"/>
              </a:ext>
            </a:extLst>
          </p:cNvPr>
          <p:cNvSpPr/>
          <p:nvPr/>
        </p:nvSpPr>
        <p:spPr>
          <a:xfrm flipV="1">
            <a:off x="5863521" y="4999721"/>
            <a:ext cx="504147" cy="257784"/>
          </a:xfrm>
          <a:custGeom>
            <a:avLst/>
            <a:gdLst>
              <a:gd name="csX0" fmla="*/ 0 w 504147"/>
              <a:gd name="csY0" fmla="*/ 16472 h 257784"/>
              <a:gd name="csX1" fmla="*/ 4946 w 504147"/>
              <a:gd name="csY1" fmla="*/ 358 h 257784"/>
              <a:gd name="csX2" fmla="*/ 499201 w 504147"/>
              <a:gd name="csY2" fmla="*/ 358 h 257784"/>
              <a:gd name="csX3" fmla="*/ 504147 w 504147"/>
              <a:gd name="csY3" fmla="*/ 16472 h 257784"/>
              <a:gd name="csX4" fmla="*/ 504147 w 504147"/>
              <a:gd name="csY4" fmla="*/ 242028 h 257784"/>
              <a:gd name="csX5" fmla="*/ 499201 w 504147"/>
              <a:gd name="csY5" fmla="*/ 258142 h 257784"/>
              <a:gd name="csX6" fmla="*/ 4946 w 504147"/>
              <a:gd name="csY6" fmla="*/ 258142 h 257784"/>
              <a:gd name="csX7" fmla="*/ 0 w 504147"/>
              <a:gd name="csY7" fmla="*/ 242028 h 257784"/>
              <a:gd name="csX8" fmla="*/ 0 w 504147"/>
              <a:gd name="csY8" fmla="*/ 16472 h 25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04147" h="257784">
                <a:moveTo>
                  <a:pt x="0" y="16472"/>
                </a:moveTo>
                <a:cubicBezTo>
                  <a:pt x="0" y="7572"/>
                  <a:pt x="2188" y="358"/>
                  <a:pt x="4946" y="358"/>
                </a:cubicBezTo>
                <a:lnTo>
                  <a:pt x="499201" y="358"/>
                </a:lnTo>
                <a:cubicBezTo>
                  <a:pt x="501959" y="358"/>
                  <a:pt x="504147" y="7572"/>
                  <a:pt x="504147" y="16472"/>
                </a:cubicBezTo>
                <a:lnTo>
                  <a:pt x="504147" y="242028"/>
                </a:lnTo>
                <a:cubicBezTo>
                  <a:pt x="504147" y="250927"/>
                  <a:pt x="501959" y="258142"/>
                  <a:pt x="499201" y="258142"/>
                </a:cubicBezTo>
                <a:lnTo>
                  <a:pt x="4946" y="258142"/>
                </a:lnTo>
                <a:cubicBezTo>
                  <a:pt x="2188" y="258142"/>
                  <a:pt x="0" y="250927"/>
                  <a:pt x="0" y="242028"/>
                </a:cubicBezTo>
                <a:lnTo>
                  <a:pt x="0" y="16472"/>
                </a:lnTo>
                <a:close/>
              </a:path>
            </a:pathLst>
          </a:custGeom>
          <a:solidFill>
            <a:srgbClr val="F2F2F2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6" name="任意形状 95">
            <a:extLst>
              <a:ext uri="{FF2B5EF4-FFF2-40B4-BE49-F238E27FC236}">
                <a16:creationId xmlns:a16="http://schemas.microsoft.com/office/drawing/2014/main" id="{25C78067-28B4-1840-1422-368AB9239AC1}"/>
              </a:ext>
            </a:extLst>
          </p:cNvPr>
          <p:cNvSpPr/>
          <p:nvPr/>
        </p:nvSpPr>
        <p:spPr>
          <a:xfrm flipV="1">
            <a:off x="5863521" y="4999721"/>
            <a:ext cx="504147" cy="257784"/>
          </a:xfrm>
          <a:custGeom>
            <a:avLst/>
            <a:gdLst>
              <a:gd name="csX0" fmla="*/ 0 w 504147"/>
              <a:gd name="csY0" fmla="*/ 16472 h 257784"/>
              <a:gd name="csX1" fmla="*/ 4946 w 504147"/>
              <a:gd name="csY1" fmla="*/ 358 h 257784"/>
              <a:gd name="csX2" fmla="*/ 499201 w 504147"/>
              <a:gd name="csY2" fmla="*/ 358 h 257784"/>
              <a:gd name="csX3" fmla="*/ 504147 w 504147"/>
              <a:gd name="csY3" fmla="*/ 16472 h 257784"/>
              <a:gd name="csX4" fmla="*/ 504147 w 504147"/>
              <a:gd name="csY4" fmla="*/ 242028 h 257784"/>
              <a:gd name="csX5" fmla="*/ 499201 w 504147"/>
              <a:gd name="csY5" fmla="*/ 258142 h 257784"/>
              <a:gd name="csX6" fmla="*/ 4946 w 504147"/>
              <a:gd name="csY6" fmla="*/ 258142 h 257784"/>
              <a:gd name="csX7" fmla="*/ 0 w 504147"/>
              <a:gd name="csY7" fmla="*/ 242028 h 257784"/>
              <a:gd name="csX8" fmla="*/ 0 w 504147"/>
              <a:gd name="csY8" fmla="*/ 16472 h 25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04147" h="257784">
                <a:moveTo>
                  <a:pt x="0" y="16472"/>
                </a:moveTo>
                <a:cubicBezTo>
                  <a:pt x="0" y="7572"/>
                  <a:pt x="2188" y="358"/>
                  <a:pt x="4946" y="358"/>
                </a:cubicBezTo>
                <a:lnTo>
                  <a:pt x="499201" y="358"/>
                </a:lnTo>
                <a:cubicBezTo>
                  <a:pt x="501959" y="358"/>
                  <a:pt x="504147" y="7572"/>
                  <a:pt x="504147" y="16472"/>
                </a:cubicBezTo>
                <a:lnTo>
                  <a:pt x="504147" y="242028"/>
                </a:lnTo>
                <a:cubicBezTo>
                  <a:pt x="504147" y="250927"/>
                  <a:pt x="501959" y="258142"/>
                  <a:pt x="499201" y="258142"/>
                </a:cubicBezTo>
                <a:lnTo>
                  <a:pt x="4946" y="258142"/>
                </a:lnTo>
                <a:cubicBezTo>
                  <a:pt x="2188" y="258142"/>
                  <a:pt x="0" y="250927"/>
                  <a:pt x="0" y="242028"/>
                </a:cubicBezTo>
                <a:lnTo>
                  <a:pt x="0" y="16472"/>
                </a:lnTo>
                <a:close/>
              </a:path>
            </a:pathLst>
          </a:custGeom>
          <a:noFill/>
          <a:ln w="10701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" name="任意形状 96">
            <a:extLst>
              <a:ext uri="{FF2B5EF4-FFF2-40B4-BE49-F238E27FC236}">
                <a16:creationId xmlns:a16="http://schemas.microsoft.com/office/drawing/2014/main" id="{6968DED3-CE6C-AEBC-1CB1-D503587023F6}"/>
              </a:ext>
            </a:extLst>
          </p:cNvPr>
          <p:cNvSpPr/>
          <p:nvPr/>
        </p:nvSpPr>
        <p:spPr>
          <a:xfrm flipV="1">
            <a:off x="6413517" y="5004519"/>
            <a:ext cx="466479" cy="257774"/>
          </a:xfrm>
          <a:custGeom>
            <a:avLst/>
            <a:gdLst>
              <a:gd name="csX0" fmla="*/ 0 w 466479"/>
              <a:gd name="csY0" fmla="*/ 16464 h 257774"/>
              <a:gd name="csX1" fmla="*/ 4566 w 466479"/>
              <a:gd name="csY1" fmla="*/ 359 h 257774"/>
              <a:gd name="csX2" fmla="*/ 461913 w 466479"/>
              <a:gd name="csY2" fmla="*/ 359 h 257774"/>
              <a:gd name="csX3" fmla="*/ 466479 w 466479"/>
              <a:gd name="csY3" fmla="*/ 16464 h 257774"/>
              <a:gd name="csX4" fmla="*/ 466479 w 466479"/>
              <a:gd name="csY4" fmla="*/ 242029 h 257774"/>
              <a:gd name="csX5" fmla="*/ 461913 w 466479"/>
              <a:gd name="csY5" fmla="*/ 258134 h 257774"/>
              <a:gd name="csX6" fmla="*/ 4566 w 466479"/>
              <a:gd name="csY6" fmla="*/ 258134 h 257774"/>
              <a:gd name="csX7" fmla="*/ 0 w 466479"/>
              <a:gd name="csY7" fmla="*/ 242029 h 257774"/>
              <a:gd name="csX8" fmla="*/ 0 w 466479"/>
              <a:gd name="csY8" fmla="*/ 16464 h 2577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66479" h="257774">
                <a:moveTo>
                  <a:pt x="0" y="16464"/>
                </a:moveTo>
                <a:cubicBezTo>
                  <a:pt x="0" y="7564"/>
                  <a:pt x="2093" y="359"/>
                  <a:pt x="4566" y="359"/>
                </a:cubicBezTo>
                <a:lnTo>
                  <a:pt x="461913" y="359"/>
                </a:lnTo>
                <a:cubicBezTo>
                  <a:pt x="464481" y="359"/>
                  <a:pt x="466479" y="7564"/>
                  <a:pt x="466479" y="16464"/>
                </a:cubicBezTo>
                <a:lnTo>
                  <a:pt x="466479" y="242029"/>
                </a:lnTo>
                <a:cubicBezTo>
                  <a:pt x="466479" y="250928"/>
                  <a:pt x="464481" y="258134"/>
                  <a:pt x="461913" y="258134"/>
                </a:cubicBezTo>
                <a:lnTo>
                  <a:pt x="4566" y="258134"/>
                </a:lnTo>
                <a:cubicBezTo>
                  <a:pt x="2093" y="258134"/>
                  <a:pt x="0" y="250928"/>
                  <a:pt x="0" y="242029"/>
                </a:cubicBezTo>
                <a:lnTo>
                  <a:pt x="0" y="16464"/>
                </a:lnTo>
                <a:close/>
              </a:path>
            </a:pathLst>
          </a:custGeom>
          <a:solidFill>
            <a:srgbClr val="F2F2F2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任意形状 97">
            <a:extLst>
              <a:ext uri="{FF2B5EF4-FFF2-40B4-BE49-F238E27FC236}">
                <a16:creationId xmlns:a16="http://schemas.microsoft.com/office/drawing/2014/main" id="{C9E8D1BF-CC26-2DEC-DBDF-4637473B1950}"/>
              </a:ext>
            </a:extLst>
          </p:cNvPr>
          <p:cNvSpPr/>
          <p:nvPr/>
        </p:nvSpPr>
        <p:spPr>
          <a:xfrm flipV="1">
            <a:off x="6413517" y="5004519"/>
            <a:ext cx="466479" cy="257774"/>
          </a:xfrm>
          <a:custGeom>
            <a:avLst/>
            <a:gdLst>
              <a:gd name="csX0" fmla="*/ 0 w 466479"/>
              <a:gd name="csY0" fmla="*/ 16464 h 257774"/>
              <a:gd name="csX1" fmla="*/ 4566 w 466479"/>
              <a:gd name="csY1" fmla="*/ 359 h 257774"/>
              <a:gd name="csX2" fmla="*/ 461913 w 466479"/>
              <a:gd name="csY2" fmla="*/ 359 h 257774"/>
              <a:gd name="csX3" fmla="*/ 466479 w 466479"/>
              <a:gd name="csY3" fmla="*/ 16464 h 257774"/>
              <a:gd name="csX4" fmla="*/ 466479 w 466479"/>
              <a:gd name="csY4" fmla="*/ 242029 h 257774"/>
              <a:gd name="csX5" fmla="*/ 461913 w 466479"/>
              <a:gd name="csY5" fmla="*/ 258134 h 257774"/>
              <a:gd name="csX6" fmla="*/ 4566 w 466479"/>
              <a:gd name="csY6" fmla="*/ 258134 h 257774"/>
              <a:gd name="csX7" fmla="*/ 0 w 466479"/>
              <a:gd name="csY7" fmla="*/ 242029 h 257774"/>
              <a:gd name="csX8" fmla="*/ 0 w 466479"/>
              <a:gd name="csY8" fmla="*/ 16464 h 2577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66479" h="257774">
                <a:moveTo>
                  <a:pt x="0" y="16464"/>
                </a:moveTo>
                <a:cubicBezTo>
                  <a:pt x="0" y="7564"/>
                  <a:pt x="2093" y="359"/>
                  <a:pt x="4566" y="359"/>
                </a:cubicBezTo>
                <a:lnTo>
                  <a:pt x="461913" y="359"/>
                </a:lnTo>
                <a:cubicBezTo>
                  <a:pt x="464481" y="359"/>
                  <a:pt x="466479" y="7564"/>
                  <a:pt x="466479" y="16464"/>
                </a:cubicBezTo>
                <a:lnTo>
                  <a:pt x="466479" y="242029"/>
                </a:lnTo>
                <a:cubicBezTo>
                  <a:pt x="466479" y="250928"/>
                  <a:pt x="464481" y="258134"/>
                  <a:pt x="461913" y="258134"/>
                </a:cubicBezTo>
                <a:lnTo>
                  <a:pt x="4566" y="258134"/>
                </a:lnTo>
                <a:cubicBezTo>
                  <a:pt x="2093" y="258134"/>
                  <a:pt x="0" y="250928"/>
                  <a:pt x="0" y="242029"/>
                </a:cubicBezTo>
                <a:lnTo>
                  <a:pt x="0" y="16464"/>
                </a:lnTo>
                <a:close/>
              </a:path>
            </a:pathLst>
          </a:custGeom>
          <a:noFill/>
          <a:ln w="10701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" name="任意形状 98">
            <a:extLst>
              <a:ext uri="{FF2B5EF4-FFF2-40B4-BE49-F238E27FC236}">
                <a16:creationId xmlns:a16="http://schemas.microsoft.com/office/drawing/2014/main" id="{EF545AB0-B19E-941F-22F1-5173D430FCF7}"/>
              </a:ext>
            </a:extLst>
          </p:cNvPr>
          <p:cNvSpPr/>
          <p:nvPr/>
        </p:nvSpPr>
        <p:spPr>
          <a:xfrm flipV="1">
            <a:off x="5316093" y="5406649"/>
            <a:ext cx="1558481" cy="212651"/>
          </a:xfrm>
          <a:custGeom>
            <a:avLst/>
            <a:gdLst>
              <a:gd name="csX0" fmla="*/ 0 w 1558481"/>
              <a:gd name="csY0" fmla="*/ 13729 h 212651"/>
              <a:gd name="csX1" fmla="*/ 15315 w 1558481"/>
              <a:gd name="csY1" fmla="*/ 438 h 212651"/>
              <a:gd name="csX2" fmla="*/ 1543262 w 1558481"/>
              <a:gd name="csY2" fmla="*/ 438 h 212651"/>
              <a:gd name="csX3" fmla="*/ 1558481 w 1558481"/>
              <a:gd name="csY3" fmla="*/ 13729 h 212651"/>
              <a:gd name="csX4" fmla="*/ 1558481 w 1558481"/>
              <a:gd name="csY4" fmla="*/ 199802 h 212651"/>
              <a:gd name="csX5" fmla="*/ 1543262 w 1558481"/>
              <a:gd name="csY5" fmla="*/ 213090 h 212651"/>
              <a:gd name="csX6" fmla="*/ 15315 w 1558481"/>
              <a:gd name="csY6" fmla="*/ 213090 h 212651"/>
              <a:gd name="csX7" fmla="*/ 0 w 1558481"/>
              <a:gd name="csY7" fmla="*/ 199802 h 212651"/>
              <a:gd name="csX8" fmla="*/ 0 w 1558481"/>
              <a:gd name="csY8" fmla="*/ 13729 h 2126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8481" h="212651">
                <a:moveTo>
                  <a:pt x="0" y="13729"/>
                </a:moveTo>
                <a:cubicBezTo>
                  <a:pt x="0" y="6389"/>
                  <a:pt x="6849" y="438"/>
                  <a:pt x="15315" y="438"/>
                </a:cubicBezTo>
                <a:lnTo>
                  <a:pt x="1543262" y="438"/>
                </a:lnTo>
                <a:cubicBezTo>
                  <a:pt x="1551728" y="438"/>
                  <a:pt x="1558481" y="6389"/>
                  <a:pt x="1558481" y="13729"/>
                </a:cubicBezTo>
                <a:lnTo>
                  <a:pt x="1558481" y="199802"/>
                </a:lnTo>
                <a:cubicBezTo>
                  <a:pt x="1558481" y="207141"/>
                  <a:pt x="1551728" y="213090"/>
                  <a:pt x="1543262" y="213090"/>
                </a:cubicBezTo>
                <a:lnTo>
                  <a:pt x="15315" y="213090"/>
                </a:lnTo>
                <a:cubicBezTo>
                  <a:pt x="6849" y="213090"/>
                  <a:pt x="0" y="207141"/>
                  <a:pt x="0" y="199802"/>
                </a:cubicBezTo>
                <a:lnTo>
                  <a:pt x="0" y="13729"/>
                </a:lnTo>
                <a:close/>
              </a:path>
            </a:pathLst>
          </a:custGeom>
          <a:solidFill>
            <a:srgbClr val="F2F2F2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任意形状 99">
            <a:extLst>
              <a:ext uri="{FF2B5EF4-FFF2-40B4-BE49-F238E27FC236}">
                <a16:creationId xmlns:a16="http://schemas.microsoft.com/office/drawing/2014/main" id="{7BA6E74B-D214-25E1-DE72-EF9C153F4555}"/>
              </a:ext>
            </a:extLst>
          </p:cNvPr>
          <p:cNvSpPr/>
          <p:nvPr/>
        </p:nvSpPr>
        <p:spPr>
          <a:xfrm flipV="1">
            <a:off x="5316093" y="5406649"/>
            <a:ext cx="1558481" cy="212651"/>
          </a:xfrm>
          <a:custGeom>
            <a:avLst/>
            <a:gdLst>
              <a:gd name="csX0" fmla="*/ 0 w 1558481"/>
              <a:gd name="csY0" fmla="*/ 13729 h 212651"/>
              <a:gd name="csX1" fmla="*/ 15315 w 1558481"/>
              <a:gd name="csY1" fmla="*/ 438 h 212651"/>
              <a:gd name="csX2" fmla="*/ 1543262 w 1558481"/>
              <a:gd name="csY2" fmla="*/ 438 h 212651"/>
              <a:gd name="csX3" fmla="*/ 1558481 w 1558481"/>
              <a:gd name="csY3" fmla="*/ 13729 h 212651"/>
              <a:gd name="csX4" fmla="*/ 1558481 w 1558481"/>
              <a:gd name="csY4" fmla="*/ 199802 h 212651"/>
              <a:gd name="csX5" fmla="*/ 1543262 w 1558481"/>
              <a:gd name="csY5" fmla="*/ 213090 h 212651"/>
              <a:gd name="csX6" fmla="*/ 15315 w 1558481"/>
              <a:gd name="csY6" fmla="*/ 213090 h 212651"/>
              <a:gd name="csX7" fmla="*/ 0 w 1558481"/>
              <a:gd name="csY7" fmla="*/ 199802 h 212651"/>
              <a:gd name="csX8" fmla="*/ 0 w 1558481"/>
              <a:gd name="csY8" fmla="*/ 13729 h 2126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8481" h="212651">
                <a:moveTo>
                  <a:pt x="0" y="13729"/>
                </a:moveTo>
                <a:cubicBezTo>
                  <a:pt x="0" y="6389"/>
                  <a:pt x="6849" y="438"/>
                  <a:pt x="15315" y="438"/>
                </a:cubicBezTo>
                <a:lnTo>
                  <a:pt x="1543262" y="438"/>
                </a:lnTo>
                <a:cubicBezTo>
                  <a:pt x="1551728" y="438"/>
                  <a:pt x="1558481" y="6389"/>
                  <a:pt x="1558481" y="13729"/>
                </a:cubicBezTo>
                <a:lnTo>
                  <a:pt x="1558481" y="199802"/>
                </a:lnTo>
                <a:cubicBezTo>
                  <a:pt x="1558481" y="207141"/>
                  <a:pt x="1551728" y="213090"/>
                  <a:pt x="1543262" y="213090"/>
                </a:cubicBezTo>
                <a:lnTo>
                  <a:pt x="15315" y="213090"/>
                </a:lnTo>
                <a:cubicBezTo>
                  <a:pt x="6849" y="213090"/>
                  <a:pt x="0" y="207141"/>
                  <a:pt x="0" y="199802"/>
                </a:cubicBezTo>
                <a:lnTo>
                  <a:pt x="0" y="13729"/>
                </a:lnTo>
                <a:close/>
              </a:path>
            </a:pathLst>
          </a:custGeom>
          <a:noFill/>
          <a:ln w="10701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1" name="任意形状 100">
            <a:extLst>
              <a:ext uri="{FF2B5EF4-FFF2-40B4-BE49-F238E27FC236}">
                <a16:creationId xmlns:a16="http://schemas.microsoft.com/office/drawing/2014/main" id="{1E73B713-F46B-7B74-EF49-3000C8D011A3}"/>
              </a:ext>
            </a:extLst>
          </p:cNvPr>
          <p:cNvSpPr/>
          <p:nvPr/>
        </p:nvSpPr>
        <p:spPr>
          <a:xfrm flipV="1">
            <a:off x="5264917" y="4488474"/>
            <a:ext cx="1658264" cy="401482"/>
          </a:xfrm>
          <a:custGeom>
            <a:avLst/>
            <a:gdLst>
              <a:gd name="csX0" fmla="*/ 0 w 1658264"/>
              <a:gd name="csY0" fmla="*/ 265 h 401482"/>
              <a:gd name="csX1" fmla="*/ 1658265 w 1658264"/>
              <a:gd name="csY1" fmla="*/ 265 h 401482"/>
              <a:gd name="csX2" fmla="*/ 1658265 w 1658264"/>
              <a:gd name="csY2" fmla="*/ 401748 h 401482"/>
              <a:gd name="csX3" fmla="*/ 0 w 1658264"/>
              <a:gd name="csY3" fmla="*/ 401748 h 4014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58264" h="401482">
                <a:moveTo>
                  <a:pt x="0" y="265"/>
                </a:moveTo>
                <a:lnTo>
                  <a:pt x="1658265" y="265"/>
                </a:lnTo>
                <a:lnTo>
                  <a:pt x="1658265" y="401748"/>
                </a:lnTo>
                <a:lnTo>
                  <a:pt x="0" y="401748"/>
                </a:lnTo>
                <a:close/>
              </a:path>
            </a:pathLst>
          </a:custGeom>
          <a:noFill/>
          <a:ln w="7134" cap="flat">
            <a:solidFill>
              <a:srgbClr val="000000"/>
            </a:solidFill>
            <a:custDash>
              <a:ds d="450000" sp="225000"/>
            </a:custDash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" name="任意形状 101">
            <a:extLst>
              <a:ext uri="{FF2B5EF4-FFF2-40B4-BE49-F238E27FC236}">
                <a16:creationId xmlns:a16="http://schemas.microsoft.com/office/drawing/2014/main" id="{008598C1-9F0E-06AB-0F0B-B63A9989DC38}"/>
              </a:ext>
            </a:extLst>
          </p:cNvPr>
          <p:cNvSpPr/>
          <p:nvPr/>
        </p:nvSpPr>
        <p:spPr>
          <a:xfrm flipV="1">
            <a:off x="5259495" y="4961461"/>
            <a:ext cx="1658264" cy="705554"/>
          </a:xfrm>
          <a:custGeom>
            <a:avLst/>
            <a:gdLst>
              <a:gd name="csX0" fmla="*/ 0 w 1658264"/>
              <a:gd name="csY0" fmla="*/ 397 h 705554"/>
              <a:gd name="csX1" fmla="*/ 1658265 w 1658264"/>
              <a:gd name="csY1" fmla="*/ 397 h 705554"/>
              <a:gd name="csX2" fmla="*/ 1658265 w 1658264"/>
              <a:gd name="csY2" fmla="*/ 705951 h 705554"/>
              <a:gd name="csX3" fmla="*/ 0 w 1658264"/>
              <a:gd name="csY3" fmla="*/ 705951 h 705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58264" h="705554">
                <a:moveTo>
                  <a:pt x="0" y="397"/>
                </a:moveTo>
                <a:lnTo>
                  <a:pt x="1658265" y="397"/>
                </a:lnTo>
                <a:lnTo>
                  <a:pt x="1658265" y="705951"/>
                </a:lnTo>
                <a:lnTo>
                  <a:pt x="0" y="705951"/>
                </a:lnTo>
                <a:close/>
              </a:path>
            </a:pathLst>
          </a:custGeom>
          <a:noFill/>
          <a:ln w="7134" cap="flat">
            <a:solidFill>
              <a:srgbClr val="000000"/>
            </a:solidFill>
            <a:custDash>
              <a:ds d="450000" sp="225000"/>
            </a:custDash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任意形状 102">
            <a:extLst>
              <a:ext uri="{FF2B5EF4-FFF2-40B4-BE49-F238E27FC236}">
                <a16:creationId xmlns:a16="http://schemas.microsoft.com/office/drawing/2014/main" id="{F9D8781D-E5C4-4E6D-4EA3-732BFF28A1C6}"/>
              </a:ext>
            </a:extLst>
          </p:cNvPr>
          <p:cNvSpPr/>
          <p:nvPr/>
        </p:nvSpPr>
        <p:spPr>
          <a:xfrm flipV="1">
            <a:off x="7055021" y="3527419"/>
            <a:ext cx="2564207" cy="2148683"/>
          </a:xfrm>
          <a:custGeom>
            <a:avLst/>
            <a:gdLst>
              <a:gd name="csX0" fmla="*/ 256354 w 2564207"/>
              <a:gd name="csY0" fmla="*/ 247 h 2148683"/>
              <a:gd name="csX1" fmla="*/ 2307758 w 2564207"/>
              <a:gd name="csY1" fmla="*/ 247 h 2148683"/>
              <a:gd name="csX2" fmla="*/ 2564208 w 2564207"/>
              <a:gd name="csY2" fmla="*/ 256832 h 2148683"/>
              <a:gd name="csX3" fmla="*/ 2564208 w 2564207"/>
              <a:gd name="csY3" fmla="*/ 1892317 h 2148683"/>
              <a:gd name="csX4" fmla="*/ 2307758 w 2564207"/>
              <a:gd name="csY4" fmla="*/ 2148931 h 2148683"/>
              <a:gd name="csX5" fmla="*/ 256354 w 2564207"/>
              <a:gd name="csY5" fmla="*/ 2148931 h 2148683"/>
              <a:gd name="csX6" fmla="*/ 0 w 2564207"/>
              <a:gd name="csY6" fmla="*/ 1892317 h 2148683"/>
              <a:gd name="csX7" fmla="*/ 0 w 2564207"/>
              <a:gd name="csY7" fmla="*/ 256832 h 2148683"/>
              <a:gd name="csX8" fmla="*/ 256354 w 2564207"/>
              <a:gd name="csY8" fmla="*/ 247 h 21486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64207" h="2148683">
                <a:moveTo>
                  <a:pt x="256354" y="247"/>
                </a:moveTo>
                <a:lnTo>
                  <a:pt x="2307758" y="247"/>
                </a:lnTo>
                <a:cubicBezTo>
                  <a:pt x="2449395" y="247"/>
                  <a:pt x="2564208" y="115123"/>
                  <a:pt x="2564208" y="256832"/>
                </a:cubicBezTo>
                <a:lnTo>
                  <a:pt x="2564208" y="1892317"/>
                </a:lnTo>
                <a:cubicBezTo>
                  <a:pt x="2564208" y="2034044"/>
                  <a:pt x="2449395" y="2148931"/>
                  <a:pt x="2307758" y="2148931"/>
                </a:cubicBezTo>
                <a:lnTo>
                  <a:pt x="256354" y="2148931"/>
                </a:lnTo>
                <a:cubicBezTo>
                  <a:pt x="114813" y="2148931"/>
                  <a:pt x="0" y="2034044"/>
                  <a:pt x="0" y="1892317"/>
                </a:cubicBezTo>
                <a:lnTo>
                  <a:pt x="0" y="256832"/>
                </a:lnTo>
                <a:cubicBezTo>
                  <a:pt x="0" y="115123"/>
                  <a:pt x="114813" y="247"/>
                  <a:pt x="256354" y="247"/>
                </a:cubicBezTo>
                <a:close/>
              </a:path>
            </a:pathLst>
          </a:custGeom>
          <a:solidFill>
            <a:srgbClr val="FFFFFF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任意形状 103">
            <a:extLst>
              <a:ext uri="{FF2B5EF4-FFF2-40B4-BE49-F238E27FC236}">
                <a16:creationId xmlns:a16="http://schemas.microsoft.com/office/drawing/2014/main" id="{427049C2-3766-C88A-E983-22D9F664ABA4}"/>
              </a:ext>
            </a:extLst>
          </p:cNvPr>
          <p:cNvSpPr/>
          <p:nvPr/>
        </p:nvSpPr>
        <p:spPr>
          <a:xfrm flipV="1">
            <a:off x="7055021" y="3527419"/>
            <a:ext cx="2564207" cy="2148683"/>
          </a:xfrm>
          <a:custGeom>
            <a:avLst/>
            <a:gdLst>
              <a:gd name="csX0" fmla="*/ 256354 w 2564207"/>
              <a:gd name="csY0" fmla="*/ 247 h 2148683"/>
              <a:gd name="csX1" fmla="*/ 2307758 w 2564207"/>
              <a:gd name="csY1" fmla="*/ 247 h 2148683"/>
              <a:gd name="csX2" fmla="*/ 2564208 w 2564207"/>
              <a:gd name="csY2" fmla="*/ 256832 h 2148683"/>
              <a:gd name="csX3" fmla="*/ 2564208 w 2564207"/>
              <a:gd name="csY3" fmla="*/ 1892317 h 2148683"/>
              <a:gd name="csX4" fmla="*/ 2307758 w 2564207"/>
              <a:gd name="csY4" fmla="*/ 2148931 h 2148683"/>
              <a:gd name="csX5" fmla="*/ 256354 w 2564207"/>
              <a:gd name="csY5" fmla="*/ 2148931 h 2148683"/>
              <a:gd name="csX6" fmla="*/ 0 w 2564207"/>
              <a:gd name="csY6" fmla="*/ 1892317 h 2148683"/>
              <a:gd name="csX7" fmla="*/ 0 w 2564207"/>
              <a:gd name="csY7" fmla="*/ 256832 h 2148683"/>
              <a:gd name="csX8" fmla="*/ 256354 w 2564207"/>
              <a:gd name="csY8" fmla="*/ 247 h 21486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64207" h="2148683">
                <a:moveTo>
                  <a:pt x="256354" y="247"/>
                </a:moveTo>
                <a:lnTo>
                  <a:pt x="2307758" y="247"/>
                </a:lnTo>
                <a:cubicBezTo>
                  <a:pt x="2449395" y="247"/>
                  <a:pt x="2564208" y="115123"/>
                  <a:pt x="2564208" y="256832"/>
                </a:cubicBezTo>
                <a:lnTo>
                  <a:pt x="2564208" y="1892317"/>
                </a:lnTo>
                <a:cubicBezTo>
                  <a:pt x="2564208" y="2034044"/>
                  <a:pt x="2449395" y="2148931"/>
                  <a:pt x="2307758" y="2148931"/>
                </a:cubicBezTo>
                <a:lnTo>
                  <a:pt x="256354" y="2148931"/>
                </a:lnTo>
                <a:cubicBezTo>
                  <a:pt x="114813" y="2148931"/>
                  <a:pt x="0" y="2034044"/>
                  <a:pt x="0" y="1892317"/>
                </a:cubicBezTo>
                <a:lnTo>
                  <a:pt x="0" y="256832"/>
                </a:lnTo>
                <a:cubicBezTo>
                  <a:pt x="0" y="115123"/>
                  <a:pt x="114813" y="247"/>
                  <a:pt x="256354" y="247"/>
                </a:cubicBezTo>
                <a:close/>
              </a:path>
            </a:pathLst>
          </a:custGeom>
          <a:noFill/>
          <a:ln w="10701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5" name="任意形状 104">
            <a:extLst>
              <a:ext uri="{FF2B5EF4-FFF2-40B4-BE49-F238E27FC236}">
                <a16:creationId xmlns:a16="http://schemas.microsoft.com/office/drawing/2014/main" id="{3E52B0BB-930E-A415-1BE8-0128CBDA012C}"/>
              </a:ext>
            </a:extLst>
          </p:cNvPr>
          <p:cNvSpPr/>
          <p:nvPr/>
        </p:nvSpPr>
        <p:spPr>
          <a:xfrm flipV="1">
            <a:off x="2625128" y="1515532"/>
            <a:ext cx="744204" cy="17228"/>
          </a:xfrm>
          <a:custGeom>
            <a:avLst/>
            <a:gdLst>
              <a:gd name="csX0" fmla="*/ 0 w 744204"/>
              <a:gd name="csY0" fmla="*/ -400 h 17228"/>
              <a:gd name="csX1" fmla="*/ 727035 w 744204"/>
              <a:gd name="csY1" fmla="*/ -400 h 17228"/>
              <a:gd name="csX2" fmla="*/ 744204 w 744204"/>
              <a:gd name="csY2" fmla="*/ 16828 h 17228"/>
              <a:gd name="csX3" fmla="*/ 17169 w 744204"/>
              <a:gd name="csY3" fmla="*/ 16828 h 17228"/>
              <a:gd name="csX4" fmla="*/ 0 w 744204"/>
              <a:gd name="csY4" fmla="*/ -400 h 172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44204" h="17228">
                <a:moveTo>
                  <a:pt x="0" y="-400"/>
                </a:moveTo>
                <a:lnTo>
                  <a:pt x="727035" y="-400"/>
                </a:lnTo>
                <a:lnTo>
                  <a:pt x="744204" y="16828"/>
                </a:lnTo>
                <a:lnTo>
                  <a:pt x="17169" y="16828"/>
                </a:lnTo>
                <a:lnTo>
                  <a:pt x="0" y="-400"/>
                </a:lnTo>
                <a:close/>
              </a:path>
            </a:pathLst>
          </a:custGeom>
          <a:solidFill>
            <a:srgbClr val="EDF4FA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任意形状 105">
            <a:extLst>
              <a:ext uri="{FF2B5EF4-FFF2-40B4-BE49-F238E27FC236}">
                <a16:creationId xmlns:a16="http://schemas.microsoft.com/office/drawing/2014/main" id="{E14C11F0-4221-AD9C-4F92-8D20F73E9EE6}"/>
              </a:ext>
            </a:extLst>
          </p:cNvPr>
          <p:cNvSpPr/>
          <p:nvPr/>
        </p:nvSpPr>
        <p:spPr>
          <a:xfrm flipV="1">
            <a:off x="2625128" y="1515532"/>
            <a:ext cx="744204" cy="17228"/>
          </a:xfrm>
          <a:custGeom>
            <a:avLst/>
            <a:gdLst>
              <a:gd name="csX0" fmla="*/ 0 w 744204"/>
              <a:gd name="csY0" fmla="*/ -400 h 17228"/>
              <a:gd name="csX1" fmla="*/ 727035 w 744204"/>
              <a:gd name="csY1" fmla="*/ -400 h 17228"/>
              <a:gd name="csX2" fmla="*/ 744204 w 744204"/>
              <a:gd name="csY2" fmla="*/ 16828 h 17228"/>
              <a:gd name="csX3" fmla="*/ 17169 w 744204"/>
              <a:gd name="csY3" fmla="*/ 16828 h 17228"/>
              <a:gd name="csX4" fmla="*/ 0 w 744204"/>
              <a:gd name="csY4" fmla="*/ -400 h 172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44204" h="17228">
                <a:moveTo>
                  <a:pt x="0" y="-400"/>
                </a:moveTo>
                <a:lnTo>
                  <a:pt x="727035" y="-400"/>
                </a:lnTo>
                <a:lnTo>
                  <a:pt x="744204" y="16828"/>
                </a:lnTo>
                <a:lnTo>
                  <a:pt x="17169" y="16828"/>
                </a:lnTo>
                <a:lnTo>
                  <a:pt x="0" y="-400"/>
                </a:lnTo>
                <a:close/>
              </a:path>
            </a:pathLst>
          </a:custGeom>
          <a:noFill/>
          <a:ln w="7134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7" name="任意形状 106">
            <a:extLst>
              <a:ext uri="{FF2B5EF4-FFF2-40B4-BE49-F238E27FC236}">
                <a16:creationId xmlns:a16="http://schemas.microsoft.com/office/drawing/2014/main" id="{A8F977F6-915C-7487-60EE-6FD257B8404E}"/>
              </a:ext>
            </a:extLst>
          </p:cNvPr>
          <p:cNvSpPr/>
          <p:nvPr/>
        </p:nvSpPr>
        <p:spPr>
          <a:xfrm flipV="1">
            <a:off x="3352163" y="1515532"/>
            <a:ext cx="17169" cy="274317"/>
          </a:xfrm>
          <a:custGeom>
            <a:avLst/>
            <a:gdLst>
              <a:gd name="csX0" fmla="*/ 0 w 17169"/>
              <a:gd name="csY0" fmla="*/ -373 h 274317"/>
              <a:gd name="csX1" fmla="*/ 17170 w 17169"/>
              <a:gd name="csY1" fmla="*/ 16855 h 274317"/>
              <a:gd name="csX2" fmla="*/ 17170 w 17169"/>
              <a:gd name="csY2" fmla="*/ 273945 h 274317"/>
              <a:gd name="csX3" fmla="*/ 0 w 17169"/>
              <a:gd name="csY3" fmla="*/ 256717 h 274317"/>
              <a:gd name="csX4" fmla="*/ 0 w 17169"/>
              <a:gd name="csY4" fmla="*/ -373 h 274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9" h="274317">
                <a:moveTo>
                  <a:pt x="0" y="-373"/>
                </a:moveTo>
                <a:lnTo>
                  <a:pt x="17170" y="16855"/>
                </a:lnTo>
                <a:lnTo>
                  <a:pt x="17170" y="273945"/>
                </a:lnTo>
                <a:lnTo>
                  <a:pt x="0" y="256717"/>
                </a:lnTo>
                <a:lnTo>
                  <a:pt x="0" y="-373"/>
                </a:lnTo>
                <a:close/>
              </a:path>
            </a:pathLst>
          </a:custGeom>
          <a:solidFill>
            <a:srgbClr val="B4D2EB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8" name="任意形状 107">
            <a:extLst>
              <a:ext uri="{FF2B5EF4-FFF2-40B4-BE49-F238E27FC236}">
                <a16:creationId xmlns:a16="http://schemas.microsoft.com/office/drawing/2014/main" id="{43EB7D59-48C5-D5DF-6181-03D590660F1D}"/>
              </a:ext>
            </a:extLst>
          </p:cNvPr>
          <p:cNvSpPr/>
          <p:nvPr/>
        </p:nvSpPr>
        <p:spPr>
          <a:xfrm flipV="1">
            <a:off x="3352163" y="1515532"/>
            <a:ext cx="17169" cy="274317"/>
          </a:xfrm>
          <a:custGeom>
            <a:avLst/>
            <a:gdLst>
              <a:gd name="csX0" fmla="*/ 0 w 17169"/>
              <a:gd name="csY0" fmla="*/ -373 h 274317"/>
              <a:gd name="csX1" fmla="*/ 17170 w 17169"/>
              <a:gd name="csY1" fmla="*/ 16855 h 274317"/>
              <a:gd name="csX2" fmla="*/ 17170 w 17169"/>
              <a:gd name="csY2" fmla="*/ 273945 h 274317"/>
              <a:gd name="csX3" fmla="*/ 0 w 17169"/>
              <a:gd name="csY3" fmla="*/ 256717 h 274317"/>
              <a:gd name="csX4" fmla="*/ 0 w 17169"/>
              <a:gd name="csY4" fmla="*/ -373 h 274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169" h="274317">
                <a:moveTo>
                  <a:pt x="0" y="-373"/>
                </a:moveTo>
                <a:lnTo>
                  <a:pt x="17170" y="16855"/>
                </a:lnTo>
                <a:lnTo>
                  <a:pt x="17170" y="273945"/>
                </a:lnTo>
                <a:lnTo>
                  <a:pt x="0" y="256717"/>
                </a:lnTo>
                <a:lnTo>
                  <a:pt x="0" y="-373"/>
                </a:lnTo>
                <a:close/>
              </a:path>
            </a:pathLst>
          </a:custGeom>
          <a:noFill/>
          <a:ln w="7134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" name="任意形状 108">
            <a:extLst>
              <a:ext uri="{FF2B5EF4-FFF2-40B4-BE49-F238E27FC236}">
                <a16:creationId xmlns:a16="http://schemas.microsoft.com/office/drawing/2014/main" id="{E4F501E8-DDB8-3DF5-14B3-7DFDB0FAB0D3}"/>
              </a:ext>
            </a:extLst>
          </p:cNvPr>
          <p:cNvSpPr/>
          <p:nvPr/>
        </p:nvSpPr>
        <p:spPr>
          <a:xfrm flipV="1">
            <a:off x="2625128" y="1532742"/>
            <a:ext cx="727028" cy="257108"/>
          </a:xfrm>
          <a:custGeom>
            <a:avLst/>
            <a:gdLst>
              <a:gd name="csX0" fmla="*/ 0 w 727028"/>
              <a:gd name="csY0" fmla="*/ -371 h 257108"/>
              <a:gd name="csX1" fmla="*/ 727028 w 727028"/>
              <a:gd name="csY1" fmla="*/ -371 h 257108"/>
              <a:gd name="csX2" fmla="*/ 727028 w 727028"/>
              <a:gd name="csY2" fmla="*/ 256738 h 257108"/>
              <a:gd name="csX3" fmla="*/ 0 w 727028"/>
              <a:gd name="csY3" fmla="*/ 256738 h 257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7028" h="257108">
                <a:moveTo>
                  <a:pt x="0" y="-371"/>
                </a:moveTo>
                <a:lnTo>
                  <a:pt x="727028" y="-371"/>
                </a:lnTo>
                <a:lnTo>
                  <a:pt x="727028" y="256738"/>
                </a:lnTo>
                <a:lnTo>
                  <a:pt x="0" y="256738"/>
                </a:lnTo>
                <a:close/>
              </a:path>
            </a:pathLst>
          </a:custGeom>
          <a:solidFill>
            <a:srgbClr val="DEEBF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" name="任意形状 109">
            <a:extLst>
              <a:ext uri="{FF2B5EF4-FFF2-40B4-BE49-F238E27FC236}">
                <a16:creationId xmlns:a16="http://schemas.microsoft.com/office/drawing/2014/main" id="{7EBF0D5C-26D9-1B07-7D01-23DFF43215CE}"/>
              </a:ext>
            </a:extLst>
          </p:cNvPr>
          <p:cNvSpPr/>
          <p:nvPr/>
        </p:nvSpPr>
        <p:spPr>
          <a:xfrm flipV="1">
            <a:off x="2625128" y="1532742"/>
            <a:ext cx="727028" cy="257108"/>
          </a:xfrm>
          <a:custGeom>
            <a:avLst/>
            <a:gdLst>
              <a:gd name="csX0" fmla="*/ 0 w 727028"/>
              <a:gd name="csY0" fmla="*/ -371 h 257108"/>
              <a:gd name="csX1" fmla="*/ 727028 w 727028"/>
              <a:gd name="csY1" fmla="*/ -371 h 257108"/>
              <a:gd name="csX2" fmla="*/ 727028 w 727028"/>
              <a:gd name="csY2" fmla="*/ 256738 h 257108"/>
              <a:gd name="csX3" fmla="*/ 0 w 727028"/>
              <a:gd name="csY3" fmla="*/ 256738 h 257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7028" h="257108">
                <a:moveTo>
                  <a:pt x="0" y="-371"/>
                </a:moveTo>
                <a:lnTo>
                  <a:pt x="727028" y="-371"/>
                </a:lnTo>
                <a:lnTo>
                  <a:pt x="727028" y="256738"/>
                </a:lnTo>
                <a:lnTo>
                  <a:pt x="0" y="256738"/>
                </a:lnTo>
                <a:close/>
              </a:path>
            </a:pathLst>
          </a:custGeom>
          <a:noFill/>
          <a:ln w="7134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1" name="任意形状 110">
            <a:extLst>
              <a:ext uri="{FF2B5EF4-FFF2-40B4-BE49-F238E27FC236}">
                <a16:creationId xmlns:a16="http://schemas.microsoft.com/office/drawing/2014/main" id="{C75A3904-2B40-4F33-7513-AE567D7EE1C9}"/>
              </a:ext>
            </a:extLst>
          </p:cNvPr>
          <p:cNvSpPr/>
          <p:nvPr/>
        </p:nvSpPr>
        <p:spPr>
          <a:xfrm flipV="1">
            <a:off x="3492934" y="1515532"/>
            <a:ext cx="722214" cy="17228"/>
          </a:xfrm>
          <a:custGeom>
            <a:avLst/>
            <a:gdLst>
              <a:gd name="csX0" fmla="*/ 0 w 722214"/>
              <a:gd name="csY0" fmla="*/ -400 h 17228"/>
              <a:gd name="csX1" fmla="*/ 704998 w 722214"/>
              <a:gd name="csY1" fmla="*/ -400 h 17228"/>
              <a:gd name="csX2" fmla="*/ 722215 w 722214"/>
              <a:gd name="csY2" fmla="*/ 16828 h 17228"/>
              <a:gd name="csX3" fmla="*/ 17170 w 722214"/>
              <a:gd name="csY3" fmla="*/ 16828 h 17228"/>
              <a:gd name="csX4" fmla="*/ 0 w 722214"/>
              <a:gd name="csY4" fmla="*/ -400 h 172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214" h="17228">
                <a:moveTo>
                  <a:pt x="0" y="-400"/>
                </a:moveTo>
                <a:lnTo>
                  <a:pt x="704998" y="-400"/>
                </a:lnTo>
                <a:lnTo>
                  <a:pt x="722215" y="16828"/>
                </a:lnTo>
                <a:lnTo>
                  <a:pt x="17170" y="16828"/>
                </a:lnTo>
                <a:lnTo>
                  <a:pt x="0" y="-400"/>
                </a:lnTo>
                <a:close/>
              </a:path>
            </a:pathLst>
          </a:custGeom>
          <a:solidFill>
            <a:srgbClr val="EDF4FA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" name="任意形状 111">
            <a:extLst>
              <a:ext uri="{FF2B5EF4-FFF2-40B4-BE49-F238E27FC236}">
                <a16:creationId xmlns:a16="http://schemas.microsoft.com/office/drawing/2014/main" id="{9599F13F-D37A-A9C8-75D4-BC6603B10752}"/>
              </a:ext>
            </a:extLst>
          </p:cNvPr>
          <p:cNvSpPr/>
          <p:nvPr/>
        </p:nvSpPr>
        <p:spPr>
          <a:xfrm flipV="1">
            <a:off x="3492934" y="1515532"/>
            <a:ext cx="722214" cy="17228"/>
          </a:xfrm>
          <a:custGeom>
            <a:avLst/>
            <a:gdLst>
              <a:gd name="csX0" fmla="*/ 0 w 722214"/>
              <a:gd name="csY0" fmla="*/ -400 h 17228"/>
              <a:gd name="csX1" fmla="*/ 704998 w 722214"/>
              <a:gd name="csY1" fmla="*/ -400 h 17228"/>
              <a:gd name="csX2" fmla="*/ 722215 w 722214"/>
              <a:gd name="csY2" fmla="*/ 16828 h 17228"/>
              <a:gd name="csX3" fmla="*/ 17170 w 722214"/>
              <a:gd name="csY3" fmla="*/ 16828 h 17228"/>
              <a:gd name="csX4" fmla="*/ 0 w 722214"/>
              <a:gd name="csY4" fmla="*/ -400 h 172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2214" h="17228">
                <a:moveTo>
                  <a:pt x="0" y="-400"/>
                </a:moveTo>
                <a:lnTo>
                  <a:pt x="704998" y="-400"/>
                </a:lnTo>
                <a:lnTo>
                  <a:pt x="722215" y="16828"/>
                </a:lnTo>
                <a:lnTo>
                  <a:pt x="17170" y="16828"/>
                </a:lnTo>
                <a:lnTo>
                  <a:pt x="0" y="-400"/>
                </a:lnTo>
                <a:close/>
              </a:path>
            </a:pathLst>
          </a:custGeom>
          <a:noFill/>
          <a:ln w="7134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3" name="任意形状 112">
            <a:extLst>
              <a:ext uri="{FF2B5EF4-FFF2-40B4-BE49-F238E27FC236}">
                <a16:creationId xmlns:a16="http://schemas.microsoft.com/office/drawing/2014/main" id="{716FB0D3-69C1-DF41-9E5C-ACB58342CBD1}"/>
              </a:ext>
            </a:extLst>
          </p:cNvPr>
          <p:cNvSpPr/>
          <p:nvPr/>
        </p:nvSpPr>
        <p:spPr>
          <a:xfrm flipV="1">
            <a:off x="4197932" y="1515532"/>
            <a:ext cx="17217" cy="274317"/>
          </a:xfrm>
          <a:custGeom>
            <a:avLst/>
            <a:gdLst>
              <a:gd name="csX0" fmla="*/ 0 w 17217"/>
              <a:gd name="csY0" fmla="*/ -373 h 274317"/>
              <a:gd name="csX1" fmla="*/ 17217 w 17217"/>
              <a:gd name="csY1" fmla="*/ 16855 h 274317"/>
              <a:gd name="csX2" fmla="*/ 17217 w 17217"/>
              <a:gd name="csY2" fmla="*/ 273945 h 274317"/>
              <a:gd name="csX3" fmla="*/ 0 w 17217"/>
              <a:gd name="csY3" fmla="*/ 256717 h 274317"/>
              <a:gd name="csX4" fmla="*/ 0 w 17217"/>
              <a:gd name="csY4" fmla="*/ -373 h 274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217" h="274317">
                <a:moveTo>
                  <a:pt x="0" y="-373"/>
                </a:moveTo>
                <a:lnTo>
                  <a:pt x="17217" y="16855"/>
                </a:lnTo>
                <a:lnTo>
                  <a:pt x="17217" y="273945"/>
                </a:lnTo>
                <a:lnTo>
                  <a:pt x="0" y="256717"/>
                </a:lnTo>
                <a:lnTo>
                  <a:pt x="0" y="-373"/>
                </a:lnTo>
                <a:close/>
              </a:path>
            </a:pathLst>
          </a:custGeom>
          <a:solidFill>
            <a:srgbClr val="B4D2EB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" name="任意形状 113">
            <a:extLst>
              <a:ext uri="{FF2B5EF4-FFF2-40B4-BE49-F238E27FC236}">
                <a16:creationId xmlns:a16="http://schemas.microsoft.com/office/drawing/2014/main" id="{3BAADFE2-5EC6-73A6-6A8D-CF3D05D80273}"/>
              </a:ext>
            </a:extLst>
          </p:cNvPr>
          <p:cNvSpPr/>
          <p:nvPr/>
        </p:nvSpPr>
        <p:spPr>
          <a:xfrm flipV="1">
            <a:off x="4197932" y="1515532"/>
            <a:ext cx="17217" cy="274317"/>
          </a:xfrm>
          <a:custGeom>
            <a:avLst/>
            <a:gdLst>
              <a:gd name="csX0" fmla="*/ 0 w 17217"/>
              <a:gd name="csY0" fmla="*/ -373 h 274317"/>
              <a:gd name="csX1" fmla="*/ 17217 w 17217"/>
              <a:gd name="csY1" fmla="*/ 16855 h 274317"/>
              <a:gd name="csX2" fmla="*/ 17217 w 17217"/>
              <a:gd name="csY2" fmla="*/ 273945 h 274317"/>
              <a:gd name="csX3" fmla="*/ 0 w 17217"/>
              <a:gd name="csY3" fmla="*/ 256717 h 274317"/>
              <a:gd name="csX4" fmla="*/ 0 w 17217"/>
              <a:gd name="csY4" fmla="*/ -373 h 274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217" h="274317">
                <a:moveTo>
                  <a:pt x="0" y="-373"/>
                </a:moveTo>
                <a:lnTo>
                  <a:pt x="17217" y="16855"/>
                </a:lnTo>
                <a:lnTo>
                  <a:pt x="17217" y="273945"/>
                </a:lnTo>
                <a:lnTo>
                  <a:pt x="0" y="256717"/>
                </a:lnTo>
                <a:lnTo>
                  <a:pt x="0" y="-373"/>
                </a:lnTo>
                <a:close/>
              </a:path>
            </a:pathLst>
          </a:custGeom>
          <a:noFill/>
          <a:ln w="7134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5" name="任意形状 114">
            <a:extLst>
              <a:ext uri="{FF2B5EF4-FFF2-40B4-BE49-F238E27FC236}">
                <a16:creationId xmlns:a16="http://schemas.microsoft.com/office/drawing/2014/main" id="{1BBB2E8D-AD87-064A-83B7-078628592850}"/>
              </a:ext>
            </a:extLst>
          </p:cNvPr>
          <p:cNvSpPr/>
          <p:nvPr/>
        </p:nvSpPr>
        <p:spPr>
          <a:xfrm flipV="1">
            <a:off x="3492934" y="1532742"/>
            <a:ext cx="705035" cy="257108"/>
          </a:xfrm>
          <a:custGeom>
            <a:avLst/>
            <a:gdLst>
              <a:gd name="csX0" fmla="*/ 0 w 705035"/>
              <a:gd name="csY0" fmla="*/ -371 h 257108"/>
              <a:gd name="csX1" fmla="*/ 705036 w 705035"/>
              <a:gd name="csY1" fmla="*/ -371 h 257108"/>
              <a:gd name="csX2" fmla="*/ 705036 w 705035"/>
              <a:gd name="csY2" fmla="*/ 256738 h 257108"/>
              <a:gd name="csX3" fmla="*/ 0 w 705035"/>
              <a:gd name="csY3" fmla="*/ 256738 h 257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05035" h="257108">
                <a:moveTo>
                  <a:pt x="0" y="-371"/>
                </a:moveTo>
                <a:lnTo>
                  <a:pt x="705036" y="-371"/>
                </a:lnTo>
                <a:lnTo>
                  <a:pt x="705036" y="256738"/>
                </a:lnTo>
                <a:lnTo>
                  <a:pt x="0" y="256738"/>
                </a:lnTo>
                <a:close/>
              </a:path>
            </a:pathLst>
          </a:custGeom>
          <a:solidFill>
            <a:srgbClr val="DEEBF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任意形状 115">
            <a:extLst>
              <a:ext uri="{FF2B5EF4-FFF2-40B4-BE49-F238E27FC236}">
                <a16:creationId xmlns:a16="http://schemas.microsoft.com/office/drawing/2014/main" id="{12358001-F935-3683-E168-7396EE64646A}"/>
              </a:ext>
            </a:extLst>
          </p:cNvPr>
          <p:cNvSpPr/>
          <p:nvPr/>
        </p:nvSpPr>
        <p:spPr>
          <a:xfrm flipV="1">
            <a:off x="3492934" y="1532742"/>
            <a:ext cx="705035" cy="257108"/>
          </a:xfrm>
          <a:custGeom>
            <a:avLst/>
            <a:gdLst>
              <a:gd name="csX0" fmla="*/ 0 w 705035"/>
              <a:gd name="csY0" fmla="*/ -371 h 257108"/>
              <a:gd name="csX1" fmla="*/ 705036 w 705035"/>
              <a:gd name="csY1" fmla="*/ -371 h 257108"/>
              <a:gd name="csX2" fmla="*/ 705036 w 705035"/>
              <a:gd name="csY2" fmla="*/ 256738 h 257108"/>
              <a:gd name="csX3" fmla="*/ 0 w 705035"/>
              <a:gd name="csY3" fmla="*/ 256738 h 257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05035" h="257108">
                <a:moveTo>
                  <a:pt x="0" y="-371"/>
                </a:moveTo>
                <a:lnTo>
                  <a:pt x="705036" y="-371"/>
                </a:lnTo>
                <a:lnTo>
                  <a:pt x="705036" y="256738"/>
                </a:lnTo>
                <a:lnTo>
                  <a:pt x="0" y="256738"/>
                </a:lnTo>
                <a:close/>
              </a:path>
            </a:pathLst>
          </a:custGeom>
          <a:noFill/>
          <a:ln w="7134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7" name="任意形状 116">
            <a:extLst>
              <a:ext uri="{FF2B5EF4-FFF2-40B4-BE49-F238E27FC236}">
                <a16:creationId xmlns:a16="http://schemas.microsoft.com/office/drawing/2014/main" id="{AA32A352-B17F-8BDA-4FC9-84EBF6C46B49}"/>
              </a:ext>
            </a:extLst>
          </p:cNvPr>
          <p:cNvSpPr/>
          <p:nvPr/>
        </p:nvSpPr>
        <p:spPr>
          <a:xfrm flipV="1">
            <a:off x="4351554" y="1510583"/>
            <a:ext cx="653489" cy="17228"/>
          </a:xfrm>
          <a:custGeom>
            <a:avLst/>
            <a:gdLst>
              <a:gd name="csX0" fmla="*/ 0 w 653489"/>
              <a:gd name="csY0" fmla="*/ -401 h 17228"/>
              <a:gd name="csX1" fmla="*/ 636272 w 653489"/>
              <a:gd name="csY1" fmla="*/ -401 h 17228"/>
              <a:gd name="csX2" fmla="*/ 653489 w 653489"/>
              <a:gd name="csY2" fmla="*/ 16827 h 17228"/>
              <a:gd name="csX3" fmla="*/ 17122 w 653489"/>
              <a:gd name="csY3" fmla="*/ 16827 h 17228"/>
              <a:gd name="csX4" fmla="*/ 0 w 653489"/>
              <a:gd name="csY4" fmla="*/ -401 h 172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53489" h="17228">
                <a:moveTo>
                  <a:pt x="0" y="-401"/>
                </a:moveTo>
                <a:lnTo>
                  <a:pt x="636272" y="-401"/>
                </a:lnTo>
                <a:lnTo>
                  <a:pt x="653489" y="16827"/>
                </a:lnTo>
                <a:lnTo>
                  <a:pt x="17122" y="16827"/>
                </a:lnTo>
                <a:lnTo>
                  <a:pt x="0" y="-401"/>
                </a:lnTo>
                <a:close/>
              </a:path>
            </a:pathLst>
          </a:custGeom>
          <a:solidFill>
            <a:srgbClr val="EDF4FA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8" name="任意形状 117">
            <a:extLst>
              <a:ext uri="{FF2B5EF4-FFF2-40B4-BE49-F238E27FC236}">
                <a16:creationId xmlns:a16="http://schemas.microsoft.com/office/drawing/2014/main" id="{06346E70-BDA1-E283-9415-76CFAE95DE2A}"/>
              </a:ext>
            </a:extLst>
          </p:cNvPr>
          <p:cNvSpPr/>
          <p:nvPr/>
        </p:nvSpPr>
        <p:spPr>
          <a:xfrm flipV="1">
            <a:off x="4351554" y="1510583"/>
            <a:ext cx="653489" cy="17228"/>
          </a:xfrm>
          <a:custGeom>
            <a:avLst/>
            <a:gdLst>
              <a:gd name="csX0" fmla="*/ 0 w 653489"/>
              <a:gd name="csY0" fmla="*/ -401 h 17228"/>
              <a:gd name="csX1" fmla="*/ 636272 w 653489"/>
              <a:gd name="csY1" fmla="*/ -401 h 17228"/>
              <a:gd name="csX2" fmla="*/ 653489 w 653489"/>
              <a:gd name="csY2" fmla="*/ 16827 h 17228"/>
              <a:gd name="csX3" fmla="*/ 17122 w 653489"/>
              <a:gd name="csY3" fmla="*/ 16827 h 17228"/>
              <a:gd name="csX4" fmla="*/ 0 w 653489"/>
              <a:gd name="csY4" fmla="*/ -401 h 172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53489" h="17228">
                <a:moveTo>
                  <a:pt x="0" y="-401"/>
                </a:moveTo>
                <a:lnTo>
                  <a:pt x="636272" y="-401"/>
                </a:lnTo>
                <a:lnTo>
                  <a:pt x="653489" y="16827"/>
                </a:lnTo>
                <a:lnTo>
                  <a:pt x="17122" y="16827"/>
                </a:lnTo>
                <a:lnTo>
                  <a:pt x="0" y="-401"/>
                </a:lnTo>
                <a:close/>
              </a:path>
            </a:pathLst>
          </a:custGeom>
          <a:noFill/>
          <a:ln w="7134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9" name="任意形状 118">
            <a:extLst>
              <a:ext uri="{FF2B5EF4-FFF2-40B4-BE49-F238E27FC236}">
                <a16:creationId xmlns:a16="http://schemas.microsoft.com/office/drawing/2014/main" id="{FF9BE8B6-FCB3-37E1-0693-04D18E3DA322}"/>
              </a:ext>
            </a:extLst>
          </p:cNvPr>
          <p:cNvSpPr/>
          <p:nvPr/>
        </p:nvSpPr>
        <p:spPr>
          <a:xfrm flipV="1">
            <a:off x="4987826" y="1510583"/>
            <a:ext cx="17217" cy="274317"/>
          </a:xfrm>
          <a:custGeom>
            <a:avLst/>
            <a:gdLst>
              <a:gd name="csX0" fmla="*/ 0 w 17217"/>
              <a:gd name="csY0" fmla="*/ -374 h 274317"/>
              <a:gd name="csX1" fmla="*/ 17217 w 17217"/>
              <a:gd name="csY1" fmla="*/ 16759 h 274317"/>
              <a:gd name="csX2" fmla="*/ 17217 w 17217"/>
              <a:gd name="csY2" fmla="*/ 273944 h 274317"/>
              <a:gd name="csX3" fmla="*/ 0 w 17217"/>
              <a:gd name="csY3" fmla="*/ 256716 h 274317"/>
              <a:gd name="csX4" fmla="*/ 0 w 17217"/>
              <a:gd name="csY4" fmla="*/ -374 h 274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217" h="274317">
                <a:moveTo>
                  <a:pt x="0" y="-374"/>
                </a:moveTo>
                <a:lnTo>
                  <a:pt x="17217" y="16759"/>
                </a:lnTo>
                <a:lnTo>
                  <a:pt x="17217" y="273944"/>
                </a:lnTo>
                <a:lnTo>
                  <a:pt x="0" y="256716"/>
                </a:lnTo>
                <a:lnTo>
                  <a:pt x="0" y="-374"/>
                </a:lnTo>
                <a:close/>
              </a:path>
            </a:pathLst>
          </a:custGeom>
          <a:solidFill>
            <a:srgbClr val="B4D2EB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0" name="任意形状 119">
            <a:extLst>
              <a:ext uri="{FF2B5EF4-FFF2-40B4-BE49-F238E27FC236}">
                <a16:creationId xmlns:a16="http://schemas.microsoft.com/office/drawing/2014/main" id="{B2D284D8-2789-AAE0-E7CF-8C4533C6DDDE}"/>
              </a:ext>
            </a:extLst>
          </p:cNvPr>
          <p:cNvSpPr/>
          <p:nvPr/>
        </p:nvSpPr>
        <p:spPr>
          <a:xfrm flipV="1">
            <a:off x="4987826" y="1510583"/>
            <a:ext cx="17217" cy="274317"/>
          </a:xfrm>
          <a:custGeom>
            <a:avLst/>
            <a:gdLst>
              <a:gd name="csX0" fmla="*/ 0 w 17217"/>
              <a:gd name="csY0" fmla="*/ -374 h 274317"/>
              <a:gd name="csX1" fmla="*/ 17217 w 17217"/>
              <a:gd name="csY1" fmla="*/ 16759 h 274317"/>
              <a:gd name="csX2" fmla="*/ 17217 w 17217"/>
              <a:gd name="csY2" fmla="*/ 273944 h 274317"/>
              <a:gd name="csX3" fmla="*/ 0 w 17217"/>
              <a:gd name="csY3" fmla="*/ 256716 h 274317"/>
              <a:gd name="csX4" fmla="*/ 0 w 17217"/>
              <a:gd name="csY4" fmla="*/ -374 h 274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217" h="274317">
                <a:moveTo>
                  <a:pt x="0" y="-374"/>
                </a:moveTo>
                <a:lnTo>
                  <a:pt x="17217" y="16759"/>
                </a:lnTo>
                <a:lnTo>
                  <a:pt x="17217" y="273944"/>
                </a:lnTo>
                <a:lnTo>
                  <a:pt x="0" y="256716"/>
                </a:lnTo>
                <a:lnTo>
                  <a:pt x="0" y="-374"/>
                </a:lnTo>
                <a:close/>
              </a:path>
            </a:pathLst>
          </a:custGeom>
          <a:noFill/>
          <a:ln w="7134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1" name="任意形状 120">
            <a:extLst>
              <a:ext uri="{FF2B5EF4-FFF2-40B4-BE49-F238E27FC236}">
                <a16:creationId xmlns:a16="http://schemas.microsoft.com/office/drawing/2014/main" id="{1DF8BB1F-E2D4-FFE9-3ADF-4976A8ED7A7A}"/>
              </a:ext>
            </a:extLst>
          </p:cNvPr>
          <p:cNvSpPr/>
          <p:nvPr/>
        </p:nvSpPr>
        <p:spPr>
          <a:xfrm flipV="1">
            <a:off x="4351554" y="1527792"/>
            <a:ext cx="636348" cy="257108"/>
          </a:xfrm>
          <a:custGeom>
            <a:avLst/>
            <a:gdLst>
              <a:gd name="csX0" fmla="*/ 0 w 636348"/>
              <a:gd name="csY0" fmla="*/ -372 h 257108"/>
              <a:gd name="csX1" fmla="*/ 636348 w 636348"/>
              <a:gd name="csY1" fmla="*/ -372 h 257108"/>
              <a:gd name="csX2" fmla="*/ 636348 w 636348"/>
              <a:gd name="csY2" fmla="*/ 256737 h 257108"/>
              <a:gd name="csX3" fmla="*/ 0 w 636348"/>
              <a:gd name="csY3" fmla="*/ 256737 h 257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6348" h="257108">
                <a:moveTo>
                  <a:pt x="0" y="-372"/>
                </a:moveTo>
                <a:lnTo>
                  <a:pt x="636348" y="-372"/>
                </a:lnTo>
                <a:lnTo>
                  <a:pt x="636348" y="256737"/>
                </a:lnTo>
                <a:lnTo>
                  <a:pt x="0" y="256737"/>
                </a:lnTo>
                <a:close/>
              </a:path>
            </a:pathLst>
          </a:custGeom>
          <a:solidFill>
            <a:srgbClr val="DEEBF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" name="任意形状 121">
            <a:extLst>
              <a:ext uri="{FF2B5EF4-FFF2-40B4-BE49-F238E27FC236}">
                <a16:creationId xmlns:a16="http://schemas.microsoft.com/office/drawing/2014/main" id="{830E67C1-1347-EC67-BF4E-E3EF48AC58CB}"/>
              </a:ext>
            </a:extLst>
          </p:cNvPr>
          <p:cNvSpPr/>
          <p:nvPr/>
        </p:nvSpPr>
        <p:spPr>
          <a:xfrm flipV="1">
            <a:off x="4351554" y="1527792"/>
            <a:ext cx="636348" cy="257108"/>
          </a:xfrm>
          <a:custGeom>
            <a:avLst/>
            <a:gdLst>
              <a:gd name="csX0" fmla="*/ 0 w 636348"/>
              <a:gd name="csY0" fmla="*/ -372 h 257108"/>
              <a:gd name="csX1" fmla="*/ 636348 w 636348"/>
              <a:gd name="csY1" fmla="*/ -372 h 257108"/>
              <a:gd name="csX2" fmla="*/ 636348 w 636348"/>
              <a:gd name="csY2" fmla="*/ 256737 h 257108"/>
              <a:gd name="csX3" fmla="*/ 0 w 636348"/>
              <a:gd name="csY3" fmla="*/ 256737 h 257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6348" h="257108">
                <a:moveTo>
                  <a:pt x="0" y="-372"/>
                </a:moveTo>
                <a:lnTo>
                  <a:pt x="636348" y="-372"/>
                </a:lnTo>
                <a:lnTo>
                  <a:pt x="636348" y="256737"/>
                </a:lnTo>
                <a:lnTo>
                  <a:pt x="0" y="256737"/>
                </a:lnTo>
                <a:close/>
              </a:path>
            </a:pathLst>
          </a:custGeom>
          <a:noFill/>
          <a:ln w="7134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3" name="任意形状 122">
            <a:extLst>
              <a:ext uri="{FF2B5EF4-FFF2-40B4-BE49-F238E27FC236}">
                <a16:creationId xmlns:a16="http://schemas.microsoft.com/office/drawing/2014/main" id="{6BC113CF-4A19-2DA6-2E0E-974F14962414}"/>
              </a:ext>
            </a:extLst>
          </p:cNvPr>
          <p:cNvSpPr/>
          <p:nvPr/>
        </p:nvSpPr>
        <p:spPr>
          <a:xfrm flipV="1">
            <a:off x="2627258" y="1925582"/>
            <a:ext cx="701904" cy="331141"/>
          </a:xfrm>
          <a:custGeom>
            <a:avLst/>
            <a:gdLst>
              <a:gd name="csX0" fmla="*/ 0 w 701904"/>
              <a:gd name="csY0" fmla="*/ 20469 h 331141"/>
              <a:gd name="csX1" fmla="*/ 6881 w 701904"/>
              <a:gd name="csY1" fmla="*/ -281 h 331141"/>
              <a:gd name="csX2" fmla="*/ 695027 w 701904"/>
              <a:gd name="csY2" fmla="*/ -281 h 331141"/>
              <a:gd name="csX3" fmla="*/ 701904 w 701904"/>
              <a:gd name="csY3" fmla="*/ 20469 h 331141"/>
              <a:gd name="csX4" fmla="*/ 701904 w 701904"/>
              <a:gd name="csY4" fmla="*/ 310207 h 331141"/>
              <a:gd name="csX5" fmla="*/ 695027 w 701904"/>
              <a:gd name="csY5" fmla="*/ 330861 h 331141"/>
              <a:gd name="csX6" fmla="*/ 6881 w 701904"/>
              <a:gd name="csY6" fmla="*/ 330861 h 331141"/>
              <a:gd name="csX7" fmla="*/ 0 w 701904"/>
              <a:gd name="csY7" fmla="*/ 310207 h 331141"/>
              <a:gd name="csX8" fmla="*/ 0 w 701904"/>
              <a:gd name="csY8" fmla="*/ 20469 h 3311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01904" h="331141">
                <a:moveTo>
                  <a:pt x="0" y="20469"/>
                </a:moveTo>
                <a:cubicBezTo>
                  <a:pt x="0" y="8952"/>
                  <a:pt x="3081" y="-281"/>
                  <a:pt x="6881" y="-281"/>
                </a:cubicBezTo>
                <a:lnTo>
                  <a:pt x="695027" y="-281"/>
                </a:lnTo>
                <a:cubicBezTo>
                  <a:pt x="698832" y="-281"/>
                  <a:pt x="701904" y="8952"/>
                  <a:pt x="701904" y="20469"/>
                </a:cubicBezTo>
                <a:lnTo>
                  <a:pt x="701904" y="310207"/>
                </a:lnTo>
                <a:cubicBezTo>
                  <a:pt x="701904" y="321629"/>
                  <a:pt x="698832" y="330861"/>
                  <a:pt x="695027" y="330861"/>
                </a:cubicBezTo>
                <a:lnTo>
                  <a:pt x="6881" y="330861"/>
                </a:lnTo>
                <a:cubicBezTo>
                  <a:pt x="3081" y="330861"/>
                  <a:pt x="0" y="321629"/>
                  <a:pt x="0" y="310207"/>
                </a:cubicBezTo>
                <a:lnTo>
                  <a:pt x="0" y="20469"/>
                </a:lnTo>
                <a:close/>
              </a:path>
            </a:pathLst>
          </a:custGeom>
          <a:solidFill>
            <a:srgbClr val="DEEBF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4" name="任意形状 123">
            <a:extLst>
              <a:ext uri="{FF2B5EF4-FFF2-40B4-BE49-F238E27FC236}">
                <a16:creationId xmlns:a16="http://schemas.microsoft.com/office/drawing/2014/main" id="{9F441CEB-5ACC-9DF3-75D2-7C5E59A2B4DF}"/>
              </a:ext>
            </a:extLst>
          </p:cNvPr>
          <p:cNvSpPr/>
          <p:nvPr/>
        </p:nvSpPr>
        <p:spPr>
          <a:xfrm flipV="1">
            <a:off x="2627258" y="1925582"/>
            <a:ext cx="701904" cy="331141"/>
          </a:xfrm>
          <a:custGeom>
            <a:avLst/>
            <a:gdLst>
              <a:gd name="csX0" fmla="*/ 0 w 701904"/>
              <a:gd name="csY0" fmla="*/ 20469 h 331141"/>
              <a:gd name="csX1" fmla="*/ 6881 w 701904"/>
              <a:gd name="csY1" fmla="*/ -281 h 331141"/>
              <a:gd name="csX2" fmla="*/ 695027 w 701904"/>
              <a:gd name="csY2" fmla="*/ -281 h 331141"/>
              <a:gd name="csX3" fmla="*/ 701904 w 701904"/>
              <a:gd name="csY3" fmla="*/ 20469 h 331141"/>
              <a:gd name="csX4" fmla="*/ 701904 w 701904"/>
              <a:gd name="csY4" fmla="*/ 310207 h 331141"/>
              <a:gd name="csX5" fmla="*/ 695027 w 701904"/>
              <a:gd name="csY5" fmla="*/ 330861 h 331141"/>
              <a:gd name="csX6" fmla="*/ 6881 w 701904"/>
              <a:gd name="csY6" fmla="*/ 330861 h 331141"/>
              <a:gd name="csX7" fmla="*/ 0 w 701904"/>
              <a:gd name="csY7" fmla="*/ 310207 h 331141"/>
              <a:gd name="csX8" fmla="*/ 0 w 701904"/>
              <a:gd name="csY8" fmla="*/ 20469 h 3311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01904" h="331141">
                <a:moveTo>
                  <a:pt x="0" y="20469"/>
                </a:moveTo>
                <a:cubicBezTo>
                  <a:pt x="0" y="8952"/>
                  <a:pt x="3081" y="-281"/>
                  <a:pt x="6881" y="-281"/>
                </a:cubicBezTo>
                <a:lnTo>
                  <a:pt x="695027" y="-281"/>
                </a:lnTo>
                <a:cubicBezTo>
                  <a:pt x="698832" y="-281"/>
                  <a:pt x="701904" y="8952"/>
                  <a:pt x="701904" y="20469"/>
                </a:cubicBezTo>
                <a:lnTo>
                  <a:pt x="701904" y="310207"/>
                </a:lnTo>
                <a:cubicBezTo>
                  <a:pt x="701904" y="321629"/>
                  <a:pt x="698832" y="330861"/>
                  <a:pt x="695027" y="330861"/>
                </a:cubicBezTo>
                <a:lnTo>
                  <a:pt x="6881" y="330861"/>
                </a:lnTo>
                <a:cubicBezTo>
                  <a:pt x="3081" y="330861"/>
                  <a:pt x="0" y="321629"/>
                  <a:pt x="0" y="310207"/>
                </a:cubicBezTo>
                <a:lnTo>
                  <a:pt x="0" y="20469"/>
                </a:lnTo>
                <a:close/>
              </a:path>
            </a:pathLst>
          </a:custGeom>
          <a:noFill/>
          <a:ln w="10701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5" name="任意形状 124">
            <a:extLst>
              <a:ext uri="{FF2B5EF4-FFF2-40B4-BE49-F238E27FC236}">
                <a16:creationId xmlns:a16="http://schemas.microsoft.com/office/drawing/2014/main" id="{935F4655-EDCF-1ECC-C0C6-64FFB2F23A19}"/>
              </a:ext>
            </a:extLst>
          </p:cNvPr>
          <p:cNvSpPr/>
          <p:nvPr/>
        </p:nvSpPr>
        <p:spPr>
          <a:xfrm flipV="1">
            <a:off x="3485838" y="1923392"/>
            <a:ext cx="1522915" cy="344563"/>
          </a:xfrm>
          <a:custGeom>
            <a:avLst/>
            <a:gdLst>
              <a:gd name="csX0" fmla="*/ 0 w 1522915"/>
              <a:gd name="csY0" fmla="*/ 21232 h 344563"/>
              <a:gd name="csX1" fmla="*/ 14934 w 1522915"/>
              <a:gd name="csY1" fmla="*/ -280 h 344563"/>
              <a:gd name="csX2" fmla="*/ 1507981 w 1522915"/>
              <a:gd name="csY2" fmla="*/ -280 h 344563"/>
              <a:gd name="csX3" fmla="*/ 1522915 w 1522915"/>
              <a:gd name="csY3" fmla="*/ 21232 h 344563"/>
              <a:gd name="csX4" fmla="*/ 1522915 w 1522915"/>
              <a:gd name="csY4" fmla="*/ 322772 h 344563"/>
              <a:gd name="csX5" fmla="*/ 1507981 w 1522915"/>
              <a:gd name="csY5" fmla="*/ 344283 h 344563"/>
              <a:gd name="csX6" fmla="*/ 14934 w 1522915"/>
              <a:gd name="csY6" fmla="*/ 344283 h 344563"/>
              <a:gd name="csX7" fmla="*/ 0 w 1522915"/>
              <a:gd name="csY7" fmla="*/ 322772 h 344563"/>
              <a:gd name="csX8" fmla="*/ 0 w 1522915"/>
              <a:gd name="csY8" fmla="*/ 21232 h 3445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22915" h="344563">
                <a:moveTo>
                  <a:pt x="0" y="21232"/>
                </a:moveTo>
                <a:cubicBezTo>
                  <a:pt x="0" y="9334"/>
                  <a:pt x="6687" y="-280"/>
                  <a:pt x="14934" y="-280"/>
                </a:cubicBezTo>
                <a:lnTo>
                  <a:pt x="1507981" y="-280"/>
                </a:lnTo>
                <a:cubicBezTo>
                  <a:pt x="1516161" y="-280"/>
                  <a:pt x="1522915" y="9334"/>
                  <a:pt x="1522915" y="21232"/>
                </a:cubicBezTo>
                <a:lnTo>
                  <a:pt x="1522915" y="322772"/>
                </a:lnTo>
                <a:cubicBezTo>
                  <a:pt x="1522915" y="334670"/>
                  <a:pt x="1516161" y="344283"/>
                  <a:pt x="1507981" y="344283"/>
                </a:cubicBezTo>
                <a:lnTo>
                  <a:pt x="14934" y="344283"/>
                </a:lnTo>
                <a:cubicBezTo>
                  <a:pt x="6687" y="344283"/>
                  <a:pt x="0" y="334670"/>
                  <a:pt x="0" y="322772"/>
                </a:cubicBezTo>
                <a:lnTo>
                  <a:pt x="0" y="21232"/>
                </a:lnTo>
                <a:close/>
              </a:path>
            </a:pathLst>
          </a:custGeom>
          <a:solidFill>
            <a:srgbClr val="DEEBF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6" name="任意形状 125">
            <a:extLst>
              <a:ext uri="{FF2B5EF4-FFF2-40B4-BE49-F238E27FC236}">
                <a16:creationId xmlns:a16="http://schemas.microsoft.com/office/drawing/2014/main" id="{A6B946C6-6EEC-2452-544A-87E1667485AB}"/>
              </a:ext>
            </a:extLst>
          </p:cNvPr>
          <p:cNvSpPr/>
          <p:nvPr/>
        </p:nvSpPr>
        <p:spPr>
          <a:xfrm flipV="1">
            <a:off x="3485838" y="1923392"/>
            <a:ext cx="1522915" cy="344563"/>
          </a:xfrm>
          <a:custGeom>
            <a:avLst/>
            <a:gdLst>
              <a:gd name="csX0" fmla="*/ 0 w 1522915"/>
              <a:gd name="csY0" fmla="*/ 21232 h 344563"/>
              <a:gd name="csX1" fmla="*/ 14934 w 1522915"/>
              <a:gd name="csY1" fmla="*/ -280 h 344563"/>
              <a:gd name="csX2" fmla="*/ 1507981 w 1522915"/>
              <a:gd name="csY2" fmla="*/ -280 h 344563"/>
              <a:gd name="csX3" fmla="*/ 1522915 w 1522915"/>
              <a:gd name="csY3" fmla="*/ 21232 h 344563"/>
              <a:gd name="csX4" fmla="*/ 1522915 w 1522915"/>
              <a:gd name="csY4" fmla="*/ 322772 h 344563"/>
              <a:gd name="csX5" fmla="*/ 1507981 w 1522915"/>
              <a:gd name="csY5" fmla="*/ 344283 h 344563"/>
              <a:gd name="csX6" fmla="*/ 14934 w 1522915"/>
              <a:gd name="csY6" fmla="*/ 344283 h 344563"/>
              <a:gd name="csX7" fmla="*/ 0 w 1522915"/>
              <a:gd name="csY7" fmla="*/ 322772 h 344563"/>
              <a:gd name="csX8" fmla="*/ 0 w 1522915"/>
              <a:gd name="csY8" fmla="*/ 21232 h 3445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22915" h="344563">
                <a:moveTo>
                  <a:pt x="0" y="21232"/>
                </a:moveTo>
                <a:cubicBezTo>
                  <a:pt x="0" y="9334"/>
                  <a:pt x="6687" y="-280"/>
                  <a:pt x="14934" y="-280"/>
                </a:cubicBezTo>
                <a:lnTo>
                  <a:pt x="1507981" y="-280"/>
                </a:lnTo>
                <a:cubicBezTo>
                  <a:pt x="1516161" y="-280"/>
                  <a:pt x="1522915" y="9334"/>
                  <a:pt x="1522915" y="21232"/>
                </a:cubicBezTo>
                <a:lnTo>
                  <a:pt x="1522915" y="322772"/>
                </a:lnTo>
                <a:cubicBezTo>
                  <a:pt x="1522915" y="334670"/>
                  <a:pt x="1516161" y="344283"/>
                  <a:pt x="1507981" y="344283"/>
                </a:cubicBezTo>
                <a:lnTo>
                  <a:pt x="14934" y="344283"/>
                </a:lnTo>
                <a:cubicBezTo>
                  <a:pt x="6687" y="344283"/>
                  <a:pt x="0" y="334670"/>
                  <a:pt x="0" y="322772"/>
                </a:cubicBezTo>
                <a:lnTo>
                  <a:pt x="0" y="21232"/>
                </a:lnTo>
                <a:close/>
              </a:path>
            </a:pathLst>
          </a:custGeom>
          <a:noFill/>
          <a:ln w="10701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任意形状 126">
            <a:extLst>
              <a:ext uri="{FF2B5EF4-FFF2-40B4-BE49-F238E27FC236}">
                <a16:creationId xmlns:a16="http://schemas.microsoft.com/office/drawing/2014/main" id="{9C30435D-F89F-0EFA-09C6-ECB3CAB6818B}"/>
              </a:ext>
            </a:extLst>
          </p:cNvPr>
          <p:cNvSpPr/>
          <p:nvPr/>
        </p:nvSpPr>
        <p:spPr>
          <a:xfrm flipV="1">
            <a:off x="2591779" y="2459273"/>
            <a:ext cx="2463107" cy="390917"/>
          </a:xfrm>
          <a:custGeom>
            <a:avLst/>
            <a:gdLst>
              <a:gd name="csX0" fmla="*/ 0 w 2463107"/>
              <a:gd name="csY0" fmla="*/ 24300 h 390917"/>
              <a:gd name="csX1" fmla="*/ 24148 w 2463107"/>
              <a:gd name="csY1" fmla="*/ -162 h 390917"/>
              <a:gd name="csX2" fmla="*/ 2438947 w 2463107"/>
              <a:gd name="csY2" fmla="*/ -162 h 390917"/>
              <a:gd name="csX3" fmla="*/ 2463108 w 2463107"/>
              <a:gd name="csY3" fmla="*/ 24300 h 390917"/>
              <a:gd name="csX4" fmla="*/ 2463108 w 2463107"/>
              <a:gd name="csY4" fmla="*/ 366293 h 390917"/>
              <a:gd name="csX5" fmla="*/ 2438947 w 2463107"/>
              <a:gd name="csY5" fmla="*/ 390755 h 390917"/>
              <a:gd name="csX6" fmla="*/ 24148 w 2463107"/>
              <a:gd name="csY6" fmla="*/ 390755 h 390917"/>
              <a:gd name="csX7" fmla="*/ 0 w 2463107"/>
              <a:gd name="csY7" fmla="*/ 366293 h 390917"/>
              <a:gd name="csX8" fmla="*/ 0 w 2463107"/>
              <a:gd name="csY8" fmla="*/ 24300 h 390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63107" h="390917">
                <a:moveTo>
                  <a:pt x="0" y="24300"/>
                </a:moveTo>
                <a:cubicBezTo>
                  <a:pt x="0" y="10784"/>
                  <a:pt x="10812" y="-162"/>
                  <a:pt x="24148" y="-162"/>
                </a:cubicBezTo>
                <a:lnTo>
                  <a:pt x="2438947" y="-162"/>
                </a:lnTo>
                <a:cubicBezTo>
                  <a:pt x="2452264" y="-162"/>
                  <a:pt x="2463108" y="10784"/>
                  <a:pt x="2463108" y="24300"/>
                </a:cubicBezTo>
                <a:lnTo>
                  <a:pt x="2463108" y="366293"/>
                </a:lnTo>
                <a:cubicBezTo>
                  <a:pt x="2463108" y="379809"/>
                  <a:pt x="2452264" y="390755"/>
                  <a:pt x="2438947" y="390755"/>
                </a:cubicBezTo>
                <a:lnTo>
                  <a:pt x="24148" y="390755"/>
                </a:lnTo>
                <a:cubicBezTo>
                  <a:pt x="10812" y="390755"/>
                  <a:pt x="0" y="379809"/>
                  <a:pt x="0" y="366293"/>
                </a:cubicBezTo>
                <a:lnTo>
                  <a:pt x="0" y="24300"/>
                </a:lnTo>
                <a:close/>
              </a:path>
            </a:pathLst>
          </a:custGeom>
          <a:solidFill>
            <a:srgbClr val="DEEBF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8" name="任意形状 127">
            <a:extLst>
              <a:ext uri="{FF2B5EF4-FFF2-40B4-BE49-F238E27FC236}">
                <a16:creationId xmlns:a16="http://schemas.microsoft.com/office/drawing/2014/main" id="{68460AF3-3C70-ABC3-597E-7A16A9FD1BDD}"/>
              </a:ext>
            </a:extLst>
          </p:cNvPr>
          <p:cNvSpPr/>
          <p:nvPr/>
        </p:nvSpPr>
        <p:spPr>
          <a:xfrm flipV="1">
            <a:off x="2591779" y="2459273"/>
            <a:ext cx="2463107" cy="390917"/>
          </a:xfrm>
          <a:custGeom>
            <a:avLst/>
            <a:gdLst>
              <a:gd name="csX0" fmla="*/ 0 w 2463107"/>
              <a:gd name="csY0" fmla="*/ 24300 h 390917"/>
              <a:gd name="csX1" fmla="*/ 24148 w 2463107"/>
              <a:gd name="csY1" fmla="*/ -162 h 390917"/>
              <a:gd name="csX2" fmla="*/ 2438947 w 2463107"/>
              <a:gd name="csY2" fmla="*/ -162 h 390917"/>
              <a:gd name="csX3" fmla="*/ 2463108 w 2463107"/>
              <a:gd name="csY3" fmla="*/ 24300 h 390917"/>
              <a:gd name="csX4" fmla="*/ 2463108 w 2463107"/>
              <a:gd name="csY4" fmla="*/ 366293 h 390917"/>
              <a:gd name="csX5" fmla="*/ 2438947 w 2463107"/>
              <a:gd name="csY5" fmla="*/ 390755 h 390917"/>
              <a:gd name="csX6" fmla="*/ 24148 w 2463107"/>
              <a:gd name="csY6" fmla="*/ 390755 h 390917"/>
              <a:gd name="csX7" fmla="*/ 0 w 2463107"/>
              <a:gd name="csY7" fmla="*/ 366293 h 390917"/>
              <a:gd name="csX8" fmla="*/ 0 w 2463107"/>
              <a:gd name="csY8" fmla="*/ 24300 h 390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63107" h="390917">
                <a:moveTo>
                  <a:pt x="0" y="24300"/>
                </a:moveTo>
                <a:cubicBezTo>
                  <a:pt x="0" y="10784"/>
                  <a:pt x="10812" y="-162"/>
                  <a:pt x="24148" y="-162"/>
                </a:cubicBezTo>
                <a:lnTo>
                  <a:pt x="2438947" y="-162"/>
                </a:lnTo>
                <a:cubicBezTo>
                  <a:pt x="2452264" y="-162"/>
                  <a:pt x="2463108" y="10784"/>
                  <a:pt x="2463108" y="24300"/>
                </a:cubicBezTo>
                <a:lnTo>
                  <a:pt x="2463108" y="366293"/>
                </a:lnTo>
                <a:cubicBezTo>
                  <a:pt x="2463108" y="379809"/>
                  <a:pt x="2452264" y="390755"/>
                  <a:pt x="2438947" y="390755"/>
                </a:cubicBezTo>
                <a:lnTo>
                  <a:pt x="24148" y="390755"/>
                </a:lnTo>
                <a:cubicBezTo>
                  <a:pt x="10812" y="390755"/>
                  <a:pt x="0" y="379809"/>
                  <a:pt x="0" y="366293"/>
                </a:cubicBezTo>
                <a:lnTo>
                  <a:pt x="0" y="24300"/>
                </a:lnTo>
                <a:close/>
              </a:path>
            </a:pathLst>
          </a:custGeom>
          <a:noFill/>
          <a:ln w="10701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9" name="任意形状 128">
            <a:extLst>
              <a:ext uri="{FF2B5EF4-FFF2-40B4-BE49-F238E27FC236}">
                <a16:creationId xmlns:a16="http://schemas.microsoft.com/office/drawing/2014/main" id="{E6C18EFF-2975-0894-93C5-791E128994A2}"/>
              </a:ext>
            </a:extLst>
          </p:cNvPr>
          <p:cNvSpPr/>
          <p:nvPr/>
        </p:nvSpPr>
        <p:spPr>
          <a:xfrm flipV="1">
            <a:off x="2684710" y="2495633"/>
            <a:ext cx="613499" cy="290213"/>
          </a:xfrm>
          <a:custGeom>
            <a:avLst/>
            <a:gdLst>
              <a:gd name="csX0" fmla="*/ 0 w 613499"/>
              <a:gd name="csY0" fmla="*/ 17920 h 290213"/>
              <a:gd name="csX1" fmla="*/ 6012 w 613499"/>
              <a:gd name="csY1" fmla="*/ -165 h 290213"/>
              <a:gd name="csX2" fmla="*/ 607479 w 613499"/>
              <a:gd name="csY2" fmla="*/ -165 h 290213"/>
              <a:gd name="csX3" fmla="*/ 613500 w 613499"/>
              <a:gd name="csY3" fmla="*/ 17920 h 290213"/>
              <a:gd name="csX4" fmla="*/ 613500 w 613499"/>
              <a:gd name="csY4" fmla="*/ 271868 h 290213"/>
              <a:gd name="csX5" fmla="*/ 607479 w 613499"/>
              <a:gd name="csY5" fmla="*/ 290048 h 290213"/>
              <a:gd name="csX6" fmla="*/ 6012 w 613499"/>
              <a:gd name="csY6" fmla="*/ 290048 h 290213"/>
              <a:gd name="csX7" fmla="*/ 0 w 613499"/>
              <a:gd name="csY7" fmla="*/ 271868 h 290213"/>
              <a:gd name="csX8" fmla="*/ 0 w 613499"/>
              <a:gd name="csY8" fmla="*/ 17920 h 290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13499" h="290213">
                <a:moveTo>
                  <a:pt x="0" y="17920"/>
                </a:moveTo>
                <a:cubicBezTo>
                  <a:pt x="0" y="7925"/>
                  <a:pt x="2692" y="-165"/>
                  <a:pt x="6012" y="-165"/>
                </a:cubicBezTo>
                <a:lnTo>
                  <a:pt x="607479" y="-165"/>
                </a:lnTo>
                <a:cubicBezTo>
                  <a:pt x="610808" y="-165"/>
                  <a:pt x="613500" y="7925"/>
                  <a:pt x="613500" y="17920"/>
                </a:cubicBezTo>
                <a:lnTo>
                  <a:pt x="613500" y="271868"/>
                </a:lnTo>
                <a:cubicBezTo>
                  <a:pt x="613500" y="281958"/>
                  <a:pt x="610808" y="290048"/>
                  <a:pt x="607479" y="290048"/>
                </a:cubicBezTo>
                <a:lnTo>
                  <a:pt x="6012" y="290048"/>
                </a:lnTo>
                <a:cubicBezTo>
                  <a:pt x="2692" y="290048"/>
                  <a:pt x="0" y="281958"/>
                  <a:pt x="0" y="271868"/>
                </a:cubicBezTo>
                <a:lnTo>
                  <a:pt x="0" y="17920"/>
                </a:lnTo>
                <a:close/>
              </a:path>
            </a:pathLst>
          </a:custGeom>
          <a:solidFill>
            <a:srgbClr val="BDD7EE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0" name="任意形状 129">
            <a:extLst>
              <a:ext uri="{FF2B5EF4-FFF2-40B4-BE49-F238E27FC236}">
                <a16:creationId xmlns:a16="http://schemas.microsoft.com/office/drawing/2014/main" id="{C4343A81-EDA7-FBDF-F264-C80683F1D45D}"/>
              </a:ext>
            </a:extLst>
          </p:cNvPr>
          <p:cNvSpPr/>
          <p:nvPr/>
        </p:nvSpPr>
        <p:spPr>
          <a:xfrm flipV="1">
            <a:off x="2684710" y="2495633"/>
            <a:ext cx="613499" cy="290213"/>
          </a:xfrm>
          <a:custGeom>
            <a:avLst/>
            <a:gdLst>
              <a:gd name="csX0" fmla="*/ 0 w 613499"/>
              <a:gd name="csY0" fmla="*/ 17920 h 290213"/>
              <a:gd name="csX1" fmla="*/ 6012 w 613499"/>
              <a:gd name="csY1" fmla="*/ -165 h 290213"/>
              <a:gd name="csX2" fmla="*/ 607479 w 613499"/>
              <a:gd name="csY2" fmla="*/ -165 h 290213"/>
              <a:gd name="csX3" fmla="*/ 613500 w 613499"/>
              <a:gd name="csY3" fmla="*/ 17920 h 290213"/>
              <a:gd name="csX4" fmla="*/ 613500 w 613499"/>
              <a:gd name="csY4" fmla="*/ 271868 h 290213"/>
              <a:gd name="csX5" fmla="*/ 607479 w 613499"/>
              <a:gd name="csY5" fmla="*/ 290048 h 290213"/>
              <a:gd name="csX6" fmla="*/ 6012 w 613499"/>
              <a:gd name="csY6" fmla="*/ 290048 h 290213"/>
              <a:gd name="csX7" fmla="*/ 0 w 613499"/>
              <a:gd name="csY7" fmla="*/ 271868 h 290213"/>
              <a:gd name="csX8" fmla="*/ 0 w 613499"/>
              <a:gd name="csY8" fmla="*/ 17920 h 290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13499" h="290213">
                <a:moveTo>
                  <a:pt x="0" y="17920"/>
                </a:moveTo>
                <a:cubicBezTo>
                  <a:pt x="0" y="7925"/>
                  <a:pt x="2692" y="-165"/>
                  <a:pt x="6012" y="-165"/>
                </a:cubicBezTo>
                <a:lnTo>
                  <a:pt x="607479" y="-165"/>
                </a:lnTo>
                <a:cubicBezTo>
                  <a:pt x="610808" y="-165"/>
                  <a:pt x="613500" y="7925"/>
                  <a:pt x="613500" y="17920"/>
                </a:cubicBezTo>
                <a:lnTo>
                  <a:pt x="613500" y="271868"/>
                </a:lnTo>
                <a:cubicBezTo>
                  <a:pt x="613500" y="281958"/>
                  <a:pt x="610808" y="290048"/>
                  <a:pt x="607479" y="290048"/>
                </a:cubicBezTo>
                <a:lnTo>
                  <a:pt x="6012" y="290048"/>
                </a:lnTo>
                <a:cubicBezTo>
                  <a:pt x="2692" y="290048"/>
                  <a:pt x="0" y="281958"/>
                  <a:pt x="0" y="271868"/>
                </a:cubicBezTo>
                <a:lnTo>
                  <a:pt x="0" y="17920"/>
                </a:lnTo>
                <a:close/>
              </a:path>
            </a:pathLst>
          </a:custGeom>
          <a:noFill/>
          <a:ln w="10701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1" name="任意形状 130">
            <a:extLst>
              <a:ext uri="{FF2B5EF4-FFF2-40B4-BE49-F238E27FC236}">
                <a16:creationId xmlns:a16="http://schemas.microsoft.com/office/drawing/2014/main" id="{82F0C704-0392-C5C5-8663-E80D47FA790A}"/>
              </a:ext>
            </a:extLst>
          </p:cNvPr>
          <p:cNvSpPr/>
          <p:nvPr/>
        </p:nvSpPr>
        <p:spPr>
          <a:xfrm flipV="1">
            <a:off x="3590387" y="2495633"/>
            <a:ext cx="537345" cy="290213"/>
          </a:xfrm>
          <a:custGeom>
            <a:avLst/>
            <a:gdLst>
              <a:gd name="csX0" fmla="*/ 0 w 537345"/>
              <a:gd name="csY0" fmla="*/ 17920 h 290213"/>
              <a:gd name="csX1" fmla="*/ 5327 w 537345"/>
              <a:gd name="csY1" fmla="*/ -165 h 290213"/>
              <a:gd name="csX2" fmla="*/ 532018 w 537345"/>
              <a:gd name="csY2" fmla="*/ -165 h 290213"/>
              <a:gd name="csX3" fmla="*/ 537345 w 537345"/>
              <a:gd name="csY3" fmla="*/ 17920 h 290213"/>
              <a:gd name="csX4" fmla="*/ 537345 w 537345"/>
              <a:gd name="csY4" fmla="*/ 271868 h 290213"/>
              <a:gd name="csX5" fmla="*/ 532018 w 537345"/>
              <a:gd name="csY5" fmla="*/ 290048 h 290213"/>
              <a:gd name="csX6" fmla="*/ 5327 w 537345"/>
              <a:gd name="csY6" fmla="*/ 290048 h 290213"/>
              <a:gd name="csX7" fmla="*/ 0 w 537345"/>
              <a:gd name="csY7" fmla="*/ 271868 h 290213"/>
              <a:gd name="csX8" fmla="*/ 0 w 537345"/>
              <a:gd name="csY8" fmla="*/ 17920 h 290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37345" h="290213">
                <a:moveTo>
                  <a:pt x="0" y="17920"/>
                </a:moveTo>
                <a:cubicBezTo>
                  <a:pt x="0" y="7925"/>
                  <a:pt x="2378" y="-165"/>
                  <a:pt x="5327" y="-165"/>
                </a:cubicBezTo>
                <a:lnTo>
                  <a:pt x="532018" y="-165"/>
                </a:lnTo>
                <a:cubicBezTo>
                  <a:pt x="534967" y="-165"/>
                  <a:pt x="537345" y="7925"/>
                  <a:pt x="537345" y="17920"/>
                </a:cubicBezTo>
                <a:lnTo>
                  <a:pt x="537345" y="271868"/>
                </a:lnTo>
                <a:cubicBezTo>
                  <a:pt x="537345" y="281958"/>
                  <a:pt x="534967" y="290048"/>
                  <a:pt x="532018" y="290048"/>
                </a:cubicBezTo>
                <a:lnTo>
                  <a:pt x="5327" y="290048"/>
                </a:lnTo>
                <a:cubicBezTo>
                  <a:pt x="2378" y="290048"/>
                  <a:pt x="0" y="281958"/>
                  <a:pt x="0" y="271868"/>
                </a:cubicBezTo>
                <a:lnTo>
                  <a:pt x="0" y="17920"/>
                </a:lnTo>
                <a:close/>
              </a:path>
            </a:pathLst>
          </a:custGeom>
          <a:solidFill>
            <a:srgbClr val="BDD7EE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2" name="任意形状 131">
            <a:extLst>
              <a:ext uri="{FF2B5EF4-FFF2-40B4-BE49-F238E27FC236}">
                <a16:creationId xmlns:a16="http://schemas.microsoft.com/office/drawing/2014/main" id="{28EAB6CE-D029-7F66-496F-94EDF82529AF}"/>
              </a:ext>
            </a:extLst>
          </p:cNvPr>
          <p:cNvSpPr/>
          <p:nvPr/>
        </p:nvSpPr>
        <p:spPr>
          <a:xfrm flipV="1">
            <a:off x="3590387" y="2495633"/>
            <a:ext cx="537345" cy="290213"/>
          </a:xfrm>
          <a:custGeom>
            <a:avLst/>
            <a:gdLst>
              <a:gd name="csX0" fmla="*/ 0 w 537345"/>
              <a:gd name="csY0" fmla="*/ 17920 h 290213"/>
              <a:gd name="csX1" fmla="*/ 5327 w 537345"/>
              <a:gd name="csY1" fmla="*/ -165 h 290213"/>
              <a:gd name="csX2" fmla="*/ 532018 w 537345"/>
              <a:gd name="csY2" fmla="*/ -165 h 290213"/>
              <a:gd name="csX3" fmla="*/ 537345 w 537345"/>
              <a:gd name="csY3" fmla="*/ 17920 h 290213"/>
              <a:gd name="csX4" fmla="*/ 537345 w 537345"/>
              <a:gd name="csY4" fmla="*/ 271868 h 290213"/>
              <a:gd name="csX5" fmla="*/ 532018 w 537345"/>
              <a:gd name="csY5" fmla="*/ 290048 h 290213"/>
              <a:gd name="csX6" fmla="*/ 5327 w 537345"/>
              <a:gd name="csY6" fmla="*/ 290048 h 290213"/>
              <a:gd name="csX7" fmla="*/ 0 w 537345"/>
              <a:gd name="csY7" fmla="*/ 271868 h 290213"/>
              <a:gd name="csX8" fmla="*/ 0 w 537345"/>
              <a:gd name="csY8" fmla="*/ 17920 h 290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37345" h="290213">
                <a:moveTo>
                  <a:pt x="0" y="17920"/>
                </a:moveTo>
                <a:cubicBezTo>
                  <a:pt x="0" y="7925"/>
                  <a:pt x="2378" y="-165"/>
                  <a:pt x="5327" y="-165"/>
                </a:cubicBezTo>
                <a:lnTo>
                  <a:pt x="532018" y="-165"/>
                </a:lnTo>
                <a:cubicBezTo>
                  <a:pt x="534967" y="-165"/>
                  <a:pt x="537345" y="7925"/>
                  <a:pt x="537345" y="17920"/>
                </a:cubicBezTo>
                <a:lnTo>
                  <a:pt x="537345" y="271868"/>
                </a:lnTo>
                <a:cubicBezTo>
                  <a:pt x="537345" y="281958"/>
                  <a:pt x="534967" y="290048"/>
                  <a:pt x="532018" y="290048"/>
                </a:cubicBezTo>
                <a:lnTo>
                  <a:pt x="5327" y="290048"/>
                </a:lnTo>
                <a:cubicBezTo>
                  <a:pt x="2378" y="290048"/>
                  <a:pt x="0" y="281958"/>
                  <a:pt x="0" y="271868"/>
                </a:cubicBezTo>
                <a:lnTo>
                  <a:pt x="0" y="17920"/>
                </a:lnTo>
                <a:close/>
              </a:path>
            </a:pathLst>
          </a:custGeom>
          <a:noFill/>
          <a:ln w="10701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" name="任意形状 132">
            <a:extLst>
              <a:ext uri="{FF2B5EF4-FFF2-40B4-BE49-F238E27FC236}">
                <a16:creationId xmlns:a16="http://schemas.microsoft.com/office/drawing/2014/main" id="{867C8800-053C-EF69-C542-CD72DDA4683D}"/>
              </a:ext>
            </a:extLst>
          </p:cNvPr>
          <p:cNvSpPr/>
          <p:nvPr/>
        </p:nvSpPr>
        <p:spPr>
          <a:xfrm flipV="1">
            <a:off x="4408247" y="2495633"/>
            <a:ext cx="613537" cy="290213"/>
          </a:xfrm>
          <a:custGeom>
            <a:avLst/>
            <a:gdLst>
              <a:gd name="csX0" fmla="*/ 0 w 613537"/>
              <a:gd name="csY0" fmla="*/ 17920 h 290213"/>
              <a:gd name="csX1" fmla="*/ 6088 w 613537"/>
              <a:gd name="csY1" fmla="*/ -165 h 290213"/>
              <a:gd name="csX2" fmla="*/ 607545 w 613537"/>
              <a:gd name="csY2" fmla="*/ -165 h 290213"/>
              <a:gd name="csX3" fmla="*/ 613538 w 613537"/>
              <a:gd name="csY3" fmla="*/ 17920 h 290213"/>
              <a:gd name="csX4" fmla="*/ 613538 w 613537"/>
              <a:gd name="csY4" fmla="*/ 271868 h 290213"/>
              <a:gd name="csX5" fmla="*/ 607545 w 613537"/>
              <a:gd name="csY5" fmla="*/ 290048 h 290213"/>
              <a:gd name="csX6" fmla="*/ 6088 w 613537"/>
              <a:gd name="csY6" fmla="*/ 290048 h 290213"/>
              <a:gd name="csX7" fmla="*/ 0 w 613537"/>
              <a:gd name="csY7" fmla="*/ 271868 h 290213"/>
              <a:gd name="csX8" fmla="*/ 0 w 613537"/>
              <a:gd name="csY8" fmla="*/ 17920 h 290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13537" h="290213">
                <a:moveTo>
                  <a:pt x="0" y="17920"/>
                </a:moveTo>
                <a:cubicBezTo>
                  <a:pt x="0" y="7925"/>
                  <a:pt x="2758" y="-165"/>
                  <a:pt x="6088" y="-165"/>
                </a:cubicBezTo>
                <a:lnTo>
                  <a:pt x="607545" y="-165"/>
                </a:lnTo>
                <a:cubicBezTo>
                  <a:pt x="610874" y="-165"/>
                  <a:pt x="613538" y="7925"/>
                  <a:pt x="613538" y="17920"/>
                </a:cubicBezTo>
                <a:lnTo>
                  <a:pt x="613538" y="271868"/>
                </a:lnTo>
                <a:cubicBezTo>
                  <a:pt x="613538" y="281958"/>
                  <a:pt x="610874" y="290048"/>
                  <a:pt x="607545" y="290048"/>
                </a:cubicBezTo>
                <a:lnTo>
                  <a:pt x="6088" y="290048"/>
                </a:lnTo>
                <a:cubicBezTo>
                  <a:pt x="2758" y="290048"/>
                  <a:pt x="0" y="281958"/>
                  <a:pt x="0" y="271868"/>
                </a:cubicBezTo>
                <a:lnTo>
                  <a:pt x="0" y="17920"/>
                </a:lnTo>
                <a:close/>
              </a:path>
            </a:pathLst>
          </a:custGeom>
          <a:solidFill>
            <a:srgbClr val="BDD7EE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4" name="任意形状 133">
            <a:extLst>
              <a:ext uri="{FF2B5EF4-FFF2-40B4-BE49-F238E27FC236}">
                <a16:creationId xmlns:a16="http://schemas.microsoft.com/office/drawing/2014/main" id="{551C1662-6342-7E02-EE3D-335F129F415A}"/>
              </a:ext>
            </a:extLst>
          </p:cNvPr>
          <p:cNvSpPr/>
          <p:nvPr/>
        </p:nvSpPr>
        <p:spPr>
          <a:xfrm flipV="1">
            <a:off x="4408247" y="2495633"/>
            <a:ext cx="613537" cy="290213"/>
          </a:xfrm>
          <a:custGeom>
            <a:avLst/>
            <a:gdLst>
              <a:gd name="csX0" fmla="*/ 0 w 613537"/>
              <a:gd name="csY0" fmla="*/ 17920 h 290213"/>
              <a:gd name="csX1" fmla="*/ 6088 w 613537"/>
              <a:gd name="csY1" fmla="*/ -165 h 290213"/>
              <a:gd name="csX2" fmla="*/ 607545 w 613537"/>
              <a:gd name="csY2" fmla="*/ -165 h 290213"/>
              <a:gd name="csX3" fmla="*/ 613538 w 613537"/>
              <a:gd name="csY3" fmla="*/ 17920 h 290213"/>
              <a:gd name="csX4" fmla="*/ 613538 w 613537"/>
              <a:gd name="csY4" fmla="*/ 271868 h 290213"/>
              <a:gd name="csX5" fmla="*/ 607545 w 613537"/>
              <a:gd name="csY5" fmla="*/ 290048 h 290213"/>
              <a:gd name="csX6" fmla="*/ 6088 w 613537"/>
              <a:gd name="csY6" fmla="*/ 290048 h 290213"/>
              <a:gd name="csX7" fmla="*/ 0 w 613537"/>
              <a:gd name="csY7" fmla="*/ 271868 h 290213"/>
              <a:gd name="csX8" fmla="*/ 0 w 613537"/>
              <a:gd name="csY8" fmla="*/ 17920 h 290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13537" h="290213">
                <a:moveTo>
                  <a:pt x="0" y="17920"/>
                </a:moveTo>
                <a:cubicBezTo>
                  <a:pt x="0" y="7925"/>
                  <a:pt x="2758" y="-165"/>
                  <a:pt x="6088" y="-165"/>
                </a:cubicBezTo>
                <a:lnTo>
                  <a:pt x="607545" y="-165"/>
                </a:lnTo>
                <a:cubicBezTo>
                  <a:pt x="610874" y="-165"/>
                  <a:pt x="613538" y="7925"/>
                  <a:pt x="613538" y="17920"/>
                </a:cubicBezTo>
                <a:lnTo>
                  <a:pt x="613538" y="271868"/>
                </a:lnTo>
                <a:cubicBezTo>
                  <a:pt x="613538" y="281958"/>
                  <a:pt x="610874" y="290048"/>
                  <a:pt x="607545" y="290048"/>
                </a:cubicBezTo>
                <a:lnTo>
                  <a:pt x="6088" y="290048"/>
                </a:lnTo>
                <a:cubicBezTo>
                  <a:pt x="2758" y="290048"/>
                  <a:pt x="0" y="281958"/>
                  <a:pt x="0" y="271868"/>
                </a:cubicBezTo>
                <a:lnTo>
                  <a:pt x="0" y="17920"/>
                </a:lnTo>
                <a:close/>
              </a:path>
            </a:pathLst>
          </a:custGeom>
          <a:noFill/>
          <a:ln w="10701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8FD57B73-548F-1199-B0DC-046EB967091D}"/>
              </a:ext>
            </a:extLst>
          </p:cNvPr>
          <p:cNvSpPr txBox="1"/>
          <p:nvPr/>
        </p:nvSpPr>
        <p:spPr>
          <a:xfrm>
            <a:off x="4506576" y="2527932"/>
            <a:ext cx="2872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Times New Roman"/>
                <a:rtl val="0"/>
              </a:rPr>
              <a:t>M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6479C88A-AFFC-C38C-2CE2-2F6CC552EEF5}"/>
              </a:ext>
            </a:extLst>
          </p:cNvPr>
          <p:cNvSpPr txBox="1"/>
          <p:nvPr/>
        </p:nvSpPr>
        <p:spPr>
          <a:xfrm>
            <a:off x="4608052" y="2527932"/>
            <a:ext cx="2551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Times New Roman"/>
                <a:rtl val="0"/>
              </a:rPr>
              <a:t>L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96F2CE2F-6BAF-E1BA-FE3E-0AF3C4A994DA}"/>
              </a:ext>
            </a:extLst>
          </p:cNvPr>
          <p:cNvSpPr txBox="1"/>
          <p:nvPr/>
        </p:nvSpPr>
        <p:spPr>
          <a:xfrm>
            <a:off x="4677796" y="2527932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Times New Roman"/>
                <a:rtl val="0"/>
              </a:rPr>
              <a:t>P</a:t>
            </a:r>
          </a:p>
        </p:txBody>
      </p:sp>
      <p:sp>
        <p:nvSpPr>
          <p:cNvPr id="138" name="任意形状 137">
            <a:extLst>
              <a:ext uri="{FF2B5EF4-FFF2-40B4-BE49-F238E27FC236}">
                <a16:creationId xmlns:a16="http://schemas.microsoft.com/office/drawing/2014/main" id="{0DAA4676-F3A0-FD79-13EB-3707026C17BE}"/>
              </a:ext>
            </a:extLst>
          </p:cNvPr>
          <p:cNvSpPr/>
          <p:nvPr/>
        </p:nvSpPr>
        <p:spPr>
          <a:xfrm flipV="1">
            <a:off x="2648545" y="2969455"/>
            <a:ext cx="2380945" cy="228630"/>
          </a:xfrm>
          <a:custGeom>
            <a:avLst/>
            <a:gdLst>
              <a:gd name="csX0" fmla="*/ 0 w 2380945"/>
              <a:gd name="csY0" fmla="*/ 14205 h 228630"/>
              <a:gd name="csX1" fmla="*/ 23343 w 2380945"/>
              <a:gd name="csY1" fmla="*/ -72 h 228630"/>
              <a:gd name="csX2" fmla="*/ 2357546 w 2380945"/>
              <a:gd name="csY2" fmla="*/ -72 h 228630"/>
              <a:gd name="csX3" fmla="*/ 2380946 w 2380945"/>
              <a:gd name="csY3" fmla="*/ 14205 h 228630"/>
              <a:gd name="csX4" fmla="*/ 2380946 w 2380945"/>
              <a:gd name="csY4" fmla="*/ 214185 h 228630"/>
              <a:gd name="csX5" fmla="*/ 2357546 w 2380945"/>
              <a:gd name="csY5" fmla="*/ 228558 h 228630"/>
              <a:gd name="csX6" fmla="*/ 23343 w 2380945"/>
              <a:gd name="csY6" fmla="*/ 228558 h 228630"/>
              <a:gd name="csX7" fmla="*/ 0 w 2380945"/>
              <a:gd name="csY7" fmla="*/ 214185 h 228630"/>
              <a:gd name="csX8" fmla="*/ 0 w 2380945"/>
              <a:gd name="csY8" fmla="*/ 14205 h 2286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380945" h="228630">
                <a:moveTo>
                  <a:pt x="0" y="14205"/>
                </a:moveTo>
                <a:cubicBezTo>
                  <a:pt x="0" y="6305"/>
                  <a:pt x="10454" y="-72"/>
                  <a:pt x="23343" y="-72"/>
                </a:cubicBezTo>
                <a:lnTo>
                  <a:pt x="2357546" y="-72"/>
                </a:lnTo>
                <a:cubicBezTo>
                  <a:pt x="2370482" y="-72"/>
                  <a:pt x="2380946" y="6305"/>
                  <a:pt x="2380946" y="14205"/>
                </a:cubicBezTo>
                <a:lnTo>
                  <a:pt x="2380946" y="214185"/>
                </a:lnTo>
                <a:cubicBezTo>
                  <a:pt x="2380946" y="222086"/>
                  <a:pt x="2370482" y="228558"/>
                  <a:pt x="2357546" y="228558"/>
                </a:cubicBezTo>
                <a:lnTo>
                  <a:pt x="23343" y="228558"/>
                </a:lnTo>
                <a:cubicBezTo>
                  <a:pt x="10454" y="228558"/>
                  <a:pt x="0" y="222086"/>
                  <a:pt x="0" y="214185"/>
                </a:cubicBezTo>
                <a:lnTo>
                  <a:pt x="0" y="14205"/>
                </a:lnTo>
                <a:close/>
              </a:path>
            </a:pathLst>
          </a:custGeom>
          <a:solidFill>
            <a:srgbClr val="DEEBF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9" name="任意形状 138">
            <a:extLst>
              <a:ext uri="{FF2B5EF4-FFF2-40B4-BE49-F238E27FC236}">
                <a16:creationId xmlns:a16="http://schemas.microsoft.com/office/drawing/2014/main" id="{7A01A4DB-998C-6486-0EB5-BFBBBC9EF371}"/>
              </a:ext>
            </a:extLst>
          </p:cNvPr>
          <p:cNvSpPr/>
          <p:nvPr/>
        </p:nvSpPr>
        <p:spPr>
          <a:xfrm flipV="1">
            <a:off x="2648545" y="2969455"/>
            <a:ext cx="2380945" cy="228630"/>
          </a:xfrm>
          <a:custGeom>
            <a:avLst/>
            <a:gdLst>
              <a:gd name="csX0" fmla="*/ 0 w 2380945"/>
              <a:gd name="csY0" fmla="*/ 14205 h 228630"/>
              <a:gd name="csX1" fmla="*/ 23343 w 2380945"/>
              <a:gd name="csY1" fmla="*/ -72 h 228630"/>
              <a:gd name="csX2" fmla="*/ 2357546 w 2380945"/>
              <a:gd name="csY2" fmla="*/ -72 h 228630"/>
              <a:gd name="csX3" fmla="*/ 2380946 w 2380945"/>
              <a:gd name="csY3" fmla="*/ 14205 h 228630"/>
              <a:gd name="csX4" fmla="*/ 2380946 w 2380945"/>
              <a:gd name="csY4" fmla="*/ 214185 h 228630"/>
              <a:gd name="csX5" fmla="*/ 2357546 w 2380945"/>
              <a:gd name="csY5" fmla="*/ 228558 h 228630"/>
              <a:gd name="csX6" fmla="*/ 23343 w 2380945"/>
              <a:gd name="csY6" fmla="*/ 228558 h 228630"/>
              <a:gd name="csX7" fmla="*/ 0 w 2380945"/>
              <a:gd name="csY7" fmla="*/ 214185 h 228630"/>
              <a:gd name="csX8" fmla="*/ 0 w 2380945"/>
              <a:gd name="csY8" fmla="*/ 14205 h 2286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380945" h="228630">
                <a:moveTo>
                  <a:pt x="0" y="14205"/>
                </a:moveTo>
                <a:cubicBezTo>
                  <a:pt x="0" y="6305"/>
                  <a:pt x="10454" y="-72"/>
                  <a:pt x="23343" y="-72"/>
                </a:cubicBezTo>
                <a:lnTo>
                  <a:pt x="2357546" y="-72"/>
                </a:lnTo>
                <a:cubicBezTo>
                  <a:pt x="2370482" y="-72"/>
                  <a:pt x="2380946" y="6305"/>
                  <a:pt x="2380946" y="14205"/>
                </a:cubicBezTo>
                <a:lnTo>
                  <a:pt x="2380946" y="214185"/>
                </a:lnTo>
                <a:cubicBezTo>
                  <a:pt x="2380946" y="222086"/>
                  <a:pt x="2370482" y="228558"/>
                  <a:pt x="2357546" y="228558"/>
                </a:cubicBezTo>
                <a:lnTo>
                  <a:pt x="23343" y="228558"/>
                </a:lnTo>
                <a:cubicBezTo>
                  <a:pt x="10454" y="228558"/>
                  <a:pt x="0" y="222086"/>
                  <a:pt x="0" y="214185"/>
                </a:cubicBezTo>
                <a:lnTo>
                  <a:pt x="0" y="14205"/>
                </a:lnTo>
                <a:close/>
              </a:path>
            </a:pathLst>
          </a:custGeom>
          <a:noFill/>
          <a:ln w="10701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0" name="任意形状 139">
            <a:extLst>
              <a:ext uri="{FF2B5EF4-FFF2-40B4-BE49-F238E27FC236}">
                <a16:creationId xmlns:a16="http://schemas.microsoft.com/office/drawing/2014/main" id="{87332BFA-6816-013B-1839-745DA46C1070}"/>
              </a:ext>
            </a:extLst>
          </p:cNvPr>
          <p:cNvSpPr/>
          <p:nvPr/>
        </p:nvSpPr>
        <p:spPr>
          <a:xfrm flipV="1">
            <a:off x="2991840" y="1789850"/>
            <a:ext cx="9512" cy="73195"/>
          </a:xfrm>
          <a:custGeom>
            <a:avLst/>
            <a:gdLst>
              <a:gd name="csX0" fmla="*/ 0 w 9512"/>
              <a:gd name="csY0" fmla="*/ 72860 h 73195"/>
              <a:gd name="csX1" fmla="*/ 0 w 9512"/>
              <a:gd name="csY1" fmla="*/ -336 h 73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73195">
                <a:moveTo>
                  <a:pt x="0" y="72860"/>
                </a:moveTo>
                <a:lnTo>
                  <a:pt x="0" y="-336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1" name="任意形状 140">
            <a:extLst>
              <a:ext uri="{FF2B5EF4-FFF2-40B4-BE49-F238E27FC236}">
                <a16:creationId xmlns:a16="http://schemas.microsoft.com/office/drawing/2014/main" id="{C2961899-06A9-6F04-089C-4E8B3ED4AE9E}"/>
              </a:ext>
            </a:extLst>
          </p:cNvPr>
          <p:cNvSpPr/>
          <p:nvPr/>
        </p:nvSpPr>
        <p:spPr>
          <a:xfrm flipV="1">
            <a:off x="2960735" y="1847912"/>
            <a:ext cx="62209" cy="62249"/>
          </a:xfrm>
          <a:custGeom>
            <a:avLst/>
            <a:gdLst>
              <a:gd name="csX0" fmla="*/ 31105 w 62209"/>
              <a:gd name="csY0" fmla="*/ -325 h 62249"/>
              <a:gd name="csX1" fmla="*/ 0 w 62209"/>
              <a:gd name="csY1" fmla="*/ 61924 h 62249"/>
              <a:gd name="csX2" fmla="*/ 62210 w 62209"/>
              <a:gd name="csY2" fmla="*/ 61924 h 62249"/>
              <a:gd name="csX3" fmla="*/ 31105 w 62209"/>
              <a:gd name="csY3" fmla="*/ -325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-325"/>
                </a:moveTo>
                <a:lnTo>
                  <a:pt x="0" y="61924"/>
                </a:lnTo>
                <a:cubicBezTo>
                  <a:pt x="19576" y="52120"/>
                  <a:pt x="42624" y="52120"/>
                  <a:pt x="62210" y="61924"/>
                </a:cubicBezTo>
                <a:lnTo>
                  <a:pt x="31105" y="-325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2" name="任意形状 141">
            <a:extLst>
              <a:ext uri="{FF2B5EF4-FFF2-40B4-BE49-F238E27FC236}">
                <a16:creationId xmlns:a16="http://schemas.microsoft.com/office/drawing/2014/main" id="{CE555D04-930D-E49F-D9F8-C5CA55332B32}"/>
              </a:ext>
            </a:extLst>
          </p:cNvPr>
          <p:cNvSpPr/>
          <p:nvPr/>
        </p:nvSpPr>
        <p:spPr>
          <a:xfrm flipV="1">
            <a:off x="3854636" y="1805746"/>
            <a:ext cx="9512" cy="73291"/>
          </a:xfrm>
          <a:custGeom>
            <a:avLst/>
            <a:gdLst>
              <a:gd name="csX0" fmla="*/ 0 w 9512"/>
              <a:gd name="csY0" fmla="*/ 72958 h 73291"/>
              <a:gd name="csX1" fmla="*/ 0 w 9512"/>
              <a:gd name="csY1" fmla="*/ -333 h 7329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73291">
                <a:moveTo>
                  <a:pt x="0" y="72958"/>
                </a:moveTo>
                <a:lnTo>
                  <a:pt x="0" y="-333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" name="任意形状 142">
            <a:extLst>
              <a:ext uri="{FF2B5EF4-FFF2-40B4-BE49-F238E27FC236}">
                <a16:creationId xmlns:a16="http://schemas.microsoft.com/office/drawing/2014/main" id="{89E8F77D-052C-A3F4-E709-834632201778}"/>
              </a:ext>
            </a:extLst>
          </p:cNvPr>
          <p:cNvSpPr/>
          <p:nvPr/>
        </p:nvSpPr>
        <p:spPr>
          <a:xfrm flipV="1">
            <a:off x="3823531" y="1863903"/>
            <a:ext cx="62209" cy="62249"/>
          </a:xfrm>
          <a:custGeom>
            <a:avLst/>
            <a:gdLst>
              <a:gd name="csX0" fmla="*/ 31105 w 62209"/>
              <a:gd name="csY0" fmla="*/ -322 h 62249"/>
              <a:gd name="csX1" fmla="*/ 0 w 62209"/>
              <a:gd name="csY1" fmla="*/ 61928 h 62249"/>
              <a:gd name="csX2" fmla="*/ 62210 w 62209"/>
              <a:gd name="csY2" fmla="*/ 61928 h 62249"/>
              <a:gd name="csX3" fmla="*/ 31105 w 62209"/>
              <a:gd name="csY3" fmla="*/ -322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-322"/>
                </a:moveTo>
                <a:lnTo>
                  <a:pt x="0" y="61928"/>
                </a:lnTo>
                <a:cubicBezTo>
                  <a:pt x="19500" y="52124"/>
                  <a:pt x="42615" y="52124"/>
                  <a:pt x="62210" y="61928"/>
                </a:cubicBezTo>
                <a:lnTo>
                  <a:pt x="31105" y="-322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4" name="任意形状 143">
            <a:extLst>
              <a:ext uri="{FF2B5EF4-FFF2-40B4-BE49-F238E27FC236}">
                <a16:creationId xmlns:a16="http://schemas.microsoft.com/office/drawing/2014/main" id="{7F21D270-5B15-6A46-710E-CE8014031260}"/>
              </a:ext>
            </a:extLst>
          </p:cNvPr>
          <p:cNvSpPr/>
          <p:nvPr/>
        </p:nvSpPr>
        <p:spPr>
          <a:xfrm flipV="1">
            <a:off x="4676587" y="1792706"/>
            <a:ext cx="9512" cy="79097"/>
          </a:xfrm>
          <a:custGeom>
            <a:avLst/>
            <a:gdLst>
              <a:gd name="csX0" fmla="*/ 0 w 9512"/>
              <a:gd name="csY0" fmla="*/ 78762 h 79097"/>
              <a:gd name="csX1" fmla="*/ 0 w 9512"/>
              <a:gd name="csY1" fmla="*/ -335 h 79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79097">
                <a:moveTo>
                  <a:pt x="0" y="78762"/>
                </a:moveTo>
                <a:lnTo>
                  <a:pt x="0" y="-335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5" name="任意形状 144">
            <a:extLst>
              <a:ext uri="{FF2B5EF4-FFF2-40B4-BE49-F238E27FC236}">
                <a16:creationId xmlns:a16="http://schemas.microsoft.com/office/drawing/2014/main" id="{C9AB433F-BE36-FD3E-66E4-3AA5D48C06A8}"/>
              </a:ext>
            </a:extLst>
          </p:cNvPr>
          <p:cNvSpPr/>
          <p:nvPr/>
        </p:nvSpPr>
        <p:spPr>
          <a:xfrm flipV="1">
            <a:off x="4645482" y="1856669"/>
            <a:ext cx="62209" cy="62249"/>
          </a:xfrm>
          <a:custGeom>
            <a:avLst/>
            <a:gdLst>
              <a:gd name="csX0" fmla="*/ 31105 w 62209"/>
              <a:gd name="csY0" fmla="*/ -323 h 62249"/>
              <a:gd name="csX1" fmla="*/ 0 w 62209"/>
              <a:gd name="csY1" fmla="*/ 61926 h 62249"/>
              <a:gd name="csX2" fmla="*/ 62210 w 62209"/>
              <a:gd name="csY2" fmla="*/ 61926 h 62249"/>
              <a:gd name="csX3" fmla="*/ 31105 w 62209"/>
              <a:gd name="csY3" fmla="*/ -323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-323"/>
                </a:moveTo>
                <a:lnTo>
                  <a:pt x="0" y="61926"/>
                </a:lnTo>
                <a:cubicBezTo>
                  <a:pt x="19500" y="52123"/>
                  <a:pt x="42615" y="52123"/>
                  <a:pt x="62210" y="61926"/>
                </a:cubicBezTo>
                <a:lnTo>
                  <a:pt x="31105" y="-323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6" name="任意形状 145">
            <a:extLst>
              <a:ext uri="{FF2B5EF4-FFF2-40B4-BE49-F238E27FC236}">
                <a16:creationId xmlns:a16="http://schemas.microsoft.com/office/drawing/2014/main" id="{B0032001-9578-2AE7-4D42-45EF7D323EE1}"/>
              </a:ext>
            </a:extLst>
          </p:cNvPr>
          <p:cNvSpPr/>
          <p:nvPr/>
        </p:nvSpPr>
        <p:spPr>
          <a:xfrm flipV="1">
            <a:off x="3300122" y="2641549"/>
            <a:ext cx="236045" cy="9518"/>
          </a:xfrm>
          <a:custGeom>
            <a:avLst/>
            <a:gdLst>
              <a:gd name="csX0" fmla="*/ 0 w 236045"/>
              <a:gd name="csY0" fmla="*/ -165 h 9518"/>
              <a:gd name="csX1" fmla="*/ 236046 w 236045"/>
              <a:gd name="csY1" fmla="*/ -165 h 95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6045" h="9518">
                <a:moveTo>
                  <a:pt x="0" y="-165"/>
                </a:moveTo>
                <a:lnTo>
                  <a:pt x="236046" y="-165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7" name="任意形状 146">
            <a:extLst>
              <a:ext uri="{FF2B5EF4-FFF2-40B4-BE49-F238E27FC236}">
                <a16:creationId xmlns:a16="http://schemas.microsoft.com/office/drawing/2014/main" id="{03EC0F7C-4EAE-0D2F-8EC0-035E57B4072B}"/>
              </a:ext>
            </a:extLst>
          </p:cNvPr>
          <p:cNvSpPr/>
          <p:nvPr/>
        </p:nvSpPr>
        <p:spPr>
          <a:xfrm flipV="1">
            <a:off x="3521043" y="2610424"/>
            <a:ext cx="62209" cy="62249"/>
          </a:xfrm>
          <a:custGeom>
            <a:avLst/>
            <a:gdLst>
              <a:gd name="csX0" fmla="*/ 62210 w 62209"/>
              <a:gd name="csY0" fmla="*/ 30960 h 62249"/>
              <a:gd name="csX1" fmla="*/ 0 w 62209"/>
              <a:gd name="csY1" fmla="*/ -165 h 62249"/>
              <a:gd name="csX2" fmla="*/ 0 w 62209"/>
              <a:gd name="csY2" fmla="*/ 62085 h 62249"/>
              <a:gd name="csX3" fmla="*/ 62210 w 62209"/>
              <a:gd name="csY3" fmla="*/ 30960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62210" y="30960"/>
                </a:moveTo>
                <a:lnTo>
                  <a:pt x="0" y="-165"/>
                </a:lnTo>
                <a:cubicBezTo>
                  <a:pt x="9798" y="19443"/>
                  <a:pt x="9798" y="42477"/>
                  <a:pt x="0" y="62085"/>
                </a:cubicBezTo>
                <a:lnTo>
                  <a:pt x="62210" y="30960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8" name="任意形状 147">
            <a:extLst>
              <a:ext uri="{FF2B5EF4-FFF2-40B4-BE49-F238E27FC236}">
                <a16:creationId xmlns:a16="http://schemas.microsoft.com/office/drawing/2014/main" id="{91CC2719-A384-A504-651C-D4450D18D0CE}"/>
              </a:ext>
            </a:extLst>
          </p:cNvPr>
          <p:cNvSpPr/>
          <p:nvPr/>
        </p:nvSpPr>
        <p:spPr>
          <a:xfrm flipV="1">
            <a:off x="4130586" y="2640217"/>
            <a:ext cx="49082" cy="9518"/>
          </a:xfrm>
          <a:custGeom>
            <a:avLst/>
            <a:gdLst>
              <a:gd name="csX0" fmla="*/ 0 w 49082"/>
              <a:gd name="csY0" fmla="*/ -165 h 9518"/>
              <a:gd name="csX1" fmla="*/ 49083 w 49082"/>
              <a:gd name="csY1" fmla="*/ -165 h 95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9082" h="9518">
                <a:moveTo>
                  <a:pt x="0" y="-165"/>
                </a:moveTo>
                <a:lnTo>
                  <a:pt x="49083" y="-165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9" name="任意形状 148">
            <a:extLst>
              <a:ext uri="{FF2B5EF4-FFF2-40B4-BE49-F238E27FC236}">
                <a16:creationId xmlns:a16="http://schemas.microsoft.com/office/drawing/2014/main" id="{57FF59B3-B5EB-953F-C8BE-2700C573A78D}"/>
              </a:ext>
            </a:extLst>
          </p:cNvPr>
          <p:cNvSpPr/>
          <p:nvPr/>
        </p:nvSpPr>
        <p:spPr>
          <a:xfrm flipV="1">
            <a:off x="4164544" y="2609092"/>
            <a:ext cx="62209" cy="62249"/>
          </a:xfrm>
          <a:custGeom>
            <a:avLst/>
            <a:gdLst>
              <a:gd name="csX0" fmla="*/ 62210 w 62209"/>
              <a:gd name="csY0" fmla="*/ 30959 h 62249"/>
              <a:gd name="csX1" fmla="*/ 0 w 62209"/>
              <a:gd name="csY1" fmla="*/ -165 h 62249"/>
              <a:gd name="csX2" fmla="*/ 0 w 62209"/>
              <a:gd name="csY2" fmla="*/ 62084 h 62249"/>
              <a:gd name="csX3" fmla="*/ 62210 w 62209"/>
              <a:gd name="csY3" fmla="*/ 30959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62210" y="30959"/>
                </a:moveTo>
                <a:lnTo>
                  <a:pt x="0" y="-165"/>
                </a:lnTo>
                <a:cubicBezTo>
                  <a:pt x="9798" y="19442"/>
                  <a:pt x="9798" y="42477"/>
                  <a:pt x="0" y="62084"/>
                </a:cubicBezTo>
                <a:lnTo>
                  <a:pt x="62210" y="30959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0" name="任意形状 149">
            <a:extLst>
              <a:ext uri="{FF2B5EF4-FFF2-40B4-BE49-F238E27FC236}">
                <a16:creationId xmlns:a16="http://schemas.microsoft.com/office/drawing/2014/main" id="{662BFFA1-EF4A-89CE-9E79-FDF8ED9A6389}"/>
              </a:ext>
            </a:extLst>
          </p:cNvPr>
          <p:cNvSpPr/>
          <p:nvPr/>
        </p:nvSpPr>
        <p:spPr>
          <a:xfrm flipV="1">
            <a:off x="4315789" y="2644690"/>
            <a:ext cx="49082" cy="9518"/>
          </a:xfrm>
          <a:custGeom>
            <a:avLst/>
            <a:gdLst>
              <a:gd name="csX0" fmla="*/ 0 w 49082"/>
              <a:gd name="csY0" fmla="*/ -164 h 9518"/>
              <a:gd name="csX1" fmla="*/ 49083 w 49082"/>
              <a:gd name="csY1" fmla="*/ -164 h 95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9082" h="9518">
                <a:moveTo>
                  <a:pt x="0" y="-164"/>
                </a:moveTo>
                <a:lnTo>
                  <a:pt x="49083" y="-164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1" name="任意形状 150">
            <a:extLst>
              <a:ext uri="{FF2B5EF4-FFF2-40B4-BE49-F238E27FC236}">
                <a16:creationId xmlns:a16="http://schemas.microsoft.com/office/drawing/2014/main" id="{B46CB09D-00E7-E221-63AF-5C38CB9B6BC1}"/>
              </a:ext>
            </a:extLst>
          </p:cNvPr>
          <p:cNvSpPr/>
          <p:nvPr/>
        </p:nvSpPr>
        <p:spPr>
          <a:xfrm flipV="1">
            <a:off x="4349747" y="2613565"/>
            <a:ext cx="62209" cy="62249"/>
          </a:xfrm>
          <a:custGeom>
            <a:avLst/>
            <a:gdLst>
              <a:gd name="csX0" fmla="*/ 62210 w 62209"/>
              <a:gd name="csY0" fmla="*/ 30960 h 62249"/>
              <a:gd name="csX1" fmla="*/ 0 w 62209"/>
              <a:gd name="csY1" fmla="*/ -164 h 62249"/>
              <a:gd name="csX2" fmla="*/ 0 w 62209"/>
              <a:gd name="csY2" fmla="*/ 62085 h 62249"/>
              <a:gd name="csX3" fmla="*/ 62210 w 62209"/>
              <a:gd name="csY3" fmla="*/ 30960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62210" y="30960"/>
                </a:moveTo>
                <a:lnTo>
                  <a:pt x="0" y="-164"/>
                </a:lnTo>
                <a:cubicBezTo>
                  <a:pt x="9798" y="19348"/>
                  <a:pt x="9798" y="42477"/>
                  <a:pt x="0" y="62085"/>
                </a:cubicBezTo>
                <a:lnTo>
                  <a:pt x="62210" y="30960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任意形状 151">
            <a:extLst>
              <a:ext uri="{FF2B5EF4-FFF2-40B4-BE49-F238E27FC236}">
                <a16:creationId xmlns:a16="http://schemas.microsoft.com/office/drawing/2014/main" id="{6C75A55C-141B-E993-1D51-FFEB01477886}"/>
              </a:ext>
            </a:extLst>
          </p:cNvPr>
          <p:cNvSpPr/>
          <p:nvPr/>
        </p:nvSpPr>
        <p:spPr>
          <a:xfrm flipV="1">
            <a:off x="4220286" y="2596623"/>
            <a:ext cx="87322" cy="87378"/>
          </a:xfrm>
          <a:custGeom>
            <a:avLst/>
            <a:gdLst>
              <a:gd name="csX0" fmla="*/ 87322 w 87322"/>
              <a:gd name="csY0" fmla="*/ 43524 h 87378"/>
              <a:gd name="csX1" fmla="*/ 43661 w 87322"/>
              <a:gd name="csY1" fmla="*/ 87213 h 87378"/>
              <a:gd name="csX2" fmla="*/ 0 w 87322"/>
              <a:gd name="csY2" fmla="*/ 43524 h 87378"/>
              <a:gd name="csX3" fmla="*/ 43661 w 87322"/>
              <a:gd name="csY3" fmla="*/ -165 h 87378"/>
              <a:gd name="csX4" fmla="*/ 87322 w 87322"/>
              <a:gd name="csY4" fmla="*/ 43524 h 873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322" h="87378">
                <a:moveTo>
                  <a:pt x="87322" y="43524"/>
                </a:moveTo>
                <a:cubicBezTo>
                  <a:pt x="87322" y="67605"/>
                  <a:pt x="67727" y="87213"/>
                  <a:pt x="43661" y="87213"/>
                </a:cubicBezTo>
                <a:cubicBezTo>
                  <a:pt x="19500" y="87213"/>
                  <a:pt x="0" y="67605"/>
                  <a:pt x="0" y="43524"/>
                </a:cubicBezTo>
                <a:cubicBezTo>
                  <a:pt x="0" y="19347"/>
                  <a:pt x="19500" y="-165"/>
                  <a:pt x="43661" y="-165"/>
                </a:cubicBezTo>
                <a:cubicBezTo>
                  <a:pt x="67727" y="-165"/>
                  <a:pt x="87322" y="19347"/>
                  <a:pt x="87322" y="43524"/>
                </a:cubicBezTo>
                <a:close/>
              </a:path>
            </a:pathLst>
          </a:custGeom>
          <a:solidFill>
            <a:srgbClr val="F0F0F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" name="任意形状 152">
            <a:extLst>
              <a:ext uri="{FF2B5EF4-FFF2-40B4-BE49-F238E27FC236}">
                <a16:creationId xmlns:a16="http://schemas.microsoft.com/office/drawing/2014/main" id="{939E19CF-ABF7-77FD-9F9C-4A8CEBD6B5EA}"/>
              </a:ext>
            </a:extLst>
          </p:cNvPr>
          <p:cNvSpPr/>
          <p:nvPr/>
        </p:nvSpPr>
        <p:spPr>
          <a:xfrm flipV="1">
            <a:off x="4220286" y="2596623"/>
            <a:ext cx="87322" cy="87378"/>
          </a:xfrm>
          <a:custGeom>
            <a:avLst/>
            <a:gdLst>
              <a:gd name="csX0" fmla="*/ 87322 w 87322"/>
              <a:gd name="csY0" fmla="*/ 43524 h 87378"/>
              <a:gd name="csX1" fmla="*/ 43661 w 87322"/>
              <a:gd name="csY1" fmla="*/ 87213 h 87378"/>
              <a:gd name="csX2" fmla="*/ 0 w 87322"/>
              <a:gd name="csY2" fmla="*/ 43524 h 87378"/>
              <a:gd name="csX3" fmla="*/ 43661 w 87322"/>
              <a:gd name="csY3" fmla="*/ -165 h 87378"/>
              <a:gd name="csX4" fmla="*/ 87322 w 87322"/>
              <a:gd name="csY4" fmla="*/ 43524 h 873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322" h="87378">
                <a:moveTo>
                  <a:pt x="87322" y="43524"/>
                </a:moveTo>
                <a:cubicBezTo>
                  <a:pt x="87322" y="67605"/>
                  <a:pt x="67727" y="87213"/>
                  <a:pt x="43661" y="87213"/>
                </a:cubicBezTo>
                <a:cubicBezTo>
                  <a:pt x="19500" y="87213"/>
                  <a:pt x="0" y="67605"/>
                  <a:pt x="0" y="43524"/>
                </a:cubicBezTo>
                <a:cubicBezTo>
                  <a:pt x="0" y="19347"/>
                  <a:pt x="19500" y="-165"/>
                  <a:pt x="43661" y="-165"/>
                </a:cubicBezTo>
                <a:cubicBezTo>
                  <a:pt x="67727" y="-165"/>
                  <a:pt x="87322" y="19347"/>
                  <a:pt x="87322" y="43524"/>
                </a:cubicBezTo>
                <a:close/>
              </a:path>
            </a:pathLst>
          </a:custGeom>
          <a:noFill/>
          <a:ln w="713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" name="任意形状 153">
            <a:extLst>
              <a:ext uri="{FF2B5EF4-FFF2-40B4-BE49-F238E27FC236}">
                <a16:creationId xmlns:a16="http://schemas.microsoft.com/office/drawing/2014/main" id="{327DEBAB-8AE2-B7B6-329A-3B5119B415A5}"/>
              </a:ext>
            </a:extLst>
          </p:cNvPr>
          <p:cNvSpPr/>
          <p:nvPr/>
        </p:nvSpPr>
        <p:spPr>
          <a:xfrm flipV="1">
            <a:off x="4232557" y="2609948"/>
            <a:ext cx="62304" cy="61202"/>
          </a:xfrm>
          <a:custGeom>
            <a:avLst/>
            <a:gdLst>
              <a:gd name="csX0" fmla="*/ 62305 w 62304"/>
              <a:gd name="csY0" fmla="*/ -165 h 61202"/>
              <a:gd name="csX1" fmla="*/ 0 w 62304"/>
              <a:gd name="csY1" fmla="*/ 61037 h 61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304" h="61202">
                <a:moveTo>
                  <a:pt x="62305" y="-165"/>
                </a:moveTo>
                <a:lnTo>
                  <a:pt x="0" y="61037"/>
                </a:lnTo>
              </a:path>
            </a:pathLst>
          </a:custGeom>
          <a:noFill/>
          <a:ln w="4756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5" name="任意形状 154">
            <a:extLst>
              <a:ext uri="{FF2B5EF4-FFF2-40B4-BE49-F238E27FC236}">
                <a16:creationId xmlns:a16="http://schemas.microsoft.com/office/drawing/2014/main" id="{32AA8120-7C50-E9B6-A04A-F97F2E3C8AE2}"/>
              </a:ext>
            </a:extLst>
          </p:cNvPr>
          <p:cNvSpPr/>
          <p:nvPr/>
        </p:nvSpPr>
        <p:spPr>
          <a:xfrm flipV="1">
            <a:off x="4232081" y="2610805"/>
            <a:ext cx="64017" cy="59489"/>
          </a:xfrm>
          <a:custGeom>
            <a:avLst/>
            <a:gdLst>
              <a:gd name="csX0" fmla="*/ 0 w 64017"/>
              <a:gd name="csY0" fmla="*/ -165 h 59489"/>
              <a:gd name="csX1" fmla="*/ 64017 w 64017"/>
              <a:gd name="csY1" fmla="*/ 59324 h 5948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017" h="59489">
                <a:moveTo>
                  <a:pt x="0" y="-165"/>
                </a:moveTo>
                <a:lnTo>
                  <a:pt x="64017" y="59324"/>
                </a:lnTo>
              </a:path>
            </a:pathLst>
          </a:custGeom>
          <a:noFill/>
          <a:ln w="4756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6" name="任意形状 155">
            <a:extLst>
              <a:ext uri="{FF2B5EF4-FFF2-40B4-BE49-F238E27FC236}">
                <a16:creationId xmlns:a16="http://schemas.microsoft.com/office/drawing/2014/main" id="{746098EB-C8C7-30CE-9A08-BD56812A033B}"/>
              </a:ext>
            </a:extLst>
          </p:cNvPr>
          <p:cNvSpPr/>
          <p:nvPr/>
        </p:nvSpPr>
        <p:spPr>
          <a:xfrm flipV="1">
            <a:off x="4220286" y="2596623"/>
            <a:ext cx="87322" cy="87378"/>
          </a:xfrm>
          <a:custGeom>
            <a:avLst/>
            <a:gdLst>
              <a:gd name="csX0" fmla="*/ 87322 w 87322"/>
              <a:gd name="csY0" fmla="*/ 43524 h 87378"/>
              <a:gd name="csX1" fmla="*/ 43661 w 87322"/>
              <a:gd name="csY1" fmla="*/ 87213 h 87378"/>
              <a:gd name="csX2" fmla="*/ 0 w 87322"/>
              <a:gd name="csY2" fmla="*/ 43524 h 87378"/>
              <a:gd name="csX3" fmla="*/ 43661 w 87322"/>
              <a:gd name="csY3" fmla="*/ -165 h 87378"/>
              <a:gd name="csX4" fmla="*/ 87322 w 87322"/>
              <a:gd name="csY4" fmla="*/ 43524 h 873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322" h="87378">
                <a:moveTo>
                  <a:pt x="87322" y="43524"/>
                </a:moveTo>
                <a:cubicBezTo>
                  <a:pt x="87322" y="67605"/>
                  <a:pt x="67727" y="87213"/>
                  <a:pt x="43661" y="87213"/>
                </a:cubicBezTo>
                <a:cubicBezTo>
                  <a:pt x="19500" y="87213"/>
                  <a:pt x="0" y="67605"/>
                  <a:pt x="0" y="43524"/>
                </a:cubicBezTo>
                <a:cubicBezTo>
                  <a:pt x="0" y="19347"/>
                  <a:pt x="19500" y="-165"/>
                  <a:pt x="43661" y="-165"/>
                </a:cubicBezTo>
                <a:cubicBezTo>
                  <a:pt x="67727" y="-165"/>
                  <a:pt x="87322" y="19347"/>
                  <a:pt x="87322" y="43524"/>
                </a:cubicBezTo>
                <a:close/>
              </a:path>
            </a:pathLst>
          </a:custGeom>
          <a:solidFill>
            <a:srgbClr val="F0F0F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7" name="任意形状 156">
            <a:extLst>
              <a:ext uri="{FF2B5EF4-FFF2-40B4-BE49-F238E27FC236}">
                <a16:creationId xmlns:a16="http://schemas.microsoft.com/office/drawing/2014/main" id="{D71CF335-D7AC-CF11-3AF0-F1CF7266D28E}"/>
              </a:ext>
            </a:extLst>
          </p:cNvPr>
          <p:cNvSpPr/>
          <p:nvPr/>
        </p:nvSpPr>
        <p:spPr>
          <a:xfrm flipV="1">
            <a:off x="4220286" y="2596623"/>
            <a:ext cx="87322" cy="87378"/>
          </a:xfrm>
          <a:custGeom>
            <a:avLst/>
            <a:gdLst>
              <a:gd name="csX0" fmla="*/ 87322 w 87322"/>
              <a:gd name="csY0" fmla="*/ 43524 h 87378"/>
              <a:gd name="csX1" fmla="*/ 43661 w 87322"/>
              <a:gd name="csY1" fmla="*/ 87213 h 87378"/>
              <a:gd name="csX2" fmla="*/ 0 w 87322"/>
              <a:gd name="csY2" fmla="*/ 43524 h 87378"/>
              <a:gd name="csX3" fmla="*/ 43661 w 87322"/>
              <a:gd name="csY3" fmla="*/ -165 h 87378"/>
              <a:gd name="csX4" fmla="*/ 87322 w 87322"/>
              <a:gd name="csY4" fmla="*/ 43524 h 873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322" h="87378">
                <a:moveTo>
                  <a:pt x="87322" y="43524"/>
                </a:moveTo>
                <a:cubicBezTo>
                  <a:pt x="87322" y="67605"/>
                  <a:pt x="67727" y="87213"/>
                  <a:pt x="43661" y="87213"/>
                </a:cubicBezTo>
                <a:cubicBezTo>
                  <a:pt x="19500" y="87213"/>
                  <a:pt x="0" y="67605"/>
                  <a:pt x="0" y="43524"/>
                </a:cubicBezTo>
                <a:cubicBezTo>
                  <a:pt x="0" y="19347"/>
                  <a:pt x="19500" y="-165"/>
                  <a:pt x="43661" y="-165"/>
                </a:cubicBezTo>
                <a:cubicBezTo>
                  <a:pt x="67727" y="-165"/>
                  <a:pt x="87322" y="19347"/>
                  <a:pt x="87322" y="43524"/>
                </a:cubicBezTo>
                <a:close/>
              </a:path>
            </a:pathLst>
          </a:custGeom>
          <a:noFill/>
          <a:ln w="713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" name="任意形状 157">
            <a:extLst>
              <a:ext uri="{FF2B5EF4-FFF2-40B4-BE49-F238E27FC236}">
                <a16:creationId xmlns:a16="http://schemas.microsoft.com/office/drawing/2014/main" id="{FCA09662-5C01-838E-96B9-3342D1A8156F}"/>
              </a:ext>
            </a:extLst>
          </p:cNvPr>
          <p:cNvSpPr/>
          <p:nvPr/>
        </p:nvSpPr>
        <p:spPr>
          <a:xfrm flipV="1">
            <a:off x="4232557" y="2609948"/>
            <a:ext cx="62304" cy="61202"/>
          </a:xfrm>
          <a:custGeom>
            <a:avLst/>
            <a:gdLst>
              <a:gd name="csX0" fmla="*/ 62305 w 62304"/>
              <a:gd name="csY0" fmla="*/ -165 h 61202"/>
              <a:gd name="csX1" fmla="*/ 0 w 62304"/>
              <a:gd name="csY1" fmla="*/ 61037 h 61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304" h="61202">
                <a:moveTo>
                  <a:pt x="62305" y="-165"/>
                </a:moveTo>
                <a:lnTo>
                  <a:pt x="0" y="61037"/>
                </a:lnTo>
              </a:path>
            </a:pathLst>
          </a:custGeom>
          <a:noFill/>
          <a:ln w="4756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9" name="任意形状 158">
            <a:extLst>
              <a:ext uri="{FF2B5EF4-FFF2-40B4-BE49-F238E27FC236}">
                <a16:creationId xmlns:a16="http://schemas.microsoft.com/office/drawing/2014/main" id="{9ED06BBE-5D3B-FDF8-109B-BB890EFB4049}"/>
              </a:ext>
            </a:extLst>
          </p:cNvPr>
          <p:cNvSpPr/>
          <p:nvPr/>
        </p:nvSpPr>
        <p:spPr>
          <a:xfrm flipV="1">
            <a:off x="4232081" y="2610805"/>
            <a:ext cx="64017" cy="59489"/>
          </a:xfrm>
          <a:custGeom>
            <a:avLst/>
            <a:gdLst>
              <a:gd name="csX0" fmla="*/ 0 w 64017"/>
              <a:gd name="csY0" fmla="*/ -165 h 59489"/>
              <a:gd name="csX1" fmla="*/ 64017 w 64017"/>
              <a:gd name="csY1" fmla="*/ 59324 h 5948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017" h="59489">
                <a:moveTo>
                  <a:pt x="0" y="-165"/>
                </a:moveTo>
                <a:lnTo>
                  <a:pt x="64017" y="59324"/>
                </a:lnTo>
              </a:path>
            </a:pathLst>
          </a:custGeom>
          <a:noFill/>
          <a:ln w="4756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0" name="任意形状 159">
            <a:extLst>
              <a:ext uri="{FF2B5EF4-FFF2-40B4-BE49-F238E27FC236}">
                <a16:creationId xmlns:a16="http://schemas.microsoft.com/office/drawing/2014/main" id="{5F8D7CD1-90CE-54B4-22AE-A55437378D26}"/>
              </a:ext>
            </a:extLst>
          </p:cNvPr>
          <p:cNvSpPr/>
          <p:nvPr/>
        </p:nvSpPr>
        <p:spPr>
          <a:xfrm flipV="1">
            <a:off x="2962172" y="2263387"/>
            <a:ext cx="900549" cy="186273"/>
          </a:xfrm>
          <a:custGeom>
            <a:avLst/>
            <a:gdLst>
              <a:gd name="csX0" fmla="*/ 0 w 900549"/>
              <a:gd name="csY0" fmla="*/ 186049 h 186273"/>
              <a:gd name="csX1" fmla="*/ 0 w 900549"/>
              <a:gd name="csY1" fmla="*/ 106476 h 186273"/>
              <a:gd name="csX2" fmla="*/ 900550 w 900549"/>
              <a:gd name="csY2" fmla="*/ 106476 h 186273"/>
              <a:gd name="csX3" fmla="*/ 900550 w 900549"/>
              <a:gd name="csY3" fmla="*/ -225 h 186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00549" h="186273">
                <a:moveTo>
                  <a:pt x="0" y="186049"/>
                </a:moveTo>
                <a:lnTo>
                  <a:pt x="0" y="106476"/>
                </a:lnTo>
                <a:lnTo>
                  <a:pt x="900550" y="106476"/>
                </a:lnTo>
                <a:lnTo>
                  <a:pt x="900550" y="-225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1" name="任意形状 160">
            <a:extLst>
              <a:ext uri="{FF2B5EF4-FFF2-40B4-BE49-F238E27FC236}">
                <a16:creationId xmlns:a16="http://schemas.microsoft.com/office/drawing/2014/main" id="{19C265C8-0A12-4ECB-36D4-AD7AF1E00618}"/>
              </a:ext>
            </a:extLst>
          </p:cNvPr>
          <p:cNvSpPr/>
          <p:nvPr/>
        </p:nvSpPr>
        <p:spPr>
          <a:xfrm flipV="1">
            <a:off x="3831617" y="2434526"/>
            <a:ext cx="62209" cy="62249"/>
          </a:xfrm>
          <a:custGeom>
            <a:avLst/>
            <a:gdLst>
              <a:gd name="csX0" fmla="*/ 31105 w 62209"/>
              <a:gd name="csY0" fmla="*/ -202 h 62249"/>
              <a:gd name="csX1" fmla="*/ 0 w 62209"/>
              <a:gd name="csY1" fmla="*/ 62048 h 62249"/>
              <a:gd name="csX2" fmla="*/ 62210 w 62209"/>
              <a:gd name="csY2" fmla="*/ 62048 h 62249"/>
              <a:gd name="csX3" fmla="*/ 31105 w 62209"/>
              <a:gd name="csY3" fmla="*/ -202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-202"/>
                </a:moveTo>
                <a:lnTo>
                  <a:pt x="0" y="62048"/>
                </a:lnTo>
                <a:cubicBezTo>
                  <a:pt x="19595" y="52244"/>
                  <a:pt x="42710" y="52244"/>
                  <a:pt x="62210" y="62048"/>
                </a:cubicBezTo>
                <a:lnTo>
                  <a:pt x="31105" y="-202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2" name="任意形状 161">
            <a:extLst>
              <a:ext uri="{FF2B5EF4-FFF2-40B4-BE49-F238E27FC236}">
                <a16:creationId xmlns:a16="http://schemas.microsoft.com/office/drawing/2014/main" id="{035B59E3-D3D7-2F9C-B417-987082FE7D13}"/>
              </a:ext>
            </a:extLst>
          </p:cNvPr>
          <p:cNvSpPr/>
          <p:nvPr/>
        </p:nvSpPr>
        <p:spPr>
          <a:xfrm flipV="1">
            <a:off x="2894768" y="2280900"/>
            <a:ext cx="1380498" cy="153911"/>
          </a:xfrm>
          <a:custGeom>
            <a:avLst/>
            <a:gdLst>
              <a:gd name="csX0" fmla="*/ 1380498 w 1380498"/>
              <a:gd name="csY0" fmla="*/ 153687 h 153911"/>
              <a:gd name="csX1" fmla="*/ 1380498 w 1380498"/>
              <a:gd name="csY1" fmla="*/ 118659 h 153911"/>
              <a:gd name="csX2" fmla="*/ 89881 w 1380498"/>
              <a:gd name="csY2" fmla="*/ 118659 h 153911"/>
              <a:gd name="csX3" fmla="*/ 67404 w 1380498"/>
              <a:gd name="csY3" fmla="*/ 141122 h 153911"/>
              <a:gd name="csX4" fmla="*/ 44936 w 1380498"/>
              <a:gd name="csY4" fmla="*/ 118659 h 153911"/>
              <a:gd name="csX5" fmla="*/ 0 w 1380498"/>
              <a:gd name="csY5" fmla="*/ 118659 h 153911"/>
              <a:gd name="csX6" fmla="*/ 0 w 1380498"/>
              <a:gd name="csY6" fmla="*/ -225 h 153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80498" h="153911">
                <a:moveTo>
                  <a:pt x="1380498" y="153687"/>
                </a:moveTo>
                <a:lnTo>
                  <a:pt x="1380498" y="118659"/>
                </a:lnTo>
                <a:lnTo>
                  <a:pt x="89881" y="118659"/>
                </a:lnTo>
                <a:cubicBezTo>
                  <a:pt x="89881" y="131033"/>
                  <a:pt x="79817" y="141122"/>
                  <a:pt x="67404" y="141122"/>
                </a:cubicBezTo>
                <a:cubicBezTo>
                  <a:pt x="55000" y="141122"/>
                  <a:pt x="44936" y="131033"/>
                  <a:pt x="44936" y="118659"/>
                </a:cubicBezTo>
                <a:lnTo>
                  <a:pt x="0" y="118659"/>
                </a:lnTo>
                <a:lnTo>
                  <a:pt x="0" y="-225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3" name="任意形状 162">
            <a:extLst>
              <a:ext uri="{FF2B5EF4-FFF2-40B4-BE49-F238E27FC236}">
                <a16:creationId xmlns:a16="http://schemas.microsoft.com/office/drawing/2014/main" id="{7E804150-49CA-3450-C98B-F93B9D95EE46}"/>
              </a:ext>
            </a:extLst>
          </p:cNvPr>
          <p:cNvSpPr/>
          <p:nvPr/>
        </p:nvSpPr>
        <p:spPr>
          <a:xfrm flipV="1">
            <a:off x="2863663" y="2419677"/>
            <a:ext cx="62209" cy="62249"/>
          </a:xfrm>
          <a:custGeom>
            <a:avLst/>
            <a:gdLst>
              <a:gd name="csX0" fmla="*/ 31105 w 62209"/>
              <a:gd name="csY0" fmla="*/ -205 h 62249"/>
              <a:gd name="csX1" fmla="*/ 0 w 62209"/>
              <a:gd name="csY1" fmla="*/ 62045 h 62249"/>
              <a:gd name="csX2" fmla="*/ 62210 w 62209"/>
              <a:gd name="csY2" fmla="*/ 62045 h 62249"/>
              <a:gd name="csX3" fmla="*/ 31105 w 62209"/>
              <a:gd name="csY3" fmla="*/ -205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-205"/>
                </a:moveTo>
                <a:lnTo>
                  <a:pt x="0" y="62045"/>
                </a:lnTo>
                <a:cubicBezTo>
                  <a:pt x="19576" y="52241"/>
                  <a:pt x="42624" y="52241"/>
                  <a:pt x="62210" y="62045"/>
                </a:cubicBezTo>
                <a:lnTo>
                  <a:pt x="31105" y="-205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4" name="任意形状 163">
            <a:extLst>
              <a:ext uri="{FF2B5EF4-FFF2-40B4-BE49-F238E27FC236}">
                <a16:creationId xmlns:a16="http://schemas.microsoft.com/office/drawing/2014/main" id="{03B477D0-F60D-740C-CA08-545754E21FEC}"/>
              </a:ext>
            </a:extLst>
          </p:cNvPr>
          <p:cNvSpPr/>
          <p:nvPr/>
        </p:nvSpPr>
        <p:spPr>
          <a:xfrm flipV="1">
            <a:off x="2994532" y="2754341"/>
            <a:ext cx="1267321" cy="71577"/>
          </a:xfrm>
          <a:custGeom>
            <a:avLst/>
            <a:gdLst>
              <a:gd name="csX0" fmla="*/ 0 w 1267321"/>
              <a:gd name="csY0" fmla="*/ 37654 h 71577"/>
              <a:gd name="csX1" fmla="*/ 0 w 1267321"/>
              <a:gd name="csY1" fmla="*/ -134 h 71577"/>
              <a:gd name="csX2" fmla="*/ 1267322 w 1267321"/>
              <a:gd name="csY2" fmla="*/ -134 h 71577"/>
              <a:gd name="csX3" fmla="*/ 1267322 w 1267321"/>
              <a:gd name="csY3" fmla="*/ 71444 h 71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67321" h="71577">
                <a:moveTo>
                  <a:pt x="0" y="37654"/>
                </a:moveTo>
                <a:lnTo>
                  <a:pt x="0" y="-134"/>
                </a:lnTo>
                <a:lnTo>
                  <a:pt x="1267322" y="-134"/>
                </a:lnTo>
                <a:lnTo>
                  <a:pt x="1267322" y="71444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5" name="任意形状 164">
            <a:extLst>
              <a:ext uri="{FF2B5EF4-FFF2-40B4-BE49-F238E27FC236}">
                <a16:creationId xmlns:a16="http://schemas.microsoft.com/office/drawing/2014/main" id="{ECDD219C-74A1-3F86-9359-B168F3AB86A3}"/>
              </a:ext>
            </a:extLst>
          </p:cNvPr>
          <p:cNvSpPr/>
          <p:nvPr/>
        </p:nvSpPr>
        <p:spPr>
          <a:xfrm flipV="1">
            <a:off x="4230749" y="2707226"/>
            <a:ext cx="62209" cy="62249"/>
          </a:xfrm>
          <a:custGeom>
            <a:avLst/>
            <a:gdLst>
              <a:gd name="csX0" fmla="*/ 31105 w 62209"/>
              <a:gd name="csY0" fmla="*/ 62105 h 62249"/>
              <a:gd name="csX1" fmla="*/ 62210 w 62209"/>
              <a:gd name="csY1" fmla="*/ -145 h 62249"/>
              <a:gd name="csX2" fmla="*/ 0 w 62209"/>
              <a:gd name="csY2" fmla="*/ -145 h 62249"/>
              <a:gd name="csX3" fmla="*/ 31105 w 62209"/>
              <a:gd name="csY3" fmla="*/ 62105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62105"/>
                </a:moveTo>
                <a:lnTo>
                  <a:pt x="62210" y="-145"/>
                </a:lnTo>
                <a:cubicBezTo>
                  <a:pt x="42615" y="9659"/>
                  <a:pt x="19595" y="9659"/>
                  <a:pt x="0" y="-145"/>
                </a:cubicBezTo>
                <a:lnTo>
                  <a:pt x="31105" y="62105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6" name="任意形状 165">
            <a:extLst>
              <a:ext uri="{FF2B5EF4-FFF2-40B4-BE49-F238E27FC236}">
                <a16:creationId xmlns:a16="http://schemas.microsoft.com/office/drawing/2014/main" id="{880C6508-011C-5692-2F39-43F24ED5E53B}"/>
              </a:ext>
            </a:extLst>
          </p:cNvPr>
          <p:cNvSpPr/>
          <p:nvPr/>
        </p:nvSpPr>
        <p:spPr>
          <a:xfrm flipV="1">
            <a:off x="3857395" y="2869037"/>
            <a:ext cx="9512" cy="47686"/>
          </a:xfrm>
          <a:custGeom>
            <a:avLst/>
            <a:gdLst>
              <a:gd name="csX0" fmla="*/ 0 w 9512"/>
              <a:gd name="csY0" fmla="*/ 47574 h 47686"/>
              <a:gd name="csX1" fmla="*/ 0 w 9512"/>
              <a:gd name="csY1" fmla="*/ -112 h 4768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47686">
                <a:moveTo>
                  <a:pt x="0" y="47574"/>
                </a:moveTo>
                <a:lnTo>
                  <a:pt x="0" y="-112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7" name="任意形状 166">
            <a:extLst>
              <a:ext uri="{FF2B5EF4-FFF2-40B4-BE49-F238E27FC236}">
                <a16:creationId xmlns:a16="http://schemas.microsoft.com/office/drawing/2014/main" id="{51376405-A3C2-32C4-6245-C4C4A143FEB4}"/>
              </a:ext>
            </a:extLst>
          </p:cNvPr>
          <p:cNvSpPr/>
          <p:nvPr/>
        </p:nvSpPr>
        <p:spPr>
          <a:xfrm flipV="1">
            <a:off x="3826290" y="2901590"/>
            <a:ext cx="62209" cy="62249"/>
          </a:xfrm>
          <a:custGeom>
            <a:avLst/>
            <a:gdLst>
              <a:gd name="csX0" fmla="*/ 31105 w 62209"/>
              <a:gd name="csY0" fmla="*/ -104 h 62249"/>
              <a:gd name="csX1" fmla="*/ 0 w 62209"/>
              <a:gd name="csY1" fmla="*/ 62146 h 62249"/>
              <a:gd name="csX2" fmla="*/ 62210 w 62209"/>
              <a:gd name="csY2" fmla="*/ 62146 h 62249"/>
              <a:gd name="csX3" fmla="*/ 31105 w 62209"/>
              <a:gd name="csY3" fmla="*/ -104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-104"/>
                </a:moveTo>
                <a:lnTo>
                  <a:pt x="0" y="62146"/>
                </a:lnTo>
                <a:cubicBezTo>
                  <a:pt x="19595" y="52437"/>
                  <a:pt x="42615" y="52437"/>
                  <a:pt x="62210" y="62146"/>
                </a:cubicBezTo>
                <a:lnTo>
                  <a:pt x="31105" y="-104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8" name="任意形状 167">
            <a:extLst>
              <a:ext uri="{FF2B5EF4-FFF2-40B4-BE49-F238E27FC236}">
                <a16:creationId xmlns:a16="http://schemas.microsoft.com/office/drawing/2014/main" id="{C504FAE9-B331-9370-1425-4DA36DD2709A}"/>
              </a:ext>
            </a:extLst>
          </p:cNvPr>
          <p:cNvSpPr/>
          <p:nvPr/>
        </p:nvSpPr>
        <p:spPr>
          <a:xfrm flipV="1">
            <a:off x="7211117" y="1532189"/>
            <a:ext cx="2273609" cy="44450"/>
          </a:xfrm>
          <a:custGeom>
            <a:avLst/>
            <a:gdLst>
              <a:gd name="csX0" fmla="*/ 0 w 2273609"/>
              <a:gd name="csY0" fmla="*/ -393 h 44450"/>
              <a:gd name="csX1" fmla="*/ 2229092 w 2273609"/>
              <a:gd name="csY1" fmla="*/ -393 h 44450"/>
              <a:gd name="csX2" fmla="*/ 2273610 w 2273609"/>
              <a:gd name="csY2" fmla="*/ 44057 h 44450"/>
              <a:gd name="csX3" fmla="*/ 44517 w 2273609"/>
              <a:gd name="csY3" fmla="*/ 44057 h 44450"/>
              <a:gd name="csX4" fmla="*/ 0 w 2273609"/>
              <a:gd name="csY4" fmla="*/ -393 h 4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73609" h="44450">
                <a:moveTo>
                  <a:pt x="0" y="-393"/>
                </a:moveTo>
                <a:lnTo>
                  <a:pt x="2229092" y="-393"/>
                </a:lnTo>
                <a:lnTo>
                  <a:pt x="2273610" y="44057"/>
                </a:lnTo>
                <a:lnTo>
                  <a:pt x="44517" y="44057"/>
                </a:lnTo>
                <a:lnTo>
                  <a:pt x="0" y="-393"/>
                </a:lnTo>
                <a:close/>
              </a:path>
            </a:pathLst>
          </a:custGeom>
          <a:solidFill>
            <a:srgbClr val="FDEFE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9" name="任意形状 168">
            <a:extLst>
              <a:ext uri="{FF2B5EF4-FFF2-40B4-BE49-F238E27FC236}">
                <a16:creationId xmlns:a16="http://schemas.microsoft.com/office/drawing/2014/main" id="{2985ABC5-82C4-4F98-EB63-D8E25D1963E0}"/>
              </a:ext>
            </a:extLst>
          </p:cNvPr>
          <p:cNvSpPr/>
          <p:nvPr/>
        </p:nvSpPr>
        <p:spPr>
          <a:xfrm flipV="1">
            <a:off x="7211117" y="1532189"/>
            <a:ext cx="2273609" cy="44450"/>
          </a:xfrm>
          <a:custGeom>
            <a:avLst/>
            <a:gdLst>
              <a:gd name="csX0" fmla="*/ 0 w 2273609"/>
              <a:gd name="csY0" fmla="*/ -393 h 44450"/>
              <a:gd name="csX1" fmla="*/ 2229092 w 2273609"/>
              <a:gd name="csY1" fmla="*/ -393 h 44450"/>
              <a:gd name="csX2" fmla="*/ 2273610 w 2273609"/>
              <a:gd name="csY2" fmla="*/ 44057 h 44450"/>
              <a:gd name="csX3" fmla="*/ 44517 w 2273609"/>
              <a:gd name="csY3" fmla="*/ 44057 h 44450"/>
              <a:gd name="csX4" fmla="*/ 0 w 2273609"/>
              <a:gd name="csY4" fmla="*/ -393 h 4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73609" h="44450">
                <a:moveTo>
                  <a:pt x="0" y="-393"/>
                </a:moveTo>
                <a:lnTo>
                  <a:pt x="2229092" y="-393"/>
                </a:lnTo>
                <a:lnTo>
                  <a:pt x="2273610" y="44057"/>
                </a:lnTo>
                <a:lnTo>
                  <a:pt x="44517" y="44057"/>
                </a:lnTo>
                <a:lnTo>
                  <a:pt x="0" y="-393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0" name="任意形状 169">
            <a:extLst>
              <a:ext uri="{FF2B5EF4-FFF2-40B4-BE49-F238E27FC236}">
                <a16:creationId xmlns:a16="http://schemas.microsoft.com/office/drawing/2014/main" id="{00FE824C-F1A5-E2B0-7CDB-900BB206AF34}"/>
              </a:ext>
            </a:extLst>
          </p:cNvPr>
          <p:cNvSpPr/>
          <p:nvPr/>
        </p:nvSpPr>
        <p:spPr>
          <a:xfrm flipV="1">
            <a:off x="9440209" y="1532189"/>
            <a:ext cx="44517" cy="222538"/>
          </a:xfrm>
          <a:custGeom>
            <a:avLst/>
            <a:gdLst>
              <a:gd name="csX0" fmla="*/ 0 w 44517"/>
              <a:gd name="csY0" fmla="*/ -375 h 222538"/>
              <a:gd name="csX1" fmla="*/ 44517 w 44517"/>
              <a:gd name="csY1" fmla="*/ 44076 h 222538"/>
              <a:gd name="csX2" fmla="*/ 44517 w 44517"/>
              <a:gd name="csY2" fmla="*/ 222163 h 222538"/>
              <a:gd name="csX3" fmla="*/ 0 w 44517"/>
              <a:gd name="csY3" fmla="*/ 177713 h 222538"/>
              <a:gd name="csX4" fmla="*/ 0 w 44517"/>
              <a:gd name="csY4" fmla="*/ -375 h 2225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17" h="222538">
                <a:moveTo>
                  <a:pt x="0" y="-375"/>
                </a:moveTo>
                <a:lnTo>
                  <a:pt x="44517" y="44076"/>
                </a:lnTo>
                <a:lnTo>
                  <a:pt x="44517" y="222163"/>
                </a:lnTo>
                <a:lnTo>
                  <a:pt x="0" y="177713"/>
                </a:lnTo>
                <a:lnTo>
                  <a:pt x="0" y="-375"/>
                </a:lnTo>
                <a:close/>
              </a:path>
            </a:pathLst>
          </a:custGeom>
          <a:solidFill>
            <a:srgbClr val="F7C7A4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1" name="任意形状 170">
            <a:extLst>
              <a:ext uri="{FF2B5EF4-FFF2-40B4-BE49-F238E27FC236}">
                <a16:creationId xmlns:a16="http://schemas.microsoft.com/office/drawing/2014/main" id="{16E4199E-A26C-3A41-4192-99EEB1E40B5A}"/>
              </a:ext>
            </a:extLst>
          </p:cNvPr>
          <p:cNvSpPr/>
          <p:nvPr/>
        </p:nvSpPr>
        <p:spPr>
          <a:xfrm flipV="1">
            <a:off x="9440209" y="1532189"/>
            <a:ext cx="44517" cy="222538"/>
          </a:xfrm>
          <a:custGeom>
            <a:avLst/>
            <a:gdLst>
              <a:gd name="csX0" fmla="*/ 0 w 44517"/>
              <a:gd name="csY0" fmla="*/ -375 h 222538"/>
              <a:gd name="csX1" fmla="*/ 44517 w 44517"/>
              <a:gd name="csY1" fmla="*/ 44076 h 222538"/>
              <a:gd name="csX2" fmla="*/ 44517 w 44517"/>
              <a:gd name="csY2" fmla="*/ 222163 h 222538"/>
              <a:gd name="csX3" fmla="*/ 0 w 44517"/>
              <a:gd name="csY3" fmla="*/ 177713 h 222538"/>
              <a:gd name="csX4" fmla="*/ 0 w 44517"/>
              <a:gd name="csY4" fmla="*/ -375 h 2225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17" h="222538">
                <a:moveTo>
                  <a:pt x="0" y="-375"/>
                </a:moveTo>
                <a:lnTo>
                  <a:pt x="44517" y="44076"/>
                </a:lnTo>
                <a:lnTo>
                  <a:pt x="44517" y="222163"/>
                </a:lnTo>
                <a:lnTo>
                  <a:pt x="0" y="177713"/>
                </a:lnTo>
                <a:lnTo>
                  <a:pt x="0" y="-375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2" name="任意形状 171">
            <a:extLst>
              <a:ext uri="{FF2B5EF4-FFF2-40B4-BE49-F238E27FC236}">
                <a16:creationId xmlns:a16="http://schemas.microsoft.com/office/drawing/2014/main" id="{35257F30-918F-6243-4BFF-8EAAD10BDCE3}"/>
              </a:ext>
            </a:extLst>
          </p:cNvPr>
          <p:cNvSpPr/>
          <p:nvPr/>
        </p:nvSpPr>
        <p:spPr>
          <a:xfrm flipV="1">
            <a:off x="7211117" y="1576650"/>
            <a:ext cx="2229092" cy="178078"/>
          </a:xfrm>
          <a:custGeom>
            <a:avLst/>
            <a:gdLst>
              <a:gd name="csX0" fmla="*/ 0 w 2229092"/>
              <a:gd name="csY0" fmla="*/ -370 h 178078"/>
              <a:gd name="csX1" fmla="*/ 2229092 w 2229092"/>
              <a:gd name="csY1" fmla="*/ -370 h 178078"/>
              <a:gd name="csX2" fmla="*/ 2229092 w 2229092"/>
              <a:gd name="csY2" fmla="*/ 177708 h 178078"/>
              <a:gd name="csX3" fmla="*/ 0 w 2229092"/>
              <a:gd name="csY3" fmla="*/ 177708 h 178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29092" h="178078">
                <a:moveTo>
                  <a:pt x="0" y="-370"/>
                </a:moveTo>
                <a:lnTo>
                  <a:pt x="2229092" y="-370"/>
                </a:lnTo>
                <a:lnTo>
                  <a:pt x="2229092" y="177708"/>
                </a:lnTo>
                <a:lnTo>
                  <a:pt x="0" y="177708"/>
                </a:lnTo>
                <a:close/>
              </a:path>
            </a:pathLst>
          </a:custGeom>
          <a:solidFill>
            <a:srgbClr val="FBE5D5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3" name="任意形状 172">
            <a:extLst>
              <a:ext uri="{FF2B5EF4-FFF2-40B4-BE49-F238E27FC236}">
                <a16:creationId xmlns:a16="http://schemas.microsoft.com/office/drawing/2014/main" id="{E33BB959-FD60-064B-BE55-17474A9AEF83}"/>
              </a:ext>
            </a:extLst>
          </p:cNvPr>
          <p:cNvSpPr/>
          <p:nvPr/>
        </p:nvSpPr>
        <p:spPr>
          <a:xfrm flipV="1">
            <a:off x="7211117" y="1576650"/>
            <a:ext cx="2229092" cy="178078"/>
          </a:xfrm>
          <a:custGeom>
            <a:avLst/>
            <a:gdLst>
              <a:gd name="csX0" fmla="*/ 0 w 2229092"/>
              <a:gd name="csY0" fmla="*/ -370 h 178078"/>
              <a:gd name="csX1" fmla="*/ 2229092 w 2229092"/>
              <a:gd name="csY1" fmla="*/ -370 h 178078"/>
              <a:gd name="csX2" fmla="*/ 2229092 w 2229092"/>
              <a:gd name="csY2" fmla="*/ 177708 h 178078"/>
              <a:gd name="csX3" fmla="*/ 0 w 2229092"/>
              <a:gd name="csY3" fmla="*/ 177708 h 178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29092" h="178078">
                <a:moveTo>
                  <a:pt x="0" y="-370"/>
                </a:moveTo>
                <a:lnTo>
                  <a:pt x="2229092" y="-370"/>
                </a:lnTo>
                <a:lnTo>
                  <a:pt x="2229092" y="177708"/>
                </a:lnTo>
                <a:lnTo>
                  <a:pt x="0" y="177708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" name="任意形状 173">
            <a:extLst>
              <a:ext uri="{FF2B5EF4-FFF2-40B4-BE49-F238E27FC236}">
                <a16:creationId xmlns:a16="http://schemas.microsoft.com/office/drawing/2014/main" id="{CDCCE790-9C9A-B579-F934-860FD6DA2275}"/>
              </a:ext>
            </a:extLst>
          </p:cNvPr>
          <p:cNvSpPr/>
          <p:nvPr/>
        </p:nvSpPr>
        <p:spPr>
          <a:xfrm flipV="1">
            <a:off x="7173924" y="2032663"/>
            <a:ext cx="2240697" cy="261753"/>
          </a:xfrm>
          <a:custGeom>
            <a:avLst/>
            <a:gdLst>
              <a:gd name="csX0" fmla="*/ 0 w 2240697"/>
              <a:gd name="csY0" fmla="*/ 16106 h 261753"/>
              <a:gd name="csX1" fmla="*/ 21973 w 2240697"/>
              <a:gd name="csY1" fmla="*/ -265 h 261753"/>
              <a:gd name="csX2" fmla="*/ 2218724 w 2240697"/>
              <a:gd name="csY2" fmla="*/ -265 h 261753"/>
              <a:gd name="csX3" fmla="*/ 2240697 w 2240697"/>
              <a:gd name="csY3" fmla="*/ 16106 h 261753"/>
              <a:gd name="csX4" fmla="*/ 2240697 w 2240697"/>
              <a:gd name="csY4" fmla="*/ 245117 h 261753"/>
              <a:gd name="csX5" fmla="*/ 2218724 w 2240697"/>
              <a:gd name="csY5" fmla="*/ 261488 h 261753"/>
              <a:gd name="csX6" fmla="*/ 21973 w 2240697"/>
              <a:gd name="csY6" fmla="*/ 261488 h 261753"/>
              <a:gd name="csX7" fmla="*/ 0 w 2240697"/>
              <a:gd name="csY7" fmla="*/ 245117 h 261753"/>
              <a:gd name="csX8" fmla="*/ 0 w 2240697"/>
              <a:gd name="csY8" fmla="*/ 16106 h 2617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40697" h="261753">
                <a:moveTo>
                  <a:pt x="0" y="16106"/>
                </a:moveTo>
                <a:cubicBezTo>
                  <a:pt x="0" y="7064"/>
                  <a:pt x="9798" y="-265"/>
                  <a:pt x="21973" y="-265"/>
                </a:cubicBezTo>
                <a:lnTo>
                  <a:pt x="2218724" y="-265"/>
                </a:lnTo>
                <a:cubicBezTo>
                  <a:pt x="2230805" y="-265"/>
                  <a:pt x="2240697" y="7064"/>
                  <a:pt x="2240697" y="16106"/>
                </a:cubicBezTo>
                <a:lnTo>
                  <a:pt x="2240697" y="245117"/>
                </a:lnTo>
                <a:cubicBezTo>
                  <a:pt x="2240697" y="254159"/>
                  <a:pt x="2230805" y="261488"/>
                  <a:pt x="2218724" y="261488"/>
                </a:cubicBezTo>
                <a:lnTo>
                  <a:pt x="21973" y="261488"/>
                </a:lnTo>
                <a:cubicBezTo>
                  <a:pt x="9798" y="261488"/>
                  <a:pt x="0" y="254159"/>
                  <a:pt x="0" y="245117"/>
                </a:cubicBezTo>
                <a:lnTo>
                  <a:pt x="0" y="16106"/>
                </a:lnTo>
                <a:close/>
              </a:path>
            </a:pathLst>
          </a:custGeom>
          <a:solidFill>
            <a:srgbClr val="FBE5D5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5" name="任意形状 174">
            <a:extLst>
              <a:ext uri="{FF2B5EF4-FFF2-40B4-BE49-F238E27FC236}">
                <a16:creationId xmlns:a16="http://schemas.microsoft.com/office/drawing/2014/main" id="{E99DFAEE-71D2-741C-0DE4-993C1B104B7D}"/>
              </a:ext>
            </a:extLst>
          </p:cNvPr>
          <p:cNvSpPr/>
          <p:nvPr/>
        </p:nvSpPr>
        <p:spPr>
          <a:xfrm flipV="1">
            <a:off x="7173924" y="2032663"/>
            <a:ext cx="2240697" cy="261753"/>
          </a:xfrm>
          <a:custGeom>
            <a:avLst/>
            <a:gdLst>
              <a:gd name="csX0" fmla="*/ 0 w 2240697"/>
              <a:gd name="csY0" fmla="*/ 16106 h 261753"/>
              <a:gd name="csX1" fmla="*/ 21973 w 2240697"/>
              <a:gd name="csY1" fmla="*/ -265 h 261753"/>
              <a:gd name="csX2" fmla="*/ 2218724 w 2240697"/>
              <a:gd name="csY2" fmla="*/ -265 h 261753"/>
              <a:gd name="csX3" fmla="*/ 2240697 w 2240697"/>
              <a:gd name="csY3" fmla="*/ 16106 h 261753"/>
              <a:gd name="csX4" fmla="*/ 2240697 w 2240697"/>
              <a:gd name="csY4" fmla="*/ 245117 h 261753"/>
              <a:gd name="csX5" fmla="*/ 2218724 w 2240697"/>
              <a:gd name="csY5" fmla="*/ 261488 h 261753"/>
              <a:gd name="csX6" fmla="*/ 21973 w 2240697"/>
              <a:gd name="csY6" fmla="*/ 261488 h 261753"/>
              <a:gd name="csX7" fmla="*/ 0 w 2240697"/>
              <a:gd name="csY7" fmla="*/ 245117 h 261753"/>
              <a:gd name="csX8" fmla="*/ 0 w 2240697"/>
              <a:gd name="csY8" fmla="*/ 16106 h 2617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40697" h="261753">
                <a:moveTo>
                  <a:pt x="0" y="16106"/>
                </a:moveTo>
                <a:cubicBezTo>
                  <a:pt x="0" y="7064"/>
                  <a:pt x="9798" y="-265"/>
                  <a:pt x="21973" y="-265"/>
                </a:cubicBezTo>
                <a:lnTo>
                  <a:pt x="2218724" y="-265"/>
                </a:lnTo>
                <a:cubicBezTo>
                  <a:pt x="2230805" y="-265"/>
                  <a:pt x="2240697" y="7064"/>
                  <a:pt x="2240697" y="16106"/>
                </a:cubicBezTo>
                <a:lnTo>
                  <a:pt x="2240697" y="245117"/>
                </a:lnTo>
                <a:cubicBezTo>
                  <a:pt x="2240697" y="254159"/>
                  <a:pt x="2230805" y="261488"/>
                  <a:pt x="2218724" y="261488"/>
                </a:cubicBezTo>
                <a:lnTo>
                  <a:pt x="21973" y="261488"/>
                </a:lnTo>
                <a:cubicBezTo>
                  <a:pt x="9798" y="261488"/>
                  <a:pt x="0" y="254159"/>
                  <a:pt x="0" y="245117"/>
                </a:cubicBezTo>
                <a:lnTo>
                  <a:pt x="0" y="16106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6" name="任意形状 175">
            <a:extLst>
              <a:ext uri="{FF2B5EF4-FFF2-40B4-BE49-F238E27FC236}">
                <a16:creationId xmlns:a16="http://schemas.microsoft.com/office/drawing/2014/main" id="{0E905224-8D62-4FDE-0630-7254511C1ABC}"/>
              </a:ext>
            </a:extLst>
          </p:cNvPr>
          <p:cNvSpPr/>
          <p:nvPr/>
        </p:nvSpPr>
        <p:spPr>
          <a:xfrm flipV="1">
            <a:off x="7177253" y="2397024"/>
            <a:ext cx="2240696" cy="261658"/>
          </a:xfrm>
          <a:custGeom>
            <a:avLst/>
            <a:gdLst>
              <a:gd name="csX0" fmla="*/ 0 w 2240696"/>
              <a:gd name="csY0" fmla="*/ 16183 h 261658"/>
              <a:gd name="csX1" fmla="*/ 21973 w 2240696"/>
              <a:gd name="csY1" fmla="*/ -189 h 261658"/>
              <a:gd name="csX2" fmla="*/ 2218724 w 2240696"/>
              <a:gd name="csY2" fmla="*/ -189 h 261658"/>
              <a:gd name="csX3" fmla="*/ 2240697 w 2240696"/>
              <a:gd name="csY3" fmla="*/ 16183 h 261658"/>
              <a:gd name="csX4" fmla="*/ 2240697 w 2240696"/>
              <a:gd name="csY4" fmla="*/ 245098 h 261658"/>
              <a:gd name="csX5" fmla="*/ 2218724 w 2240696"/>
              <a:gd name="csY5" fmla="*/ 261469 h 261658"/>
              <a:gd name="csX6" fmla="*/ 21973 w 2240696"/>
              <a:gd name="csY6" fmla="*/ 261469 h 261658"/>
              <a:gd name="csX7" fmla="*/ 0 w 2240696"/>
              <a:gd name="csY7" fmla="*/ 245098 h 261658"/>
              <a:gd name="csX8" fmla="*/ 0 w 2240696"/>
              <a:gd name="csY8" fmla="*/ 16183 h 261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40696" h="261658">
                <a:moveTo>
                  <a:pt x="0" y="16183"/>
                </a:moveTo>
                <a:cubicBezTo>
                  <a:pt x="0" y="7140"/>
                  <a:pt x="9798" y="-189"/>
                  <a:pt x="21973" y="-189"/>
                </a:cubicBezTo>
                <a:lnTo>
                  <a:pt x="2218724" y="-189"/>
                </a:lnTo>
                <a:cubicBezTo>
                  <a:pt x="2230805" y="-189"/>
                  <a:pt x="2240697" y="7140"/>
                  <a:pt x="2240697" y="16183"/>
                </a:cubicBezTo>
                <a:lnTo>
                  <a:pt x="2240697" y="245098"/>
                </a:lnTo>
                <a:cubicBezTo>
                  <a:pt x="2240697" y="254140"/>
                  <a:pt x="2230805" y="261469"/>
                  <a:pt x="2218724" y="261469"/>
                </a:cubicBezTo>
                <a:lnTo>
                  <a:pt x="21973" y="261469"/>
                </a:lnTo>
                <a:cubicBezTo>
                  <a:pt x="9798" y="261469"/>
                  <a:pt x="0" y="254140"/>
                  <a:pt x="0" y="245098"/>
                </a:cubicBezTo>
                <a:lnTo>
                  <a:pt x="0" y="16183"/>
                </a:lnTo>
                <a:close/>
              </a:path>
            </a:pathLst>
          </a:custGeom>
          <a:solidFill>
            <a:srgbClr val="FBE5D5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7" name="任意形状 176">
            <a:extLst>
              <a:ext uri="{FF2B5EF4-FFF2-40B4-BE49-F238E27FC236}">
                <a16:creationId xmlns:a16="http://schemas.microsoft.com/office/drawing/2014/main" id="{1768841B-A921-778A-ECA2-B5021A8D1197}"/>
              </a:ext>
            </a:extLst>
          </p:cNvPr>
          <p:cNvSpPr/>
          <p:nvPr/>
        </p:nvSpPr>
        <p:spPr>
          <a:xfrm flipV="1">
            <a:off x="7177253" y="2397024"/>
            <a:ext cx="2240696" cy="261658"/>
          </a:xfrm>
          <a:custGeom>
            <a:avLst/>
            <a:gdLst>
              <a:gd name="csX0" fmla="*/ 0 w 2240696"/>
              <a:gd name="csY0" fmla="*/ 16183 h 261658"/>
              <a:gd name="csX1" fmla="*/ 21973 w 2240696"/>
              <a:gd name="csY1" fmla="*/ -189 h 261658"/>
              <a:gd name="csX2" fmla="*/ 2218724 w 2240696"/>
              <a:gd name="csY2" fmla="*/ -189 h 261658"/>
              <a:gd name="csX3" fmla="*/ 2240697 w 2240696"/>
              <a:gd name="csY3" fmla="*/ 16183 h 261658"/>
              <a:gd name="csX4" fmla="*/ 2240697 w 2240696"/>
              <a:gd name="csY4" fmla="*/ 245098 h 261658"/>
              <a:gd name="csX5" fmla="*/ 2218724 w 2240696"/>
              <a:gd name="csY5" fmla="*/ 261469 h 261658"/>
              <a:gd name="csX6" fmla="*/ 21973 w 2240696"/>
              <a:gd name="csY6" fmla="*/ 261469 h 261658"/>
              <a:gd name="csX7" fmla="*/ 0 w 2240696"/>
              <a:gd name="csY7" fmla="*/ 245098 h 261658"/>
              <a:gd name="csX8" fmla="*/ 0 w 2240696"/>
              <a:gd name="csY8" fmla="*/ 16183 h 261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40696" h="261658">
                <a:moveTo>
                  <a:pt x="0" y="16183"/>
                </a:moveTo>
                <a:cubicBezTo>
                  <a:pt x="0" y="7140"/>
                  <a:pt x="9798" y="-189"/>
                  <a:pt x="21973" y="-189"/>
                </a:cubicBezTo>
                <a:lnTo>
                  <a:pt x="2218724" y="-189"/>
                </a:lnTo>
                <a:cubicBezTo>
                  <a:pt x="2230805" y="-189"/>
                  <a:pt x="2240697" y="7140"/>
                  <a:pt x="2240697" y="16183"/>
                </a:cubicBezTo>
                <a:lnTo>
                  <a:pt x="2240697" y="245098"/>
                </a:lnTo>
                <a:cubicBezTo>
                  <a:pt x="2240697" y="254140"/>
                  <a:pt x="2230805" y="261469"/>
                  <a:pt x="2218724" y="261469"/>
                </a:cubicBezTo>
                <a:lnTo>
                  <a:pt x="21973" y="261469"/>
                </a:lnTo>
                <a:cubicBezTo>
                  <a:pt x="9798" y="261469"/>
                  <a:pt x="0" y="254140"/>
                  <a:pt x="0" y="245098"/>
                </a:cubicBezTo>
                <a:lnTo>
                  <a:pt x="0" y="16183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8" name="任意形状 177">
            <a:extLst>
              <a:ext uri="{FF2B5EF4-FFF2-40B4-BE49-F238E27FC236}">
                <a16:creationId xmlns:a16="http://schemas.microsoft.com/office/drawing/2014/main" id="{C9A5122C-EC2E-232A-AF37-B389A232F1DD}"/>
              </a:ext>
            </a:extLst>
          </p:cNvPr>
          <p:cNvSpPr/>
          <p:nvPr/>
        </p:nvSpPr>
        <p:spPr>
          <a:xfrm flipV="1">
            <a:off x="7172877" y="2806692"/>
            <a:ext cx="605072" cy="40738"/>
          </a:xfrm>
          <a:custGeom>
            <a:avLst/>
            <a:gdLst>
              <a:gd name="csX0" fmla="*/ 0 w 605072"/>
              <a:gd name="csY0" fmla="*/ -126 h 40738"/>
              <a:gd name="csX1" fmla="*/ 564360 w 605072"/>
              <a:gd name="csY1" fmla="*/ -126 h 40738"/>
              <a:gd name="csX2" fmla="*/ 605072 w 605072"/>
              <a:gd name="csY2" fmla="*/ 40612 h 40738"/>
              <a:gd name="csX3" fmla="*/ 40712 w 605072"/>
              <a:gd name="csY3" fmla="*/ 40612 h 40738"/>
              <a:gd name="csX4" fmla="*/ 0 w 605072"/>
              <a:gd name="csY4" fmla="*/ -126 h 407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72" h="40738">
                <a:moveTo>
                  <a:pt x="0" y="-126"/>
                </a:moveTo>
                <a:lnTo>
                  <a:pt x="564360" y="-126"/>
                </a:lnTo>
                <a:lnTo>
                  <a:pt x="605072" y="40612"/>
                </a:lnTo>
                <a:lnTo>
                  <a:pt x="40712" y="40612"/>
                </a:lnTo>
                <a:lnTo>
                  <a:pt x="0" y="-126"/>
                </a:lnTo>
                <a:close/>
              </a:path>
            </a:pathLst>
          </a:custGeom>
          <a:solidFill>
            <a:srgbClr val="FDEFE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9" name="任意形状 178">
            <a:extLst>
              <a:ext uri="{FF2B5EF4-FFF2-40B4-BE49-F238E27FC236}">
                <a16:creationId xmlns:a16="http://schemas.microsoft.com/office/drawing/2014/main" id="{01CD5C89-8BE3-AD1F-E3F9-A305A404E47A}"/>
              </a:ext>
            </a:extLst>
          </p:cNvPr>
          <p:cNvSpPr/>
          <p:nvPr/>
        </p:nvSpPr>
        <p:spPr>
          <a:xfrm flipV="1">
            <a:off x="7172877" y="2806692"/>
            <a:ext cx="605072" cy="40738"/>
          </a:xfrm>
          <a:custGeom>
            <a:avLst/>
            <a:gdLst>
              <a:gd name="csX0" fmla="*/ 0 w 605072"/>
              <a:gd name="csY0" fmla="*/ -126 h 40738"/>
              <a:gd name="csX1" fmla="*/ 564360 w 605072"/>
              <a:gd name="csY1" fmla="*/ -126 h 40738"/>
              <a:gd name="csX2" fmla="*/ 605072 w 605072"/>
              <a:gd name="csY2" fmla="*/ 40612 h 40738"/>
              <a:gd name="csX3" fmla="*/ 40712 w 605072"/>
              <a:gd name="csY3" fmla="*/ 40612 h 40738"/>
              <a:gd name="csX4" fmla="*/ 0 w 605072"/>
              <a:gd name="csY4" fmla="*/ -126 h 407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72" h="40738">
                <a:moveTo>
                  <a:pt x="0" y="-126"/>
                </a:moveTo>
                <a:lnTo>
                  <a:pt x="564360" y="-126"/>
                </a:lnTo>
                <a:lnTo>
                  <a:pt x="605072" y="40612"/>
                </a:lnTo>
                <a:lnTo>
                  <a:pt x="40712" y="40612"/>
                </a:lnTo>
                <a:lnTo>
                  <a:pt x="0" y="-126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0" name="任意形状 179">
            <a:extLst>
              <a:ext uri="{FF2B5EF4-FFF2-40B4-BE49-F238E27FC236}">
                <a16:creationId xmlns:a16="http://schemas.microsoft.com/office/drawing/2014/main" id="{16BBF95D-2677-03D7-63FB-180302ADA328}"/>
              </a:ext>
            </a:extLst>
          </p:cNvPr>
          <p:cNvSpPr/>
          <p:nvPr/>
        </p:nvSpPr>
        <p:spPr>
          <a:xfrm flipV="1">
            <a:off x="7737237" y="2806692"/>
            <a:ext cx="40712" cy="445552"/>
          </a:xfrm>
          <a:custGeom>
            <a:avLst/>
            <a:gdLst>
              <a:gd name="csX0" fmla="*/ 0 w 40712"/>
              <a:gd name="csY0" fmla="*/ -84 h 445552"/>
              <a:gd name="csX1" fmla="*/ 40713 w 40712"/>
              <a:gd name="csY1" fmla="*/ 40655 h 445552"/>
              <a:gd name="csX2" fmla="*/ 40713 w 40712"/>
              <a:gd name="csY2" fmla="*/ 445469 h 445552"/>
              <a:gd name="csX3" fmla="*/ 0 w 40712"/>
              <a:gd name="csY3" fmla="*/ 404731 h 445552"/>
              <a:gd name="csX4" fmla="*/ 0 w 40712"/>
              <a:gd name="csY4" fmla="*/ -84 h 44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712" h="445552">
                <a:moveTo>
                  <a:pt x="0" y="-84"/>
                </a:moveTo>
                <a:lnTo>
                  <a:pt x="40713" y="40655"/>
                </a:lnTo>
                <a:lnTo>
                  <a:pt x="40713" y="445469"/>
                </a:lnTo>
                <a:lnTo>
                  <a:pt x="0" y="404731"/>
                </a:lnTo>
                <a:lnTo>
                  <a:pt x="0" y="-84"/>
                </a:lnTo>
                <a:close/>
              </a:path>
            </a:pathLst>
          </a:custGeom>
          <a:solidFill>
            <a:srgbClr val="F7C7A4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1" name="任意形状 180">
            <a:extLst>
              <a:ext uri="{FF2B5EF4-FFF2-40B4-BE49-F238E27FC236}">
                <a16:creationId xmlns:a16="http://schemas.microsoft.com/office/drawing/2014/main" id="{BCAC24FC-27F1-F6D5-2D46-39DD48068528}"/>
              </a:ext>
            </a:extLst>
          </p:cNvPr>
          <p:cNvSpPr/>
          <p:nvPr/>
        </p:nvSpPr>
        <p:spPr>
          <a:xfrm flipV="1">
            <a:off x="7737237" y="2806692"/>
            <a:ext cx="40712" cy="445552"/>
          </a:xfrm>
          <a:custGeom>
            <a:avLst/>
            <a:gdLst>
              <a:gd name="csX0" fmla="*/ 0 w 40712"/>
              <a:gd name="csY0" fmla="*/ -84 h 445552"/>
              <a:gd name="csX1" fmla="*/ 40713 w 40712"/>
              <a:gd name="csY1" fmla="*/ 40655 h 445552"/>
              <a:gd name="csX2" fmla="*/ 40713 w 40712"/>
              <a:gd name="csY2" fmla="*/ 445469 h 445552"/>
              <a:gd name="csX3" fmla="*/ 0 w 40712"/>
              <a:gd name="csY3" fmla="*/ 404731 h 445552"/>
              <a:gd name="csX4" fmla="*/ 0 w 40712"/>
              <a:gd name="csY4" fmla="*/ -84 h 44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712" h="445552">
                <a:moveTo>
                  <a:pt x="0" y="-84"/>
                </a:moveTo>
                <a:lnTo>
                  <a:pt x="40713" y="40655"/>
                </a:lnTo>
                <a:lnTo>
                  <a:pt x="40713" y="445469"/>
                </a:lnTo>
                <a:lnTo>
                  <a:pt x="0" y="404731"/>
                </a:lnTo>
                <a:lnTo>
                  <a:pt x="0" y="-84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2" name="任意形状 181">
            <a:extLst>
              <a:ext uri="{FF2B5EF4-FFF2-40B4-BE49-F238E27FC236}">
                <a16:creationId xmlns:a16="http://schemas.microsoft.com/office/drawing/2014/main" id="{2361A40B-51D0-76A0-36A6-02D58FF0308B}"/>
              </a:ext>
            </a:extLst>
          </p:cNvPr>
          <p:cNvSpPr/>
          <p:nvPr/>
        </p:nvSpPr>
        <p:spPr>
          <a:xfrm flipV="1">
            <a:off x="7172877" y="2847459"/>
            <a:ext cx="564331" cy="404785"/>
          </a:xfrm>
          <a:custGeom>
            <a:avLst/>
            <a:gdLst>
              <a:gd name="csX0" fmla="*/ 0 w 564331"/>
              <a:gd name="csY0" fmla="*/ -79 h 404785"/>
              <a:gd name="csX1" fmla="*/ 564331 w 564331"/>
              <a:gd name="csY1" fmla="*/ -79 h 404785"/>
              <a:gd name="csX2" fmla="*/ 564331 w 564331"/>
              <a:gd name="csY2" fmla="*/ 404706 h 404785"/>
              <a:gd name="csX3" fmla="*/ 0 w 564331"/>
              <a:gd name="csY3" fmla="*/ 404706 h 404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4331" h="404785">
                <a:moveTo>
                  <a:pt x="0" y="-79"/>
                </a:moveTo>
                <a:lnTo>
                  <a:pt x="564331" y="-79"/>
                </a:lnTo>
                <a:lnTo>
                  <a:pt x="564331" y="404706"/>
                </a:lnTo>
                <a:lnTo>
                  <a:pt x="0" y="404706"/>
                </a:lnTo>
                <a:close/>
              </a:path>
            </a:pathLst>
          </a:custGeom>
          <a:solidFill>
            <a:srgbClr val="FBE5D5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3" name="任意形状 182">
            <a:extLst>
              <a:ext uri="{FF2B5EF4-FFF2-40B4-BE49-F238E27FC236}">
                <a16:creationId xmlns:a16="http://schemas.microsoft.com/office/drawing/2014/main" id="{EF1A8DF1-6466-764E-9E28-E43939D5C037}"/>
              </a:ext>
            </a:extLst>
          </p:cNvPr>
          <p:cNvSpPr/>
          <p:nvPr/>
        </p:nvSpPr>
        <p:spPr>
          <a:xfrm flipV="1">
            <a:off x="7172877" y="2847459"/>
            <a:ext cx="564331" cy="404785"/>
          </a:xfrm>
          <a:custGeom>
            <a:avLst/>
            <a:gdLst>
              <a:gd name="csX0" fmla="*/ 0 w 564331"/>
              <a:gd name="csY0" fmla="*/ -79 h 404785"/>
              <a:gd name="csX1" fmla="*/ 564331 w 564331"/>
              <a:gd name="csY1" fmla="*/ -79 h 404785"/>
              <a:gd name="csX2" fmla="*/ 564331 w 564331"/>
              <a:gd name="csY2" fmla="*/ 404706 h 404785"/>
              <a:gd name="csX3" fmla="*/ 0 w 564331"/>
              <a:gd name="csY3" fmla="*/ 404706 h 404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4331" h="404785">
                <a:moveTo>
                  <a:pt x="0" y="-79"/>
                </a:moveTo>
                <a:lnTo>
                  <a:pt x="564331" y="-79"/>
                </a:lnTo>
                <a:lnTo>
                  <a:pt x="564331" y="404706"/>
                </a:lnTo>
                <a:lnTo>
                  <a:pt x="0" y="404706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" name="任意形状 183">
            <a:extLst>
              <a:ext uri="{FF2B5EF4-FFF2-40B4-BE49-F238E27FC236}">
                <a16:creationId xmlns:a16="http://schemas.microsoft.com/office/drawing/2014/main" id="{652356FF-0F17-9D5C-577D-6CB494165907}"/>
              </a:ext>
            </a:extLst>
          </p:cNvPr>
          <p:cNvSpPr/>
          <p:nvPr/>
        </p:nvSpPr>
        <p:spPr>
          <a:xfrm flipV="1">
            <a:off x="8020891" y="2800696"/>
            <a:ext cx="611730" cy="40738"/>
          </a:xfrm>
          <a:custGeom>
            <a:avLst/>
            <a:gdLst>
              <a:gd name="csX0" fmla="*/ 0 w 611730"/>
              <a:gd name="csY0" fmla="*/ -127 h 40738"/>
              <a:gd name="csX1" fmla="*/ 571019 w 611730"/>
              <a:gd name="csY1" fmla="*/ -127 h 40738"/>
              <a:gd name="csX2" fmla="*/ 611731 w 611730"/>
              <a:gd name="csY2" fmla="*/ 40611 h 40738"/>
              <a:gd name="csX3" fmla="*/ 40713 w 611730"/>
              <a:gd name="csY3" fmla="*/ 40611 h 40738"/>
              <a:gd name="csX4" fmla="*/ 0 w 611730"/>
              <a:gd name="csY4" fmla="*/ -127 h 407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1730" h="40738">
                <a:moveTo>
                  <a:pt x="0" y="-127"/>
                </a:moveTo>
                <a:lnTo>
                  <a:pt x="571019" y="-127"/>
                </a:lnTo>
                <a:lnTo>
                  <a:pt x="611731" y="40611"/>
                </a:lnTo>
                <a:lnTo>
                  <a:pt x="40713" y="40611"/>
                </a:lnTo>
                <a:lnTo>
                  <a:pt x="0" y="-127"/>
                </a:lnTo>
                <a:close/>
              </a:path>
            </a:pathLst>
          </a:custGeom>
          <a:solidFill>
            <a:srgbClr val="FDEFE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5" name="任意形状 184">
            <a:extLst>
              <a:ext uri="{FF2B5EF4-FFF2-40B4-BE49-F238E27FC236}">
                <a16:creationId xmlns:a16="http://schemas.microsoft.com/office/drawing/2014/main" id="{9895DBAD-81FB-D9C1-9DA8-D8A847027554}"/>
              </a:ext>
            </a:extLst>
          </p:cNvPr>
          <p:cNvSpPr/>
          <p:nvPr/>
        </p:nvSpPr>
        <p:spPr>
          <a:xfrm flipV="1">
            <a:off x="8020891" y="2800696"/>
            <a:ext cx="611730" cy="40738"/>
          </a:xfrm>
          <a:custGeom>
            <a:avLst/>
            <a:gdLst>
              <a:gd name="csX0" fmla="*/ 0 w 611730"/>
              <a:gd name="csY0" fmla="*/ -127 h 40738"/>
              <a:gd name="csX1" fmla="*/ 571019 w 611730"/>
              <a:gd name="csY1" fmla="*/ -127 h 40738"/>
              <a:gd name="csX2" fmla="*/ 611731 w 611730"/>
              <a:gd name="csY2" fmla="*/ 40611 h 40738"/>
              <a:gd name="csX3" fmla="*/ 40713 w 611730"/>
              <a:gd name="csY3" fmla="*/ 40611 h 40738"/>
              <a:gd name="csX4" fmla="*/ 0 w 611730"/>
              <a:gd name="csY4" fmla="*/ -127 h 407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1730" h="40738">
                <a:moveTo>
                  <a:pt x="0" y="-127"/>
                </a:moveTo>
                <a:lnTo>
                  <a:pt x="571019" y="-127"/>
                </a:lnTo>
                <a:lnTo>
                  <a:pt x="611731" y="40611"/>
                </a:lnTo>
                <a:lnTo>
                  <a:pt x="40713" y="40611"/>
                </a:lnTo>
                <a:lnTo>
                  <a:pt x="0" y="-127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6" name="任意形状 185">
            <a:extLst>
              <a:ext uri="{FF2B5EF4-FFF2-40B4-BE49-F238E27FC236}">
                <a16:creationId xmlns:a16="http://schemas.microsoft.com/office/drawing/2014/main" id="{6822BFD9-7ADC-4A30-8BCE-063B44816620}"/>
              </a:ext>
            </a:extLst>
          </p:cNvPr>
          <p:cNvSpPr/>
          <p:nvPr/>
        </p:nvSpPr>
        <p:spPr>
          <a:xfrm flipV="1">
            <a:off x="8591910" y="2800696"/>
            <a:ext cx="40711" cy="445552"/>
          </a:xfrm>
          <a:custGeom>
            <a:avLst/>
            <a:gdLst>
              <a:gd name="csX0" fmla="*/ 0 w 40711"/>
              <a:gd name="csY0" fmla="*/ -85 h 445552"/>
              <a:gd name="csX1" fmla="*/ 40712 w 40711"/>
              <a:gd name="csY1" fmla="*/ 40654 h 445552"/>
              <a:gd name="csX2" fmla="*/ 40712 w 40711"/>
              <a:gd name="csY2" fmla="*/ 445468 h 445552"/>
              <a:gd name="csX3" fmla="*/ 0 w 40711"/>
              <a:gd name="csY3" fmla="*/ 404729 h 445552"/>
              <a:gd name="csX4" fmla="*/ 0 w 40711"/>
              <a:gd name="csY4" fmla="*/ -85 h 44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711" h="445552">
                <a:moveTo>
                  <a:pt x="0" y="-85"/>
                </a:moveTo>
                <a:lnTo>
                  <a:pt x="40712" y="40654"/>
                </a:lnTo>
                <a:lnTo>
                  <a:pt x="40712" y="445468"/>
                </a:lnTo>
                <a:lnTo>
                  <a:pt x="0" y="404729"/>
                </a:lnTo>
                <a:lnTo>
                  <a:pt x="0" y="-85"/>
                </a:lnTo>
                <a:close/>
              </a:path>
            </a:pathLst>
          </a:custGeom>
          <a:solidFill>
            <a:srgbClr val="F7C7A4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7" name="任意形状 186">
            <a:extLst>
              <a:ext uri="{FF2B5EF4-FFF2-40B4-BE49-F238E27FC236}">
                <a16:creationId xmlns:a16="http://schemas.microsoft.com/office/drawing/2014/main" id="{C26DFFCD-D6DC-5B7F-35F8-A3822E29F7B4}"/>
              </a:ext>
            </a:extLst>
          </p:cNvPr>
          <p:cNvSpPr/>
          <p:nvPr/>
        </p:nvSpPr>
        <p:spPr>
          <a:xfrm flipV="1">
            <a:off x="8591910" y="2800696"/>
            <a:ext cx="40711" cy="445552"/>
          </a:xfrm>
          <a:custGeom>
            <a:avLst/>
            <a:gdLst>
              <a:gd name="csX0" fmla="*/ 0 w 40711"/>
              <a:gd name="csY0" fmla="*/ -85 h 445552"/>
              <a:gd name="csX1" fmla="*/ 40712 w 40711"/>
              <a:gd name="csY1" fmla="*/ 40654 h 445552"/>
              <a:gd name="csX2" fmla="*/ 40712 w 40711"/>
              <a:gd name="csY2" fmla="*/ 445468 h 445552"/>
              <a:gd name="csX3" fmla="*/ 0 w 40711"/>
              <a:gd name="csY3" fmla="*/ 404729 h 445552"/>
              <a:gd name="csX4" fmla="*/ 0 w 40711"/>
              <a:gd name="csY4" fmla="*/ -85 h 44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711" h="445552">
                <a:moveTo>
                  <a:pt x="0" y="-85"/>
                </a:moveTo>
                <a:lnTo>
                  <a:pt x="40712" y="40654"/>
                </a:lnTo>
                <a:lnTo>
                  <a:pt x="40712" y="445468"/>
                </a:lnTo>
                <a:lnTo>
                  <a:pt x="0" y="404729"/>
                </a:lnTo>
                <a:lnTo>
                  <a:pt x="0" y="-85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8" name="任意形状 187">
            <a:extLst>
              <a:ext uri="{FF2B5EF4-FFF2-40B4-BE49-F238E27FC236}">
                <a16:creationId xmlns:a16="http://schemas.microsoft.com/office/drawing/2014/main" id="{1C409252-77E1-FD87-EF34-35554BE3DC50}"/>
              </a:ext>
            </a:extLst>
          </p:cNvPr>
          <p:cNvSpPr/>
          <p:nvPr/>
        </p:nvSpPr>
        <p:spPr>
          <a:xfrm flipV="1">
            <a:off x="8020891" y="2841462"/>
            <a:ext cx="571027" cy="404785"/>
          </a:xfrm>
          <a:custGeom>
            <a:avLst/>
            <a:gdLst>
              <a:gd name="csX0" fmla="*/ 0 w 571027"/>
              <a:gd name="csY0" fmla="*/ -81 h 404785"/>
              <a:gd name="csX1" fmla="*/ 571028 w 571027"/>
              <a:gd name="csY1" fmla="*/ -81 h 404785"/>
              <a:gd name="csX2" fmla="*/ 571028 w 571027"/>
              <a:gd name="csY2" fmla="*/ 404705 h 404785"/>
              <a:gd name="csX3" fmla="*/ 0 w 571027"/>
              <a:gd name="csY3" fmla="*/ 404705 h 404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1027" h="404785">
                <a:moveTo>
                  <a:pt x="0" y="-81"/>
                </a:moveTo>
                <a:lnTo>
                  <a:pt x="571028" y="-81"/>
                </a:lnTo>
                <a:lnTo>
                  <a:pt x="571028" y="404705"/>
                </a:lnTo>
                <a:lnTo>
                  <a:pt x="0" y="404705"/>
                </a:lnTo>
                <a:close/>
              </a:path>
            </a:pathLst>
          </a:custGeom>
          <a:solidFill>
            <a:srgbClr val="FBE5D5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9" name="任意形状 188">
            <a:extLst>
              <a:ext uri="{FF2B5EF4-FFF2-40B4-BE49-F238E27FC236}">
                <a16:creationId xmlns:a16="http://schemas.microsoft.com/office/drawing/2014/main" id="{C7D1C172-251E-29FE-464A-A2199775AA70}"/>
              </a:ext>
            </a:extLst>
          </p:cNvPr>
          <p:cNvSpPr/>
          <p:nvPr/>
        </p:nvSpPr>
        <p:spPr>
          <a:xfrm flipV="1">
            <a:off x="8020891" y="2841462"/>
            <a:ext cx="571027" cy="404785"/>
          </a:xfrm>
          <a:custGeom>
            <a:avLst/>
            <a:gdLst>
              <a:gd name="csX0" fmla="*/ 0 w 571027"/>
              <a:gd name="csY0" fmla="*/ -81 h 404785"/>
              <a:gd name="csX1" fmla="*/ 571028 w 571027"/>
              <a:gd name="csY1" fmla="*/ -81 h 404785"/>
              <a:gd name="csX2" fmla="*/ 571028 w 571027"/>
              <a:gd name="csY2" fmla="*/ 404705 h 404785"/>
              <a:gd name="csX3" fmla="*/ 0 w 571027"/>
              <a:gd name="csY3" fmla="*/ 404705 h 404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1027" h="404785">
                <a:moveTo>
                  <a:pt x="0" y="-81"/>
                </a:moveTo>
                <a:lnTo>
                  <a:pt x="571028" y="-81"/>
                </a:lnTo>
                <a:lnTo>
                  <a:pt x="571028" y="404705"/>
                </a:lnTo>
                <a:lnTo>
                  <a:pt x="0" y="404705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0" name="任意形状 189">
            <a:extLst>
              <a:ext uri="{FF2B5EF4-FFF2-40B4-BE49-F238E27FC236}">
                <a16:creationId xmlns:a16="http://schemas.microsoft.com/office/drawing/2014/main" id="{BC3DEEA8-A299-5B52-DEAC-57AAB99A5980}"/>
              </a:ext>
            </a:extLst>
          </p:cNvPr>
          <p:cNvSpPr/>
          <p:nvPr/>
        </p:nvSpPr>
        <p:spPr>
          <a:xfrm flipV="1">
            <a:off x="8834186" y="2800696"/>
            <a:ext cx="585857" cy="40738"/>
          </a:xfrm>
          <a:custGeom>
            <a:avLst/>
            <a:gdLst>
              <a:gd name="csX0" fmla="*/ 0 w 585857"/>
              <a:gd name="csY0" fmla="*/ -127 h 40738"/>
              <a:gd name="csX1" fmla="*/ 545145 w 585857"/>
              <a:gd name="csY1" fmla="*/ -127 h 40738"/>
              <a:gd name="csX2" fmla="*/ 585858 w 585857"/>
              <a:gd name="csY2" fmla="*/ 40611 h 40738"/>
              <a:gd name="csX3" fmla="*/ 40713 w 585857"/>
              <a:gd name="csY3" fmla="*/ 40611 h 40738"/>
              <a:gd name="csX4" fmla="*/ 0 w 585857"/>
              <a:gd name="csY4" fmla="*/ -127 h 407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5857" h="40738">
                <a:moveTo>
                  <a:pt x="0" y="-127"/>
                </a:moveTo>
                <a:lnTo>
                  <a:pt x="545145" y="-127"/>
                </a:lnTo>
                <a:lnTo>
                  <a:pt x="585858" y="40611"/>
                </a:lnTo>
                <a:lnTo>
                  <a:pt x="40713" y="40611"/>
                </a:lnTo>
                <a:lnTo>
                  <a:pt x="0" y="-127"/>
                </a:lnTo>
                <a:close/>
              </a:path>
            </a:pathLst>
          </a:custGeom>
          <a:solidFill>
            <a:srgbClr val="FDEFE6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1" name="任意形状 190">
            <a:extLst>
              <a:ext uri="{FF2B5EF4-FFF2-40B4-BE49-F238E27FC236}">
                <a16:creationId xmlns:a16="http://schemas.microsoft.com/office/drawing/2014/main" id="{38C6891E-D3F2-1801-1C69-46C5DF6C05A6}"/>
              </a:ext>
            </a:extLst>
          </p:cNvPr>
          <p:cNvSpPr/>
          <p:nvPr/>
        </p:nvSpPr>
        <p:spPr>
          <a:xfrm flipV="1">
            <a:off x="8834186" y="2800696"/>
            <a:ext cx="585857" cy="40738"/>
          </a:xfrm>
          <a:custGeom>
            <a:avLst/>
            <a:gdLst>
              <a:gd name="csX0" fmla="*/ 0 w 585857"/>
              <a:gd name="csY0" fmla="*/ -127 h 40738"/>
              <a:gd name="csX1" fmla="*/ 545145 w 585857"/>
              <a:gd name="csY1" fmla="*/ -127 h 40738"/>
              <a:gd name="csX2" fmla="*/ 585858 w 585857"/>
              <a:gd name="csY2" fmla="*/ 40611 h 40738"/>
              <a:gd name="csX3" fmla="*/ 40713 w 585857"/>
              <a:gd name="csY3" fmla="*/ 40611 h 40738"/>
              <a:gd name="csX4" fmla="*/ 0 w 585857"/>
              <a:gd name="csY4" fmla="*/ -127 h 407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5857" h="40738">
                <a:moveTo>
                  <a:pt x="0" y="-127"/>
                </a:moveTo>
                <a:lnTo>
                  <a:pt x="545145" y="-127"/>
                </a:lnTo>
                <a:lnTo>
                  <a:pt x="585858" y="40611"/>
                </a:lnTo>
                <a:lnTo>
                  <a:pt x="40713" y="40611"/>
                </a:lnTo>
                <a:lnTo>
                  <a:pt x="0" y="-127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2" name="任意形状 191">
            <a:extLst>
              <a:ext uri="{FF2B5EF4-FFF2-40B4-BE49-F238E27FC236}">
                <a16:creationId xmlns:a16="http://schemas.microsoft.com/office/drawing/2014/main" id="{9C9C4ED0-6DB4-420B-FC51-3CCE8FBD56A2}"/>
              </a:ext>
            </a:extLst>
          </p:cNvPr>
          <p:cNvSpPr/>
          <p:nvPr/>
        </p:nvSpPr>
        <p:spPr>
          <a:xfrm flipV="1">
            <a:off x="9379331" y="2800696"/>
            <a:ext cx="40712" cy="445552"/>
          </a:xfrm>
          <a:custGeom>
            <a:avLst/>
            <a:gdLst>
              <a:gd name="csX0" fmla="*/ 0 w 40712"/>
              <a:gd name="csY0" fmla="*/ -85 h 445552"/>
              <a:gd name="csX1" fmla="*/ 40713 w 40712"/>
              <a:gd name="csY1" fmla="*/ 40654 h 445552"/>
              <a:gd name="csX2" fmla="*/ 40713 w 40712"/>
              <a:gd name="csY2" fmla="*/ 445468 h 445552"/>
              <a:gd name="csX3" fmla="*/ 0 w 40712"/>
              <a:gd name="csY3" fmla="*/ 404729 h 445552"/>
              <a:gd name="csX4" fmla="*/ 0 w 40712"/>
              <a:gd name="csY4" fmla="*/ -85 h 44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712" h="445552">
                <a:moveTo>
                  <a:pt x="0" y="-85"/>
                </a:moveTo>
                <a:lnTo>
                  <a:pt x="40713" y="40654"/>
                </a:lnTo>
                <a:lnTo>
                  <a:pt x="40713" y="445468"/>
                </a:lnTo>
                <a:lnTo>
                  <a:pt x="0" y="404729"/>
                </a:lnTo>
                <a:lnTo>
                  <a:pt x="0" y="-85"/>
                </a:lnTo>
                <a:close/>
              </a:path>
            </a:pathLst>
          </a:custGeom>
          <a:solidFill>
            <a:srgbClr val="F7C7A4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3" name="任意形状 192">
            <a:extLst>
              <a:ext uri="{FF2B5EF4-FFF2-40B4-BE49-F238E27FC236}">
                <a16:creationId xmlns:a16="http://schemas.microsoft.com/office/drawing/2014/main" id="{3F7B24E0-60EF-0027-345E-1C2B2D370A7C}"/>
              </a:ext>
            </a:extLst>
          </p:cNvPr>
          <p:cNvSpPr/>
          <p:nvPr/>
        </p:nvSpPr>
        <p:spPr>
          <a:xfrm flipV="1">
            <a:off x="9379331" y="2800696"/>
            <a:ext cx="40712" cy="445552"/>
          </a:xfrm>
          <a:custGeom>
            <a:avLst/>
            <a:gdLst>
              <a:gd name="csX0" fmla="*/ 0 w 40712"/>
              <a:gd name="csY0" fmla="*/ -85 h 445552"/>
              <a:gd name="csX1" fmla="*/ 40713 w 40712"/>
              <a:gd name="csY1" fmla="*/ 40654 h 445552"/>
              <a:gd name="csX2" fmla="*/ 40713 w 40712"/>
              <a:gd name="csY2" fmla="*/ 445468 h 445552"/>
              <a:gd name="csX3" fmla="*/ 0 w 40712"/>
              <a:gd name="csY3" fmla="*/ 404729 h 445552"/>
              <a:gd name="csX4" fmla="*/ 0 w 40712"/>
              <a:gd name="csY4" fmla="*/ -85 h 445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712" h="445552">
                <a:moveTo>
                  <a:pt x="0" y="-85"/>
                </a:moveTo>
                <a:lnTo>
                  <a:pt x="40713" y="40654"/>
                </a:lnTo>
                <a:lnTo>
                  <a:pt x="40713" y="445468"/>
                </a:lnTo>
                <a:lnTo>
                  <a:pt x="0" y="404729"/>
                </a:lnTo>
                <a:lnTo>
                  <a:pt x="0" y="-85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" name="任意形状 193">
            <a:extLst>
              <a:ext uri="{FF2B5EF4-FFF2-40B4-BE49-F238E27FC236}">
                <a16:creationId xmlns:a16="http://schemas.microsoft.com/office/drawing/2014/main" id="{32512AF6-5EDB-A2BA-3284-68B6EE8F4859}"/>
              </a:ext>
            </a:extLst>
          </p:cNvPr>
          <p:cNvSpPr/>
          <p:nvPr/>
        </p:nvSpPr>
        <p:spPr>
          <a:xfrm flipV="1">
            <a:off x="8834186" y="2841462"/>
            <a:ext cx="545107" cy="404785"/>
          </a:xfrm>
          <a:custGeom>
            <a:avLst/>
            <a:gdLst>
              <a:gd name="csX0" fmla="*/ 0 w 545107"/>
              <a:gd name="csY0" fmla="*/ -81 h 404785"/>
              <a:gd name="csX1" fmla="*/ 545107 w 545107"/>
              <a:gd name="csY1" fmla="*/ -81 h 404785"/>
              <a:gd name="csX2" fmla="*/ 545107 w 545107"/>
              <a:gd name="csY2" fmla="*/ 404705 h 404785"/>
              <a:gd name="csX3" fmla="*/ 0 w 545107"/>
              <a:gd name="csY3" fmla="*/ 404705 h 404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5107" h="404785">
                <a:moveTo>
                  <a:pt x="0" y="-81"/>
                </a:moveTo>
                <a:lnTo>
                  <a:pt x="545107" y="-81"/>
                </a:lnTo>
                <a:lnTo>
                  <a:pt x="545107" y="404705"/>
                </a:lnTo>
                <a:lnTo>
                  <a:pt x="0" y="404705"/>
                </a:lnTo>
                <a:close/>
              </a:path>
            </a:pathLst>
          </a:custGeom>
          <a:solidFill>
            <a:srgbClr val="FBE5D5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5" name="任意形状 194">
            <a:extLst>
              <a:ext uri="{FF2B5EF4-FFF2-40B4-BE49-F238E27FC236}">
                <a16:creationId xmlns:a16="http://schemas.microsoft.com/office/drawing/2014/main" id="{7C7B696A-C3F8-F76F-3829-835875117F91}"/>
              </a:ext>
            </a:extLst>
          </p:cNvPr>
          <p:cNvSpPr/>
          <p:nvPr/>
        </p:nvSpPr>
        <p:spPr>
          <a:xfrm flipV="1">
            <a:off x="8834186" y="2841462"/>
            <a:ext cx="545107" cy="404785"/>
          </a:xfrm>
          <a:custGeom>
            <a:avLst/>
            <a:gdLst>
              <a:gd name="csX0" fmla="*/ 0 w 545107"/>
              <a:gd name="csY0" fmla="*/ -81 h 404785"/>
              <a:gd name="csX1" fmla="*/ 545107 w 545107"/>
              <a:gd name="csY1" fmla="*/ -81 h 404785"/>
              <a:gd name="csX2" fmla="*/ 545107 w 545107"/>
              <a:gd name="csY2" fmla="*/ 404705 h 404785"/>
              <a:gd name="csX3" fmla="*/ 0 w 545107"/>
              <a:gd name="csY3" fmla="*/ 404705 h 4047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5107" h="404785">
                <a:moveTo>
                  <a:pt x="0" y="-81"/>
                </a:moveTo>
                <a:lnTo>
                  <a:pt x="545107" y="-81"/>
                </a:lnTo>
                <a:lnTo>
                  <a:pt x="545107" y="404705"/>
                </a:lnTo>
                <a:lnTo>
                  <a:pt x="0" y="404705"/>
                </a:lnTo>
                <a:close/>
              </a:path>
            </a:pathLst>
          </a:custGeom>
          <a:noFill/>
          <a:ln w="10701" cap="flat">
            <a:solidFill>
              <a:srgbClr val="F4B183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6" name="任意形状 195">
            <a:extLst>
              <a:ext uri="{FF2B5EF4-FFF2-40B4-BE49-F238E27FC236}">
                <a16:creationId xmlns:a16="http://schemas.microsoft.com/office/drawing/2014/main" id="{EF0D2F73-D52A-24A0-2296-D25FAFA36A81}"/>
              </a:ext>
            </a:extLst>
          </p:cNvPr>
          <p:cNvSpPr/>
          <p:nvPr/>
        </p:nvSpPr>
        <p:spPr>
          <a:xfrm flipV="1">
            <a:off x="8325377" y="1766626"/>
            <a:ext cx="9512" cy="120311"/>
          </a:xfrm>
          <a:custGeom>
            <a:avLst/>
            <a:gdLst>
              <a:gd name="csX0" fmla="*/ 0 w 9512"/>
              <a:gd name="csY0" fmla="*/ 119975 h 120311"/>
              <a:gd name="csX1" fmla="*/ 0 w 9512"/>
              <a:gd name="csY1" fmla="*/ -336 h 12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120311">
                <a:moveTo>
                  <a:pt x="0" y="119975"/>
                </a:moveTo>
                <a:lnTo>
                  <a:pt x="0" y="-336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7" name="任意形状 196">
            <a:extLst>
              <a:ext uri="{FF2B5EF4-FFF2-40B4-BE49-F238E27FC236}">
                <a16:creationId xmlns:a16="http://schemas.microsoft.com/office/drawing/2014/main" id="{2361E398-CB8C-9EA6-23E0-F5B75CC2EF83}"/>
              </a:ext>
            </a:extLst>
          </p:cNvPr>
          <p:cNvSpPr/>
          <p:nvPr/>
        </p:nvSpPr>
        <p:spPr>
          <a:xfrm flipV="1">
            <a:off x="8294272" y="1871803"/>
            <a:ext cx="62210" cy="62249"/>
          </a:xfrm>
          <a:custGeom>
            <a:avLst/>
            <a:gdLst>
              <a:gd name="csX0" fmla="*/ 31105 w 62210"/>
              <a:gd name="csY0" fmla="*/ -320 h 62249"/>
              <a:gd name="csX1" fmla="*/ 0 w 62210"/>
              <a:gd name="csY1" fmla="*/ 61930 h 62249"/>
              <a:gd name="csX2" fmla="*/ 62210 w 62210"/>
              <a:gd name="csY2" fmla="*/ 61930 h 62249"/>
              <a:gd name="csX3" fmla="*/ 31105 w 62210"/>
              <a:gd name="csY3" fmla="*/ -320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10" h="62249">
                <a:moveTo>
                  <a:pt x="31105" y="-320"/>
                </a:moveTo>
                <a:lnTo>
                  <a:pt x="0" y="61930"/>
                </a:lnTo>
                <a:cubicBezTo>
                  <a:pt x="19595" y="52126"/>
                  <a:pt x="42615" y="52126"/>
                  <a:pt x="62210" y="61930"/>
                </a:cubicBezTo>
                <a:lnTo>
                  <a:pt x="31105" y="-320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8" name="任意形状 197">
            <a:extLst>
              <a:ext uri="{FF2B5EF4-FFF2-40B4-BE49-F238E27FC236}">
                <a16:creationId xmlns:a16="http://schemas.microsoft.com/office/drawing/2014/main" id="{DE6A2A6E-2014-A112-1711-930475F03113}"/>
              </a:ext>
            </a:extLst>
          </p:cNvPr>
          <p:cNvSpPr/>
          <p:nvPr/>
        </p:nvSpPr>
        <p:spPr>
          <a:xfrm flipV="1">
            <a:off x="8322619" y="2301555"/>
            <a:ext cx="9512" cy="43022"/>
          </a:xfrm>
          <a:custGeom>
            <a:avLst/>
            <a:gdLst>
              <a:gd name="csX0" fmla="*/ 0 w 9512"/>
              <a:gd name="csY0" fmla="*/ 42791 h 43022"/>
              <a:gd name="csX1" fmla="*/ 0 w 9512"/>
              <a:gd name="csY1" fmla="*/ -232 h 43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43022">
                <a:moveTo>
                  <a:pt x="0" y="42791"/>
                </a:moveTo>
                <a:lnTo>
                  <a:pt x="0" y="-232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9" name="任意形状 198">
            <a:extLst>
              <a:ext uri="{FF2B5EF4-FFF2-40B4-BE49-F238E27FC236}">
                <a16:creationId xmlns:a16="http://schemas.microsoft.com/office/drawing/2014/main" id="{A401B32C-5557-C0DA-82BE-E0A580569501}"/>
              </a:ext>
            </a:extLst>
          </p:cNvPr>
          <p:cNvSpPr/>
          <p:nvPr/>
        </p:nvSpPr>
        <p:spPr>
          <a:xfrm flipV="1">
            <a:off x="8291419" y="2329539"/>
            <a:ext cx="62304" cy="62249"/>
          </a:xfrm>
          <a:custGeom>
            <a:avLst/>
            <a:gdLst>
              <a:gd name="csX0" fmla="*/ 31200 w 62304"/>
              <a:gd name="csY0" fmla="*/ -224 h 62249"/>
              <a:gd name="csX1" fmla="*/ 0 w 62304"/>
              <a:gd name="csY1" fmla="*/ 62025 h 62249"/>
              <a:gd name="csX2" fmla="*/ 62305 w 62304"/>
              <a:gd name="csY2" fmla="*/ 62025 h 62249"/>
              <a:gd name="csX3" fmla="*/ 31200 w 62304"/>
              <a:gd name="csY3" fmla="*/ -224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304" h="62249">
                <a:moveTo>
                  <a:pt x="31200" y="-224"/>
                </a:moveTo>
                <a:lnTo>
                  <a:pt x="0" y="62025"/>
                </a:lnTo>
                <a:cubicBezTo>
                  <a:pt x="19595" y="52317"/>
                  <a:pt x="42710" y="52317"/>
                  <a:pt x="62305" y="62025"/>
                </a:cubicBezTo>
                <a:lnTo>
                  <a:pt x="31200" y="-224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0" name="任意形状 199">
            <a:extLst>
              <a:ext uri="{FF2B5EF4-FFF2-40B4-BE49-F238E27FC236}">
                <a16:creationId xmlns:a16="http://schemas.microsoft.com/office/drawing/2014/main" id="{C644282E-0672-8F92-E4B3-3FC3B3804728}"/>
              </a:ext>
            </a:extLst>
          </p:cNvPr>
          <p:cNvSpPr/>
          <p:nvPr/>
        </p:nvSpPr>
        <p:spPr>
          <a:xfrm flipV="1">
            <a:off x="7509610" y="2697707"/>
            <a:ext cx="818336" cy="54063"/>
          </a:xfrm>
          <a:custGeom>
            <a:avLst/>
            <a:gdLst>
              <a:gd name="csX0" fmla="*/ 818336 w 818336"/>
              <a:gd name="csY0" fmla="*/ 53916 h 54063"/>
              <a:gd name="csX1" fmla="*/ 0 w 818336"/>
              <a:gd name="csY1" fmla="*/ 53916 h 54063"/>
              <a:gd name="csX2" fmla="*/ 0 w 818336"/>
              <a:gd name="csY2" fmla="*/ -148 h 540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8336" h="54063">
                <a:moveTo>
                  <a:pt x="818336" y="53916"/>
                </a:moveTo>
                <a:lnTo>
                  <a:pt x="0" y="53916"/>
                </a:lnTo>
                <a:lnTo>
                  <a:pt x="0" y="-148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1" name="任意形状 200">
            <a:extLst>
              <a:ext uri="{FF2B5EF4-FFF2-40B4-BE49-F238E27FC236}">
                <a16:creationId xmlns:a16="http://schemas.microsoft.com/office/drawing/2014/main" id="{17A6FFAD-C712-A604-6E9A-CC5E2C67D258}"/>
              </a:ext>
            </a:extLst>
          </p:cNvPr>
          <p:cNvSpPr/>
          <p:nvPr/>
        </p:nvSpPr>
        <p:spPr>
          <a:xfrm flipV="1">
            <a:off x="7478505" y="2736637"/>
            <a:ext cx="62209" cy="62249"/>
          </a:xfrm>
          <a:custGeom>
            <a:avLst/>
            <a:gdLst>
              <a:gd name="csX0" fmla="*/ 31105 w 62209"/>
              <a:gd name="csY0" fmla="*/ -139 h 62249"/>
              <a:gd name="csX1" fmla="*/ 0 w 62209"/>
              <a:gd name="csY1" fmla="*/ 62111 h 62249"/>
              <a:gd name="csX2" fmla="*/ 62210 w 62209"/>
              <a:gd name="csY2" fmla="*/ 62111 h 62249"/>
              <a:gd name="csX3" fmla="*/ 31105 w 62209"/>
              <a:gd name="csY3" fmla="*/ -139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-139"/>
                </a:moveTo>
                <a:lnTo>
                  <a:pt x="0" y="62111"/>
                </a:lnTo>
                <a:cubicBezTo>
                  <a:pt x="19595" y="52307"/>
                  <a:pt x="42615" y="52307"/>
                  <a:pt x="62210" y="62111"/>
                </a:cubicBezTo>
                <a:lnTo>
                  <a:pt x="31105" y="-139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2" name="任意形状 201">
            <a:extLst>
              <a:ext uri="{FF2B5EF4-FFF2-40B4-BE49-F238E27FC236}">
                <a16:creationId xmlns:a16="http://schemas.microsoft.com/office/drawing/2014/main" id="{ED37589A-7682-72B2-FF76-43977FA1310C}"/>
              </a:ext>
            </a:extLst>
          </p:cNvPr>
          <p:cNvSpPr/>
          <p:nvPr/>
        </p:nvSpPr>
        <p:spPr>
          <a:xfrm flipV="1">
            <a:off x="8323950" y="2661347"/>
            <a:ext cx="9512" cy="78811"/>
          </a:xfrm>
          <a:custGeom>
            <a:avLst/>
            <a:gdLst>
              <a:gd name="csX0" fmla="*/ 0 w 9512"/>
              <a:gd name="csY0" fmla="*/ 78659 h 78811"/>
              <a:gd name="csX1" fmla="*/ 0 w 9512"/>
              <a:gd name="csY1" fmla="*/ -153 h 7881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78811">
                <a:moveTo>
                  <a:pt x="0" y="78659"/>
                </a:moveTo>
                <a:lnTo>
                  <a:pt x="0" y="-153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3" name="任意形状 202">
            <a:extLst>
              <a:ext uri="{FF2B5EF4-FFF2-40B4-BE49-F238E27FC236}">
                <a16:creationId xmlns:a16="http://schemas.microsoft.com/office/drawing/2014/main" id="{AC58EF45-8151-8DAE-EDFF-453F07760E3F}"/>
              </a:ext>
            </a:extLst>
          </p:cNvPr>
          <p:cNvSpPr/>
          <p:nvPr/>
        </p:nvSpPr>
        <p:spPr>
          <a:xfrm flipV="1">
            <a:off x="8292846" y="2725025"/>
            <a:ext cx="62209" cy="62249"/>
          </a:xfrm>
          <a:custGeom>
            <a:avLst/>
            <a:gdLst>
              <a:gd name="csX0" fmla="*/ 31105 w 62209"/>
              <a:gd name="csY0" fmla="*/ -141 h 62249"/>
              <a:gd name="csX1" fmla="*/ 0 w 62209"/>
              <a:gd name="csY1" fmla="*/ 62109 h 62249"/>
              <a:gd name="csX2" fmla="*/ 62210 w 62209"/>
              <a:gd name="csY2" fmla="*/ 62109 h 62249"/>
              <a:gd name="csX3" fmla="*/ 31105 w 62209"/>
              <a:gd name="csY3" fmla="*/ -141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-141"/>
                </a:moveTo>
                <a:lnTo>
                  <a:pt x="0" y="62109"/>
                </a:lnTo>
                <a:cubicBezTo>
                  <a:pt x="19595" y="52305"/>
                  <a:pt x="42615" y="52305"/>
                  <a:pt x="62210" y="62109"/>
                </a:cubicBezTo>
                <a:lnTo>
                  <a:pt x="31105" y="-141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4" name="任意形状 203">
            <a:extLst>
              <a:ext uri="{FF2B5EF4-FFF2-40B4-BE49-F238E27FC236}">
                <a16:creationId xmlns:a16="http://schemas.microsoft.com/office/drawing/2014/main" id="{3A27EF00-929B-D593-A169-0762FB9DBBBE}"/>
              </a:ext>
            </a:extLst>
          </p:cNvPr>
          <p:cNvSpPr/>
          <p:nvPr/>
        </p:nvSpPr>
        <p:spPr>
          <a:xfrm flipV="1">
            <a:off x="8323950" y="2653257"/>
            <a:ext cx="850677" cy="97658"/>
          </a:xfrm>
          <a:custGeom>
            <a:avLst/>
            <a:gdLst>
              <a:gd name="csX0" fmla="*/ 0 w 850677"/>
              <a:gd name="csY0" fmla="*/ 97506 h 97658"/>
              <a:gd name="csX1" fmla="*/ 0 w 850677"/>
              <a:gd name="csY1" fmla="*/ 54388 h 97658"/>
              <a:gd name="csX2" fmla="*/ 850678 w 850677"/>
              <a:gd name="csY2" fmla="*/ 54388 h 97658"/>
              <a:gd name="csX3" fmla="*/ 850678 w 850677"/>
              <a:gd name="csY3" fmla="*/ -152 h 976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0677" h="97658">
                <a:moveTo>
                  <a:pt x="0" y="97506"/>
                </a:moveTo>
                <a:lnTo>
                  <a:pt x="0" y="54388"/>
                </a:lnTo>
                <a:lnTo>
                  <a:pt x="850678" y="54388"/>
                </a:lnTo>
                <a:lnTo>
                  <a:pt x="850678" y="-152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" name="任意形状 204">
            <a:extLst>
              <a:ext uri="{FF2B5EF4-FFF2-40B4-BE49-F238E27FC236}">
                <a16:creationId xmlns:a16="http://schemas.microsoft.com/office/drawing/2014/main" id="{55A37D59-EDF3-87E3-A09C-F096EB6493C7}"/>
              </a:ext>
            </a:extLst>
          </p:cNvPr>
          <p:cNvSpPr/>
          <p:nvPr/>
        </p:nvSpPr>
        <p:spPr>
          <a:xfrm flipV="1">
            <a:off x="9143523" y="2735781"/>
            <a:ext cx="62209" cy="62249"/>
          </a:xfrm>
          <a:custGeom>
            <a:avLst/>
            <a:gdLst>
              <a:gd name="csX0" fmla="*/ 31105 w 62209"/>
              <a:gd name="csY0" fmla="*/ -139 h 62249"/>
              <a:gd name="csX1" fmla="*/ 0 w 62209"/>
              <a:gd name="csY1" fmla="*/ 62111 h 62249"/>
              <a:gd name="csX2" fmla="*/ 62210 w 62209"/>
              <a:gd name="csY2" fmla="*/ 62111 h 62249"/>
              <a:gd name="csX3" fmla="*/ 31105 w 62209"/>
              <a:gd name="csY3" fmla="*/ -139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-139"/>
                </a:moveTo>
                <a:lnTo>
                  <a:pt x="0" y="62111"/>
                </a:lnTo>
                <a:cubicBezTo>
                  <a:pt x="19595" y="52307"/>
                  <a:pt x="42615" y="52307"/>
                  <a:pt x="62210" y="62111"/>
                </a:cubicBezTo>
                <a:lnTo>
                  <a:pt x="31105" y="-139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6" name="图片 205">
            <a:extLst>
              <a:ext uri="{FF2B5EF4-FFF2-40B4-BE49-F238E27FC236}">
                <a16:creationId xmlns:a16="http://schemas.microsoft.com/office/drawing/2014/main" id="{EF6CEE2F-EFD5-9787-1604-2B28D39B6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7814191" y="2934523"/>
            <a:ext cx="121784" cy="160640"/>
          </a:xfrm>
          <a:custGeom>
            <a:avLst/>
            <a:gdLst>
              <a:gd name="csX0" fmla="*/ 542 w 121784"/>
              <a:gd name="csY0" fmla="*/ 171 h 160640"/>
              <a:gd name="csX1" fmla="*/ 122327 w 121784"/>
              <a:gd name="csY1" fmla="*/ 171 h 160640"/>
              <a:gd name="csX2" fmla="*/ 122327 w 121784"/>
              <a:gd name="csY2" fmla="*/ 160812 h 160640"/>
              <a:gd name="csX3" fmla="*/ 542 w 121784"/>
              <a:gd name="csY3" fmla="*/ 160812 h 1606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784" h="160640">
                <a:moveTo>
                  <a:pt x="542" y="171"/>
                </a:moveTo>
                <a:lnTo>
                  <a:pt x="122327" y="171"/>
                </a:lnTo>
                <a:lnTo>
                  <a:pt x="122327" y="160812"/>
                </a:lnTo>
                <a:lnTo>
                  <a:pt x="542" y="160812"/>
                </a:lnTo>
                <a:close/>
              </a:path>
            </a:pathLst>
          </a:custGeom>
        </p:spPr>
      </p:pic>
      <p:pic>
        <p:nvPicPr>
          <p:cNvPr id="207" name="图片 206">
            <a:extLst>
              <a:ext uri="{FF2B5EF4-FFF2-40B4-BE49-F238E27FC236}">
                <a16:creationId xmlns:a16="http://schemas.microsoft.com/office/drawing/2014/main" id="{1399F3B4-B2B3-E239-91E4-585BBED94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8669244" y="2941662"/>
            <a:ext cx="99440" cy="153492"/>
          </a:xfrm>
          <a:custGeom>
            <a:avLst/>
            <a:gdLst>
              <a:gd name="csX0" fmla="*/ 634 w 99440"/>
              <a:gd name="csY0" fmla="*/ 172 h 153492"/>
              <a:gd name="csX1" fmla="*/ 100074 w 99440"/>
              <a:gd name="csY1" fmla="*/ 172 h 153492"/>
              <a:gd name="csX2" fmla="*/ 100074 w 99440"/>
              <a:gd name="csY2" fmla="*/ 153665 h 153492"/>
              <a:gd name="csX3" fmla="*/ 634 w 99440"/>
              <a:gd name="csY3" fmla="*/ 153665 h 1534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9440" h="153492">
                <a:moveTo>
                  <a:pt x="634" y="172"/>
                </a:moveTo>
                <a:lnTo>
                  <a:pt x="100074" y="172"/>
                </a:lnTo>
                <a:lnTo>
                  <a:pt x="100074" y="153665"/>
                </a:lnTo>
                <a:lnTo>
                  <a:pt x="634" y="153665"/>
                </a:lnTo>
                <a:close/>
              </a:path>
            </a:pathLst>
          </a:cu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C655153E-7B7B-7CE4-93B2-C21DD115B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9465797" y="2954226"/>
            <a:ext cx="84580" cy="142384"/>
          </a:xfrm>
          <a:custGeom>
            <a:avLst/>
            <a:gdLst>
              <a:gd name="csX0" fmla="*/ 719 w 84580"/>
              <a:gd name="csY0" fmla="*/ 175 h 142384"/>
              <a:gd name="csX1" fmla="*/ 85300 w 84580"/>
              <a:gd name="csY1" fmla="*/ 175 h 142384"/>
              <a:gd name="csX2" fmla="*/ 85300 w 84580"/>
              <a:gd name="csY2" fmla="*/ 142559 h 142384"/>
              <a:gd name="csX3" fmla="*/ 719 w 84580"/>
              <a:gd name="csY3" fmla="*/ 142559 h 1423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580" h="142384">
                <a:moveTo>
                  <a:pt x="719" y="175"/>
                </a:moveTo>
                <a:lnTo>
                  <a:pt x="85300" y="175"/>
                </a:lnTo>
                <a:lnTo>
                  <a:pt x="85300" y="142559"/>
                </a:lnTo>
                <a:lnTo>
                  <a:pt x="719" y="142559"/>
                </a:lnTo>
                <a:close/>
              </a:path>
            </a:pathLst>
          </a:custGeom>
        </p:spPr>
      </p:pic>
      <p:sp>
        <p:nvSpPr>
          <p:cNvPr id="209" name="任意形状 208">
            <a:extLst>
              <a:ext uri="{FF2B5EF4-FFF2-40B4-BE49-F238E27FC236}">
                <a16:creationId xmlns:a16="http://schemas.microsoft.com/office/drawing/2014/main" id="{391758E4-1617-11A2-A707-A257FE4EC038}"/>
              </a:ext>
            </a:extLst>
          </p:cNvPr>
          <p:cNvSpPr/>
          <p:nvPr/>
        </p:nvSpPr>
        <p:spPr>
          <a:xfrm flipV="1">
            <a:off x="2644997" y="3810494"/>
            <a:ext cx="605032" cy="38073"/>
          </a:xfrm>
          <a:custGeom>
            <a:avLst/>
            <a:gdLst>
              <a:gd name="csX0" fmla="*/ 0 w 605032"/>
              <a:gd name="csY0" fmla="*/ 85 h 38073"/>
              <a:gd name="csX1" fmla="*/ 567051 w 605032"/>
              <a:gd name="csY1" fmla="*/ 85 h 38073"/>
              <a:gd name="csX2" fmla="*/ 605033 w 605032"/>
              <a:gd name="csY2" fmla="*/ 38158 h 38073"/>
              <a:gd name="csX3" fmla="*/ 37972 w 605032"/>
              <a:gd name="csY3" fmla="*/ 38158 h 38073"/>
              <a:gd name="csX4" fmla="*/ 0 w 605032"/>
              <a:gd name="csY4" fmla="*/ 85 h 380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2" h="38073">
                <a:moveTo>
                  <a:pt x="0" y="85"/>
                </a:moveTo>
                <a:lnTo>
                  <a:pt x="567051" y="85"/>
                </a:lnTo>
                <a:lnTo>
                  <a:pt x="605033" y="38158"/>
                </a:lnTo>
                <a:lnTo>
                  <a:pt x="37972" y="38158"/>
                </a:lnTo>
                <a:lnTo>
                  <a:pt x="0" y="85"/>
                </a:lnTo>
                <a:close/>
              </a:path>
            </a:pathLst>
          </a:custGeom>
          <a:solidFill>
            <a:srgbClr val="E6E1EE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0" name="任意形状 209">
            <a:extLst>
              <a:ext uri="{FF2B5EF4-FFF2-40B4-BE49-F238E27FC236}">
                <a16:creationId xmlns:a16="http://schemas.microsoft.com/office/drawing/2014/main" id="{576CBEDC-EE3A-E5D3-165C-20842758A477}"/>
              </a:ext>
            </a:extLst>
          </p:cNvPr>
          <p:cNvSpPr/>
          <p:nvPr/>
        </p:nvSpPr>
        <p:spPr>
          <a:xfrm flipV="1">
            <a:off x="2644997" y="3810494"/>
            <a:ext cx="605032" cy="38073"/>
          </a:xfrm>
          <a:custGeom>
            <a:avLst/>
            <a:gdLst>
              <a:gd name="csX0" fmla="*/ 0 w 605032"/>
              <a:gd name="csY0" fmla="*/ 85 h 38073"/>
              <a:gd name="csX1" fmla="*/ 567051 w 605032"/>
              <a:gd name="csY1" fmla="*/ 85 h 38073"/>
              <a:gd name="csX2" fmla="*/ 605033 w 605032"/>
              <a:gd name="csY2" fmla="*/ 38158 h 38073"/>
              <a:gd name="csX3" fmla="*/ 37972 w 605032"/>
              <a:gd name="csY3" fmla="*/ 38158 h 38073"/>
              <a:gd name="csX4" fmla="*/ 0 w 605032"/>
              <a:gd name="csY4" fmla="*/ 85 h 380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2" h="38073">
                <a:moveTo>
                  <a:pt x="0" y="85"/>
                </a:moveTo>
                <a:lnTo>
                  <a:pt x="567051" y="85"/>
                </a:lnTo>
                <a:lnTo>
                  <a:pt x="605033" y="38158"/>
                </a:lnTo>
                <a:lnTo>
                  <a:pt x="37972" y="38158"/>
                </a:lnTo>
                <a:lnTo>
                  <a:pt x="0" y="85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1" name="任意形状 210">
            <a:extLst>
              <a:ext uri="{FF2B5EF4-FFF2-40B4-BE49-F238E27FC236}">
                <a16:creationId xmlns:a16="http://schemas.microsoft.com/office/drawing/2014/main" id="{598ED990-040B-5213-5394-7939824D1FC1}"/>
              </a:ext>
            </a:extLst>
          </p:cNvPr>
          <p:cNvSpPr/>
          <p:nvPr/>
        </p:nvSpPr>
        <p:spPr>
          <a:xfrm flipV="1">
            <a:off x="3212048" y="3810494"/>
            <a:ext cx="37982" cy="415760"/>
          </a:xfrm>
          <a:custGeom>
            <a:avLst/>
            <a:gdLst>
              <a:gd name="csX0" fmla="*/ 0 w 37982"/>
              <a:gd name="csY0" fmla="*/ 124 h 415760"/>
              <a:gd name="csX1" fmla="*/ 37982 w 37982"/>
              <a:gd name="csY1" fmla="*/ 38102 h 415760"/>
              <a:gd name="csX2" fmla="*/ 37982 w 37982"/>
              <a:gd name="csY2" fmla="*/ 415884 h 415760"/>
              <a:gd name="csX3" fmla="*/ 0 w 37982"/>
              <a:gd name="csY3" fmla="*/ 377811 h 415760"/>
              <a:gd name="csX4" fmla="*/ 0 w 37982"/>
              <a:gd name="csY4" fmla="*/ 124 h 41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982" h="415760">
                <a:moveTo>
                  <a:pt x="0" y="124"/>
                </a:moveTo>
                <a:lnTo>
                  <a:pt x="37982" y="38102"/>
                </a:lnTo>
                <a:lnTo>
                  <a:pt x="37982" y="415884"/>
                </a:lnTo>
                <a:lnTo>
                  <a:pt x="0" y="377811"/>
                </a:lnTo>
                <a:lnTo>
                  <a:pt x="0" y="124"/>
                </a:lnTo>
                <a:close/>
              </a:path>
            </a:pathLst>
          </a:custGeom>
          <a:solidFill>
            <a:srgbClr val="B4A7CF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2" name="任意形状 211">
            <a:extLst>
              <a:ext uri="{FF2B5EF4-FFF2-40B4-BE49-F238E27FC236}">
                <a16:creationId xmlns:a16="http://schemas.microsoft.com/office/drawing/2014/main" id="{B4BBB8FF-C12F-DE1B-BEE3-5AB7E78D6064}"/>
              </a:ext>
            </a:extLst>
          </p:cNvPr>
          <p:cNvSpPr/>
          <p:nvPr/>
        </p:nvSpPr>
        <p:spPr>
          <a:xfrm flipV="1">
            <a:off x="3212048" y="3810494"/>
            <a:ext cx="37982" cy="415760"/>
          </a:xfrm>
          <a:custGeom>
            <a:avLst/>
            <a:gdLst>
              <a:gd name="csX0" fmla="*/ 0 w 37982"/>
              <a:gd name="csY0" fmla="*/ 124 h 415760"/>
              <a:gd name="csX1" fmla="*/ 37982 w 37982"/>
              <a:gd name="csY1" fmla="*/ 38102 h 415760"/>
              <a:gd name="csX2" fmla="*/ 37982 w 37982"/>
              <a:gd name="csY2" fmla="*/ 415884 h 415760"/>
              <a:gd name="csX3" fmla="*/ 0 w 37982"/>
              <a:gd name="csY3" fmla="*/ 377811 h 415760"/>
              <a:gd name="csX4" fmla="*/ 0 w 37982"/>
              <a:gd name="csY4" fmla="*/ 124 h 41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982" h="415760">
                <a:moveTo>
                  <a:pt x="0" y="124"/>
                </a:moveTo>
                <a:lnTo>
                  <a:pt x="37982" y="38102"/>
                </a:lnTo>
                <a:lnTo>
                  <a:pt x="37982" y="415884"/>
                </a:lnTo>
                <a:lnTo>
                  <a:pt x="0" y="377811"/>
                </a:lnTo>
                <a:lnTo>
                  <a:pt x="0" y="124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3" name="任意形状 212">
            <a:extLst>
              <a:ext uri="{FF2B5EF4-FFF2-40B4-BE49-F238E27FC236}">
                <a16:creationId xmlns:a16="http://schemas.microsoft.com/office/drawing/2014/main" id="{1EBECF40-F775-6F0B-BDD5-16DC53E424F9}"/>
              </a:ext>
            </a:extLst>
          </p:cNvPr>
          <p:cNvSpPr/>
          <p:nvPr/>
        </p:nvSpPr>
        <p:spPr>
          <a:xfrm flipV="1">
            <a:off x="2644997" y="3848538"/>
            <a:ext cx="567051" cy="377715"/>
          </a:xfrm>
          <a:custGeom>
            <a:avLst/>
            <a:gdLst>
              <a:gd name="csX0" fmla="*/ 0 w 567051"/>
              <a:gd name="csY0" fmla="*/ 128 h 377715"/>
              <a:gd name="csX1" fmla="*/ 567052 w 567051"/>
              <a:gd name="csY1" fmla="*/ 128 h 377715"/>
              <a:gd name="csX2" fmla="*/ 567052 w 567051"/>
              <a:gd name="csY2" fmla="*/ 377844 h 377715"/>
              <a:gd name="csX3" fmla="*/ 0 w 567051"/>
              <a:gd name="csY3" fmla="*/ 377844 h 377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7051" h="377715">
                <a:moveTo>
                  <a:pt x="0" y="128"/>
                </a:moveTo>
                <a:lnTo>
                  <a:pt x="567052" y="128"/>
                </a:lnTo>
                <a:lnTo>
                  <a:pt x="567052" y="377844"/>
                </a:lnTo>
                <a:lnTo>
                  <a:pt x="0" y="377844"/>
                </a:lnTo>
                <a:close/>
              </a:path>
            </a:pathLst>
          </a:custGeom>
          <a:solidFill>
            <a:srgbClr val="D2CAE2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4" name="任意形状 213">
            <a:extLst>
              <a:ext uri="{FF2B5EF4-FFF2-40B4-BE49-F238E27FC236}">
                <a16:creationId xmlns:a16="http://schemas.microsoft.com/office/drawing/2014/main" id="{37A64D15-DBF8-CF42-E139-9197B287C80F}"/>
              </a:ext>
            </a:extLst>
          </p:cNvPr>
          <p:cNvSpPr/>
          <p:nvPr/>
        </p:nvSpPr>
        <p:spPr>
          <a:xfrm flipV="1">
            <a:off x="2644997" y="3848538"/>
            <a:ext cx="567051" cy="377715"/>
          </a:xfrm>
          <a:custGeom>
            <a:avLst/>
            <a:gdLst>
              <a:gd name="csX0" fmla="*/ 0 w 567051"/>
              <a:gd name="csY0" fmla="*/ 128 h 377715"/>
              <a:gd name="csX1" fmla="*/ 567052 w 567051"/>
              <a:gd name="csY1" fmla="*/ 128 h 377715"/>
              <a:gd name="csX2" fmla="*/ 567052 w 567051"/>
              <a:gd name="csY2" fmla="*/ 377844 h 377715"/>
              <a:gd name="csX3" fmla="*/ 0 w 567051"/>
              <a:gd name="csY3" fmla="*/ 377844 h 377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7051" h="377715">
                <a:moveTo>
                  <a:pt x="0" y="128"/>
                </a:moveTo>
                <a:lnTo>
                  <a:pt x="567052" y="128"/>
                </a:lnTo>
                <a:lnTo>
                  <a:pt x="567052" y="377844"/>
                </a:lnTo>
                <a:lnTo>
                  <a:pt x="0" y="377844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" name="任意形状 214">
            <a:extLst>
              <a:ext uri="{FF2B5EF4-FFF2-40B4-BE49-F238E27FC236}">
                <a16:creationId xmlns:a16="http://schemas.microsoft.com/office/drawing/2014/main" id="{3ABC3755-6359-0430-F5AC-FFE46B20ED65}"/>
              </a:ext>
            </a:extLst>
          </p:cNvPr>
          <p:cNvSpPr/>
          <p:nvPr/>
        </p:nvSpPr>
        <p:spPr>
          <a:xfrm flipV="1">
            <a:off x="2644997" y="4265755"/>
            <a:ext cx="595045" cy="39215"/>
          </a:xfrm>
          <a:custGeom>
            <a:avLst/>
            <a:gdLst>
              <a:gd name="csX0" fmla="*/ 0 w 595045"/>
              <a:gd name="csY0" fmla="*/ 180 h 39215"/>
              <a:gd name="csX1" fmla="*/ 555798 w 595045"/>
              <a:gd name="csY1" fmla="*/ 180 h 39215"/>
              <a:gd name="csX2" fmla="*/ 595045 w 595045"/>
              <a:gd name="csY2" fmla="*/ 39396 h 39215"/>
              <a:gd name="csX3" fmla="*/ 39246 w 595045"/>
              <a:gd name="csY3" fmla="*/ 39396 h 39215"/>
              <a:gd name="csX4" fmla="*/ 0 w 595045"/>
              <a:gd name="csY4" fmla="*/ 180 h 39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95045" h="39215">
                <a:moveTo>
                  <a:pt x="0" y="180"/>
                </a:moveTo>
                <a:lnTo>
                  <a:pt x="555798" y="180"/>
                </a:lnTo>
                <a:lnTo>
                  <a:pt x="595045" y="39396"/>
                </a:lnTo>
                <a:lnTo>
                  <a:pt x="39246" y="39396"/>
                </a:lnTo>
                <a:lnTo>
                  <a:pt x="0" y="180"/>
                </a:lnTo>
                <a:close/>
              </a:path>
            </a:pathLst>
          </a:custGeom>
          <a:solidFill>
            <a:srgbClr val="E6E1EE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6" name="任意形状 215">
            <a:extLst>
              <a:ext uri="{FF2B5EF4-FFF2-40B4-BE49-F238E27FC236}">
                <a16:creationId xmlns:a16="http://schemas.microsoft.com/office/drawing/2014/main" id="{0A1E64F2-171B-67C0-456F-E2AA897C6C6D}"/>
              </a:ext>
            </a:extLst>
          </p:cNvPr>
          <p:cNvSpPr/>
          <p:nvPr/>
        </p:nvSpPr>
        <p:spPr>
          <a:xfrm flipV="1">
            <a:off x="2644997" y="4265755"/>
            <a:ext cx="595045" cy="39215"/>
          </a:xfrm>
          <a:custGeom>
            <a:avLst/>
            <a:gdLst>
              <a:gd name="csX0" fmla="*/ 0 w 595045"/>
              <a:gd name="csY0" fmla="*/ 180 h 39215"/>
              <a:gd name="csX1" fmla="*/ 555798 w 595045"/>
              <a:gd name="csY1" fmla="*/ 180 h 39215"/>
              <a:gd name="csX2" fmla="*/ 595045 w 595045"/>
              <a:gd name="csY2" fmla="*/ 39396 h 39215"/>
              <a:gd name="csX3" fmla="*/ 39246 w 595045"/>
              <a:gd name="csY3" fmla="*/ 39396 h 39215"/>
              <a:gd name="csX4" fmla="*/ 0 w 595045"/>
              <a:gd name="csY4" fmla="*/ 180 h 39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95045" h="39215">
                <a:moveTo>
                  <a:pt x="0" y="180"/>
                </a:moveTo>
                <a:lnTo>
                  <a:pt x="555798" y="180"/>
                </a:lnTo>
                <a:lnTo>
                  <a:pt x="595045" y="39396"/>
                </a:lnTo>
                <a:lnTo>
                  <a:pt x="39246" y="39396"/>
                </a:lnTo>
                <a:lnTo>
                  <a:pt x="0" y="180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7" name="任意形状 216">
            <a:extLst>
              <a:ext uri="{FF2B5EF4-FFF2-40B4-BE49-F238E27FC236}">
                <a16:creationId xmlns:a16="http://schemas.microsoft.com/office/drawing/2014/main" id="{1283E8D9-680E-AAA8-6179-A00BBB6DD300}"/>
              </a:ext>
            </a:extLst>
          </p:cNvPr>
          <p:cNvSpPr/>
          <p:nvPr/>
        </p:nvSpPr>
        <p:spPr>
          <a:xfrm flipV="1">
            <a:off x="3200795" y="4265755"/>
            <a:ext cx="39247" cy="429561"/>
          </a:xfrm>
          <a:custGeom>
            <a:avLst/>
            <a:gdLst>
              <a:gd name="csX0" fmla="*/ 0 w 39247"/>
              <a:gd name="csY0" fmla="*/ 221 h 429561"/>
              <a:gd name="csX1" fmla="*/ 39247 w 39247"/>
              <a:gd name="csY1" fmla="*/ 39437 h 429561"/>
              <a:gd name="csX2" fmla="*/ 39247 w 39247"/>
              <a:gd name="csY2" fmla="*/ 429783 h 429561"/>
              <a:gd name="csX3" fmla="*/ 0 w 39247"/>
              <a:gd name="csY3" fmla="*/ 390568 h 429561"/>
              <a:gd name="csX4" fmla="*/ 0 w 39247"/>
              <a:gd name="csY4" fmla="*/ 221 h 4295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247" h="429561">
                <a:moveTo>
                  <a:pt x="0" y="221"/>
                </a:moveTo>
                <a:lnTo>
                  <a:pt x="39247" y="39437"/>
                </a:lnTo>
                <a:lnTo>
                  <a:pt x="39247" y="429783"/>
                </a:lnTo>
                <a:lnTo>
                  <a:pt x="0" y="390568"/>
                </a:lnTo>
                <a:lnTo>
                  <a:pt x="0" y="221"/>
                </a:lnTo>
                <a:close/>
              </a:path>
            </a:pathLst>
          </a:custGeom>
          <a:solidFill>
            <a:srgbClr val="B4A7CF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8" name="任意形状 217">
            <a:extLst>
              <a:ext uri="{FF2B5EF4-FFF2-40B4-BE49-F238E27FC236}">
                <a16:creationId xmlns:a16="http://schemas.microsoft.com/office/drawing/2014/main" id="{E5E5586D-6506-BE03-9BB6-53453D37184E}"/>
              </a:ext>
            </a:extLst>
          </p:cNvPr>
          <p:cNvSpPr/>
          <p:nvPr/>
        </p:nvSpPr>
        <p:spPr>
          <a:xfrm flipV="1">
            <a:off x="3200795" y="4265755"/>
            <a:ext cx="39247" cy="429561"/>
          </a:xfrm>
          <a:custGeom>
            <a:avLst/>
            <a:gdLst>
              <a:gd name="csX0" fmla="*/ 0 w 39247"/>
              <a:gd name="csY0" fmla="*/ 221 h 429561"/>
              <a:gd name="csX1" fmla="*/ 39247 w 39247"/>
              <a:gd name="csY1" fmla="*/ 39437 h 429561"/>
              <a:gd name="csX2" fmla="*/ 39247 w 39247"/>
              <a:gd name="csY2" fmla="*/ 429783 h 429561"/>
              <a:gd name="csX3" fmla="*/ 0 w 39247"/>
              <a:gd name="csY3" fmla="*/ 390568 h 429561"/>
              <a:gd name="csX4" fmla="*/ 0 w 39247"/>
              <a:gd name="csY4" fmla="*/ 221 h 4295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247" h="429561">
                <a:moveTo>
                  <a:pt x="0" y="221"/>
                </a:moveTo>
                <a:lnTo>
                  <a:pt x="39247" y="39437"/>
                </a:lnTo>
                <a:lnTo>
                  <a:pt x="39247" y="429783"/>
                </a:lnTo>
                <a:lnTo>
                  <a:pt x="0" y="390568"/>
                </a:lnTo>
                <a:lnTo>
                  <a:pt x="0" y="221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9" name="任意形状 218">
            <a:extLst>
              <a:ext uri="{FF2B5EF4-FFF2-40B4-BE49-F238E27FC236}">
                <a16:creationId xmlns:a16="http://schemas.microsoft.com/office/drawing/2014/main" id="{AAD6D7AB-7213-11C0-8562-59B392E3219C}"/>
              </a:ext>
            </a:extLst>
          </p:cNvPr>
          <p:cNvSpPr/>
          <p:nvPr/>
        </p:nvSpPr>
        <p:spPr>
          <a:xfrm flipV="1">
            <a:off x="2644997" y="4304970"/>
            <a:ext cx="555798" cy="390346"/>
          </a:xfrm>
          <a:custGeom>
            <a:avLst/>
            <a:gdLst>
              <a:gd name="csX0" fmla="*/ 0 w 555798"/>
              <a:gd name="csY0" fmla="*/ 225 h 390346"/>
              <a:gd name="csX1" fmla="*/ 555799 w 555798"/>
              <a:gd name="csY1" fmla="*/ 225 h 390346"/>
              <a:gd name="csX2" fmla="*/ 555799 w 555798"/>
              <a:gd name="csY2" fmla="*/ 390572 h 390346"/>
              <a:gd name="csX3" fmla="*/ 0 w 555798"/>
              <a:gd name="csY3" fmla="*/ 390572 h 390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55798" h="390346">
                <a:moveTo>
                  <a:pt x="0" y="225"/>
                </a:moveTo>
                <a:lnTo>
                  <a:pt x="555799" y="225"/>
                </a:lnTo>
                <a:lnTo>
                  <a:pt x="555799" y="390572"/>
                </a:lnTo>
                <a:lnTo>
                  <a:pt x="0" y="390572"/>
                </a:lnTo>
                <a:close/>
              </a:path>
            </a:pathLst>
          </a:custGeom>
          <a:solidFill>
            <a:srgbClr val="D2CAE2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0" name="任意形状 219">
            <a:extLst>
              <a:ext uri="{FF2B5EF4-FFF2-40B4-BE49-F238E27FC236}">
                <a16:creationId xmlns:a16="http://schemas.microsoft.com/office/drawing/2014/main" id="{AA985326-9BB4-5E99-1EF9-738C737202AA}"/>
              </a:ext>
            </a:extLst>
          </p:cNvPr>
          <p:cNvSpPr/>
          <p:nvPr/>
        </p:nvSpPr>
        <p:spPr>
          <a:xfrm flipV="1">
            <a:off x="2644997" y="4304970"/>
            <a:ext cx="555798" cy="390346"/>
          </a:xfrm>
          <a:custGeom>
            <a:avLst/>
            <a:gdLst>
              <a:gd name="csX0" fmla="*/ 0 w 555798"/>
              <a:gd name="csY0" fmla="*/ 225 h 390346"/>
              <a:gd name="csX1" fmla="*/ 555799 w 555798"/>
              <a:gd name="csY1" fmla="*/ 225 h 390346"/>
              <a:gd name="csX2" fmla="*/ 555799 w 555798"/>
              <a:gd name="csY2" fmla="*/ 390572 h 390346"/>
              <a:gd name="csX3" fmla="*/ 0 w 555798"/>
              <a:gd name="csY3" fmla="*/ 390572 h 390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55798" h="390346">
                <a:moveTo>
                  <a:pt x="0" y="225"/>
                </a:moveTo>
                <a:lnTo>
                  <a:pt x="555799" y="225"/>
                </a:lnTo>
                <a:lnTo>
                  <a:pt x="555799" y="390572"/>
                </a:lnTo>
                <a:lnTo>
                  <a:pt x="0" y="390572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1" name="任意形状 220">
            <a:extLst>
              <a:ext uri="{FF2B5EF4-FFF2-40B4-BE49-F238E27FC236}">
                <a16:creationId xmlns:a16="http://schemas.microsoft.com/office/drawing/2014/main" id="{4CE08BE0-DE5F-EFF8-EA52-9950E426FD9D}"/>
              </a:ext>
            </a:extLst>
          </p:cNvPr>
          <p:cNvSpPr/>
          <p:nvPr/>
        </p:nvSpPr>
        <p:spPr>
          <a:xfrm flipV="1">
            <a:off x="2637901" y="4736083"/>
            <a:ext cx="601998" cy="38044"/>
          </a:xfrm>
          <a:custGeom>
            <a:avLst/>
            <a:gdLst>
              <a:gd name="csX0" fmla="*/ 0 w 601998"/>
              <a:gd name="csY0" fmla="*/ 279 h 38044"/>
              <a:gd name="csX1" fmla="*/ 563978 w 601998"/>
              <a:gd name="csY1" fmla="*/ 279 h 38044"/>
              <a:gd name="csX2" fmla="*/ 601999 w 601998"/>
              <a:gd name="csY2" fmla="*/ 38324 h 38044"/>
              <a:gd name="csX3" fmla="*/ 38019 w 601998"/>
              <a:gd name="csY3" fmla="*/ 38324 h 38044"/>
              <a:gd name="csX4" fmla="*/ 0 w 601998"/>
              <a:gd name="csY4" fmla="*/ 279 h 38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1998" h="38044">
                <a:moveTo>
                  <a:pt x="0" y="279"/>
                </a:moveTo>
                <a:lnTo>
                  <a:pt x="563978" y="279"/>
                </a:lnTo>
                <a:lnTo>
                  <a:pt x="601999" y="38324"/>
                </a:lnTo>
                <a:lnTo>
                  <a:pt x="38019" y="38324"/>
                </a:lnTo>
                <a:lnTo>
                  <a:pt x="0" y="279"/>
                </a:lnTo>
                <a:close/>
              </a:path>
            </a:pathLst>
          </a:custGeom>
          <a:solidFill>
            <a:srgbClr val="E6E1EE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2" name="任意形状 221">
            <a:extLst>
              <a:ext uri="{FF2B5EF4-FFF2-40B4-BE49-F238E27FC236}">
                <a16:creationId xmlns:a16="http://schemas.microsoft.com/office/drawing/2014/main" id="{F4C5F557-6C36-DA8F-8807-E7BB5053B804}"/>
              </a:ext>
            </a:extLst>
          </p:cNvPr>
          <p:cNvSpPr/>
          <p:nvPr/>
        </p:nvSpPr>
        <p:spPr>
          <a:xfrm flipV="1">
            <a:off x="2637901" y="4736083"/>
            <a:ext cx="601998" cy="38044"/>
          </a:xfrm>
          <a:custGeom>
            <a:avLst/>
            <a:gdLst>
              <a:gd name="csX0" fmla="*/ 0 w 601998"/>
              <a:gd name="csY0" fmla="*/ 279 h 38044"/>
              <a:gd name="csX1" fmla="*/ 563978 w 601998"/>
              <a:gd name="csY1" fmla="*/ 279 h 38044"/>
              <a:gd name="csX2" fmla="*/ 601999 w 601998"/>
              <a:gd name="csY2" fmla="*/ 38324 h 38044"/>
              <a:gd name="csX3" fmla="*/ 38019 w 601998"/>
              <a:gd name="csY3" fmla="*/ 38324 h 38044"/>
              <a:gd name="csX4" fmla="*/ 0 w 601998"/>
              <a:gd name="csY4" fmla="*/ 279 h 380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1998" h="38044">
                <a:moveTo>
                  <a:pt x="0" y="279"/>
                </a:moveTo>
                <a:lnTo>
                  <a:pt x="563978" y="279"/>
                </a:lnTo>
                <a:lnTo>
                  <a:pt x="601999" y="38324"/>
                </a:lnTo>
                <a:lnTo>
                  <a:pt x="38019" y="38324"/>
                </a:lnTo>
                <a:lnTo>
                  <a:pt x="0" y="279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3" name="任意形状 222">
            <a:extLst>
              <a:ext uri="{FF2B5EF4-FFF2-40B4-BE49-F238E27FC236}">
                <a16:creationId xmlns:a16="http://schemas.microsoft.com/office/drawing/2014/main" id="{822D4785-2062-8556-4CF4-967D8548FD26}"/>
              </a:ext>
            </a:extLst>
          </p:cNvPr>
          <p:cNvSpPr/>
          <p:nvPr/>
        </p:nvSpPr>
        <p:spPr>
          <a:xfrm flipV="1">
            <a:off x="3201880" y="4736083"/>
            <a:ext cx="38020" cy="416197"/>
          </a:xfrm>
          <a:custGeom>
            <a:avLst/>
            <a:gdLst>
              <a:gd name="csX0" fmla="*/ 0 w 38020"/>
              <a:gd name="csY0" fmla="*/ 319 h 416197"/>
              <a:gd name="csX1" fmla="*/ 38020 w 38020"/>
              <a:gd name="csY1" fmla="*/ 38363 h 416197"/>
              <a:gd name="csX2" fmla="*/ 38020 w 38020"/>
              <a:gd name="csY2" fmla="*/ 416517 h 416197"/>
              <a:gd name="csX3" fmla="*/ 0 w 38020"/>
              <a:gd name="csY3" fmla="*/ 378472 h 416197"/>
              <a:gd name="csX4" fmla="*/ 0 w 38020"/>
              <a:gd name="csY4" fmla="*/ 319 h 4161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020" h="416197">
                <a:moveTo>
                  <a:pt x="0" y="319"/>
                </a:moveTo>
                <a:lnTo>
                  <a:pt x="38020" y="38363"/>
                </a:lnTo>
                <a:lnTo>
                  <a:pt x="38020" y="416517"/>
                </a:lnTo>
                <a:lnTo>
                  <a:pt x="0" y="378472"/>
                </a:lnTo>
                <a:lnTo>
                  <a:pt x="0" y="319"/>
                </a:lnTo>
                <a:close/>
              </a:path>
            </a:pathLst>
          </a:custGeom>
          <a:solidFill>
            <a:srgbClr val="B4A7CF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4" name="任意形状 223">
            <a:extLst>
              <a:ext uri="{FF2B5EF4-FFF2-40B4-BE49-F238E27FC236}">
                <a16:creationId xmlns:a16="http://schemas.microsoft.com/office/drawing/2014/main" id="{3142A12F-A6B1-842E-36DB-CA5FB44D4DE8}"/>
              </a:ext>
            </a:extLst>
          </p:cNvPr>
          <p:cNvSpPr/>
          <p:nvPr/>
        </p:nvSpPr>
        <p:spPr>
          <a:xfrm flipV="1">
            <a:off x="3201880" y="4736083"/>
            <a:ext cx="38020" cy="416197"/>
          </a:xfrm>
          <a:custGeom>
            <a:avLst/>
            <a:gdLst>
              <a:gd name="csX0" fmla="*/ 0 w 38020"/>
              <a:gd name="csY0" fmla="*/ 319 h 416197"/>
              <a:gd name="csX1" fmla="*/ 38020 w 38020"/>
              <a:gd name="csY1" fmla="*/ 38363 h 416197"/>
              <a:gd name="csX2" fmla="*/ 38020 w 38020"/>
              <a:gd name="csY2" fmla="*/ 416517 h 416197"/>
              <a:gd name="csX3" fmla="*/ 0 w 38020"/>
              <a:gd name="csY3" fmla="*/ 378472 h 416197"/>
              <a:gd name="csX4" fmla="*/ 0 w 38020"/>
              <a:gd name="csY4" fmla="*/ 319 h 4161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020" h="416197">
                <a:moveTo>
                  <a:pt x="0" y="319"/>
                </a:moveTo>
                <a:lnTo>
                  <a:pt x="38020" y="38363"/>
                </a:lnTo>
                <a:lnTo>
                  <a:pt x="38020" y="416517"/>
                </a:lnTo>
                <a:lnTo>
                  <a:pt x="0" y="378472"/>
                </a:lnTo>
                <a:lnTo>
                  <a:pt x="0" y="319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5" name="任意形状 224">
            <a:extLst>
              <a:ext uri="{FF2B5EF4-FFF2-40B4-BE49-F238E27FC236}">
                <a16:creationId xmlns:a16="http://schemas.microsoft.com/office/drawing/2014/main" id="{AABAB6CC-A394-3977-E875-CCF67498F991}"/>
              </a:ext>
            </a:extLst>
          </p:cNvPr>
          <p:cNvSpPr/>
          <p:nvPr/>
        </p:nvSpPr>
        <p:spPr>
          <a:xfrm flipV="1">
            <a:off x="2637901" y="4774128"/>
            <a:ext cx="563979" cy="378153"/>
          </a:xfrm>
          <a:custGeom>
            <a:avLst/>
            <a:gdLst>
              <a:gd name="csX0" fmla="*/ 0 w 563979"/>
              <a:gd name="csY0" fmla="*/ 323 h 378153"/>
              <a:gd name="csX1" fmla="*/ 563979 w 563979"/>
              <a:gd name="csY1" fmla="*/ 323 h 378153"/>
              <a:gd name="csX2" fmla="*/ 563979 w 563979"/>
              <a:gd name="csY2" fmla="*/ 378476 h 378153"/>
              <a:gd name="csX3" fmla="*/ 0 w 563979"/>
              <a:gd name="csY3" fmla="*/ 378476 h 378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3979" h="378153">
                <a:moveTo>
                  <a:pt x="0" y="323"/>
                </a:moveTo>
                <a:lnTo>
                  <a:pt x="563979" y="323"/>
                </a:lnTo>
                <a:lnTo>
                  <a:pt x="563979" y="378476"/>
                </a:lnTo>
                <a:lnTo>
                  <a:pt x="0" y="378476"/>
                </a:lnTo>
                <a:close/>
              </a:path>
            </a:pathLst>
          </a:custGeom>
          <a:solidFill>
            <a:srgbClr val="D2CAE2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6" name="任意形状 225">
            <a:extLst>
              <a:ext uri="{FF2B5EF4-FFF2-40B4-BE49-F238E27FC236}">
                <a16:creationId xmlns:a16="http://schemas.microsoft.com/office/drawing/2014/main" id="{C32A47D0-60EC-C102-07DF-F493878B8667}"/>
              </a:ext>
            </a:extLst>
          </p:cNvPr>
          <p:cNvSpPr/>
          <p:nvPr/>
        </p:nvSpPr>
        <p:spPr>
          <a:xfrm flipV="1">
            <a:off x="2637901" y="4774128"/>
            <a:ext cx="563979" cy="378153"/>
          </a:xfrm>
          <a:custGeom>
            <a:avLst/>
            <a:gdLst>
              <a:gd name="csX0" fmla="*/ 0 w 563979"/>
              <a:gd name="csY0" fmla="*/ 323 h 378153"/>
              <a:gd name="csX1" fmla="*/ 563979 w 563979"/>
              <a:gd name="csY1" fmla="*/ 323 h 378153"/>
              <a:gd name="csX2" fmla="*/ 563979 w 563979"/>
              <a:gd name="csY2" fmla="*/ 378476 h 378153"/>
              <a:gd name="csX3" fmla="*/ 0 w 563979"/>
              <a:gd name="csY3" fmla="*/ 378476 h 378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3979" h="378153">
                <a:moveTo>
                  <a:pt x="0" y="323"/>
                </a:moveTo>
                <a:lnTo>
                  <a:pt x="563979" y="323"/>
                </a:lnTo>
                <a:lnTo>
                  <a:pt x="563979" y="378476"/>
                </a:lnTo>
                <a:lnTo>
                  <a:pt x="0" y="378476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7" name="任意形状 226">
            <a:extLst>
              <a:ext uri="{FF2B5EF4-FFF2-40B4-BE49-F238E27FC236}">
                <a16:creationId xmlns:a16="http://schemas.microsoft.com/office/drawing/2014/main" id="{BC88A318-0535-F967-451E-7B4B444D1E0A}"/>
              </a:ext>
            </a:extLst>
          </p:cNvPr>
          <p:cNvSpPr/>
          <p:nvPr/>
        </p:nvSpPr>
        <p:spPr>
          <a:xfrm flipV="1">
            <a:off x="3354570" y="3856562"/>
            <a:ext cx="1500180" cy="1683637"/>
          </a:xfrm>
          <a:custGeom>
            <a:avLst/>
            <a:gdLst>
              <a:gd name="csX0" fmla="*/ 86285 w 1500180"/>
              <a:gd name="csY0" fmla="*/ 267 h 1683637"/>
              <a:gd name="csX1" fmla="*/ 1413905 w 1500180"/>
              <a:gd name="csY1" fmla="*/ 267 h 1683637"/>
              <a:gd name="csX2" fmla="*/ 1500181 w 1500180"/>
              <a:gd name="csY2" fmla="*/ 86598 h 1683637"/>
              <a:gd name="csX3" fmla="*/ 1500181 w 1500180"/>
              <a:gd name="csY3" fmla="*/ 1597574 h 1683637"/>
              <a:gd name="csX4" fmla="*/ 1413905 w 1500180"/>
              <a:gd name="csY4" fmla="*/ 1683905 h 1683637"/>
              <a:gd name="csX5" fmla="*/ 86285 w 1500180"/>
              <a:gd name="csY5" fmla="*/ 1683905 h 1683637"/>
              <a:gd name="csX6" fmla="*/ 0 w 1500180"/>
              <a:gd name="csY6" fmla="*/ 1597574 h 1683637"/>
              <a:gd name="csX7" fmla="*/ 0 w 1500180"/>
              <a:gd name="csY7" fmla="*/ 86598 h 1683637"/>
              <a:gd name="csX8" fmla="*/ 86285 w 1500180"/>
              <a:gd name="csY8" fmla="*/ 267 h 168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00180" h="1683637">
                <a:moveTo>
                  <a:pt x="86285" y="267"/>
                </a:moveTo>
                <a:lnTo>
                  <a:pt x="1413905" y="267"/>
                </a:lnTo>
                <a:cubicBezTo>
                  <a:pt x="1461466" y="267"/>
                  <a:pt x="1500181" y="38921"/>
                  <a:pt x="1500181" y="86598"/>
                </a:cubicBezTo>
                <a:lnTo>
                  <a:pt x="1500181" y="1597574"/>
                </a:lnTo>
                <a:cubicBezTo>
                  <a:pt x="1500181" y="1645261"/>
                  <a:pt x="1461466" y="1683905"/>
                  <a:pt x="1413905" y="1683905"/>
                </a:cubicBezTo>
                <a:lnTo>
                  <a:pt x="86285" y="1683905"/>
                </a:lnTo>
                <a:cubicBezTo>
                  <a:pt x="38629" y="1683905"/>
                  <a:pt x="0" y="1645261"/>
                  <a:pt x="0" y="1597574"/>
                </a:cubicBezTo>
                <a:lnTo>
                  <a:pt x="0" y="86598"/>
                </a:lnTo>
                <a:cubicBezTo>
                  <a:pt x="0" y="38921"/>
                  <a:pt x="38629" y="267"/>
                  <a:pt x="86285" y="267"/>
                </a:cubicBezTo>
                <a:close/>
              </a:path>
            </a:pathLst>
          </a:custGeom>
          <a:solidFill>
            <a:srgbClr val="D2CAE2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8" name="任意形状 227">
            <a:extLst>
              <a:ext uri="{FF2B5EF4-FFF2-40B4-BE49-F238E27FC236}">
                <a16:creationId xmlns:a16="http://schemas.microsoft.com/office/drawing/2014/main" id="{BE392C49-9D3B-AF59-9652-534FE72CB186}"/>
              </a:ext>
            </a:extLst>
          </p:cNvPr>
          <p:cNvSpPr/>
          <p:nvPr/>
        </p:nvSpPr>
        <p:spPr>
          <a:xfrm flipV="1">
            <a:off x="3354570" y="3856562"/>
            <a:ext cx="1500180" cy="1683637"/>
          </a:xfrm>
          <a:custGeom>
            <a:avLst/>
            <a:gdLst>
              <a:gd name="csX0" fmla="*/ 86285 w 1500180"/>
              <a:gd name="csY0" fmla="*/ 267 h 1683637"/>
              <a:gd name="csX1" fmla="*/ 1413905 w 1500180"/>
              <a:gd name="csY1" fmla="*/ 267 h 1683637"/>
              <a:gd name="csX2" fmla="*/ 1500181 w 1500180"/>
              <a:gd name="csY2" fmla="*/ 86598 h 1683637"/>
              <a:gd name="csX3" fmla="*/ 1500181 w 1500180"/>
              <a:gd name="csY3" fmla="*/ 1597574 h 1683637"/>
              <a:gd name="csX4" fmla="*/ 1413905 w 1500180"/>
              <a:gd name="csY4" fmla="*/ 1683905 h 1683637"/>
              <a:gd name="csX5" fmla="*/ 86285 w 1500180"/>
              <a:gd name="csY5" fmla="*/ 1683905 h 1683637"/>
              <a:gd name="csX6" fmla="*/ 0 w 1500180"/>
              <a:gd name="csY6" fmla="*/ 1597574 h 1683637"/>
              <a:gd name="csX7" fmla="*/ 0 w 1500180"/>
              <a:gd name="csY7" fmla="*/ 86598 h 1683637"/>
              <a:gd name="csX8" fmla="*/ 86285 w 1500180"/>
              <a:gd name="csY8" fmla="*/ 267 h 168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00180" h="1683637">
                <a:moveTo>
                  <a:pt x="86285" y="267"/>
                </a:moveTo>
                <a:lnTo>
                  <a:pt x="1413905" y="267"/>
                </a:lnTo>
                <a:cubicBezTo>
                  <a:pt x="1461466" y="267"/>
                  <a:pt x="1500181" y="38921"/>
                  <a:pt x="1500181" y="86598"/>
                </a:cubicBezTo>
                <a:lnTo>
                  <a:pt x="1500181" y="1597574"/>
                </a:lnTo>
                <a:cubicBezTo>
                  <a:pt x="1500181" y="1645261"/>
                  <a:pt x="1461466" y="1683905"/>
                  <a:pt x="1413905" y="1683905"/>
                </a:cubicBezTo>
                <a:lnTo>
                  <a:pt x="86285" y="1683905"/>
                </a:lnTo>
                <a:cubicBezTo>
                  <a:pt x="38629" y="1683905"/>
                  <a:pt x="0" y="1645261"/>
                  <a:pt x="0" y="1597574"/>
                </a:cubicBezTo>
                <a:lnTo>
                  <a:pt x="0" y="86598"/>
                </a:lnTo>
                <a:cubicBezTo>
                  <a:pt x="0" y="38921"/>
                  <a:pt x="38629" y="267"/>
                  <a:pt x="86285" y="267"/>
                </a:cubicBez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9" name="任意形状 228">
            <a:extLst>
              <a:ext uri="{FF2B5EF4-FFF2-40B4-BE49-F238E27FC236}">
                <a16:creationId xmlns:a16="http://schemas.microsoft.com/office/drawing/2014/main" id="{6DBF2FFB-181B-07B1-8503-804D18273490}"/>
              </a:ext>
            </a:extLst>
          </p:cNvPr>
          <p:cNvSpPr/>
          <p:nvPr/>
        </p:nvSpPr>
        <p:spPr>
          <a:xfrm flipV="1">
            <a:off x="2629623" y="5270394"/>
            <a:ext cx="602001" cy="24081"/>
          </a:xfrm>
          <a:custGeom>
            <a:avLst/>
            <a:gdLst>
              <a:gd name="csX0" fmla="*/ 0 w 602001"/>
              <a:gd name="csY0" fmla="*/ 390 h 24081"/>
              <a:gd name="csX1" fmla="*/ 577936 w 602001"/>
              <a:gd name="csY1" fmla="*/ 390 h 24081"/>
              <a:gd name="csX2" fmla="*/ 602001 w 602001"/>
              <a:gd name="csY2" fmla="*/ 24471 h 24081"/>
              <a:gd name="csX3" fmla="*/ 24068 w 602001"/>
              <a:gd name="csY3" fmla="*/ 24471 h 24081"/>
              <a:gd name="csX4" fmla="*/ 0 w 602001"/>
              <a:gd name="csY4" fmla="*/ 390 h 240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2001" h="24081">
                <a:moveTo>
                  <a:pt x="0" y="390"/>
                </a:moveTo>
                <a:lnTo>
                  <a:pt x="577936" y="390"/>
                </a:lnTo>
                <a:lnTo>
                  <a:pt x="602001" y="24471"/>
                </a:lnTo>
                <a:lnTo>
                  <a:pt x="24068" y="24471"/>
                </a:lnTo>
                <a:lnTo>
                  <a:pt x="0" y="390"/>
                </a:lnTo>
                <a:close/>
              </a:path>
            </a:pathLst>
          </a:custGeom>
          <a:solidFill>
            <a:srgbClr val="E6E1EE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0" name="任意形状 229">
            <a:extLst>
              <a:ext uri="{FF2B5EF4-FFF2-40B4-BE49-F238E27FC236}">
                <a16:creationId xmlns:a16="http://schemas.microsoft.com/office/drawing/2014/main" id="{CC52F602-6F67-58E2-C5A8-40F87D486704}"/>
              </a:ext>
            </a:extLst>
          </p:cNvPr>
          <p:cNvSpPr/>
          <p:nvPr/>
        </p:nvSpPr>
        <p:spPr>
          <a:xfrm flipV="1">
            <a:off x="2629623" y="5270394"/>
            <a:ext cx="602001" cy="24081"/>
          </a:xfrm>
          <a:custGeom>
            <a:avLst/>
            <a:gdLst>
              <a:gd name="csX0" fmla="*/ 0 w 602001"/>
              <a:gd name="csY0" fmla="*/ 390 h 24081"/>
              <a:gd name="csX1" fmla="*/ 577936 w 602001"/>
              <a:gd name="csY1" fmla="*/ 390 h 24081"/>
              <a:gd name="csX2" fmla="*/ 602001 w 602001"/>
              <a:gd name="csY2" fmla="*/ 24471 h 24081"/>
              <a:gd name="csX3" fmla="*/ 24068 w 602001"/>
              <a:gd name="csY3" fmla="*/ 24471 h 24081"/>
              <a:gd name="csX4" fmla="*/ 0 w 602001"/>
              <a:gd name="csY4" fmla="*/ 390 h 240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2001" h="24081">
                <a:moveTo>
                  <a:pt x="0" y="390"/>
                </a:moveTo>
                <a:lnTo>
                  <a:pt x="577936" y="390"/>
                </a:lnTo>
                <a:lnTo>
                  <a:pt x="602001" y="24471"/>
                </a:lnTo>
                <a:lnTo>
                  <a:pt x="24068" y="24471"/>
                </a:lnTo>
                <a:lnTo>
                  <a:pt x="0" y="390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1" name="任意形状 230">
            <a:extLst>
              <a:ext uri="{FF2B5EF4-FFF2-40B4-BE49-F238E27FC236}">
                <a16:creationId xmlns:a16="http://schemas.microsoft.com/office/drawing/2014/main" id="{D656DCF8-5772-3714-A179-9378DCC92FD2}"/>
              </a:ext>
            </a:extLst>
          </p:cNvPr>
          <p:cNvSpPr/>
          <p:nvPr/>
        </p:nvSpPr>
        <p:spPr>
          <a:xfrm flipV="1">
            <a:off x="3207558" y="5270394"/>
            <a:ext cx="24065" cy="263447"/>
          </a:xfrm>
          <a:custGeom>
            <a:avLst/>
            <a:gdLst>
              <a:gd name="csX0" fmla="*/ 0 w 24065"/>
              <a:gd name="csY0" fmla="*/ 415 h 263447"/>
              <a:gd name="csX1" fmla="*/ 24066 w 24065"/>
              <a:gd name="csY1" fmla="*/ 24496 h 263447"/>
              <a:gd name="csX2" fmla="*/ 24066 w 24065"/>
              <a:gd name="csY2" fmla="*/ 263863 h 263447"/>
              <a:gd name="csX3" fmla="*/ 0 w 24065"/>
              <a:gd name="csY3" fmla="*/ 239782 h 263447"/>
              <a:gd name="csX4" fmla="*/ 0 w 24065"/>
              <a:gd name="csY4" fmla="*/ 415 h 263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065" h="263447">
                <a:moveTo>
                  <a:pt x="0" y="415"/>
                </a:moveTo>
                <a:lnTo>
                  <a:pt x="24066" y="24496"/>
                </a:lnTo>
                <a:lnTo>
                  <a:pt x="24066" y="263863"/>
                </a:lnTo>
                <a:lnTo>
                  <a:pt x="0" y="239782"/>
                </a:lnTo>
                <a:lnTo>
                  <a:pt x="0" y="415"/>
                </a:lnTo>
                <a:close/>
              </a:path>
            </a:pathLst>
          </a:custGeom>
          <a:solidFill>
            <a:srgbClr val="B4A7CF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2" name="任意形状 231">
            <a:extLst>
              <a:ext uri="{FF2B5EF4-FFF2-40B4-BE49-F238E27FC236}">
                <a16:creationId xmlns:a16="http://schemas.microsoft.com/office/drawing/2014/main" id="{AAA1D925-D93F-9369-A1C5-88EBEB7634E4}"/>
              </a:ext>
            </a:extLst>
          </p:cNvPr>
          <p:cNvSpPr/>
          <p:nvPr/>
        </p:nvSpPr>
        <p:spPr>
          <a:xfrm flipV="1">
            <a:off x="3207558" y="5270394"/>
            <a:ext cx="24065" cy="263447"/>
          </a:xfrm>
          <a:custGeom>
            <a:avLst/>
            <a:gdLst>
              <a:gd name="csX0" fmla="*/ 0 w 24065"/>
              <a:gd name="csY0" fmla="*/ 415 h 263447"/>
              <a:gd name="csX1" fmla="*/ 24066 w 24065"/>
              <a:gd name="csY1" fmla="*/ 24496 h 263447"/>
              <a:gd name="csX2" fmla="*/ 24066 w 24065"/>
              <a:gd name="csY2" fmla="*/ 263863 h 263447"/>
              <a:gd name="csX3" fmla="*/ 0 w 24065"/>
              <a:gd name="csY3" fmla="*/ 239782 h 263447"/>
              <a:gd name="csX4" fmla="*/ 0 w 24065"/>
              <a:gd name="csY4" fmla="*/ 415 h 263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065" h="263447">
                <a:moveTo>
                  <a:pt x="0" y="415"/>
                </a:moveTo>
                <a:lnTo>
                  <a:pt x="24066" y="24496"/>
                </a:lnTo>
                <a:lnTo>
                  <a:pt x="24066" y="263863"/>
                </a:lnTo>
                <a:lnTo>
                  <a:pt x="0" y="239782"/>
                </a:lnTo>
                <a:lnTo>
                  <a:pt x="0" y="415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3" name="任意形状 232">
            <a:extLst>
              <a:ext uri="{FF2B5EF4-FFF2-40B4-BE49-F238E27FC236}">
                <a16:creationId xmlns:a16="http://schemas.microsoft.com/office/drawing/2014/main" id="{87621AFE-7062-FD3A-D93A-7D0418763DAA}"/>
              </a:ext>
            </a:extLst>
          </p:cNvPr>
          <p:cNvSpPr/>
          <p:nvPr/>
        </p:nvSpPr>
        <p:spPr>
          <a:xfrm flipV="1">
            <a:off x="2629623" y="5294475"/>
            <a:ext cx="577933" cy="239366"/>
          </a:xfrm>
          <a:custGeom>
            <a:avLst/>
            <a:gdLst>
              <a:gd name="csX0" fmla="*/ 0 w 577933"/>
              <a:gd name="csY0" fmla="*/ 418 h 239366"/>
              <a:gd name="csX1" fmla="*/ 577934 w 577933"/>
              <a:gd name="csY1" fmla="*/ 418 h 239366"/>
              <a:gd name="csX2" fmla="*/ 577934 w 577933"/>
              <a:gd name="csY2" fmla="*/ 239784 h 239366"/>
              <a:gd name="csX3" fmla="*/ 0 w 577933"/>
              <a:gd name="csY3" fmla="*/ 239784 h 239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7933" h="239366">
                <a:moveTo>
                  <a:pt x="0" y="418"/>
                </a:moveTo>
                <a:lnTo>
                  <a:pt x="577934" y="418"/>
                </a:lnTo>
                <a:lnTo>
                  <a:pt x="577934" y="239784"/>
                </a:lnTo>
                <a:lnTo>
                  <a:pt x="0" y="239784"/>
                </a:lnTo>
                <a:close/>
              </a:path>
            </a:pathLst>
          </a:custGeom>
          <a:solidFill>
            <a:srgbClr val="D2CAE2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4" name="任意形状 233">
            <a:extLst>
              <a:ext uri="{FF2B5EF4-FFF2-40B4-BE49-F238E27FC236}">
                <a16:creationId xmlns:a16="http://schemas.microsoft.com/office/drawing/2014/main" id="{A5BB91C1-66FF-DA43-6E3F-BB60C6E44DC3}"/>
              </a:ext>
            </a:extLst>
          </p:cNvPr>
          <p:cNvSpPr/>
          <p:nvPr/>
        </p:nvSpPr>
        <p:spPr>
          <a:xfrm flipV="1">
            <a:off x="2629623" y="5294475"/>
            <a:ext cx="577933" cy="239366"/>
          </a:xfrm>
          <a:custGeom>
            <a:avLst/>
            <a:gdLst>
              <a:gd name="csX0" fmla="*/ 0 w 577933"/>
              <a:gd name="csY0" fmla="*/ 418 h 239366"/>
              <a:gd name="csX1" fmla="*/ 577934 w 577933"/>
              <a:gd name="csY1" fmla="*/ 418 h 239366"/>
              <a:gd name="csX2" fmla="*/ 577934 w 577933"/>
              <a:gd name="csY2" fmla="*/ 239784 h 239366"/>
              <a:gd name="csX3" fmla="*/ 0 w 577933"/>
              <a:gd name="csY3" fmla="*/ 239784 h 239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7933" h="239366">
                <a:moveTo>
                  <a:pt x="0" y="418"/>
                </a:moveTo>
                <a:lnTo>
                  <a:pt x="577934" y="418"/>
                </a:lnTo>
                <a:lnTo>
                  <a:pt x="577934" y="239784"/>
                </a:lnTo>
                <a:lnTo>
                  <a:pt x="0" y="239784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" name="任意形状 234">
            <a:extLst>
              <a:ext uri="{FF2B5EF4-FFF2-40B4-BE49-F238E27FC236}">
                <a16:creationId xmlns:a16="http://schemas.microsoft.com/office/drawing/2014/main" id="{D40F634B-3E6A-B265-1C26-B700638C29B1}"/>
              </a:ext>
            </a:extLst>
          </p:cNvPr>
          <p:cNvSpPr/>
          <p:nvPr/>
        </p:nvSpPr>
        <p:spPr>
          <a:xfrm flipV="1">
            <a:off x="2755452" y="5168767"/>
            <a:ext cx="9512" cy="47591"/>
          </a:xfrm>
          <a:custGeom>
            <a:avLst/>
            <a:gdLst>
              <a:gd name="csX0" fmla="*/ 0 w 9512"/>
              <a:gd name="csY0" fmla="*/ 47963 h 47591"/>
              <a:gd name="csX1" fmla="*/ 0 w 9512"/>
              <a:gd name="csY1" fmla="*/ 371 h 4759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47591">
                <a:moveTo>
                  <a:pt x="0" y="47963"/>
                </a:moveTo>
                <a:lnTo>
                  <a:pt x="0" y="371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6" name="任意形状 235">
            <a:extLst>
              <a:ext uri="{FF2B5EF4-FFF2-40B4-BE49-F238E27FC236}">
                <a16:creationId xmlns:a16="http://schemas.microsoft.com/office/drawing/2014/main" id="{F4F712F7-FAD7-25B7-45F9-7D6EABD3596B}"/>
              </a:ext>
            </a:extLst>
          </p:cNvPr>
          <p:cNvSpPr/>
          <p:nvPr/>
        </p:nvSpPr>
        <p:spPr>
          <a:xfrm flipV="1">
            <a:off x="2724347" y="5201234"/>
            <a:ext cx="62209" cy="62249"/>
          </a:xfrm>
          <a:custGeom>
            <a:avLst/>
            <a:gdLst>
              <a:gd name="csX0" fmla="*/ 31105 w 62209"/>
              <a:gd name="csY0" fmla="*/ 379 h 62249"/>
              <a:gd name="csX1" fmla="*/ 0 w 62209"/>
              <a:gd name="csY1" fmla="*/ 62629 h 62249"/>
              <a:gd name="csX2" fmla="*/ 62210 w 62209"/>
              <a:gd name="csY2" fmla="*/ 62629 h 62249"/>
              <a:gd name="csX3" fmla="*/ 31105 w 62209"/>
              <a:gd name="csY3" fmla="*/ 379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379"/>
                </a:moveTo>
                <a:lnTo>
                  <a:pt x="0" y="62629"/>
                </a:lnTo>
                <a:cubicBezTo>
                  <a:pt x="19586" y="52835"/>
                  <a:pt x="42634" y="52835"/>
                  <a:pt x="62210" y="62629"/>
                </a:cubicBezTo>
                <a:lnTo>
                  <a:pt x="31105" y="379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7" name="任意形状 236">
            <a:extLst>
              <a:ext uri="{FF2B5EF4-FFF2-40B4-BE49-F238E27FC236}">
                <a16:creationId xmlns:a16="http://schemas.microsoft.com/office/drawing/2014/main" id="{D64B2073-F381-B29D-FCAB-51C78DFE8CA7}"/>
              </a:ext>
            </a:extLst>
          </p:cNvPr>
          <p:cNvSpPr/>
          <p:nvPr/>
        </p:nvSpPr>
        <p:spPr>
          <a:xfrm flipV="1">
            <a:off x="3420556" y="3936040"/>
            <a:ext cx="1350867" cy="139062"/>
          </a:xfrm>
          <a:custGeom>
            <a:avLst/>
            <a:gdLst>
              <a:gd name="csX0" fmla="*/ 0 w 1350867"/>
              <a:gd name="csY0" fmla="*/ 8783 h 139062"/>
              <a:gd name="csX1" fmla="*/ 13250 w 1350867"/>
              <a:gd name="csY1" fmla="*/ 122 h 139062"/>
              <a:gd name="csX2" fmla="*/ 1337646 w 1350867"/>
              <a:gd name="csY2" fmla="*/ 122 h 139062"/>
              <a:gd name="csX3" fmla="*/ 1350868 w 1350867"/>
              <a:gd name="csY3" fmla="*/ 8783 h 139062"/>
              <a:gd name="csX4" fmla="*/ 1350868 w 1350867"/>
              <a:gd name="csY4" fmla="*/ 130522 h 139062"/>
              <a:gd name="csX5" fmla="*/ 1337646 w 1350867"/>
              <a:gd name="csY5" fmla="*/ 139184 h 139062"/>
              <a:gd name="csX6" fmla="*/ 13250 w 1350867"/>
              <a:gd name="csY6" fmla="*/ 139184 h 139062"/>
              <a:gd name="csX7" fmla="*/ 0 w 1350867"/>
              <a:gd name="csY7" fmla="*/ 130522 h 139062"/>
              <a:gd name="csX8" fmla="*/ 0 w 1350867"/>
              <a:gd name="csY8" fmla="*/ 8783 h 139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867" h="139062">
                <a:moveTo>
                  <a:pt x="0" y="8783"/>
                </a:moveTo>
                <a:cubicBezTo>
                  <a:pt x="0" y="4024"/>
                  <a:pt x="5936" y="122"/>
                  <a:pt x="13250" y="122"/>
                </a:cubicBezTo>
                <a:lnTo>
                  <a:pt x="1337646" y="122"/>
                </a:lnTo>
                <a:cubicBezTo>
                  <a:pt x="1344970" y="122"/>
                  <a:pt x="1350868" y="4024"/>
                  <a:pt x="1350868" y="8783"/>
                </a:cubicBezTo>
                <a:lnTo>
                  <a:pt x="1350868" y="130522"/>
                </a:lnTo>
                <a:cubicBezTo>
                  <a:pt x="1350868" y="135377"/>
                  <a:pt x="1344970" y="139184"/>
                  <a:pt x="1337646" y="139184"/>
                </a:cubicBezTo>
                <a:lnTo>
                  <a:pt x="13250" y="139184"/>
                </a:lnTo>
                <a:cubicBezTo>
                  <a:pt x="5936" y="139184"/>
                  <a:pt x="0" y="135377"/>
                  <a:pt x="0" y="130522"/>
                </a:cubicBezTo>
                <a:lnTo>
                  <a:pt x="0" y="8783"/>
                </a:lnTo>
                <a:close/>
              </a:path>
            </a:pathLst>
          </a:custGeom>
          <a:solidFill>
            <a:srgbClr val="A282D7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8" name="任意形状 237">
            <a:extLst>
              <a:ext uri="{FF2B5EF4-FFF2-40B4-BE49-F238E27FC236}">
                <a16:creationId xmlns:a16="http://schemas.microsoft.com/office/drawing/2014/main" id="{9F8D9B27-2645-4579-396E-D033CA3A8C93}"/>
              </a:ext>
            </a:extLst>
          </p:cNvPr>
          <p:cNvSpPr/>
          <p:nvPr/>
        </p:nvSpPr>
        <p:spPr>
          <a:xfrm flipV="1">
            <a:off x="3420556" y="3936040"/>
            <a:ext cx="1350867" cy="139062"/>
          </a:xfrm>
          <a:custGeom>
            <a:avLst/>
            <a:gdLst>
              <a:gd name="csX0" fmla="*/ 0 w 1350867"/>
              <a:gd name="csY0" fmla="*/ 8783 h 139062"/>
              <a:gd name="csX1" fmla="*/ 13250 w 1350867"/>
              <a:gd name="csY1" fmla="*/ 122 h 139062"/>
              <a:gd name="csX2" fmla="*/ 1337646 w 1350867"/>
              <a:gd name="csY2" fmla="*/ 122 h 139062"/>
              <a:gd name="csX3" fmla="*/ 1350868 w 1350867"/>
              <a:gd name="csY3" fmla="*/ 8783 h 139062"/>
              <a:gd name="csX4" fmla="*/ 1350868 w 1350867"/>
              <a:gd name="csY4" fmla="*/ 130522 h 139062"/>
              <a:gd name="csX5" fmla="*/ 1337646 w 1350867"/>
              <a:gd name="csY5" fmla="*/ 139184 h 139062"/>
              <a:gd name="csX6" fmla="*/ 13250 w 1350867"/>
              <a:gd name="csY6" fmla="*/ 139184 h 139062"/>
              <a:gd name="csX7" fmla="*/ 0 w 1350867"/>
              <a:gd name="csY7" fmla="*/ 130522 h 139062"/>
              <a:gd name="csX8" fmla="*/ 0 w 1350867"/>
              <a:gd name="csY8" fmla="*/ 8783 h 139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867" h="139062">
                <a:moveTo>
                  <a:pt x="0" y="8783"/>
                </a:moveTo>
                <a:cubicBezTo>
                  <a:pt x="0" y="4024"/>
                  <a:pt x="5936" y="122"/>
                  <a:pt x="13250" y="122"/>
                </a:cubicBezTo>
                <a:lnTo>
                  <a:pt x="1337646" y="122"/>
                </a:lnTo>
                <a:cubicBezTo>
                  <a:pt x="1344970" y="122"/>
                  <a:pt x="1350868" y="4024"/>
                  <a:pt x="1350868" y="8783"/>
                </a:cubicBezTo>
                <a:lnTo>
                  <a:pt x="1350868" y="130522"/>
                </a:lnTo>
                <a:cubicBezTo>
                  <a:pt x="1350868" y="135377"/>
                  <a:pt x="1344970" y="139184"/>
                  <a:pt x="1337646" y="139184"/>
                </a:cubicBezTo>
                <a:lnTo>
                  <a:pt x="13250" y="139184"/>
                </a:lnTo>
                <a:cubicBezTo>
                  <a:pt x="5936" y="139184"/>
                  <a:pt x="0" y="135377"/>
                  <a:pt x="0" y="130522"/>
                </a:cubicBezTo>
                <a:lnTo>
                  <a:pt x="0" y="8783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9" name="任意形状 238">
            <a:extLst>
              <a:ext uri="{FF2B5EF4-FFF2-40B4-BE49-F238E27FC236}">
                <a16:creationId xmlns:a16="http://schemas.microsoft.com/office/drawing/2014/main" id="{B3426C0F-2DE4-4369-325D-2B0CFF5591D6}"/>
              </a:ext>
            </a:extLst>
          </p:cNvPr>
          <p:cNvSpPr/>
          <p:nvPr/>
        </p:nvSpPr>
        <p:spPr>
          <a:xfrm flipV="1">
            <a:off x="3415343" y="4227110"/>
            <a:ext cx="1350848" cy="141822"/>
          </a:xfrm>
          <a:custGeom>
            <a:avLst/>
            <a:gdLst>
              <a:gd name="csX0" fmla="*/ 0 w 1350848"/>
              <a:gd name="csY0" fmla="*/ 9035 h 141822"/>
              <a:gd name="csX1" fmla="*/ 13241 w 1350848"/>
              <a:gd name="csY1" fmla="*/ 183 h 141822"/>
              <a:gd name="csX2" fmla="*/ 1337627 w 1350848"/>
              <a:gd name="csY2" fmla="*/ 183 h 141822"/>
              <a:gd name="csX3" fmla="*/ 1350849 w 1350848"/>
              <a:gd name="csY3" fmla="*/ 9035 h 141822"/>
              <a:gd name="csX4" fmla="*/ 1350849 w 1350848"/>
              <a:gd name="csY4" fmla="*/ 133154 h 141822"/>
              <a:gd name="csX5" fmla="*/ 1337627 w 1350848"/>
              <a:gd name="csY5" fmla="*/ 142006 h 141822"/>
              <a:gd name="csX6" fmla="*/ 13241 w 1350848"/>
              <a:gd name="csY6" fmla="*/ 142006 h 141822"/>
              <a:gd name="csX7" fmla="*/ 0 w 1350848"/>
              <a:gd name="csY7" fmla="*/ 133154 h 141822"/>
              <a:gd name="csX8" fmla="*/ 0 w 1350848"/>
              <a:gd name="csY8" fmla="*/ 9035 h 1418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848" h="141822">
                <a:moveTo>
                  <a:pt x="0" y="9035"/>
                </a:moveTo>
                <a:cubicBezTo>
                  <a:pt x="0" y="4085"/>
                  <a:pt x="5926" y="183"/>
                  <a:pt x="13241" y="183"/>
                </a:cubicBezTo>
                <a:lnTo>
                  <a:pt x="1337627" y="183"/>
                </a:lnTo>
                <a:cubicBezTo>
                  <a:pt x="1344951" y="183"/>
                  <a:pt x="1350849" y="4085"/>
                  <a:pt x="1350849" y="9035"/>
                </a:cubicBezTo>
                <a:lnTo>
                  <a:pt x="1350849" y="133154"/>
                </a:lnTo>
                <a:cubicBezTo>
                  <a:pt x="1350849" y="138008"/>
                  <a:pt x="1344951" y="142006"/>
                  <a:pt x="1337627" y="142006"/>
                </a:cubicBezTo>
                <a:lnTo>
                  <a:pt x="13241" y="142006"/>
                </a:lnTo>
                <a:cubicBezTo>
                  <a:pt x="5926" y="142006"/>
                  <a:pt x="0" y="138008"/>
                  <a:pt x="0" y="133154"/>
                </a:cubicBezTo>
                <a:lnTo>
                  <a:pt x="0" y="9035"/>
                </a:lnTo>
                <a:close/>
              </a:path>
            </a:pathLst>
          </a:custGeom>
          <a:solidFill>
            <a:srgbClr val="A282D7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0" name="任意形状 239">
            <a:extLst>
              <a:ext uri="{FF2B5EF4-FFF2-40B4-BE49-F238E27FC236}">
                <a16:creationId xmlns:a16="http://schemas.microsoft.com/office/drawing/2014/main" id="{5E3CD6B0-A021-74C9-88B5-5436F518D146}"/>
              </a:ext>
            </a:extLst>
          </p:cNvPr>
          <p:cNvSpPr/>
          <p:nvPr/>
        </p:nvSpPr>
        <p:spPr>
          <a:xfrm flipV="1">
            <a:off x="3415343" y="4227110"/>
            <a:ext cx="1350848" cy="141822"/>
          </a:xfrm>
          <a:custGeom>
            <a:avLst/>
            <a:gdLst>
              <a:gd name="csX0" fmla="*/ 0 w 1350848"/>
              <a:gd name="csY0" fmla="*/ 9035 h 141822"/>
              <a:gd name="csX1" fmla="*/ 13241 w 1350848"/>
              <a:gd name="csY1" fmla="*/ 183 h 141822"/>
              <a:gd name="csX2" fmla="*/ 1337627 w 1350848"/>
              <a:gd name="csY2" fmla="*/ 183 h 141822"/>
              <a:gd name="csX3" fmla="*/ 1350849 w 1350848"/>
              <a:gd name="csY3" fmla="*/ 9035 h 141822"/>
              <a:gd name="csX4" fmla="*/ 1350849 w 1350848"/>
              <a:gd name="csY4" fmla="*/ 133154 h 141822"/>
              <a:gd name="csX5" fmla="*/ 1337627 w 1350848"/>
              <a:gd name="csY5" fmla="*/ 142006 h 141822"/>
              <a:gd name="csX6" fmla="*/ 13241 w 1350848"/>
              <a:gd name="csY6" fmla="*/ 142006 h 141822"/>
              <a:gd name="csX7" fmla="*/ 0 w 1350848"/>
              <a:gd name="csY7" fmla="*/ 133154 h 141822"/>
              <a:gd name="csX8" fmla="*/ 0 w 1350848"/>
              <a:gd name="csY8" fmla="*/ 9035 h 1418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848" h="141822">
                <a:moveTo>
                  <a:pt x="0" y="9035"/>
                </a:moveTo>
                <a:cubicBezTo>
                  <a:pt x="0" y="4085"/>
                  <a:pt x="5926" y="183"/>
                  <a:pt x="13241" y="183"/>
                </a:cubicBezTo>
                <a:lnTo>
                  <a:pt x="1337627" y="183"/>
                </a:lnTo>
                <a:cubicBezTo>
                  <a:pt x="1344951" y="183"/>
                  <a:pt x="1350849" y="4085"/>
                  <a:pt x="1350849" y="9035"/>
                </a:cubicBezTo>
                <a:lnTo>
                  <a:pt x="1350849" y="133154"/>
                </a:lnTo>
                <a:cubicBezTo>
                  <a:pt x="1350849" y="138008"/>
                  <a:pt x="1344951" y="142006"/>
                  <a:pt x="1337627" y="142006"/>
                </a:cubicBezTo>
                <a:lnTo>
                  <a:pt x="13241" y="142006"/>
                </a:lnTo>
                <a:cubicBezTo>
                  <a:pt x="5926" y="142006"/>
                  <a:pt x="0" y="138008"/>
                  <a:pt x="0" y="133154"/>
                </a:cubicBezTo>
                <a:lnTo>
                  <a:pt x="0" y="9035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1" name="任意形状 240">
            <a:extLst>
              <a:ext uri="{FF2B5EF4-FFF2-40B4-BE49-F238E27FC236}">
                <a16:creationId xmlns:a16="http://schemas.microsoft.com/office/drawing/2014/main" id="{F430ECC2-0E59-4684-B27C-9AA531B96CFC}"/>
              </a:ext>
            </a:extLst>
          </p:cNvPr>
          <p:cNvSpPr/>
          <p:nvPr/>
        </p:nvSpPr>
        <p:spPr>
          <a:xfrm flipV="1">
            <a:off x="3424037" y="4526842"/>
            <a:ext cx="1350905" cy="142393"/>
          </a:xfrm>
          <a:custGeom>
            <a:avLst/>
            <a:gdLst>
              <a:gd name="csX0" fmla="*/ 0 w 1350905"/>
              <a:gd name="csY0" fmla="*/ 9098 h 142393"/>
              <a:gd name="csX1" fmla="*/ 13251 w 1350905"/>
              <a:gd name="csY1" fmla="*/ 246 h 142393"/>
              <a:gd name="csX2" fmla="*/ 1337684 w 1350905"/>
              <a:gd name="csY2" fmla="*/ 246 h 142393"/>
              <a:gd name="csX3" fmla="*/ 1350906 w 1350905"/>
              <a:gd name="csY3" fmla="*/ 9098 h 142393"/>
              <a:gd name="csX4" fmla="*/ 1350906 w 1350905"/>
              <a:gd name="csY4" fmla="*/ 133693 h 142393"/>
              <a:gd name="csX5" fmla="*/ 1337684 w 1350905"/>
              <a:gd name="csY5" fmla="*/ 142640 h 142393"/>
              <a:gd name="csX6" fmla="*/ 13251 w 1350905"/>
              <a:gd name="csY6" fmla="*/ 142640 h 142393"/>
              <a:gd name="csX7" fmla="*/ 0 w 1350905"/>
              <a:gd name="csY7" fmla="*/ 133693 h 142393"/>
              <a:gd name="csX8" fmla="*/ 0 w 1350905"/>
              <a:gd name="csY8" fmla="*/ 9098 h 142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905" h="142393">
                <a:moveTo>
                  <a:pt x="0" y="9098"/>
                </a:moveTo>
                <a:cubicBezTo>
                  <a:pt x="0" y="4244"/>
                  <a:pt x="5936" y="246"/>
                  <a:pt x="13251" y="246"/>
                </a:cubicBezTo>
                <a:lnTo>
                  <a:pt x="1337684" y="246"/>
                </a:lnTo>
                <a:cubicBezTo>
                  <a:pt x="1344913" y="246"/>
                  <a:pt x="1350906" y="4244"/>
                  <a:pt x="1350906" y="9098"/>
                </a:cubicBezTo>
                <a:lnTo>
                  <a:pt x="1350906" y="133693"/>
                </a:lnTo>
                <a:cubicBezTo>
                  <a:pt x="1350906" y="138642"/>
                  <a:pt x="1344913" y="142640"/>
                  <a:pt x="1337684" y="142640"/>
                </a:cubicBezTo>
                <a:lnTo>
                  <a:pt x="13251" y="142640"/>
                </a:lnTo>
                <a:cubicBezTo>
                  <a:pt x="5936" y="142640"/>
                  <a:pt x="0" y="138642"/>
                  <a:pt x="0" y="133693"/>
                </a:cubicBezTo>
                <a:lnTo>
                  <a:pt x="0" y="9098"/>
                </a:lnTo>
                <a:close/>
              </a:path>
            </a:pathLst>
          </a:custGeom>
          <a:solidFill>
            <a:srgbClr val="A282D7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2" name="任意形状 241">
            <a:extLst>
              <a:ext uri="{FF2B5EF4-FFF2-40B4-BE49-F238E27FC236}">
                <a16:creationId xmlns:a16="http://schemas.microsoft.com/office/drawing/2014/main" id="{0E8A1383-613C-3ED7-3EB5-0D65D79BAB11}"/>
              </a:ext>
            </a:extLst>
          </p:cNvPr>
          <p:cNvSpPr/>
          <p:nvPr/>
        </p:nvSpPr>
        <p:spPr>
          <a:xfrm flipV="1">
            <a:off x="3424037" y="4526842"/>
            <a:ext cx="1350905" cy="142393"/>
          </a:xfrm>
          <a:custGeom>
            <a:avLst/>
            <a:gdLst>
              <a:gd name="csX0" fmla="*/ 0 w 1350905"/>
              <a:gd name="csY0" fmla="*/ 9098 h 142393"/>
              <a:gd name="csX1" fmla="*/ 13251 w 1350905"/>
              <a:gd name="csY1" fmla="*/ 246 h 142393"/>
              <a:gd name="csX2" fmla="*/ 1337684 w 1350905"/>
              <a:gd name="csY2" fmla="*/ 246 h 142393"/>
              <a:gd name="csX3" fmla="*/ 1350906 w 1350905"/>
              <a:gd name="csY3" fmla="*/ 9098 h 142393"/>
              <a:gd name="csX4" fmla="*/ 1350906 w 1350905"/>
              <a:gd name="csY4" fmla="*/ 133693 h 142393"/>
              <a:gd name="csX5" fmla="*/ 1337684 w 1350905"/>
              <a:gd name="csY5" fmla="*/ 142640 h 142393"/>
              <a:gd name="csX6" fmla="*/ 13251 w 1350905"/>
              <a:gd name="csY6" fmla="*/ 142640 h 142393"/>
              <a:gd name="csX7" fmla="*/ 0 w 1350905"/>
              <a:gd name="csY7" fmla="*/ 133693 h 142393"/>
              <a:gd name="csX8" fmla="*/ 0 w 1350905"/>
              <a:gd name="csY8" fmla="*/ 9098 h 142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905" h="142393">
                <a:moveTo>
                  <a:pt x="0" y="9098"/>
                </a:moveTo>
                <a:cubicBezTo>
                  <a:pt x="0" y="4244"/>
                  <a:pt x="5936" y="246"/>
                  <a:pt x="13251" y="246"/>
                </a:cubicBezTo>
                <a:lnTo>
                  <a:pt x="1337684" y="246"/>
                </a:lnTo>
                <a:cubicBezTo>
                  <a:pt x="1344913" y="246"/>
                  <a:pt x="1350906" y="4244"/>
                  <a:pt x="1350906" y="9098"/>
                </a:cubicBezTo>
                <a:lnTo>
                  <a:pt x="1350906" y="133693"/>
                </a:lnTo>
                <a:cubicBezTo>
                  <a:pt x="1350906" y="138642"/>
                  <a:pt x="1344913" y="142640"/>
                  <a:pt x="1337684" y="142640"/>
                </a:cubicBezTo>
                <a:lnTo>
                  <a:pt x="13251" y="142640"/>
                </a:lnTo>
                <a:cubicBezTo>
                  <a:pt x="5936" y="142640"/>
                  <a:pt x="0" y="138642"/>
                  <a:pt x="0" y="133693"/>
                </a:cubicBezTo>
                <a:lnTo>
                  <a:pt x="0" y="9098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3" name="任意形状 242">
            <a:extLst>
              <a:ext uri="{FF2B5EF4-FFF2-40B4-BE49-F238E27FC236}">
                <a16:creationId xmlns:a16="http://schemas.microsoft.com/office/drawing/2014/main" id="{45DFA0D2-B06F-8540-43A8-E7965C71C194}"/>
              </a:ext>
            </a:extLst>
          </p:cNvPr>
          <p:cNvSpPr/>
          <p:nvPr/>
        </p:nvSpPr>
        <p:spPr>
          <a:xfrm flipV="1">
            <a:off x="3428384" y="4844554"/>
            <a:ext cx="1350934" cy="142365"/>
          </a:xfrm>
          <a:custGeom>
            <a:avLst/>
            <a:gdLst>
              <a:gd name="csX0" fmla="*/ 0 w 1350934"/>
              <a:gd name="csY0" fmla="*/ 9212 h 142365"/>
              <a:gd name="csX1" fmla="*/ 13251 w 1350934"/>
              <a:gd name="csY1" fmla="*/ 313 h 142365"/>
              <a:gd name="csX2" fmla="*/ 1337617 w 1350934"/>
              <a:gd name="csY2" fmla="*/ 313 h 142365"/>
              <a:gd name="csX3" fmla="*/ 1350934 w 1350934"/>
              <a:gd name="csY3" fmla="*/ 9212 h 142365"/>
              <a:gd name="csX4" fmla="*/ 1350934 w 1350934"/>
              <a:gd name="csY4" fmla="*/ 133779 h 142365"/>
              <a:gd name="csX5" fmla="*/ 1337617 w 1350934"/>
              <a:gd name="csY5" fmla="*/ 142678 h 142365"/>
              <a:gd name="csX6" fmla="*/ 13251 w 1350934"/>
              <a:gd name="csY6" fmla="*/ 142678 h 142365"/>
              <a:gd name="csX7" fmla="*/ 0 w 1350934"/>
              <a:gd name="csY7" fmla="*/ 133779 h 142365"/>
              <a:gd name="csX8" fmla="*/ 0 w 1350934"/>
              <a:gd name="csY8" fmla="*/ 9212 h 142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934" h="142365">
                <a:moveTo>
                  <a:pt x="0" y="9212"/>
                </a:moveTo>
                <a:cubicBezTo>
                  <a:pt x="0" y="4301"/>
                  <a:pt x="5936" y="313"/>
                  <a:pt x="13251" y="313"/>
                </a:cubicBezTo>
                <a:lnTo>
                  <a:pt x="1337617" y="313"/>
                </a:lnTo>
                <a:cubicBezTo>
                  <a:pt x="1344942" y="313"/>
                  <a:pt x="1350934" y="4301"/>
                  <a:pt x="1350934" y="9212"/>
                </a:cubicBezTo>
                <a:lnTo>
                  <a:pt x="1350934" y="133779"/>
                </a:lnTo>
                <a:cubicBezTo>
                  <a:pt x="1350934" y="138690"/>
                  <a:pt x="1344942" y="142678"/>
                  <a:pt x="1337617" y="142678"/>
                </a:cubicBezTo>
                <a:lnTo>
                  <a:pt x="13251" y="142678"/>
                </a:lnTo>
                <a:cubicBezTo>
                  <a:pt x="5936" y="142678"/>
                  <a:pt x="0" y="138690"/>
                  <a:pt x="0" y="133779"/>
                </a:cubicBezTo>
                <a:lnTo>
                  <a:pt x="0" y="9212"/>
                </a:lnTo>
                <a:close/>
              </a:path>
            </a:pathLst>
          </a:custGeom>
          <a:solidFill>
            <a:srgbClr val="A282D7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4" name="任意形状 243">
            <a:extLst>
              <a:ext uri="{FF2B5EF4-FFF2-40B4-BE49-F238E27FC236}">
                <a16:creationId xmlns:a16="http://schemas.microsoft.com/office/drawing/2014/main" id="{AD95B4A2-08AC-12E6-85ED-31159927615C}"/>
              </a:ext>
            </a:extLst>
          </p:cNvPr>
          <p:cNvSpPr/>
          <p:nvPr/>
        </p:nvSpPr>
        <p:spPr>
          <a:xfrm flipV="1">
            <a:off x="3428384" y="4844554"/>
            <a:ext cx="1350934" cy="142365"/>
          </a:xfrm>
          <a:custGeom>
            <a:avLst/>
            <a:gdLst>
              <a:gd name="csX0" fmla="*/ 0 w 1350934"/>
              <a:gd name="csY0" fmla="*/ 9212 h 142365"/>
              <a:gd name="csX1" fmla="*/ 13251 w 1350934"/>
              <a:gd name="csY1" fmla="*/ 313 h 142365"/>
              <a:gd name="csX2" fmla="*/ 1337617 w 1350934"/>
              <a:gd name="csY2" fmla="*/ 313 h 142365"/>
              <a:gd name="csX3" fmla="*/ 1350934 w 1350934"/>
              <a:gd name="csY3" fmla="*/ 9212 h 142365"/>
              <a:gd name="csX4" fmla="*/ 1350934 w 1350934"/>
              <a:gd name="csY4" fmla="*/ 133779 h 142365"/>
              <a:gd name="csX5" fmla="*/ 1337617 w 1350934"/>
              <a:gd name="csY5" fmla="*/ 142678 h 142365"/>
              <a:gd name="csX6" fmla="*/ 13251 w 1350934"/>
              <a:gd name="csY6" fmla="*/ 142678 h 142365"/>
              <a:gd name="csX7" fmla="*/ 0 w 1350934"/>
              <a:gd name="csY7" fmla="*/ 133779 h 142365"/>
              <a:gd name="csX8" fmla="*/ 0 w 1350934"/>
              <a:gd name="csY8" fmla="*/ 9212 h 142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934" h="142365">
                <a:moveTo>
                  <a:pt x="0" y="9212"/>
                </a:moveTo>
                <a:cubicBezTo>
                  <a:pt x="0" y="4301"/>
                  <a:pt x="5936" y="313"/>
                  <a:pt x="13251" y="313"/>
                </a:cubicBezTo>
                <a:lnTo>
                  <a:pt x="1337617" y="313"/>
                </a:lnTo>
                <a:cubicBezTo>
                  <a:pt x="1344942" y="313"/>
                  <a:pt x="1350934" y="4301"/>
                  <a:pt x="1350934" y="9212"/>
                </a:cubicBezTo>
                <a:lnTo>
                  <a:pt x="1350934" y="133779"/>
                </a:lnTo>
                <a:cubicBezTo>
                  <a:pt x="1350934" y="138690"/>
                  <a:pt x="1344942" y="142678"/>
                  <a:pt x="1337617" y="142678"/>
                </a:cubicBezTo>
                <a:lnTo>
                  <a:pt x="13251" y="142678"/>
                </a:lnTo>
                <a:cubicBezTo>
                  <a:pt x="5936" y="142678"/>
                  <a:pt x="0" y="138690"/>
                  <a:pt x="0" y="133779"/>
                </a:cubicBezTo>
                <a:lnTo>
                  <a:pt x="0" y="9212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5" name="任意形状 244">
            <a:extLst>
              <a:ext uri="{FF2B5EF4-FFF2-40B4-BE49-F238E27FC236}">
                <a16:creationId xmlns:a16="http://schemas.microsoft.com/office/drawing/2014/main" id="{17E97A3E-6558-837A-7389-63AB1524CB3D}"/>
              </a:ext>
            </a:extLst>
          </p:cNvPr>
          <p:cNvSpPr/>
          <p:nvPr/>
        </p:nvSpPr>
        <p:spPr>
          <a:xfrm flipV="1">
            <a:off x="3428384" y="5161362"/>
            <a:ext cx="1350934" cy="247676"/>
          </a:xfrm>
          <a:custGeom>
            <a:avLst/>
            <a:gdLst>
              <a:gd name="csX0" fmla="*/ 0 w 1350934"/>
              <a:gd name="csY0" fmla="*/ 15867 h 247676"/>
              <a:gd name="csX1" fmla="*/ 13251 w 1350934"/>
              <a:gd name="csY1" fmla="*/ 390 h 247676"/>
              <a:gd name="csX2" fmla="*/ 1337617 w 1350934"/>
              <a:gd name="csY2" fmla="*/ 390 h 247676"/>
              <a:gd name="csX3" fmla="*/ 1350934 w 1350934"/>
              <a:gd name="csY3" fmla="*/ 15867 h 247676"/>
              <a:gd name="csX4" fmla="*/ 1350934 w 1350934"/>
              <a:gd name="csY4" fmla="*/ 232580 h 247676"/>
              <a:gd name="csX5" fmla="*/ 1337617 w 1350934"/>
              <a:gd name="csY5" fmla="*/ 248067 h 247676"/>
              <a:gd name="csX6" fmla="*/ 13251 w 1350934"/>
              <a:gd name="csY6" fmla="*/ 248067 h 247676"/>
              <a:gd name="csX7" fmla="*/ 0 w 1350934"/>
              <a:gd name="csY7" fmla="*/ 232580 h 247676"/>
              <a:gd name="csX8" fmla="*/ 0 w 1350934"/>
              <a:gd name="csY8" fmla="*/ 15867 h 247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934" h="247676">
                <a:moveTo>
                  <a:pt x="0" y="15867"/>
                </a:moveTo>
                <a:cubicBezTo>
                  <a:pt x="0" y="7320"/>
                  <a:pt x="5936" y="390"/>
                  <a:pt x="13251" y="390"/>
                </a:cubicBezTo>
                <a:lnTo>
                  <a:pt x="1337617" y="390"/>
                </a:lnTo>
                <a:cubicBezTo>
                  <a:pt x="1344942" y="390"/>
                  <a:pt x="1350934" y="7320"/>
                  <a:pt x="1350934" y="15867"/>
                </a:cubicBezTo>
                <a:lnTo>
                  <a:pt x="1350934" y="232580"/>
                </a:lnTo>
                <a:cubicBezTo>
                  <a:pt x="1350934" y="241128"/>
                  <a:pt x="1344942" y="248057"/>
                  <a:pt x="1337617" y="248067"/>
                </a:cubicBezTo>
                <a:lnTo>
                  <a:pt x="13251" y="248067"/>
                </a:lnTo>
                <a:cubicBezTo>
                  <a:pt x="5936" y="248057"/>
                  <a:pt x="0" y="241128"/>
                  <a:pt x="0" y="232580"/>
                </a:cubicBezTo>
                <a:lnTo>
                  <a:pt x="0" y="15867"/>
                </a:lnTo>
                <a:close/>
              </a:path>
            </a:pathLst>
          </a:custGeom>
          <a:solidFill>
            <a:srgbClr val="A282D7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6" name="任意形状 245">
            <a:extLst>
              <a:ext uri="{FF2B5EF4-FFF2-40B4-BE49-F238E27FC236}">
                <a16:creationId xmlns:a16="http://schemas.microsoft.com/office/drawing/2014/main" id="{C49DB55B-EA67-359C-D180-5A05D9591123}"/>
              </a:ext>
            </a:extLst>
          </p:cNvPr>
          <p:cNvSpPr/>
          <p:nvPr/>
        </p:nvSpPr>
        <p:spPr>
          <a:xfrm flipV="1">
            <a:off x="3428384" y="5161362"/>
            <a:ext cx="1350934" cy="247676"/>
          </a:xfrm>
          <a:custGeom>
            <a:avLst/>
            <a:gdLst>
              <a:gd name="csX0" fmla="*/ 0 w 1350934"/>
              <a:gd name="csY0" fmla="*/ 15867 h 247676"/>
              <a:gd name="csX1" fmla="*/ 13251 w 1350934"/>
              <a:gd name="csY1" fmla="*/ 390 h 247676"/>
              <a:gd name="csX2" fmla="*/ 1337617 w 1350934"/>
              <a:gd name="csY2" fmla="*/ 390 h 247676"/>
              <a:gd name="csX3" fmla="*/ 1350934 w 1350934"/>
              <a:gd name="csY3" fmla="*/ 15867 h 247676"/>
              <a:gd name="csX4" fmla="*/ 1350934 w 1350934"/>
              <a:gd name="csY4" fmla="*/ 232580 h 247676"/>
              <a:gd name="csX5" fmla="*/ 1337617 w 1350934"/>
              <a:gd name="csY5" fmla="*/ 248067 h 247676"/>
              <a:gd name="csX6" fmla="*/ 13251 w 1350934"/>
              <a:gd name="csY6" fmla="*/ 248067 h 247676"/>
              <a:gd name="csX7" fmla="*/ 0 w 1350934"/>
              <a:gd name="csY7" fmla="*/ 232580 h 247676"/>
              <a:gd name="csX8" fmla="*/ 0 w 1350934"/>
              <a:gd name="csY8" fmla="*/ 15867 h 247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934" h="247676">
                <a:moveTo>
                  <a:pt x="0" y="15867"/>
                </a:moveTo>
                <a:cubicBezTo>
                  <a:pt x="0" y="7320"/>
                  <a:pt x="5936" y="390"/>
                  <a:pt x="13251" y="390"/>
                </a:cubicBezTo>
                <a:lnTo>
                  <a:pt x="1337617" y="390"/>
                </a:lnTo>
                <a:cubicBezTo>
                  <a:pt x="1344942" y="390"/>
                  <a:pt x="1350934" y="7320"/>
                  <a:pt x="1350934" y="15867"/>
                </a:cubicBezTo>
                <a:lnTo>
                  <a:pt x="1350934" y="232580"/>
                </a:lnTo>
                <a:cubicBezTo>
                  <a:pt x="1350934" y="241128"/>
                  <a:pt x="1344942" y="248057"/>
                  <a:pt x="1337617" y="248067"/>
                </a:cubicBezTo>
                <a:lnTo>
                  <a:pt x="13251" y="248067"/>
                </a:lnTo>
                <a:cubicBezTo>
                  <a:pt x="5936" y="248057"/>
                  <a:pt x="0" y="241128"/>
                  <a:pt x="0" y="232580"/>
                </a:cubicBezTo>
                <a:lnTo>
                  <a:pt x="0" y="15867"/>
                </a:lnTo>
                <a:close/>
              </a:path>
            </a:pathLst>
          </a:custGeom>
          <a:noFill/>
          <a:ln w="10701" cap="flat">
            <a:solidFill>
              <a:srgbClr val="7030A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7" name="任意形状 246">
            <a:extLst>
              <a:ext uri="{FF2B5EF4-FFF2-40B4-BE49-F238E27FC236}">
                <a16:creationId xmlns:a16="http://schemas.microsoft.com/office/drawing/2014/main" id="{C31B7D1F-FC91-FE88-B4A9-DF54C70D9CFC}"/>
              </a:ext>
            </a:extLst>
          </p:cNvPr>
          <p:cNvSpPr/>
          <p:nvPr/>
        </p:nvSpPr>
        <p:spPr>
          <a:xfrm flipV="1">
            <a:off x="4106234" y="4083574"/>
            <a:ext cx="9512" cy="78145"/>
          </a:xfrm>
          <a:custGeom>
            <a:avLst/>
            <a:gdLst>
              <a:gd name="csX0" fmla="*/ 0 w 9512"/>
              <a:gd name="csY0" fmla="*/ 78292 h 78145"/>
              <a:gd name="csX1" fmla="*/ 0 w 9512"/>
              <a:gd name="csY1" fmla="*/ 146 h 781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78145">
                <a:moveTo>
                  <a:pt x="0" y="78292"/>
                </a:moveTo>
                <a:lnTo>
                  <a:pt x="0" y="146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8" name="任意形状 247">
            <a:extLst>
              <a:ext uri="{FF2B5EF4-FFF2-40B4-BE49-F238E27FC236}">
                <a16:creationId xmlns:a16="http://schemas.microsoft.com/office/drawing/2014/main" id="{8DC678E9-31E1-6C01-66D5-AFEF19D56E6D}"/>
              </a:ext>
            </a:extLst>
          </p:cNvPr>
          <p:cNvSpPr/>
          <p:nvPr/>
        </p:nvSpPr>
        <p:spPr>
          <a:xfrm flipV="1">
            <a:off x="4075130" y="4146585"/>
            <a:ext cx="62209" cy="62249"/>
          </a:xfrm>
          <a:custGeom>
            <a:avLst/>
            <a:gdLst>
              <a:gd name="csX0" fmla="*/ 31105 w 62209"/>
              <a:gd name="csY0" fmla="*/ 158 h 62249"/>
              <a:gd name="csX1" fmla="*/ 0 w 62209"/>
              <a:gd name="csY1" fmla="*/ 62408 h 62249"/>
              <a:gd name="csX2" fmla="*/ 62210 w 62209"/>
              <a:gd name="csY2" fmla="*/ 62408 h 62249"/>
              <a:gd name="csX3" fmla="*/ 31105 w 62209"/>
              <a:gd name="csY3" fmla="*/ 158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158"/>
                </a:moveTo>
                <a:lnTo>
                  <a:pt x="0" y="62408"/>
                </a:lnTo>
                <a:cubicBezTo>
                  <a:pt x="19595" y="52604"/>
                  <a:pt x="42615" y="52604"/>
                  <a:pt x="62210" y="62408"/>
                </a:cubicBezTo>
                <a:lnTo>
                  <a:pt x="31105" y="158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9" name="任意形状 248">
            <a:extLst>
              <a:ext uri="{FF2B5EF4-FFF2-40B4-BE49-F238E27FC236}">
                <a16:creationId xmlns:a16="http://schemas.microsoft.com/office/drawing/2014/main" id="{938BF910-75B4-4670-3521-029D6602E5C9}"/>
              </a:ext>
            </a:extLst>
          </p:cNvPr>
          <p:cNvSpPr/>
          <p:nvPr/>
        </p:nvSpPr>
        <p:spPr>
          <a:xfrm flipV="1">
            <a:off x="4108613" y="4382354"/>
            <a:ext cx="9512" cy="78145"/>
          </a:xfrm>
          <a:custGeom>
            <a:avLst/>
            <a:gdLst>
              <a:gd name="csX0" fmla="*/ 0 w 9512"/>
              <a:gd name="csY0" fmla="*/ 78354 h 78145"/>
              <a:gd name="csX1" fmla="*/ 0 w 9512"/>
              <a:gd name="csY1" fmla="*/ 209 h 781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78145">
                <a:moveTo>
                  <a:pt x="0" y="78354"/>
                </a:moveTo>
                <a:lnTo>
                  <a:pt x="0" y="209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0" name="任意形状 249">
            <a:extLst>
              <a:ext uri="{FF2B5EF4-FFF2-40B4-BE49-F238E27FC236}">
                <a16:creationId xmlns:a16="http://schemas.microsoft.com/office/drawing/2014/main" id="{B08609D6-10B3-8BEA-CADF-C8D4E1112709}"/>
              </a:ext>
            </a:extLst>
          </p:cNvPr>
          <p:cNvSpPr/>
          <p:nvPr/>
        </p:nvSpPr>
        <p:spPr>
          <a:xfrm flipV="1">
            <a:off x="4077508" y="4445365"/>
            <a:ext cx="62209" cy="62249"/>
          </a:xfrm>
          <a:custGeom>
            <a:avLst/>
            <a:gdLst>
              <a:gd name="csX0" fmla="*/ 31105 w 62209"/>
              <a:gd name="csY0" fmla="*/ 221 h 62249"/>
              <a:gd name="csX1" fmla="*/ 0 w 62209"/>
              <a:gd name="csY1" fmla="*/ 62470 h 62249"/>
              <a:gd name="csX2" fmla="*/ 62210 w 62209"/>
              <a:gd name="csY2" fmla="*/ 62470 h 62249"/>
              <a:gd name="csX3" fmla="*/ 31105 w 62209"/>
              <a:gd name="csY3" fmla="*/ 221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221"/>
                </a:moveTo>
                <a:lnTo>
                  <a:pt x="0" y="62470"/>
                </a:lnTo>
                <a:cubicBezTo>
                  <a:pt x="19595" y="52666"/>
                  <a:pt x="42615" y="52666"/>
                  <a:pt x="62210" y="62470"/>
                </a:cubicBezTo>
                <a:lnTo>
                  <a:pt x="31105" y="221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1" name="任意形状 250">
            <a:extLst>
              <a:ext uri="{FF2B5EF4-FFF2-40B4-BE49-F238E27FC236}">
                <a16:creationId xmlns:a16="http://schemas.microsoft.com/office/drawing/2014/main" id="{A640AD0D-5A85-FF4E-F5FD-6DF877C338AA}"/>
              </a:ext>
            </a:extLst>
          </p:cNvPr>
          <p:cNvSpPr/>
          <p:nvPr/>
        </p:nvSpPr>
        <p:spPr>
          <a:xfrm flipV="1">
            <a:off x="4110991" y="4673805"/>
            <a:ext cx="9512" cy="111897"/>
          </a:xfrm>
          <a:custGeom>
            <a:avLst/>
            <a:gdLst>
              <a:gd name="csX0" fmla="*/ 0 w 9512"/>
              <a:gd name="csY0" fmla="*/ 112171 h 111897"/>
              <a:gd name="csX1" fmla="*/ 0 w 9512"/>
              <a:gd name="csY1" fmla="*/ 274 h 1118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111897">
                <a:moveTo>
                  <a:pt x="0" y="112171"/>
                </a:moveTo>
                <a:lnTo>
                  <a:pt x="0" y="274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2" name="任意形状 251">
            <a:extLst>
              <a:ext uri="{FF2B5EF4-FFF2-40B4-BE49-F238E27FC236}">
                <a16:creationId xmlns:a16="http://schemas.microsoft.com/office/drawing/2014/main" id="{8B648185-EAA7-3431-749F-9C9920AE4F0F}"/>
              </a:ext>
            </a:extLst>
          </p:cNvPr>
          <p:cNvSpPr/>
          <p:nvPr/>
        </p:nvSpPr>
        <p:spPr>
          <a:xfrm flipV="1">
            <a:off x="4079886" y="4770568"/>
            <a:ext cx="62209" cy="62249"/>
          </a:xfrm>
          <a:custGeom>
            <a:avLst/>
            <a:gdLst>
              <a:gd name="csX0" fmla="*/ 31105 w 62209"/>
              <a:gd name="csY0" fmla="*/ 289 h 62249"/>
              <a:gd name="csX1" fmla="*/ 0 w 62209"/>
              <a:gd name="csY1" fmla="*/ 62539 h 62249"/>
              <a:gd name="csX2" fmla="*/ 62210 w 62209"/>
              <a:gd name="csY2" fmla="*/ 62539 h 62249"/>
              <a:gd name="csX3" fmla="*/ 31105 w 62209"/>
              <a:gd name="csY3" fmla="*/ 289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289"/>
                </a:moveTo>
                <a:lnTo>
                  <a:pt x="0" y="62539"/>
                </a:lnTo>
                <a:cubicBezTo>
                  <a:pt x="19595" y="52744"/>
                  <a:pt x="42710" y="52744"/>
                  <a:pt x="62210" y="62539"/>
                </a:cubicBezTo>
                <a:lnTo>
                  <a:pt x="31105" y="289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3" name="任意形状 252">
            <a:extLst>
              <a:ext uri="{FF2B5EF4-FFF2-40B4-BE49-F238E27FC236}">
                <a16:creationId xmlns:a16="http://schemas.microsoft.com/office/drawing/2014/main" id="{BD316401-A7B3-284F-BD3E-1F8A1B1C5507}"/>
              </a:ext>
            </a:extLst>
          </p:cNvPr>
          <p:cNvSpPr/>
          <p:nvPr/>
        </p:nvSpPr>
        <p:spPr>
          <a:xfrm flipV="1">
            <a:off x="4110991" y="4991812"/>
            <a:ext cx="9512" cy="111878"/>
          </a:xfrm>
          <a:custGeom>
            <a:avLst/>
            <a:gdLst>
              <a:gd name="csX0" fmla="*/ 0 w 9512"/>
              <a:gd name="csY0" fmla="*/ 112219 h 111878"/>
              <a:gd name="csX1" fmla="*/ 0 w 9512"/>
              <a:gd name="csY1" fmla="*/ 341 h 1118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111878">
                <a:moveTo>
                  <a:pt x="0" y="112219"/>
                </a:moveTo>
                <a:lnTo>
                  <a:pt x="0" y="341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4" name="任意形状 253">
            <a:extLst>
              <a:ext uri="{FF2B5EF4-FFF2-40B4-BE49-F238E27FC236}">
                <a16:creationId xmlns:a16="http://schemas.microsoft.com/office/drawing/2014/main" id="{542FFCE4-1498-9663-6E99-0B1798F08789}"/>
              </a:ext>
            </a:extLst>
          </p:cNvPr>
          <p:cNvSpPr/>
          <p:nvPr/>
        </p:nvSpPr>
        <p:spPr>
          <a:xfrm flipV="1">
            <a:off x="4079886" y="5088556"/>
            <a:ext cx="62209" cy="62249"/>
          </a:xfrm>
          <a:custGeom>
            <a:avLst/>
            <a:gdLst>
              <a:gd name="csX0" fmla="*/ 31105 w 62209"/>
              <a:gd name="csY0" fmla="*/ 356 h 62249"/>
              <a:gd name="csX1" fmla="*/ 0 w 62209"/>
              <a:gd name="csY1" fmla="*/ 62605 h 62249"/>
              <a:gd name="csX2" fmla="*/ 62210 w 62209"/>
              <a:gd name="csY2" fmla="*/ 62605 h 62249"/>
              <a:gd name="csX3" fmla="*/ 31105 w 62209"/>
              <a:gd name="csY3" fmla="*/ 356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356"/>
                </a:moveTo>
                <a:lnTo>
                  <a:pt x="0" y="62605"/>
                </a:lnTo>
                <a:cubicBezTo>
                  <a:pt x="19595" y="52802"/>
                  <a:pt x="42710" y="52802"/>
                  <a:pt x="62210" y="62605"/>
                </a:cubicBezTo>
                <a:lnTo>
                  <a:pt x="31105" y="356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5" name="任意形状 254">
            <a:extLst>
              <a:ext uri="{FF2B5EF4-FFF2-40B4-BE49-F238E27FC236}">
                <a16:creationId xmlns:a16="http://schemas.microsoft.com/office/drawing/2014/main" id="{349A4CFD-4EC4-99BF-FCF4-E074063087EA}"/>
              </a:ext>
            </a:extLst>
          </p:cNvPr>
          <p:cNvSpPr/>
          <p:nvPr/>
        </p:nvSpPr>
        <p:spPr>
          <a:xfrm flipV="1">
            <a:off x="3219867" y="4038362"/>
            <a:ext cx="84040" cy="574811"/>
          </a:xfrm>
          <a:custGeom>
            <a:avLst/>
            <a:gdLst>
              <a:gd name="csX0" fmla="*/ 0 w 84040"/>
              <a:gd name="csY0" fmla="*/ 575000 h 574811"/>
              <a:gd name="csX1" fmla="*/ 57787 w 84040"/>
              <a:gd name="csY1" fmla="*/ 575000 h 574811"/>
              <a:gd name="csX2" fmla="*/ 57787 w 84040"/>
              <a:gd name="csY2" fmla="*/ 189 h 574811"/>
              <a:gd name="csX3" fmla="*/ 84040 w 84040"/>
              <a:gd name="csY3" fmla="*/ 189 h 5748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040" h="574811">
                <a:moveTo>
                  <a:pt x="0" y="575000"/>
                </a:moveTo>
                <a:lnTo>
                  <a:pt x="57787" y="575000"/>
                </a:lnTo>
                <a:lnTo>
                  <a:pt x="57787" y="189"/>
                </a:lnTo>
                <a:lnTo>
                  <a:pt x="84040" y="189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6" name="任意形状 255">
            <a:extLst>
              <a:ext uri="{FF2B5EF4-FFF2-40B4-BE49-F238E27FC236}">
                <a16:creationId xmlns:a16="http://schemas.microsoft.com/office/drawing/2014/main" id="{C8D3D696-AF91-AF7E-0F31-0EBD5B10A81E}"/>
              </a:ext>
            </a:extLst>
          </p:cNvPr>
          <p:cNvSpPr/>
          <p:nvPr/>
        </p:nvSpPr>
        <p:spPr>
          <a:xfrm flipV="1">
            <a:off x="3288783" y="4582048"/>
            <a:ext cx="62209" cy="62249"/>
          </a:xfrm>
          <a:custGeom>
            <a:avLst/>
            <a:gdLst>
              <a:gd name="csX0" fmla="*/ 62210 w 62209"/>
              <a:gd name="csY0" fmla="*/ 31374 h 62249"/>
              <a:gd name="csX1" fmla="*/ 0 w 62209"/>
              <a:gd name="csY1" fmla="*/ 249 h 62249"/>
              <a:gd name="csX2" fmla="*/ 0 w 62209"/>
              <a:gd name="csY2" fmla="*/ 62499 h 62249"/>
              <a:gd name="csX3" fmla="*/ 62210 w 62209"/>
              <a:gd name="csY3" fmla="*/ 31374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62210" y="31374"/>
                </a:moveTo>
                <a:lnTo>
                  <a:pt x="0" y="249"/>
                </a:lnTo>
                <a:cubicBezTo>
                  <a:pt x="9788" y="19857"/>
                  <a:pt x="9788" y="42987"/>
                  <a:pt x="0" y="62499"/>
                </a:cubicBezTo>
                <a:lnTo>
                  <a:pt x="62210" y="31374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7" name="任意形状 256">
            <a:extLst>
              <a:ext uri="{FF2B5EF4-FFF2-40B4-BE49-F238E27FC236}">
                <a16:creationId xmlns:a16="http://schemas.microsoft.com/office/drawing/2014/main" id="{4A036C26-7DD5-8780-CCFE-6CD2AA6ABBBE}"/>
              </a:ext>
            </a:extLst>
          </p:cNvPr>
          <p:cNvSpPr/>
          <p:nvPr/>
        </p:nvSpPr>
        <p:spPr>
          <a:xfrm flipV="1">
            <a:off x="3212942" y="4613173"/>
            <a:ext cx="93657" cy="798872"/>
          </a:xfrm>
          <a:custGeom>
            <a:avLst/>
            <a:gdLst>
              <a:gd name="csX0" fmla="*/ 0 w 93657"/>
              <a:gd name="csY0" fmla="*/ 333 h 798872"/>
              <a:gd name="csX1" fmla="*/ 64712 w 93657"/>
              <a:gd name="csY1" fmla="*/ 333 h 798872"/>
              <a:gd name="csX2" fmla="*/ 64712 w 93657"/>
              <a:gd name="csY2" fmla="*/ 799205 h 798872"/>
              <a:gd name="csX3" fmla="*/ 93657 w 93657"/>
              <a:gd name="csY3" fmla="*/ 799205 h 7988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3657" h="798872">
                <a:moveTo>
                  <a:pt x="0" y="333"/>
                </a:moveTo>
                <a:lnTo>
                  <a:pt x="64712" y="333"/>
                </a:lnTo>
                <a:lnTo>
                  <a:pt x="64712" y="799205"/>
                </a:lnTo>
                <a:lnTo>
                  <a:pt x="93657" y="799205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8" name="任意形状 257">
            <a:extLst>
              <a:ext uri="{FF2B5EF4-FFF2-40B4-BE49-F238E27FC236}">
                <a16:creationId xmlns:a16="http://schemas.microsoft.com/office/drawing/2014/main" id="{83FEFB2F-DC8F-7A16-03F2-4CD312B8A7E4}"/>
              </a:ext>
            </a:extLst>
          </p:cNvPr>
          <p:cNvSpPr/>
          <p:nvPr/>
        </p:nvSpPr>
        <p:spPr>
          <a:xfrm flipV="1">
            <a:off x="3291485" y="4582048"/>
            <a:ext cx="62209" cy="62249"/>
          </a:xfrm>
          <a:custGeom>
            <a:avLst/>
            <a:gdLst>
              <a:gd name="csX0" fmla="*/ 62210 w 62209"/>
              <a:gd name="csY0" fmla="*/ 31374 h 62249"/>
              <a:gd name="csX1" fmla="*/ 0 w 62209"/>
              <a:gd name="csY1" fmla="*/ 249 h 62249"/>
              <a:gd name="csX2" fmla="*/ 0 w 62209"/>
              <a:gd name="csY2" fmla="*/ 62499 h 62249"/>
              <a:gd name="csX3" fmla="*/ 62210 w 62209"/>
              <a:gd name="csY3" fmla="*/ 31374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62210" y="31374"/>
                </a:moveTo>
                <a:lnTo>
                  <a:pt x="0" y="249"/>
                </a:lnTo>
                <a:cubicBezTo>
                  <a:pt x="9788" y="19857"/>
                  <a:pt x="9788" y="42987"/>
                  <a:pt x="0" y="62499"/>
                </a:cubicBezTo>
                <a:lnTo>
                  <a:pt x="62210" y="31374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9" name="任意形状 258">
            <a:extLst>
              <a:ext uri="{FF2B5EF4-FFF2-40B4-BE49-F238E27FC236}">
                <a16:creationId xmlns:a16="http://schemas.microsoft.com/office/drawing/2014/main" id="{6860E924-7B27-C9EF-96AA-98DB54334879}"/>
              </a:ext>
            </a:extLst>
          </p:cNvPr>
          <p:cNvSpPr/>
          <p:nvPr/>
        </p:nvSpPr>
        <p:spPr>
          <a:xfrm flipV="1">
            <a:off x="3198560" y="4963704"/>
            <a:ext cx="73472" cy="904"/>
          </a:xfrm>
          <a:custGeom>
            <a:avLst/>
            <a:gdLst>
              <a:gd name="csX0" fmla="*/ 0 w 73472"/>
              <a:gd name="csY0" fmla="*/ 323 h 904"/>
              <a:gd name="csX1" fmla="*/ 73472 w 73472"/>
              <a:gd name="csY1" fmla="*/ 1227 h 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3472" h="904">
                <a:moveTo>
                  <a:pt x="0" y="323"/>
                </a:moveTo>
                <a:lnTo>
                  <a:pt x="73472" y="1227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0" name="任意形状 259">
            <a:extLst>
              <a:ext uri="{FF2B5EF4-FFF2-40B4-BE49-F238E27FC236}">
                <a16:creationId xmlns:a16="http://schemas.microsoft.com/office/drawing/2014/main" id="{803DFB7B-6EEF-77A6-DE13-71B50A088AF1}"/>
              </a:ext>
            </a:extLst>
          </p:cNvPr>
          <p:cNvSpPr/>
          <p:nvPr/>
        </p:nvSpPr>
        <p:spPr>
          <a:xfrm flipV="1">
            <a:off x="3200358" y="4500572"/>
            <a:ext cx="73472" cy="856"/>
          </a:xfrm>
          <a:custGeom>
            <a:avLst/>
            <a:gdLst>
              <a:gd name="csX0" fmla="*/ 0 w 73472"/>
              <a:gd name="csY0" fmla="*/ 226 h 856"/>
              <a:gd name="csX1" fmla="*/ 73472 w 73472"/>
              <a:gd name="csY1" fmla="*/ 1082 h 85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3472" h="856">
                <a:moveTo>
                  <a:pt x="0" y="226"/>
                </a:moveTo>
                <a:lnTo>
                  <a:pt x="73472" y="1082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1" name="任意形状 260">
            <a:extLst>
              <a:ext uri="{FF2B5EF4-FFF2-40B4-BE49-F238E27FC236}">
                <a16:creationId xmlns:a16="http://schemas.microsoft.com/office/drawing/2014/main" id="{CD642128-BDF0-E262-1C5B-6B1A6EDDBFFB}"/>
              </a:ext>
            </a:extLst>
          </p:cNvPr>
          <p:cNvSpPr/>
          <p:nvPr/>
        </p:nvSpPr>
        <p:spPr>
          <a:xfrm flipV="1">
            <a:off x="6131004" y="4407006"/>
            <a:ext cx="761" cy="29792"/>
          </a:xfrm>
          <a:custGeom>
            <a:avLst/>
            <a:gdLst>
              <a:gd name="csX0" fmla="*/ 761 w 761"/>
              <a:gd name="csY0" fmla="*/ 30001 h 29792"/>
              <a:gd name="csX1" fmla="*/ 0 w 761"/>
              <a:gd name="csY1" fmla="*/ 209 h 29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61" h="29792">
                <a:moveTo>
                  <a:pt x="761" y="30001"/>
                </a:moveTo>
                <a:lnTo>
                  <a:pt x="0" y="209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2" name="任意形状 261">
            <a:extLst>
              <a:ext uri="{FF2B5EF4-FFF2-40B4-BE49-F238E27FC236}">
                <a16:creationId xmlns:a16="http://schemas.microsoft.com/office/drawing/2014/main" id="{1304AED3-6221-B2E5-F8A2-E1CE2274F1A2}"/>
              </a:ext>
            </a:extLst>
          </p:cNvPr>
          <p:cNvSpPr/>
          <p:nvPr/>
        </p:nvSpPr>
        <p:spPr>
          <a:xfrm flipV="1">
            <a:off x="6100280" y="4420903"/>
            <a:ext cx="62209" cy="63011"/>
          </a:xfrm>
          <a:custGeom>
            <a:avLst/>
            <a:gdLst>
              <a:gd name="csX0" fmla="*/ 29583 w 62209"/>
              <a:gd name="csY0" fmla="*/ 215 h 63011"/>
              <a:gd name="csX1" fmla="*/ 0 w 62209"/>
              <a:gd name="csY1" fmla="*/ 63227 h 63011"/>
              <a:gd name="csX2" fmla="*/ 62210 w 62209"/>
              <a:gd name="csY2" fmla="*/ 61704 h 63011"/>
              <a:gd name="csX3" fmla="*/ 29583 w 62209"/>
              <a:gd name="csY3" fmla="*/ 215 h 630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3011">
                <a:moveTo>
                  <a:pt x="29583" y="215"/>
                </a:moveTo>
                <a:lnTo>
                  <a:pt x="0" y="63227"/>
                </a:lnTo>
                <a:cubicBezTo>
                  <a:pt x="19405" y="52947"/>
                  <a:pt x="42424" y="52376"/>
                  <a:pt x="62210" y="61704"/>
                </a:cubicBezTo>
                <a:lnTo>
                  <a:pt x="29583" y="215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3" name="任意形状 262">
            <a:extLst>
              <a:ext uri="{FF2B5EF4-FFF2-40B4-BE49-F238E27FC236}">
                <a16:creationId xmlns:a16="http://schemas.microsoft.com/office/drawing/2014/main" id="{A91E70F4-94DE-F38C-84AA-87DD145E7D43}"/>
              </a:ext>
            </a:extLst>
          </p:cNvPr>
          <p:cNvSpPr/>
          <p:nvPr/>
        </p:nvSpPr>
        <p:spPr>
          <a:xfrm flipV="1">
            <a:off x="6108460" y="4888224"/>
            <a:ext cx="761" cy="29792"/>
          </a:xfrm>
          <a:custGeom>
            <a:avLst/>
            <a:gdLst>
              <a:gd name="csX0" fmla="*/ 761 w 761"/>
              <a:gd name="csY0" fmla="*/ 30102 h 29792"/>
              <a:gd name="csX1" fmla="*/ 0 w 761"/>
              <a:gd name="csY1" fmla="*/ 310 h 29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61" h="29792">
                <a:moveTo>
                  <a:pt x="761" y="30102"/>
                </a:moveTo>
                <a:lnTo>
                  <a:pt x="0" y="310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4" name="任意形状 263">
            <a:extLst>
              <a:ext uri="{FF2B5EF4-FFF2-40B4-BE49-F238E27FC236}">
                <a16:creationId xmlns:a16="http://schemas.microsoft.com/office/drawing/2014/main" id="{CCACC966-E4EF-1CC2-331B-C6D6DCCBB29E}"/>
              </a:ext>
            </a:extLst>
          </p:cNvPr>
          <p:cNvSpPr/>
          <p:nvPr/>
        </p:nvSpPr>
        <p:spPr>
          <a:xfrm flipV="1">
            <a:off x="6077736" y="4902130"/>
            <a:ext cx="62209" cy="62992"/>
          </a:xfrm>
          <a:custGeom>
            <a:avLst/>
            <a:gdLst>
              <a:gd name="csX0" fmla="*/ 29583 w 62209"/>
              <a:gd name="csY0" fmla="*/ 317 h 62992"/>
              <a:gd name="csX1" fmla="*/ 0 w 62209"/>
              <a:gd name="csY1" fmla="*/ 63309 h 62992"/>
              <a:gd name="csX2" fmla="*/ 62210 w 62209"/>
              <a:gd name="csY2" fmla="*/ 61786 h 62992"/>
              <a:gd name="csX3" fmla="*/ 29583 w 62209"/>
              <a:gd name="csY3" fmla="*/ 317 h 62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992">
                <a:moveTo>
                  <a:pt x="29583" y="317"/>
                </a:moveTo>
                <a:lnTo>
                  <a:pt x="0" y="63309"/>
                </a:lnTo>
                <a:cubicBezTo>
                  <a:pt x="19405" y="53039"/>
                  <a:pt x="42425" y="52467"/>
                  <a:pt x="62210" y="61786"/>
                </a:cubicBezTo>
                <a:lnTo>
                  <a:pt x="29583" y="317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" name="任意形状 264">
            <a:extLst>
              <a:ext uri="{FF2B5EF4-FFF2-40B4-BE49-F238E27FC236}">
                <a16:creationId xmlns:a16="http://schemas.microsoft.com/office/drawing/2014/main" id="{FFC882B6-9619-6F19-A16E-E96035C2BEBD}"/>
              </a:ext>
            </a:extLst>
          </p:cNvPr>
          <p:cNvSpPr/>
          <p:nvPr/>
        </p:nvSpPr>
        <p:spPr>
          <a:xfrm flipV="1">
            <a:off x="6097236" y="5266444"/>
            <a:ext cx="9512" cy="90195"/>
          </a:xfrm>
          <a:custGeom>
            <a:avLst/>
            <a:gdLst>
              <a:gd name="csX0" fmla="*/ 0 w 9512"/>
              <a:gd name="csY0" fmla="*/ 90592 h 90195"/>
              <a:gd name="csX1" fmla="*/ 0 w 9512"/>
              <a:gd name="csY1" fmla="*/ 396 h 90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90195">
                <a:moveTo>
                  <a:pt x="0" y="90592"/>
                </a:moveTo>
                <a:lnTo>
                  <a:pt x="0" y="396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" name="任意形状 265">
            <a:extLst>
              <a:ext uri="{FF2B5EF4-FFF2-40B4-BE49-F238E27FC236}">
                <a16:creationId xmlns:a16="http://schemas.microsoft.com/office/drawing/2014/main" id="{8C6C7DD7-1741-EB32-156E-C6AA5A513945}"/>
              </a:ext>
            </a:extLst>
          </p:cNvPr>
          <p:cNvSpPr/>
          <p:nvPr/>
        </p:nvSpPr>
        <p:spPr>
          <a:xfrm flipV="1">
            <a:off x="6066131" y="5341505"/>
            <a:ext cx="62209" cy="62249"/>
          </a:xfrm>
          <a:custGeom>
            <a:avLst/>
            <a:gdLst>
              <a:gd name="csX0" fmla="*/ 31105 w 62209"/>
              <a:gd name="csY0" fmla="*/ 409 h 62249"/>
              <a:gd name="csX1" fmla="*/ 0 w 62209"/>
              <a:gd name="csY1" fmla="*/ 62659 h 62249"/>
              <a:gd name="csX2" fmla="*/ 62210 w 62209"/>
              <a:gd name="csY2" fmla="*/ 62659 h 62249"/>
              <a:gd name="csX3" fmla="*/ 31105 w 62209"/>
              <a:gd name="csY3" fmla="*/ 409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409"/>
                </a:moveTo>
                <a:lnTo>
                  <a:pt x="0" y="62659"/>
                </a:lnTo>
                <a:cubicBezTo>
                  <a:pt x="19500" y="52864"/>
                  <a:pt x="42615" y="52864"/>
                  <a:pt x="62210" y="62659"/>
                </a:cubicBezTo>
                <a:lnTo>
                  <a:pt x="31105" y="409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7" name="任意形状 266">
            <a:extLst>
              <a:ext uri="{FF2B5EF4-FFF2-40B4-BE49-F238E27FC236}">
                <a16:creationId xmlns:a16="http://schemas.microsoft.com/office/drawing/2014/main" id="{0E2CCD27-3FD7-8CF5-463C-1F28EF2BB1C7}"/>
              </a:ext>
            </a:extLst>
          </p:cNvPr>
          <p:cNvSpPr/>
          <p:nvPr/>
        </p:nvSpPr>
        <p:spPr>
          <a:xfrm flipV="1">
            <a:off x="5549333" y="5270394"/>
            <a:ext cx="548759" cy="84541"/>
          </a:xfrm>
          <a:custGeom>
            <a:avLst/>
            <a:gdLst>
              <a:gd name="csX0" fmla="*/ 0 w 548759"/>
              <a:gd name="csY0" fmla="*/ 84938 h 84541"/>
              <a:gd name="csX1" fmla="*/ 0 w 548759"/>
              <a:gd name="csY1" fmla="*/ 41772 h 84541"/>
              <a:gd name="csX2" fmla="*/ 548760 w 548759"/>
              <a:gd name="csY2" fmla="*/ 41772 h 84541"/>
              <a:gd name="csX3" fmla="*/ 548760 w 548759"/>
              <a:gd name="csY3" fmla="*/ 396 h 845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8759" h="84541">
                <a:moveTo>
                  <a:pt x="0" y="84938"/>
                </a:moveTo>
                <a:lnTo>
                  <a:pt x="0" y="41772"/>
                </a:lnTo>
                <a:lnTo>
                  <a:pt x="548760" y="41772"/>
                </a:lnTo>
                <a:lnTo>
                  <a:pt x="548760" y="396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8" name="任意形状 267">
            <a:extLst>
              <a:ext uri="{FF2B5EF4-FFF2-40B4-BE49-F238E27FC236}">
                <a16:creationId xmlns:a16="http://schemas.microsoft.com/office/drawing/2014/main" id="{93218B9A-BD79-AF04-D456-6B69884C1796}"/>
              </a:ext>
            </a:extLst>
          </p:cNvPr>
          <p:cNvSpPr/>
          <p:nvPr/>
        </p:nvSpPr>
        <p:spPr>
          <a:xfrm flipV="1">
            <a:off x="6066987" y="5339811"/>
            <a:ext cx="62209" cy="62249"/>
          </a:xfrm>
          <a:custGeom>
            <a:avLst/>
            <a:gdLst>
              <a:gd name="csX0" fmla="*/ 31105 w 62209"/>
              <a:gd name="csY0" fmla="*/ 408 h 62249"/>
              <a:gd name="csX1" fmla="*/ 0 w 62209"/>
              <a:gd name="csY1" fmla="*/ 62658 h 62249"/>
              <a:gd name="csX2" fmla="*/ 62210 w 62209"/>
              <a:gd name="csY2" fmla="*/ 62658 h 62249"/>
              <a:gd name="csX3" fmla="*/ 31105 w 62209"/>
              <a:gd name="csY3" fmla="*/ 408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408"/>
                </a:moveTo>
                <a:lnTo>
                  <a:pt x="0" y="62658"/>
                </a:lnTo>
                <a:cubicBezTo>
                  <a:pt x="19595" y="52864"/>
                  <a:pt x="42615" y="52864"/>
                  <a:pt x="62210" y="62658"/>
                </a:cubicBezTo>
                <a:lnTo>
                  <a:pt x="31105" y="408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" name="任意形状 268">
            <a:extLst>
              <a:ext uri="{FF2B5EF4-FFF2-40B4-BE49-F238E27FC236}">
                <a16:creationId xmlns:a16="http://schemas.microsoft.com/office/drawing/2014/main" id="{54E0F538-82D2-FA8D-D63D-05F2B0F18633}"/>
              </a:ext>
            </a:extLst>
          </p:cNvPr>
          <p:cNvSpPr/>
          <p:nvPr/>
        </p:nvSpPr>
        <p:spPr>
          <a:xfrm flipV="1">
            <a:off x="6094002" y="5270394"/>
            <a:ext cx="560840" cy="79687"/>
          </a:xfrm>
          <a:custGeom>
            <a:avLst/>
            <a:gdLst>
              <a:gd name="csX0" fmla="*/ 560840 w 560840"/>
              <a:gd name="csY0" fmla="*/ 80083 h 79687"/>
              <a:gd name="csX1" fmla="*/ 560840 w 560840"/>
              <a:gd name="csY1" fmla="*/ 36917 h 79687"/>
              <a:gd name="csX2" fmla="*/ 0 w 560840"/>
              <a:gd name="csY2" fmla="*/ 36917 h 79687"/>
              <a:gd name="csX3" fmla="*/ 0 w 560840"/>
              <a:gd name="csY3" fmla="*/ 396 h 79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0840" h="79687">
                <a:moveTo>
                  <a:pt x="560840" y="80083"/>
                </a:moveTo>
                <a:lnTo>
                  <a:pt x="560840" y="36917"/>
                </a:lnTo>
                <a:lnTo>
                  <a:pt x="0" y="36917"/>
                </a:lnTo>
                <a:lnTo>
                  <a:pt x="0" y="396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0" name="任意形状 269">
            <a:extLst>
              <a:ext uri="{FF2B5EF4-FFF2-40B4-BE49-F238E27FC236}">
                <a16:creationId xmlns:a16="http://schemas.microsoft.com/office/drawing/2014/main" id="{6192FDA9-DCC7-E537-9F45-731177ADE339}"/>
              </a:ext>
            </a:extLst>
          </p:cNvPr>
          <p:cNvSpPr/>
          <p:nvPr/>
        </p:nvSpPr>
        <p:spPr>
          <a:xfrm flipV="1">
            <a:off x="6062897" y="5334957"/>
            <a:ext cx="62209" cy="62249"/>
          </a:xfrm>
          <a:custGeom>
            <a:avLst/>
            <a:gdLst>
              <a:gd name="csX0" fmla="*/ 31105 w 62209"/>
              <a:gd name="csY0" fmla="*/ 407 h 62249"/>
              <a:gd name="csX1" fmla="*/ 0 w 62209"/>
              <a:gd name="csY1" fmla="*/ 62657 h 62249"/>
              <a:gd name="csX2" fmla="*/ 62210 w 62209"/>
              <a:gd name="csY2" fmla="*/ 62657 h 62249"/>
              <a:gd name="csX3" fmla="*/ 31105 w 62209"/>
              <a:gd name="csY3" fmla="*/ 407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407"/>
                </a:moveTo>
                <a:lnTo>
                  <a:pt x="0" y="62657"/>
                </a:lnTo>
                <a:cubicBezTo>
                  <a:pt x="19595" y="52863"/>
                  <a:pt x="42615" y="52863"/>
                  <a:pt x="62210" y="62657"/>
                </a:cubicBezTo>
                <a:lnTo>
                  <a:pt x="31105" y="407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1" name="任意形状 270">
            <a:extLst>
              <a:ext uri="{FF2B5EF4-FFF2-40B4-BE49-F238E27FC236}">
                <a16:creationId xmlns:a16="http://schemas.microsoft.com/office/drawing/2014/main" id="{927D5737-E2C7-C8A3-814B-EBCB0A094083}"/>
              </a:ext>
            </a:extLst>
          </p:cNvPr>
          <p:cNvSpPr/>
          <p:nvPr/>
        </p:nvSpPr>
        <p:spPr>
          <a:xfrm flipV="1">
            <a:off x="7094021" y="3779083"/>
            <a:ext cx="694391" cy="15229"/>
          </a:xfrm>
          <a:custGeom>
            <a:avLst/>
            <a:gdLst>
              <a:gd name="csX0" fmla="*/ 0 w 694391"/>
              <a:gd name="csY0" fmla="*/ 76 h 15229"/>
              <a:gd name="csX1" fmla="*/ 679172 w 694391"/>
              <a:gd name="csY1" fmla="*/ 76 h 15229"/>
              <a:gd name="csX2" fmla="*/ 694391 w 694391"/>
              <a:gd name="csY2" fmla="*/ 15305 h 15229"/>
              <a:gd name="csX3" fmla="*/ 15219 w 694391"/>
              <a:gd name="csY3" fmla="*/ 15305 h 15229"/>
              <a:gd name="csX4" fmla="*/ 0 w 694391"/>
              <a:gd name="csY4" fmla="*/ 76 h 152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94391" h="15229">
                <a:moveTo>
                  <a:pt x="0" y="76"/>
                </a:moveTo>
                <a:lnTo>
                  <a:pt x="679172" y="76"/>
                </a:lnTo>
                <a:lnTo>
                  <a:pt x="694391" y="15305"/>
                </a:lnTo>
                <a:lnTo>
                  <a:pt x="15219" y="15305"/>
                </a:lnTo>
                <a:lnTo>
                  <a:pt x="0" y="76"/>
                </a:lnTo>
                <a:close/>
              </a:path>
            </a:pathLst>
          </a:custGeom>
          <a:solidFill>
            <a:srgbClr val="FFF8E1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2" name="任意形状 271">
            <a:extLst>
              <a:ext uri="{FF2B5EF4-FFF2-40B4-BE49-F238E27FC236}">
                <a16:creationId xmlns:a16="http://schemas.microsoft.com/office/drawing/2014/main" id="{AA4CE40B-0056-B6BE-CA7E-EA23DEA95F0D}"/>
              </a:ext>
            </a:extLst>
          </p:cNvPr>
          <p:cNvSpPr/>
          <p:nvPr/>
        </p:nvSpPr>
        <p:spPr>
          <a:xfrm flipV="1">
            <a:off x="7094021" y="3779083"/>
            <a:ext cx="694391" cy="15229"/>
          </a:xfrm>
          <a:custGeom>
            <a:avLst/>
            <a:gdLst>
              <a:gd name="csX0" fmla="*/ 0 w 694391"/>
              <a:gd name="csY0" fmla="*/ 76 h 15229"/>
              <a:gd name="csX1" fmla="*/ 679172 w 694391"/>
              <a:gd name="csY1" fmla="*/ 76 h 15229"/>
              <a:gd name="csX2" fmla="*/ 694391 w 694391"/>
              <a:gd name="csY2" fmla="*/ 15305 h 15229"/>
              <a:gd name="csX3" fmla="*/ 15219 w 694391"/>
              <a:gd name="csY3" fmla="*/ 15305 h 15229"/>
              <a:gd name="csX4" fmla="*/ 0 w 694391"/>
              <a:gd name="csY4" fmla="*/ 76 h 152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94391" h="15229">
                <a:moveTo>
                  <a:pt x="0" y="76"/>
                </a:moveTo>
                <a:lnTo>
                  <a:pt x="679172" y="76"/>
                </a:lnTo>
                <a:lnTo>
                  <a:pt x="694391" y="15305"/>
                </a:lnTo>
                <a:lnTo>
                  <a:pt x="15219" y="15305"/>
                </a:lnTo>
                <a:lnTo>
                  <a:pt x="0" y="76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3" name="任意形状 272">
            <a:extLst>
              <a:ext uri="{FF2B5EF4-FFF2-40B4-BE49-F238E27FC236}">
                <a16:creationId xmlns:a16="http://schemas.microsoft.com/office/drawing/2014/main" id="{D7C0BEF4-7810-5018-09D6-8CE2F84D2F99}"/>
              </a:ext>
            </a:extLst>
          </p:cNvPr>
          <p:cNvSpPr/>
          <p:nvPr/>
        </p:nvSpPr>
        <p:spPr>
          <a:xfrm flipV="1">
            <a:off x="7773193" y="3779083"/>
            <a:ext cx="15219" cy="242621"/>
          </a:xfrm>
          <a:custGeom>
            <a:avLst/>
            <a:gdLst>
              <a:gd name="csX0" fmla="*/ 0 w 15219"/>
              <a:gd name="csY0" fmla="*/ 99 h 242621"/>
              <a:gd name="csX1" fmla="*/ 15219 w 15219"/>
              <a:gd name="csY1" fmla="*/ 15234 h 242621"/>
              <a:gd name="csX2" fmla="*/ 15219 w 15219"/>
              <a:gd name="csY2" fmla="*/ 242721 h 242621"/>
              <a:gd name="csX3" fmla="*/ 0 w 15219"/>
              <a:gd name="csY3" fmla="*/ 227492 h 242621"/>
              <a:gd name="csX4" fmla="*/ 0 w 15219"/>
              <a:gd name="csY4" fmla="*/ 99 h 242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19" h="242621">
                <a:moveTo>
                  <a:pt x="0" y="99"/>
                </a:moveTo>
                <a:lnTo>
                  <a:pt x="15219" y="15234"/>
                </a:lnTo>
                <a:lnTo>
                  <a:pt x="15219" y="242721"/>
                </a:lnTo>
                <a:lnTo>
                  <a:pt x="0" y="227492"/>
                </a:lnTo>
                <a:lnTo>
                  <a:pt x="0" y="99"/>
                </a:lnTo>
                <a:close/>
              </a:path>
            </a:pathLst>
          </a:custGeom>
          <a:solidFill>
            <a:srgbClr val="FFE697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4" name="任意形状 273">
            <a:extLst>
              <a:ext uri="{FF2B5EF4-FFF2-40B4-BE49-F238E27FC236}">
                <a16:creationId xmlns:a16="http://schemas.microsoft.com/office/drawing/2014/main" id="{FC219A54-8CFA-EDB6-F445-265569EA6FFA}"/>
              </a:ext>
            </a:extLst>
          </p:cNvPr>
          <p:cNvSpPr/>
          <p:nvPr/>
        </p:nvSpPr>
        <p:spPr>
          <a:xfrm flipV="1">
            <a:off x="7773193" y="3779083"/>
            <a:ext cx="15219" cy="242621"/>
          </a:xfrm>
          <a:custGeom>
            <a:avLst/>
            <a:gdLst>
              <a:gd name="csX0" fmla="*/ 0 w 15219"/>
              <a:gd name="csY0" fmla="*/ 99 h 242621"/>
              <a:gd name="csX1" fmla="*/ 15219 w 15219"/>
              <a:gd name="csY1" fmla="*/ 15234 h 242621"/>
              <a:gd name="csX2" fmla="*/ 15219 w 15219"/>
              <a:gd name="csY2" fmla="*/ 242721 h 242621"/>
              <a:gd name="csX3" fmla="*/ 0 w 15219"/>
              <a:gd name="csY3" fmla="*/ 227492 h 242621"/>
              <a:gd name="csX4" fmla="*/ 0 w 15219"/>
              <a:gd name="csY4" fmla="*/ 99 h 242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19" h="242621">
                <a:moveTo>
                  <a:pt x="0" y="99"/>
                </a:moveTo>
                <a:lnTo>
                  <a:pt x="15219" y="15234"/>
                </a:lnTo>
                <a:lnTo>
                  <a:pt x="15219" y="242721"/>
                </a:lnTo>
                <a:lnTo>
                  <a:pt x="0" y="227492"/>
                </a:lnTo>
                <a:lnTo>
                  <a:pt x="0" y="99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5" name="任意形状 274">
            <a:extLst>
              <a:ext uri="{FF2B5EF4-FFF2-40B4-BE49-F238E27FC236}">
                <a16:creationId xmlns:a16="http://schemas.microsoft.com/office/drawing/2014/main" id="{52704835-53A0-EE94-DDAB-50DA07812693}"/>
              </a:ext>
            </a:extLst>
          </p:cNvPr>
          <p:cNvSpPr/>
          <p:nvPr/>
        </p:nvSpPr>
        <p:spPr>
          <a:xfrm flipV="1">
            <a:off x="7094021" y="3794274"/>
            <a:ext cx="679200" cy="227430"/>
          </a:xfrm>
          <a:custGeom>
            <a:avLst/>
            <a:gdLst>
              <a:gd name="csX0" fmla="*/ 0 w 679200"/>
              <a:gd name="csY0" fmla="*/ 101 h 227430"/>
              <a:gd name="csX1" fmla="*/ 679201 w 679200"/>
              <a:gd name="csY1" fmla="*/ 101 h 227430"/>
              <a:gd name="csX2" fmla="*/ 679201 w 679200"/>
              <a:gd name="csY2" fmla="*/ 227532 h 227430"/>
              <a:gd name="csX3" fmla="*/ 0 w 679200"/>
              <a:gd name="csY3" fmla="*/ 227532 h 227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79200" h="227430">
                <a:moveTo>
                  <a:pt x="0" y="101"/>
                </a:moveTo>
                <a:lnTo>
                  <a:pt x="679201" y="101"/>
                </a:lnTo>
                <a:lnTo>
                  <a:pt x="679201" y="227532"/>
                </a:lnTo>
                <a:lnTo>
                  <a:pt x="0" y="227532"/>
                </a:lnTo>
                <a:close/>
              </a:path>
            </a:pathLst>
          </a:custGeom>
          <a:solidFill>
            <a:srgbClr val="FFF2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" name="任意形状 275">
            <a:extLst>
              <a:ext uri="{FF2B5EF4-FFF2-40B4-BE49-F238E27FC236}">
                <a16:creationId xmlns:a16="http://schemas.microsoft.com/office/drawing/2014/main" id="{3E8260C9-9C57-63A0-00DE-5CE72A4A7C82}"/>
              </a:ext>
            </a:extLst>
          </p:cNvPr>
          <p:cNvSpPr/>
          <p:nvPr/>
        </p:nvSpPr>
        <p:spPr>
          <a:xfrm flipV="1">
            <a:off x="7094021" y="3794274"/>
            <a:ext cx="679200" cy="227430"/>
          </a:xfrm>
          <a:custGeom>
            <a:avLst/>
            <a:gdLst>
              <a:gd name="csX0" fmla="*/ 0 w 679200"/>
              <a:gd name="csY0" fmla="*/ 101 h 227430"/>
              <a:gd name="csX1" fmla="*/ 679201 w 679200"/>
              <a:gd name="csY1" fmla="*/ 101 h 227430"/>
              <a:gd name="csX2" fmla="*/ 679201 w 679200"/>
              <a:gd name="csY2" fmla="*/ 227532 h 227430"/>
              <a:gd name="csX3" fmla="*/ 0 w 679200"/>
              <a:gd name="csY3" fmla="*/ 227532 h 227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79200" h="227430">
                <a:moveTo>
                  <a:pt x="0" y="101"/>
                </a:moveTo>
                <a:lnTo>
                  <a:pt x="679201" y="101"/>
                </a:lnTo>
                <a:lnTo>
                  <a:pt x="679201" y="227532"/>
                </a:lnTo>
                <a:lnTo>
                  <a:pt x="0" y="227532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7" name="任意形状 276">
            <a:extLst>
              <a:ext uri="{FF2B5EF4-FFF2-40B4-BE49-F238E27FC236}">
                <a16:creationId xmlns:a16="http://schemas.microsoft.com/office/drawing/2014/main" id="{0EACABA9-8713-79E3-5258-FE9E0F9A5F5E}"/>
              </a:ext>
            </a:extLst>
          </p:cNvPr>
          <p:cNvSpPr/>
          <p:nvPr/>
        </p:nvSpPr>
        <p:spPr>
          <a:xfrm flipV="1">
            <a:off x="7101155" y="4265469"/>
            <a:ext cx="694391" cy="15229"/>
          </a:xfrm>
          <a:custGeom>
            <a:avLst/>
            <a:gdLst>
              <a:gd name="csX0" fmla="*/ 0 w 694391"/>
              <a:gd name="csY0" fmla="*/ 178 h 15229"/>
              <a:gd name="csX1" fmla="*/ 679172 w 694391"/>
              <a:gd name="csY1" fmla="*/ 178 h 15229"/>
              <a:gd name="csX2" fmla="*/ 694391 w 694391"/>
              <a:gd name="csY2" fmla="*/ 15407 h 15229"/>
              <a:gd name="csX3" fmla="*/ 15124 w 694391"/>
              <a:gd name="csY3" fmla="*/ 15407 h 15229"/>
              <a:gd name="csX4" fmla="*/ 0 w 694391"/>
              <a:gd name="csY4" fmla="*/ 178 h 152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94391" h="15229">
                <a:moveTo>
                  <a:pt x="0" y="178"/>
                </a:moveTo>
                <a:lnTo>
                  <a:pt x="679172" y="178"/>
                </a:lnTo>
                <a:lnTo>
                  <a:pt x="694391" y="15407"/>
                </a:lnTo>
                <a:lnTo>
                  <a:pt x="15124" y="15407"/>
                </a:lnTo>
                <a:lnTo>
                  <a:pt x="0" y="178"/>
                </a:lnTo>
                <a:close/>
              </a:path>
            </a:pathLst>
          </a:custGeom>
          <a:solidFill>
            <a:srgbClr val="FFF8E1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8" name="任意形状 277">
            <a:extLst>
              <a:ext uri="{FF2B5EF4-FFF2-40B4-BE49-F238E27FC236}">
                <a16:creationId xmlns:a16="http://schemas.microsoft.com/office/drawing/2014/main" id="{0ECAAC51-2AED-D4C8-1F5F-0149945369F6}"/>
              </a:ext>
            </a:extLst>
          </p:cNvPr>
          <p:cNvSpPr/>
          <p:nvPr/>
        </p:nvSpPr>
        <p:spPr>
          <a:xfrm flipV="1">
            <a:off x="7101155" y="4265469"/>
            <a:ext cx="694391" cy="15229"/>
          </a:xfrm>
          <a:custGeom>
            <a:avLst/>
            <a:gdLst>
              <a:gd name="csX0" fmla="*/ 0 w 694391"/>
              <a:gd name="csY0" fmla="*/ 178 h 15229"/>
              <a:gd name="csX1" fmla="*/ 679172 w 694391"/>
              <a:gd name="csY1" fmla="*/ 178 h 15229"/>
              <a:gd name="csX2" fmla="*/ 694391 w 694391"/>
              <a:gd name="csY2" fmla="*/ 15407 h 15229"/>
              <a:gd name="csX3" fmla="*/ 15124 w 694391"/>
              <a:gd name="csY3" fmla="*/ 15407 h 15229"/>
              <a:gd name="csX4" fmla="*/ 0 w 694391"/>
              <a:gd name="csY4" fmla="*/ 178 h 152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94391" h="15229">
                <a:moveTo>
                  <a:pt x="0" y="178"/>
                </a:moveTo>
                <a:lnTo>
                  <a:pt x="679172" y="178"/>
                </a:lnTo>
                <a:lnTo>
                  <a:pt x="694391" y="15407"/>
                </a:lnTo>
                <a:lnTo>
                  <a:pt x="15124" y="15407"/>
                </a:lnTo>
                <a:lnTo>
                  <a:pt x="0" y="178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9" name="任意形状 278">
            <a:extLst>
              <a:ext uri="{FF2B5EF4-FFF2-40B4-BE49-F238E27FC236}">
                <a16:creationId xmlns:a16="http://schemas.microsoft.com/office/drawing/2014/main" id="{99264251-E3DE-1568-6F86-860387EA2D80}"/>
              </a:ext>
            </a:extLst>
          </p:cNvPr>
          <p:cNvSpPr/>
          <p:nvPr/>
        </p:nvSpPr>
        <p:spPr>
          <a:xfrm flipV="1">
            <a:off x="7780327" y="4265469"/>
            <a:ext cx="15219" cy="242621"/>
          </a:xfrm>
          <a:custGeom>
            <a:avLst/>
            <a:gdLst>
              <a:gd name="csX0" fmla="*/ 0 w 15219"/>
              <a:gd name="csY0" fmla="*/ 202 h 242621"/>
              <a:gd name="csX1" fmla="*/ 15219 w 15219"/>
              <a:gd name="csY1" fmla="*/ 15336 h 242621"/>
              <a:gd name="csX2" fmla="*/ 15219 w 15219"/>
              <a:gd name="csY2" fmla="*/ 242824 h 242621"/>
              <a:gd name="csX3" fmla="*/ 0 w 15219"/>
              <a:gd name="csY3" fmla="*/ 227594 h 242621"/>
              <a:gd name="csX4" fmla="*/ 0 w 15219"/>
              <a:gd name="csY4" fmla="*/ 202 h 242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19" h="242621">
                <a:moveTo>
                  <a:pt x="0" y="202"/>
                </a:moveTo>
                <a:lnTo>
                  <a:pt x="15219" y="15336"/>
                </a:lnTo>
                <a:lnTo>
                  <a:pt x="15219" y="242824"/>
                </a:lnTo>
                <a:lnTo>
                  <a:pt x="0" y="227594"/>
                </a:lnTo>
                <a:lnTo>
                  <a:pt x="0" y="202"/>
                </a:lnTo>
                <a:close/>
              </a:path>
            </a:pathLst>
          </a:custGeom>
          <a:solidFill>
            <a:srgbClr val="FFE697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0" name="任意形状 279">
            <a:extLst>
              <a:ext uri="{FF2B5EF4-FFF2-40B4-BE49-F238E27FC236}">
                <a16:creationId xmlns:a16="http://schemas.microsoft.com/office/drawing/2014/main" id="{39A204C9-8276-0B86-8055-954FC656EA4A}"/>
              </a:ext>
            </a:extLst>
          </p:cNvPr>
          <p:cNvSpPr/>
          <p:nvPr/>
        </p:nvSpPr>
        <p:spPr>
          <a:xfrm flipV="1">
            <a:off x="7780327" y="4265469"/>
            <a:ext cx="15219" cy="242621"/>
          </a:xfrm>
          <a:custGeom>
            <a:avLst/>
            <a:gdLst>
              <a:gd name="csX0" fmla="*/ 0 w 15219"/>
              <a:gd name="csY0" fmla="*/ 202 h 242621"/>
              <a:gd name="csX1" fmla="*/ 15219 w 15219"/>
              <a:gd name="csY1" fmla="*/ 15336 h 242621"/>
              <a:gd name="csX2" fmla="*/ 15219 w 15219"/>
              <a:gd name="csY2" fmla="*/ 242824 h 242621"/>
              <a:gd name="csX3" fmla="*/ 0 w 15219"/>
              <a:gd name="csY3" fmla="*/ 227594 h 242621"/>
              <a:gd name="csX4" fmla="*/ 0 w 15219"/>
              <a:gd name="csY4" fmla="*/ 202 h 242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19" h="242621">
                <a:moveTo>
                  <a:pt x="0" y="202"/>
                </a:moveTo>
                <a:lnTo>
                  <a:pt x="15219" y="15336"/>
                </a:lnTo>
                <a:lnTo>
                  <a:pt x="15219" y="242824"/>
                </a:lnTo>
                <a:lnTo>
                  <a:pt x="0" y="227594"/>
                </a:lnTo>
                <a:lnTo>
                  <a:pt x="0" y="202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1" name="任意形状 280">
            <a:extLst>
              <a:ext uri="{FF2B5EF4-FFF2-40B4-BE49-F238E27FC236}">
                <a16:creationId xmlns:a16="http://schemas.microsoft.com/office/drawing/2014/main" id="{5D29F334-B529-15AE-6CC5-5E8FD2148F49}"/>
              </a:ext>
            </a:extLst>
          </p:cNvPr>
          <p:cNvSpPr/>
          <p:nvPr/>
        </p:nvSpPr>
        <p:spPr>
          <a:xfrm flipV="1">
            <a:off x="7101155" y="4280660"/>
            <a:ext cx="679200" cy="227430"/>
          </a:xfrm>
          <a:custGeom>
            <a:avLst/>
            <a:gdLst>
              <a:gd name="csX0" fmla="*/ 0 w 679200"/>
              <a:gd name="csY0" fmla="*/ 203 h 227430"/>
              <a:gd name="csX1" fmla="*/ 679201 w 679200"/>
              <a:gd name="csY1" fmla="*/ 203 h 227430"/>
              <a:gd name="csX2" fmla="*/ 679201 w 679200"/>
              <a:gd name="csY2" fmla="*/ 227634 h 227430"/>
              <a:gd name="csX3" fmla="*/ 0 w 679200"/>
              <a:gd name="csY3" fmla="*/ 227634 h 227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79200" h="227430">
                <a:moveTo>
                  <a:pt x="0" y="203"/>
                </a:moveTo>
                <a:lnTo>
                  <a:pt x="679201" y="203"/>
                </a:lnTo>
                <a:lnTo>
                  <a:pt x="679201" y="227634"/>
                </a:lnTo>
                <a:lnTo>
                  <a:pt x="0" y="227634"/>
                </a:lnTo>
                <a:close/>
              </a:path>
            </a:pathLst>
          </a:custGeom>
          <a:solidFill>
            <a:srgbClr val="FFF2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2" name="任意形状 281">
            <a:extLst>
              <a:ext uri="{FF2B5EF4-FFF2-40B4-BE49-F238E27FC236}">
                <a16:creationId xmlns:a16="http://schemas.microsoft.com/office/drawing/2014/main" id="{F7B43131-D79D-C8DE-D324-3C7155324B7F}"/>
              </a:ext>
            </a:extLst>
          </p:cNvPr>
          <p:cNvSpPr/>
          <p:nvPr/>
        </p:nvSpPr>
        <p:spPr>
          <a:xfrm flipV="1">
            <a:off x="7101155" y="4280660"/>
            <a:ext cx="679200" cy="227430"/>
          </a:xfrm>
          <a:custGeom>
            <a:avLst/>
            <a:gdLst>
              <a:gd name="csX0" fmla="*/ 0 w 679200"/>
              <a:gd name="csY0" fmla="*/ 203 h 227430"/>
              <a:gd name="csX1" fmla="*/ 679201 w 679200"/>
              <a:gd name="csY1" fmla="*/ 203 h 227430"/>
              <a:gd name="csX2" fmla="*/ 679201 w 679200"/>
              <a:gd name="csY2" fmla="*/ 227634 h 227430"/>
              <a:gd name="csX3" fmla="*/ 0 w 679200"/>
              <a:gd name="csY3" fmla="*/ 227634 h 227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79200" h="227430">
                <a:moveTo>
                  <a:pt x="0" y="203"/>
                </a:moveTo>
                <a:lnTo>
                  <a:pt x="679201" y="203"/>
                </a:lnTo>
                <a:lnTo>
                  <a:pt x="679201" y="227634"/>
                </a:lnTo>
                <a:lnTo>
                  <a:pt x="0" y="227634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3" name="任意形状 282">
            <a:extLst>
              <a:ext uri="{FF2B5EF4-FFF2-40B4-BE49-F238E27FC236}">
                <a16:creationId xmlns:a16="http://schemas.microsoft.com/office/drawing/2014/main" id="{7FA8A08A-2FA7-431B-28B6-72D52B0C7421}"/>
              </a:ext>
            </a:extLst>
          </p:cNvPr>
          <p:cNvSpPr/>
          <p:nvPr/>
        </p:nvSpPr>
        <p:spPr>
          <a:xfrm flipV="1">
            <a:off x="7104675" y="4560156"/>
            <a:ext cx="694391" cy="15229"/>
          </a:xfrm>
          <a:custGeom>
            <a:avLst/>
            <a:gdLst>
              <a:gd name="csX0" fmla="*/ 0 w 694391"/>
              <a:gd name="csY0" fmla="*/ 240 h 15229"/>
              <a:gd name="csX1" fmla="*/ 679172 w 694391"/>
              <a:gd name="csY1" fmla="*/ 240 h 15229"/>
              <a:gd name="csX2" fmla="*/ 694391 w 694391"/>
              <a:gd name="csY2" fmla="*/ 15469 h 15229"/>
              <a:gd name="csX3" fmla="*/ 15220 w 694391"/>
              <a:gd name="csY3" fmla="*/ 15469 h 15229"/>
              <a:gd name="csX4" fmla="*/ 0 w 694391"/>
              <a:gd name="csY4" fmla="*/ 240 h 152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94391" h="15229">
                <a:moveTo>
                  <a:pt x="0" y="240"/>
                </a:moveTo>
                <a:lnTo>
                  <a:pt x="679172" y="240"/>
                </a:lnTo>
                <a:lnTo>
                  <a:pt x="694391" y="15469"/>
                </a:lnTo>
                <a:lnTo>
                  <a:pt x="15220" y="15469"/>
                </a:lnTo>
                <a:lnTo>
                  <a:pt x="0" y="240"/>
                </a:lnTo>
                <a:close/>
              </a:path>
            </a:pathLst>
          </a:custGeom>
          <a:solidFill>
            <a:srgbClr val="FFF8E1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4" name="任意形状 283">
            <a:extLst>
              <a:ext uri="{FF2B5EF4-FFF2-40B4-BE49-F238E27FC236}">
                <a16:creationId xmlns:a16="http://schemas.microsoft.com/office/drawing/2014/main" id="{F36A2333-8A8D-1EFF-283A-C87ED8A35162}"/>
              </a:ext>
            </a:extLst>
          </p:cNvPr>
          <p:cNvSpPr/>
          <p:nvPr/>
        </p:nvSpPr>
        <p:spPr>
          <a:xfrm flipV="1">
            <a:off x="7104675" y="4560156"/>
            <a:ext cx="694391" cy="15229"/>
          </a:xfrm>
          <a:custGeom>
            <a:avLst/>
            <a:gdLst>
              <a:gd name="csX0" fmla="*/ 0 w 694391"/>
              <a:gd name="csY0" fmla="*/ 240 h 15229"/>
              <a:gd name="csX1" fmla="*/ 679172 w 694391"/>
              <a:gd name="csY1" fmla="*/ 240 h 15229"/>
              <a:gd name="csX2" fmla="*/ 694391 w 694391"/>
              <a:gd name="csY2" fmla="*/ 15469 h 15229"/>
              <a:gd name="csX3" fmla="*/ 15220 w 694391"/>
              <a:gd name="csY3" fmla="*/ 15469 h 15229"/>
              <a:gd name="csX4" fmla="*/ 0 w 694391"/>
              <a:gd name="csY4" fmla="*/ 240 h 152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94391" h="15229">
                <a:moveTo>
                  <a:pt x="0" y="240"/>
                </a:moveTo>
                <a:lnTo>
                  <a:pt x="679172" y="240"/>
                </a:lnTo>
                <a:lnTo>
                  <a:pt x="694391" y="15469"/>
                </a:lnTo>
                <a:lnTo>
                  <a:pt x="15220" y="15469"/>
                </a:lnTo>
                <a:lnTo>
                  <a:pt x="0" y="240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5" name="任意形状 284">
            <a:extLst>
              <a:ext uri="{FF2B5EF4-FFF2-40B4-BE49-F238E27FC236}">
                <a16:creationId xmlns:a16="http://schemas.microsoft.com/office/drawing/2014/main" id="{3A271048-BF2A-28F4-791A-FAD9CED410A7}"/>
              </a:ext>
            </a:extLst>
          </p:cNvPr>
          <p:cNvSpPr/>
          <p:nvPr/>
        </p:nvSpPr>
        <p:spPr>
          <a:xfrm flipV="1">
            <a:off x="7783847" y="4560156"/>
            <a:ext cx="15219" cy="242612"/>
          </a:xfrm>
          <a:custGeom>
            <a:avLst/>
            <a:gdLst>
              <a:gd name="csX0" fmla="*/ 0 w 15219"/>
              <a:gd name="csY0" fmla="*/ 264 h 242612"/>
              <a:gd name="csX1" fmla="*/ 15219 w 15219"/>
              <a:gd name="csY1" fmla="*/ 15464 h 242612"/>
              <a:gd name="csX2" fmla="*/ 15219 w 15219"/>
              <a:gd name="csY2" fmla="*/ 242876 h 242612"/>
              <a:gd name="csX3" fmla="*/ 0 w 15219"/>
              <a:gd name="csY3" fmla="*/ 227647 h 242612"/>
              <a:gd name="csX4" fmla="*/ 0 w 15219"/>
              <a:gd name="csY4" fmla="*/ 264 h 2426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19" h="242612">
                <a:moveTo>
                  <a:pt x="0" y="264"/>
                </a:moveTo>
                <a:lnTo>
                  <a:pt x="15219" y="15464"/>
                </a:lnTo>
                <a:lnTo>
                  <a:pt x="15219" y="242876"/>
                </a:lnTo>
                <a:lnTo>
                  <a:pt x="0" y="227647"/>
                </a:lnTo>
                <a:lnTo>
                  <a:pt x="0" y="264"/>
                </a:lnTo>
                <a:close/>
              </a:path>
            </a:pathLst>
          </a:custGeom>
          <a:solidFill>
            <a:srgbClr val="FFE697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6" name="任意形状 285">
            <a:extLst>
              <a:ext uri="{FF2B5EF4-FFF2-40B4-BE49-F238E27FC236}">
                <a16:creationId xmlns:a16="http://schemas.microsoft.com/office/drawing/2014/main" id="{929723C9-68E4-E21B-9B13-CC0943CC9C62}"/>
              </a:ext>
            </a:extLst>
          </p:cNvPr>
          <p:cNvSpPr/>
          <p:nvPr/>
        </p:nvSpPr>
        <p:spPr>
          <a:xfrm flipV="1">
            <a:off x="7783847" y="4560156"/>
            <a:ext cx="15219" cy="242612"/>
          </a:xfrm>
          <a:custGeom>
            <a:avLst/>
            <a:gdLst>
              <a:gd name="csX0" fmla="*/ 0 w 15219"/>
              <a:gd name="csY0" fmla="*/ 264 h 242612"/>
              <a:gd name="csX1" fmla="*/ 15219 w 15219"/>
              <a:gd name="csY1" fmla="*/ 15464 h 242612"/>
              <a:gd name="csX2" fmla="*/ 15219 w 15219"/>
              <a:gd name="csY2" fmla="*/ 242876 h 242612"/>
              <a:gd name="csX3" fmla="*/ 0 w 15219"/>
              <a:gd name="csY3" fmla="*/ 227647 h 242612"/>
              <a:gd name="csX4" fmla="*/ 0 w 15219"/>
              <a:gd name="csY4" fmla="*/ 264 h 2426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19" h="242612">
                <a:moveTo>
                  <a:pt x="0" y="264"/>
                </a:moveTo>
                <a:lnTo>
                  <a:pt x="15219" y="15464"/>
                </a:lnTo>
                <a:lnTo>
                  <a:pt x="15219" y="242876"/>
                </a:lnTo>
                <a:lnTo>
                  <a:pt x="0" y="227647"/>
                </a:lnTo>
                <a:lnTo>
                  <a:pt x="0" y="264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7" name="任意形状 286">
            <a:extLst>
              <a:ext uri="{FF2B5EF4-FFF2-40B4-BE49-F238E27FC236}">
                <a16:creationId xmlns:a16="http://schemas.microsoft.com/office/drawing/2014/main" id="{6B599EDD-75E2-0233-83F4-3FFD90D08813}"/>
              </a:ext>
            </a:extLst>
          </p:cNvPr>
          <p:cNvSpPr/>
          <p:nvPr/>
        </p:nvSpPr>
        <p:spPr>
          <a:xfrm flipV="1">
            <a:off x="7104675" y="4575338"/>
            <a:ext cx="679200" cy="227430"/>
          </a:xfrm>
          <a:custGeom>
            <a:avLst/>
            <a:gdLst>
              <a:gd name="csX0" fmla="*/ 0 w 679200"/>
              <a:gd name="csY0" fmla="*/ 265 h 227430"/>
              <a:gd name="csX1" fmla="*/ 679201 w 679200"/>
              <a:gd name="csY1" fmla="*/ 265 h 227430"/>
              <a:gd name="csX2" fmla="*/ 679201 w 679200"/>
              <a:gd name="csY2" fmla="*/ 227696 h 227430"/>
              <a:gd name="csX3" fmla="*/ 0 w 679200"/>
              <a:gd name="csY3" fmla="*/ 227696 h 227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79200" h="227430">
                <a:moveTo>
                  <a:pt x="0" y="265"/>
                </a:moveTo>
                <a:lnTo>
                  <a:pt x="679201" y="265"/>
                </a:lnTo>
                <a:lnTo>
                  <a:pt x="679201" y="227696"/>
                </a:lnTo>
                <a:lnTo>
                  <a:pt x="0" y="227696"/>
                </a:lnTo>
                <a:close/>
              </a:path>
            </a:pathLst>
          </a:custGeom>
          <a:solidFill>
            <a:srgbClr val="FFF2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8" name="任意形状 287">
            <a:extLst>
              <a:ext uri="{FF2B5EF4-FFF2-40B4-BE49-F238E27FC236}">
                <a16:creationId xmlns:a16="http://schemas.microsoft.com/office/drawing/2014/main" id="{7EFBC58D-A5C4-0CC0-9364-318532E50861}"/>
              </a:ext>
            </a:extLst>
          </p:cNvPr>
          <p:cNvSpPr/>
          <p:nvPr/>
        </p:nvSpPr>
        <p:spPr>
          <a:xfrm flipV="1">
            <a:off x="7104675" y="4575338"/>
            <a:ext cx="679200" cy="227430"/>
          </a:xfrm>
          <a:custGeom>
            <a:avLst/>
            <a:gdLst>
              <a:gd name="csX0" fmla="*/ 0 w 679200"/>
              <a:gd name="csY0" fmla="*/ 265 h 227430"/>
              <a:gd name="csX1" fmla="*/ 679201 w 679200"/>
              <a:gd name="csY1" fmla="*/ 265 h 227430"/>
              <a:gd name="csX2" fmla="*/ 679201 w 679200"/>
              <a:gd name="csY2" fmla="*/ 227696 h 227430"/>
              <a:gd name="csX3" fmla="*/ 0 w 679200"/>
              <a:gd name="csY3" fmla="*/ 227696 h 227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79200" h="227430">
                <a:moveTo>
                  <a:pt x="0" y="265"/>
                </a:moveTo>
                <a:lnTo>
                  <a:pt x="679201" y="265"/>
                </a:lnTo>
                <a:lnTo>
                  <a:pt x="679201" y="227696"/>
                </a:lnTo>
                <a:lnTo>
                  <a:pt x="0" y="227696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9" name="任意形状 288">
            <a:extLst>
              <a:ext uri="{FF2B5EF4-FFF2-40B4-BE49-F238E27FC236}">
                <a16:creationId xmlns:a16="http://schemas.microsoft.com/office/drawing/2014/main" id="{21074061-99AD-5B44-3103-EF3E72427346}"/>
              </a:ext>
            </a:extLst>
          </p:cNvPr>
          <p:cNvSpPr/>
          <p:nvPr/>
        </p:nvSpPr>
        <p:spPr>
          <a:xfrm flipV="1">
            <a:off x="7104675" y="4883208"/>
            <a:ext cx="694391" cy="22387"/>
          </a:xfrm>
          <a:custGeom>
            <a:avLst/>
            <a:gdLst>
              <a:gd name="csX0" fmla="*/ 0 w 694391"/>
              <a:gd name="csY0" fmla="*/ 308 h 22387"/>
              <a:gd name="csX1" fmla="*/ 672038 w 694391"/>
              <a:gd name="csY1" fmla="*/ 308 h 22387"/>
              <a:gd name="csX2" fmla="*/ 694391 w 694391"/>
              <a:gd name="csY2" fmla="*/ 22695 h 22387"/>
              <a:gd name="csX3" fmla="*/ 22354 w 694391"/>
              <a:gd name="csY3" fmla="*/ 22695 h 22387"/>
              <a:gd name="csX4" fmla="*/ 0 w 694391"/>
              <a:gd name="csY4" fmla="*/ 308 h 22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94391" h="22387">
                <a:moveTo>
                  <a:pt x="0" y="308"/>
                </a:moveTo>
                <a:lnTo>
                  <a:pt x="672038" y="308"/>
                </a:lnTo>
                <a:lnTo>
                  <a:pt x="694391" y="22695"/>
                </a:lnTo>
                <a:lnTo>
                  <a:pt x="22354" y="22695"/>
                </a:lnTo>
                <a:lnTo>
                  <a:pt x="0" y="308"/>
                </a:lnTo>
                <a:close/>
              </a:path>
            </a:pathLst>
          </a:custGeom>
          <a:solidFill>
            <a:srgbClr val="FFF8E1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0" name="任意形状 289">
            <a:extLst>
              <a:ext uri="{FF2B5EF4-FFF2-40B4-BE49-F238E27FC236}">
                <a16:creationId xmlns:a16="http://schemas.microsoft.com/office/drawing/2014/main" id="{1B71F57F-DB28-0420-33C3-2D5F70FF0DCA}"/>
              </a:ext>
            </a:extLst>
          </p:cNvPr>
          <p:cNvSpPr/>
          <p:nvPr/>
        </p:nvSpPr>
        <p:spPr>
          <a:xfrm flipV="1">
            <a:off x="7104675" y="4883208"/>
            <a:ext cx="694391" cy="22387"/>
          </a:xfrm>
          <a:custGeom>
            <a:avLst/>
            <a:gdLst>
              <a:gd name="csX0" fmla="*/ 0 w 694391"/>
              <a:gd name="csY0" fmla="*/ 308 h 22387"/>
              <a:gd name="csX1" fmla="*/ 672038 w 694391"/>
              <a:gd name="csY1" fmla="*/ 308 h 22387"/>
              <a:gd name="csX2" fmla="*/ 694391 w 694391"/>
              <a:gd name="csY2" fmla="*/ 22695 h 22387"/>
              <a:gd name="csX3" fmla="*/ 22354 w 694391"/>
              <a:gd name="csY3" fmla="*/ 22695 h 22387"/>
              <a:gd name="csX4" fmla="*/ 0 w 694391"/>
              <a:gd name="csY4" fmla="*/ 308 h 22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94391" h="22387">
                <a:moveTo>
                  <a:pt x="0" y="308"/>
                </a:moveTo>
                <a:lnTo>
                  <a:pt x="672038" y="308"/>
                </a:lnTo>
                <a:lnTo>
                  <a:pt x="694391" y="22695"/>
                </a:lnTo>
                <a:lnTo>
                  <a:pt x="22354" y="22695"/>
                </a:lnTo>
                <a:lnTo>
                  <a:pt x="0" y="308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1" name="任意形状 290">
            <a:extLst>
              <a:ext uri="{FF2B5EF4-FFF2-40B4-BE49-F238E27FC236}">
                <a16:creationId xmlns:a16="http://schemas.microsoft.com/office/drawing/2014/main" id="{0E9C9726-3CE2-A784-04E9-A7ABDB12EC52}"/>
              </a:ext>
            </a:extLst>
          </p:cNvPr>
          <p:cNvSpPr/>
          <p:nvPr/>
        </p:nvSpPr>
        <p:spPr>
          <a:xfrm flipV="1">
            <a:off x="7776713" y="4883208"/>
            <a:ext cx="22353" cy="357507"/>
          </a:xfrm>
          <a:custGeom>
            <a:avLst/>
            <a:gdLst>
              <a:gd name="csX0" fmla="*/ 0 w 22353"/>
              <a:gd name="csY0" fmla="*/ 344 h 357507"/>
              <a:gd name="csX1" fmla="*/ 22353 w 22353"/>
              <a:gd name="csY1" fmla="*/ 22740 h 357507"/>
              <a:gd name="csX2" fmla="*/ 22353 w 22353"/>
              <a:gd name="csY2" fmla="*/ 357851 h 357507"/>
              <a:gd name="csX3" fmla="*/ 0 w 22353"/>
              <a:gd name="csY3" fmla="*/ 335464 h 357507"/>
              <a:gd name="csX4" fmla="*/ 0 w 22353"/>
              <a:gd name="csY4" fmla="*/ 344 h 357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353" h="357507">
                <a:moveTo>
                  <a:pt x="0" y="344"/>
                </a:moveTo>
                <a:lnTo>
                  <a:pt x="22353" y="22740"/>
                </a:lnTo>
                <a:lnTo>
                  <a:pt x="22353" y="357851"/>
                </a:lnTo>
                <a:lnTo>
                  <a:pt x="0" y="335464"/>
                </a:lnTo>
                <a:lnTo>
                  <a:pt x="0" y="344"/>
                </a:lnTo>
                <a:close/>
              </a:path>
            </a:pathLst>
          </a:custGeom>
          <a:solidFill>
            <a:srgbClr val="FFE697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2" name="任意形状 291">
            <a:extLst>
              <a:ext uri="{FF2B5EF4-FFF2-40B4-BE49-F238E27FC236}">
                <a16:creationId xmlns:a16="http://schemas.microsoft.com/office/drawing/2014/main" id="{17EABF9B-6541-291D-9261-9ECECFD2D449}"/>
              </a:ext>
            </a:extLst>
          </p:cNvPr>
          <p:cNvSpPr/>
          <p:nvPr/>
        </p:nvSpPr>
        <p:spPr>
          <a:xfrm flipV="1">
            <a:off x="7776713" y="4883208"/>
            <a:ext cx="22353" cy="357507"/>
          </a:xfrm>
          <a:custGeom>
            <a:avLst/>
            <a:gdLst>
              <a:gd name="csX0" fmla="*/ 0 w 22353"/>
              <a:gd name="csY0" fmla="*/ 344 h 357507"/>
              <a:gd name="csX1" fmla="*/ 22353 w 22353"/>
              <a:gd name="csY1" fmla="*/ 22740 h 357507"/>
              <a:gd name="csX2" fmla="*/ 22353 w 22353"/>
              <a:gd name="csY2" fmla="*/ 357851 h 357507"/>
              <a:gd name="csX3" fmla="*/ 0 w 22353"/>
              <a:gd name="csY3" fmla="*/ 335464 h 357507"/>
              <a:gd name="csX4" fmla="*/ 0 w 22353"/>
              <a:gd name="csY4" fmla="*/ 344 h 357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353" h="357507">
                <a:moveTo>
                  <a:pt x="0" y="344"/>
                </a:moveTo>
                <a:lnTo>
                  <a:pt x="22353" y="22740"/>
                </a:lnTo>
                <a:lnTo>
                  <a:pt x="22353" y="357851"/>
                </a:lnTo>
                <a:lnTo>
                  <a:pt x="0" y="335464"/>
                </a:lnTo>
                <a:lnTo>
                  <a:pt x="0" y="344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3" name="任意形状 292">
            <a:extLst>
              <a:ext uri="{FF2B5EF4-FFF2-40B4-BE49-F238E27FC236}">
                <a16:creationId xmlns:a16="http://schemas.microsoft.com/office/drawing/2014/main" id="{1458A5BB-6545-A97B-3B55-938F109D74BB}"/>
              </a:ext>
            </a:extLst>
          </p:cNvPr>
          <p:cNvSpPr/>
          <p:nvPr/>
        </p:nvSpPr>
        <p:spPr>
          <a:xfrm flipV="1">
            <a:off x="7104675" y="4905604"/>
            <a:ext cx="672009" cy="335111"/>
          </a:xfrm>
          <a:custGeom>
            <a:avLst/>
            <a:gdLst>
              <a:gd name="csX0" fmla="*/ 0 w 672009"/>
              <a:gd name="csY0" fmla="*/ 346 h 335111"/>
              <a:gd name="csX1" fmla="*/ 672009 w 672009"/>
              <a:gd name="csY1" fmla="*/ 346 h 335111"/>
              <a:gd name="csX2" fmla="*/ 672009 w 672009"/>
              <a:gd name="csY2" fmla="*/ 335457 h 335111"/>
              <a:gd name="csX3" fmla="*/ 0 w 672009"/>
              <a:gd name="csY3" fmla="*/ 335457 h 3351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72009" h="335111">
                <a:moveTo>
                  <a:pt x="0" y="346"/>
                </a:moveTo>
                <a:lnTo>
                  <a:pt x="672009" y="346"/>
                </a:lnTo>
                <a:lnTo>
                  <a:pt x="672009" y="335457"/>
                </a:lnTo>
                <a:lnTo>
                  <a:pt x="0" y="335457"/>
                </a:lnTo>
                <a:close/>
              </a:path>
            </a:pathLst>
          </a:custGeom>
          <a:solidFill>
            <a:srgbClr val="FFF2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4" name="任意形状 293">
            <a:extLst>
              <a:ext uri="{FF2B5EF4-FFF2-40B4-BE49-F238E27FC236}">
                <a16:creationId xmlns:a16="http://schemas.microsoft.com/office/drawing/2014/main" id="{66130B67-2C29-8091-E558-F15B49A8F158}"/>
              </a:ext>
            </a:extLst>
          </p:cNvPr>
          <p:cNvSpPr/>
          <p:nvPr/>
        </p:nvSpPr>
        <p:spPr>
          <a:xfrm flipV="1">
            <a:off x="7104675" y="4905604"/>
            <a:ext cx="672009" cy="335111"/>
          </a:xfrm>
          <a:custGeom>
            <a:avLst/>
            <a:gdLst>
              <a:gd name="csX0" fmla="*/ 0 w 672009"/>
              <a:gd name="csY0" fmla="*/ 346 h 335111"/>
              <a:gd name="csX1" fmla="*/ 672009 w 672009"/>
              <a:gd name="csY1" fmla="*/ 346 h 335111"/>
              <a:gd name="csX2" fmla="*/ 672009 w 672009"/>
              <a:gd name="csY2" fmla="*/ 335457 h 335111"/>
              <a:gd name="csX3" fmla="*/ 0 w 672009"/>
              <a:gd name="csY3" fmla="*/ 335457 h 3351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72009" h="335111">
                <a:moveTo>
                  <a:pt x="0" y="346"/>
                </a:moveTo>
                <a:lnTo>
                  <a:pt x="672009" y="346"/>
                </a:lnTo>
                <a:lnTo>
                  <a:pt x="672009" y="335457"/>
                </a:lnTo>
                <a:lnTo>
                  <a:pt x="0" y="335457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5" name="任意形状 294">
            <a:extLst>
              <a:ext uri="{FF2B5EF4-FFF2-40B4-BE49-F238E27FC236}">
                <a16:creationId xmlns:a16="http://schemas.microsoft.com/office/drawing/2014/main" id="{D7F0593A-91F9-A7FF-594D-CAD6B35999D4}"/>
              </a:ext>
            </a:extLst>
          </p:cNvPr>
          <p:cNvSpPr/>
          <p:nvPr/>
        </p:nvSpPr>
        <p:spPr>
          <a:xfrm flipV="1">
            <a:off x="7104675" y="5284367"/>
            <a:ext cx="694391" cy="15200"/>
          </a:xfrm>
          <a:custGeom>
            <a:avLst/>
            <a:gdLst>
              <a:gd name="csX0" fmla="*/ 0 w 694391"/>
              <a:gd name="csY0" fmla="*/ 392 h 15200"/>
              <a:gd name="csX1" fmla="*/ 679172 w 694391"/>
              <a:gd name="csY1" fmla="*/ 392 h 15200"/>
              <a:gd name="csX2" fmla="*/ 694391 w 694391"/>
              <a:gd name="csY2" fmla="*/ 15593 h 15200"/>
              <a:gd name="csX3" fmla="*/ 15220 w 694391"/>
              <a:gd name="csY3" fmla="*/ 15593 h 15200"/>
              <a:gd name="csX4" fmla="*/ 0 w 694391"/>
              <a:gd name="csY4" fmla="*/ 392 h 15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94391" h="15200">
                <a:moveTo>
                  <a:pt x="0" y="392"/>
                </a:moveTo>
                <a:lnTo>
                  <a:pt x="679172" y="392"/>
                </a:lnTo>
                <a:lnTo>
                  <a:pt x="694391" y="15593"/>
                </a:lnTo>
                <a:lnTo>
                  <a:pt x="15220" y="15593"/>
                </a:lnTo>
                <a:lnTo>
                  <a:pt x="0" y="392"/>
                </a:lnTo>
                <a:close/>
              </a:path>
            </a:pathLst>
          </a:custGeom>
          <a:solidFill>
            <a:srgbClr val="FFF8E1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6" name="任意形状 295">
            <a:extLst>
              <a:ext uri="{FF2B5EF4-FFF2-40B4-BE49-F238E27FC236}">
                <a16:creationId xmlns:a16="http://schemas.microsoft.com/office/drawing/2014/main" id="{8B2B13BA-D698-AD3A-6C0C-E87069421360}"/>
              </a:ext>
            </a:extLst>
          </p:cNvPr>
          <p:cNvSpPr/>
          <p:nvPr/>
        </p:nvSpPr>
        <p:spPr>
          <a:xfrm flipV="1">
            <a:off x="7104675" y="5284367"/>
            <a:ext cx="694391" cy="15200"/>
          </a:xfrm>
          <a:custGeom>
            <a:avLst/>
            <a:gdLst>
              <a:gd name="csX0" fmla="*/ 0 w 694391"/>
              <a:gd name="csY0" fmla="*/ 392 h 15200"/>
              <a:gd name="csX1" fmla="*/ 679172 w 694391"/>
              <a:gd name="csY1" fmla="*/ 392 h 15200"/>
              <a:gd name="csX2" fmla="*/ 694391 w 694391"/>
              <a:gd name="csY2" fmla="*/ 15593 h 15200"/>
              <a:gd name="csX3" fmla="*/ 15220 w 694391"/>
              <a:gd name="csY3" fmla="*/ 15593 h 15200"/>
              <a:gd name="csX4" fmla="*/ 0 w 694391"/>
              <a:gd name="csY4" fmla="*/ 392 h 15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94391" h="15200">
                <a:moveTo>
                  <a:pt x="0" y="392"/>
                </a:moveTo>
                <a:lnTo>
                  <a:pt x="679172" y="392"/>
                </a:lnTo>
                <a:lnTo>
                  <a:pt x="694391" y="15593"/>
                </a:lnTo>
                <a:lnTo>
                  <a:pt x="15220" y="15593"/>
                </a:lnTo>
                <a:lnTo>
                  <a:pt x="0" y="392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7" name="任意形状 296">
            <a:extLst>
              <a:ext uri="{FF2B5EF4-FFF2-40B4-BE49-F238E27FC236}">
                <a16:creationId xmlns:a16="http://schemas.microsoft.com/office/drawing/2014/main" id="{AF0449DB-30AF-678A-19E2-CE678E97DFF9}"/>
              </a:ext>
            </a:extLst>
          </p:cNvPr>
          <p:cNvSpPr/>
          <p:nvPr/>
        </p:nvSpPr>
        <p:spPr>
          <a:xfrm flipV="1">
            <a:off x="7783847" y="5284367"/>
            <a:ext cx="15219" cy="242631"/>
          </a:xfrm>
          <a:custGeom>
            <a:avLst/>
            <a:gdLst>
              <a:gd name="csX0" fmla="*/ 0 w 15219"/>
              <a:gd name="csY0" fmla="*/ 416 h 242631"/>
              <a:gd name="csX1" fmla="*/ 15219 w 15219"/>
              <a:gd name="csY1" fmla="*/ 15616 h 242631"/>
              <a:gd name="csX2" fmla="*/ 15219 w 15219"/>
              <a:gd name="csY2" fmla="*/ 243047 h 242631"/>
              <a:gd name="csX3" fmla="*/ 0 w 15219"/>
              <a:gd name="csY3" fmla="*/ 227846 h 242631"/>
              <a:gd name="csX4" fmla="*/ 0 w 15219"/>
              <a:gd name="csY4" fmla="*/ 416 h 2426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19" h="242631">
                <a:moveTo>
                  <a:pt x="0" y="416"/>
                </a:moveTo>
                <a:lnTo>
                  <a:pt x="15219" y="15616"/>
                </a:lnTo>
                <a:lnTo>
                  <a:pt x="15219" y="243047"/>
                </a:lnTo>
                <a:lnTo>
                  <a:pt x="0" y="227846"/>
                </a:lnTo>
                <a:lnTo>
                  <a:pt x="0" y="416"/>
                </a:lnTo>
                <a:close/>
              </a:path>
            </a:pathLst>
          </a:custGeom>
          <a:solidFill>
            <a:srgbClr val="FFE697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8" name="任意形状 297">
            <a:extLst>
              <a:ext uri="{FF2B5EF4-FFF2-40B4-BE49-F238E27FC236}">
                <a16:creationId xmlns:a16="http://schemas.microsoft.com/office/drawing/2014/main" id="{36B90658-5326-4F17-78B4-6F348720379C}"/>
              </a:ext>
            </a:extLst>
          </p:cNvPr>
          <p:cNvSpPr/>
          <p:nvPr/>
        </p:nvSpPr>
        <p:spPr>
          <a:xfrm flipV="1">
            <a:off x="7783847" y="5284367"/>
            <a:ext cx="15219" cy="242631"/>
          </a:xfrm>
          <a:custGeom>
            <a:avLst/>
            <a:gdLst>
              <a:gd name="csX0" fmla="*/ 0 w 15219"/>
              <a:gd name="csY0" fmla="*/ 416 h 242631"/>
              <a:gd name="csX1" fmla="*/ 15219 w 15219"/>
              <a:gd name="csY1" fmla="*/ 15616 h 242631"/>
              <a:gd name="csX2" fmla="*/ 15219 w 15219"/>
              <a:gd name="csY2" fmla="*/ 243047 h 242631"/>
              <a:gd name="csX3" fmla="*/ 0 w 15219"/>
              <a:gd name="csY3" fmla="*/ 227846 h 242631"/>
              <a:gd name="csX4" fmla="*/ 0 w 15219"/>
              <a:gd name="csY4" fmla="*/ 416 h 2426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19" h="242631">
                <a:moveTo>
                  <a:pt x="0" y="416"/>
                </a:moveTo>
                <a:lnTo>
                  <a:pt x="15219" y="15616"/>
                </a:lnTo>
                <a:lnTo>
                  <a:pt x="15219" y="243047"/>
                </a:lnTo>
                <a:lnTo>
                  <a:pt x="0" y="227846"/>
                </a:lnTo>
                <a:lnTo>
                  <a:pt x="0" y="416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9" name="任意形状 298">
            <a:extLst>
              <a:ext uri="{FF2B5EF4-FFF2-40B4-BE49-F238E27FC236}">
                <a16:creationId xmlns:a16="http://schemas.microsoft.com/office/drawing/2014/main" id="{4A5DA3A6-359C-B533-1DDE-1768E444ECEF}"/>
              </a:ext>
            </a:extLst>
          </p:cNvPr>
          <p:cNvSpPr/>
          <p:nvPr/>
        </p:nvSpPr>
        <p:spPr>
          <a:xfrm flipV="1">
            <a:off x="7104675" y="5299567"/>
            <a:ext cx="679200" cy="227430"/>
          </a:xfrm>
          <a:custGeom>
            <a:avLst/>
            <a:gdLst>
              <a:gd name="csX0" fmla="*/ 0 w 679200"/>
              <a:gd name="csY0" fmla="*/ 417 h 227430"/>
              <a:gd name="csX1" fmla="*/ 679201 w 679200"/>
              <a:gd name="csY1" fmla="*/ 417 h 227430"/>
              <a:gd name="csX2" fmla="*/ 679201 w 679200"/>
              <a:gd name="csY2" fmla="*/ 227848 h 227430"/>
              <a:gd name="csX3" fmla="*/ 0 w 679200"/>
              <a:gd name="csY3" fmla="*/ 227848 h 227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79200" h="227430">
                <a:moveTo>
                  <a:pt x="0" y="417"/>
                </a:moveTo>
                <a:lnTo>
                  <a:pt x="679201" y="417"/>
                </a:lnTo>
                <a:lnTo>
                  <a:pt x="679201" y="227848"/>
                </a:lnTo>
                <a:lnTo>
                  <a:pt x="0" y="227848"/>
                </a:lnTo>
                <a:close/>
              </a:path>
            </a:pathLst>
          </a:custGeom>
          <a:solidFill>
            <a:srgbClr val="FFF2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0" name="任意形状 299">
            <a:extLst>
              <a:ext uri="{FF2B5EF4-FFF2-40B4-BE49-F238E27FC236}">
                <a16:creationId xmlns:a16="http://schemas.microsoft.com/office/drawing/2014/main" id="{7E7A8700-91F3-1A6E-04F1-A9A483E82B9E}"/>
              </a:ext>
            </a:extLst>
          </p:cNvPr>
          <p:cNvSpPr/>
          <p:nvPr/>
        </p:nvSpPr>
        <p:spPr>
          <a:xfrm flipV="1">
            <a:off x="7104675" y="5299567"/>
            <a:ext cx="679200" cy="227430"/>
          </a:xfrm>
          <a:custGeom>
            <a:avLst/>
            <a:gdLst>
              <a:gd name="csX0" fmla="*/ 0 w 679200"/>
              <a:gd name="csY0" fmla="*/ 417 h 227430"/>
              <a:gd name="csX1" fmla="*/ 679201 w 679200"/>
              <a:gd name="csY1" fmla="*/ 417 h 227430"/>
              <a:gd name="csX2" fmla="*/ 679201 w 679200"/>
              <a:gd name="csY2" fmla="*/ 227848 h 227430"/>
              <a:gd name="csX3" fmla="*/ 0 w 679200"/>
              <a:gd name="csY3" fmla="*/ 227848 h 227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79200" h="227430">
                <a:moveTo>
                  <a:pt x="0" y="417"/>
                </a:moveTo>
                <a:lnTo>
                  <a:pt x="679201" y="417"/>
                </a:lnTo>
                <a:lnTo>
                  <a:pt x="679201" y="227848"/>
                </a:lnTo>
                <a:lnTo>
                  <a:pt x="0" y="227848"/>
                </a:ln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1" name="任意形状 300">
            <a:extLst>
              <a:ext uri="{FF2B5EF4-FFF2-40B4-BE49-F238E27FC236}">
                <a16:creationId xmlns:a16="http://schemas.microsoft.com/office/drawing/2014/main" id="{8F31100C-9E95-F360-29E3-0C53F42BC7FC}"/>
              </a:ext>
            </a:extLst>
          </p:cNvPr>
          <p:cNvSpPr/>
          <p:nvPr/>
        </p:nvSpPr>
        <p:spPr>
          <a:xfrm flipV="1">
            <a:off x="8056277" y="3787555"/>
            <a:ext cx="1421980" cy="1595926"/>
          </a:xfrm>
          <a:custGeom>
            <a:avLst/>
            <a:gdLst>
              <a:gd name="csX0" fmla="*/ 81805 w 1421980"/>
              <a:gd name="csY0" fmla="*/ 243 h 1595926"/>
              <a:gd name="csX1" fmla="*/ 1340271 w 1421980"/>
              <a:gd name="csY1" fmla="*/ 243 h 1595926"/>
              <a:gd name="csX2" fmla="*/ 1421981 w 1421980"/>
              <a:gd name="csY2" fmla="*/ 82082 h 1595926"/>
              <a:gd name="csX3" fmla="*/ 1421981 w 1421980"/>
              <a:gd name="csY3" fmla="*/ 1514312 h 1595926"/>
              <a:gd name="csX4" fmla="*/ 1340271 w 1421980"/>
              <a:gd name="csY4" fmla="*/ 1596170 h 1595926"/>
              <a:gd name="csX5" fmla="*/ 81805 w 1421980"/>
              <a:gd name="csY5" fmla="*/ 1596170 h 1595926"/>
              <a:gd name="csX6" fmla="*/ 0 w 1421980"/>
              <a:gd name="csY6" fmla="*/ 1514312 h 1595926"/>
              <a:gd name="csX7" fmla="*/ 0 w 1421980"/>
              <a:gd name="csY7" fmla="*/ 82082 h 1595926"/>
              <a:gd name="csX8" fmla="*/ 81805 w 1421980"/>
              <a:gd name="csY8" fmla="*/ 243 h 15959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21980" h="1595926">
                <a:moveTo>
                  <a:pt x="81805" y="243"/>
                </a:moveTo>
                <a:lnTo>
                  <a:pt x="1340271" y="243"/>
                </a:lnTo>
                <a:cubicBezTo>
                  <a:pt x="1385454" y="243"/>
                  <a:pt x="1421981" y="36879"/>
                  <a:pt x="1421981" y="82082"/>
                </a:cubicBezTo>
                <a:lnTo>
                  <a:pt x="1421981" y="1514312"/>
                </a:lnTo>
                <a:cubicBezTo>
                  <a:pt x="1421981" y="1559524"/>
                  <a:pt x="1385454" y="1596170"/>
                  <a:pt x="1340271" y="1596170"/>
                </a:cubicBezTo>
                <a:lnTo>
                  <a:pt x="81805" y="1596170"/>
                </a:lnTo>
                <a:cubicBezTo>
                  <a:pt x="36622" y="1596170"/>
                  <a:pt x="0" y="1559524"/>
                  <a:pt x="0" y="1514312"/>
                </a:cubicBezTo>
                <a:lnTo>
                  <a:pt x="0" y="82082"/>
                </a:lnTo>
                <a:cubicBezTo>
                  <a:pt x="0" y="36879"/>
                  <a:pt x="36622" y="243"/>
                  <a:pt x="81805" y="243"/>
                </a:cubicBezTo>
                <a:close/>
              </a:path>
            </a:pathLst>
          </a:custGeom>
          <a:solidFill>
            <a:srgbClr val="FFF2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2" name="任意形状 301">
            <a:extLst>
              <a:ext uri="{FF2B5EF4-FFF2-40B4-BE49-F238E27FC236}">
                <a16:creationId xmlns:a16="http://schemas.microsoft.com/office/drawing/2014/main" id="{01FE01CB-E899-B337-4C0D-FD143A2A2015}"/>
              </a:ext>
            </a:extLst>
          </p:cNvPr>
          <p:cNvSpPr/>
          <p:nvPr/>
        </p:nvSpPr>
        <p:spPr>
          <a:xfrm flipV="1">
            <a:off x="8056277" y="3787555"/>
            <a:ext cx="1421980" cy="1595926"/>
          </a:xfrm>
          <a:custGeom>
            <a:avLst/>
            <a:gdLst>
              <a:gd name="csX0" fmla="*/ 81805 w 1421980"/>
              <a:gd name="csY0" fmla="*/ 243 h 1595926"/>
              <a:gd name="csX1" fmla="*/ 1340271 w 1421980"/>
              <a:gd name="csY1" fmla="*/ 243 h 1595926"/>
              <a:gd name="csX2" fmla="*/ 1421981 w 1421980"/>
              <a:gd name="csY2" fmla="*/ 82082 h 1595926"/>
              <a:gd name="csX3" fmla="*/ 1421981 w 1421980"/>
              <a:gd name="csY3" fmla="*/ 1514312 h 1595926"/>
              <a:gd name="csX4" fmla="*/ 1340271 w 1421980"/>
              <a:gd name="csY4" fmla="*/ 1596170 h 1595926"/>
              <a:gd name="csX5" fmla="*/ 81805 w 1421980"/>
              <a:gd name="csY5" fmla="*/ 1596170 h 1595926"/>
              <a:gd name="csX6" fmla="*/ 0 w 1421980"/>
              <a:gd name="csY6" fmla="*/ 1514312 h 1595926"/>
              <a:gd name="csX7" fmla="*/ 0 w 1421980"/>
              <a:gd name="csY7" fmla="*/ 82082 h 1595926"/>
              <a:gd name="csX8" fmla="*/ 81805 w 1421980"/>
              <a:gd name="csY8" fmla="*/ 243 h 15959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21980" h="1595926">
                <a:moveTo>
                  <a:pt x="81805" y="243"/>
                </a:moveTo>
                <a:lnTo>
                  <a:pt x="1340271" y="243"/>
                </a:lnTo>
                <a:cubicBezTo>
                  <a:pt x="1385454" y="243"/>
                  <a:pt x="1421981" y="36879"/>
                  <a:pt x="1421981" y="82082"/>
                </a:cubicBezTo>
                <a:lnTo>
                  <a:pt x="1421981" y="1514312"/>
                </a:lnTo>
                <a:cubicBezTo>
                  <a:pt x="1421981" y="1559524"/>
                  <a:pt x="1385454" y="1596170"/>
                  <a:pt x="1340271" y="1596170"/>
                </a:cubicBezTo>
                <a:lnTo>
                  <a:pt x="81805" y="1596170"/>
                </a:lnTo>
                <a:cubicBezTo>
                  <a:pt x="36622" y="1596170"/>
                  <a:pt x="0" y="1559524"/>
                  <a:pt x="0" y="1514312"/>
                </a:cubicBezTo>
                <a:lnTo>
                  <a:pt x="0" y="82082"/>
                </a:lnTo>
                <a:cubicBezTo>
                  <a:pt x="0" y="36879"/>
                  <a:pt x="36622" y="243"/>
                  <a:pt x="81805" y="243"/>
                </a:cubicBez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3" name="任意形状 302">
            <a:extLst>
              <a:ext uri="{FF2B5EF4-FFF2-40B4-BE49-F238E27FC236}">
                <a16:creationId xmlns:a16="http://schemas.microsoft.com/office/drawing/2014/main" id="{D69CCA2C-36F3-1887-5968-449710D63DC6}"/>
              </a:ext>
            </a:extLst>
          </p:cNvPr>
          <p:cNvSpPr/>
          <p:nvPr/>
        </p:nvSpPr>
        <p:spPr>
          <a:xfrm flipV="1">
            <a:off x="8002533" y="3827912"/>
            <a:ext cx="1421980" cy="1595955"/>
          </a:xfrm>
          <a:custGeom>
            <a:avLst/>
            <a:gdLst>
              <a:gd name="csX0" fmla="*/ 81805 w 1421980"/>
              <a:gd name="csY0" fmla="*/ 252 h 1595955"/>
              <a:gd name="csX1" fmla="*/ 1340176 w 1421980"/>
              <a:gd name="csY1" fmla="*/ 252 h 1595955"/>
              <a:gd name="csX2" fmla="*/ 1421981 w 1421980"/>
              <a:gd name="csY2" fmla="*/ 82090 h 1595955"/>
              <a:gd name="csX3" fmla="*/ 1421981 w 1421980"/>
              <a:gd name="csY3" fmla="*/ 1514349 h 1595955"/>
              <a:gd name="csX4" fmla="*/ 1340176 w 1421980"/>
              <a:gd name="csY4" fmla="*/ 1596207 h 1595955"/>
              <a:gd name="csX5" fmla="*/ 81805 w 1421980"/>
              <a:gd name="csY5" fmla="*/ 1596207 h 1595955"/>
              <a:gd name="csX6" fmla="*/ 0 w 1421980"/>
              <a:gd name="csY6" fmla="*/ 1514349 h 1595955"/>
              <a:gd name="csX7" fmla="*/ 0 w 1421980"/>
              <a:gd name="csY7" fmla="*/ 82090 h 1595955"/>
              <a:gd name="csX8" fmla="*/ 81805 w 1421980"/>
              <a:gd name="csY8" fmla="*/ 252 h 1595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21980" h="1595955">
                <a:moveTo>
                  <a:pt x="81805" y="252"/>
                </a:moveTo>
                <a:lnTo>
                  <a:pt x="1340176" y="252"/>
                </a:lnTo>
                <a:cubicBezTo>
                  <a:pt x="1385359" y="252"/>
                  <a:pt x="1421981" y="36897"/>
                  <a:pt x="1421981" y="82090"/>
                </a:cubicBezTo>
                <a:lnTo>
                  <a:pt x="1421981" y="1514349"/>
                </a:lnTo>
                <a:cubicBezTo>
                  <a:pt x="1421981" y="1559561"/>
                  <a:pt x="1385359" y="1596207"/>
                  <a:pt x="1340176" y="1596207"/>
                </a:cubicBezTo>
                <a:lnTo>
                  <a:pt x="81805" y="1596207"/>
                </a:lnTo>
                <a:cubicBezTo>
                  <a:pt x="36622" y="1596207"/>
                  <a:pt x="0" y="1559561"/>
                  <a:pt x="0" y="1514349"/>
                </a:cubicBezTo>
                <a:lnTo>
                  <a:pt x="0" y="82090"/>
                </a:lnTo>
                <a:cubicBezTo>
                  <a:pt x="0" y="36897"/>
                  <a:pt x="36622" y="252"/>
                  <a:pt x="81805" y="252"/>
                </a:cubicBezTo>
                <a:close/>
              </a:path>
            </a:pathLst>
          </a:custGeom>
          <a:solidFill>
            <a:srgbClr val="FFF2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4" name="任意形状 303">
            <a:extLst>
              <a:ext uri="{FF2B5EF4-FFF2-40B4-BE49-F238E27FC236}">
                <a16:creationId xmlns:a16="http://schemas.microsoft.com/office/drawing/2014/main" id="{288EAB62-04EC-3DDA-DEBB-BA990FDE83AA}"/>
              </a:ext>
            </a:extLst>
          </p:cNvPr>
          <p:cNvSpPr/>
          <p:nvPr/>
        </p:nvSpPr>
        <p:spPr>
          <a:xfrm flipV="1">
            <a:off x="8002533" y="3827912"/>
            <a:ext cx="1421980" cy="1595955"/>
          </a:xfrm>
          <a:custGeom>
            <a:avLst/>
            <a:gdLst>
              <a:gd name="csX0" fmla="*/ 81805 w 1421980"/>
              <a:gd name="csY0" fmla="*/ 252 h 1595955"/>
              <a:gd name="csX1" fmla="*/ 1340176 w 1421980"/>
              <a:gd name="csY1" fmla="*/ 252 h 1595955"/>
              <a:gd name="csX2" fmla="*/ 1421981 w 1421980"/>
              <a:gd name="csY2" fmla="*/ 82090 h 1595955"/>
              <a:gd name="csX3" fmla="*/ 1421981 w 1421980"/>
              <a:gd name="csY3" fmla="*/ 1514349 h 1595955"/>
              <a:gd name="csX4" fmla="*/ 1340176 w 1421980"/>
              <a:gd name="csY4" fmla="*/ 1596207 h 1595955"/>
              <a:gd name="csX5" fmla="*/ 81805 w 1421980"/>
              <a:gd name="csY5" fmla="*/ 1596207 h 1595955"/>
              <a:gd name="csX6" fmla="*/ 0 w 1421980"/>
              <a:gd name="csY6" fmla="*/ 1514349 h 1595955"/>
              <a:gd name="csX7" fmla="*/ 0 w 1421980"/>
              <a:gd name="csY7" fmla="*/ 82090 h 1595955"/>
              <a:gd name="csX8" fmla="*/ 81805 w 1421980"/>
              <a:gd name="csY8" fmla="*/ 252 h 1595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21980" h="1595955">
                <a:moveTo>
                  <a:pt x="81805" y="252"/>
                </a:moveTo>
                <a:lnTo>
                  <a:pt x="1340176" y="252"/>
                </a:lnTo>
                <a:cubicBezTo>
                  <a:pt x="1385359" y="252"/>
                  <a:pt x="1421981" y="36897"/>
                  <a:pt x="1421981" y="82090"/>
                </a:cubicBezTo>
                <a:lnTo>
                  <a:pt x="1421981" y="1514349"/>
                </a:lnTo>
                <a:cubicBezTo>
                  <a:pt x="1421981" y="1559561"/>
                  <a:pt x="1385359" y="1596207"/>
                  <a:pt x="1340176" y="1596207"/>
                </a:cubicBezTo>
                <a:lnTo>
                  <a:pt x="81805" y="1596207"/>
                </a:lnTo>
                <a:cubicBezTo>
                  <a:pt x="36622" y="1596207"/>
                  <a:pt x="0" y="1559561"/>
                  <a:pt x="0" y="1514349"/>
                </a:cubicBezTo>
                <a:lnTo>
                  <a:pt x="0" y="82090"/>
                </a:lnTo>
                <a:cubicBezTo>
                  <a:pt x="0" y="36897"/>
                  <a:pt x="36622" y="252"/>
                  <a:pt x="81805" y="252"/>
                </a:cubicBez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5" name="任意形状 304">
            <a:extLst>
              <a:ext uri="{FF2B5EF4-FFF2-40B4-BE49-F238E27FC236}">
                <a16:creationId xmlns:a16="http://schemas.microsoft.com/office/drawing/2014/main" id="{6598FF48-6CB4-30BC-A491-42E637F8680E}"/>
              </a:ext>
            </a:extLst>
          </p:cNvPr>
          <p:cNvSpPr/>
          <p:nvPr/>
        </p:nvSpPr>
        <p:spPr>
          <a:xfrm flipV="1">
            <a:off x="7955447" y="3867413"/>
            <a:ext cx="1421980" cy="1595888"/>
          </a:xfrm>
          <a:custGeom>
            <a:avLst/>
            <a:gdLst>
              <a:gd name="csX0" fmla="*/ 81805 w 1421980"/>
              <a:gd name="csY0" fmla="*/ 260 h 1595888"/>
              <a:gd name="csX1" fmla="*/ 1340176 w 1421980"/>
              <a:gd name="csY1" fmla="*/ 260 h 1595888"/>
              <a:gd name="csX2" fmla="*/ 1421981 w 1421980"/>
              <a:gd name="csY2" fmla="*/ 82099 h 1595888"/>
              <a:gd name="csX3" fmla="*/ 1421981 w 1421980"/>
              <a:gd name="csY3" fmla="*/ 1514291 h 1595888"/>
              <a:gd name="csX4" fmla="*/ 1340176 w 1421980"/>
              <a:gd name="csY4" fmla="*/ 1596149 h 1595888"/>
              <a:gd name="csX5" fmla="*/ 81805 w 1421980"/>
              <a:gd name="csY5" fmla="*/ 1596149 h 1595888"/>
              <a:gd name="csX6" fmla="*/ 0 w 1421980"/>
              <a:gd name="csY6" fmla="*/ 1514291 h 1595888"/>
              <a:gd name="csX7" fmla="*/ 0 w 1421980"/>
              <a:gd name="csY7" fmla="*/ 82099 h 1595888"/>
              <a:gd name="csX8" fmla="*/ 81805 w 1421980"/>
              <a:gd name="csY8" fmla="*/ 260 h 1595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21980" h="1595888">
                <a:moveTo>
                  <a:pt x="81805" y="260"/>
                </a:moveTo>
                <a:lnTo>
                  <a:pt x="1340176" y="260"/>
                </a:lnTo>
                <a:cubicBezTo>
                  <a:pt x="1385359" y="260"/>
                  <a:pt x="1421981" y="36896"/>
                  <a:pt x="1421981" y="82099"/>
                </a:cubicBezTo>
                <a:lnTo>
                  <a:pt x="1421981" y="1514291"/>
                </a:lnTo>
                <a:cubicBezTo>
                  <a:pt x="1421981" y="1559503"/>
                  <a:pt x="1385359" y="1596149"/>
                  <a:pt x="1340176" y="1596149"/>
                </a:cubicBezTo>
                <a:lnTo>
                  <a:pt x="81805" y="1596149"/>
                </a:lnTo>
                <a:cubicBezTo>
                  <a:pt x="36622" y="1596149"/>
                  <a:pt x="0" y="1559503"/>
                  <a:pt x="0" y="1514291"/>
                </a:cubicBezTo>
                <a:lnTo>
                  <a:pt x="0" y="82099"/>
                </a:lnTo>
                <a:cubicBezTo>
                  <a:pt x="0" y="36896"/>
                  <a:pt x="36622" y="260"/>
                  <a:pt x="81805" y="260"/>
                </a:cubicBezTo>
                <a:close/>
              </a:path>
            </a:pathLst>
          </a:custGeom>
          <a:solidFill>
            <a:srgbClr val="FFF2CC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6" name="任意形状 305">
            <a:extLst>
              <a:ext uri="{FF2B5EF4-FFF2-40B4-BE49-F238E27FC236}">
                <a16:creationId xmlns:a16="http://schemas.microsoft.com/office/drawing/2014/main" id="{C8F9BA1B-1C45-ED45-2964-06CA6669AAAF}"/>
              </a:ext>
            </a:extLst>
          </p:cNvPr>
          <p:cNvSpPr/>
          <p:nvPr/>
        </p:nvSpPr>
        <p:spPr>
          <a:xfrm flipV="1">
            <a:off x="7955447" y="3867413"/>
            <a:ext cx="1421980" cy="1595888"/>
          </a:xfrm>
          <a:custGeom>
            <a:avLst/>
            <a:gdLst>
              <a:gd name="csX0" fmla="*/ 81805 w 1421980"/>
              <a:gd name="csY0" fmla="*/ 260 h 1595888"/>
              <a:gd name="csX1" fmla="*/ 1340176 w 1421980"/>
              <a:gd name="csY1" fmla="*/ 260 h 1595888"/>
              <a:gd name="csX2" fmla="*/ 1421981 w 1421980"/>
              <a:gd name="csY2" fmla="*/ 82099 h 1595888"/>
              <a:gd name="csX3" fmla="*/ 1421981 w 1421980"/>
              <a:gd name="csY3" fmla="*/ 1514291 h 1595888"/>
              <a:gd name="csX4" fmla="*/ 1340176 w 1421980"/>
              <a:gd name="csY4" fmla="*/ 1596149 h 1595888"/>
              <a:gd name="csX5" fmla="*/ 81805 w 1421980"/>
              <a:gd name="csY5" fmla="*/ 1596149 h 1595888"/>
              <a:gd name="csX6" fmla="*/ 0 w 1421980"/>
              <a:gd name="csY6" fmla="*/ 1514291 h 1595888"/>
              <a:gd name="csX7" fmla="*/ 0 w 1421980"/>
              <a:gd name="csY7" fmla="*/ 82099 h 1595888"/>
              <a:gd name="csX8" fmla="*/ 81805 w 1421980"/>
              <a:gd name="csY8" fmla="*/ 260 h 1595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21980" h="1595888">
                <a:moveTo>
                  <a:pt x="81805" y="260"/>
                </a:moveTo>
                <a:lnTo>
                  <a:pt x="1340176" y="260"/>
                </a:lnTo>
                <a:cubicBezTo>
                  <a:pt x="1385359" y="260"/>
                  <a:pt x="1421981" y="36896"/>
                  <a:pt x="1421981" y="82099"/>
                </a:cubicBezTo>
                <a:lnTo>
                  <a:pt x="1421981" y="1514291"/>
                </a:lnTo>
                <a:cubicBezTo>
                  <a:pt x="1421981" y="1559503"/>
                  <a:pt x="1385359" y="1596149"/>
                  <a:pt x="1340176" y="1596149"/>
                </a:cubicBezTo>
                <a:lnTo>
                  <a:pt x="81805" y="1596149"/>
                </a:lnTo>
                <a:cubicBezTo>
                  <a:pt x="36622" y="1596149"/>
                  <a:pt x="0" y="1559503"/>
                  <a:pt x="0" y="1514291"/>
                </a:cubicBezTo>
                <a:lnTo>
                  <a:pt x="0" y="82099"/>
                </a:lnTo>
                <a:cubicBezTo>
                  <a:pt x="0" y="36896"/>
                  <a:pt x="36622" y="260"/>
                  <a:pt x="81805" y="260"/>
                </a:cubicBezTo>
                <a:close/>
              </a:path>
            </a:pathLst>
          </a:custGeom>
          <a:noFill/>
          <a:ln w="7134" cap="flat">
            <a:solidFill>
              <a:srgbClr val="FFD96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" name="任意形状 306">
            <a:extLst>
              <a:ext uri="{FF2B5EF4-FFF2-40B4-BE49-F238E27FC236}">
                <a16:creationId xmlns:a16="http://schemas.microsoft.com/office/drawing/2014/main" id="{A9B058EB-3752-64C0-5CF0-BE1971ABA3F6}"/>
              </a:ext>
            </a:extLst>
          </p:cNvPr>
          <p:cNvSpPr/>
          <p:nvPr/>
        </p:nvSpPr>
        <p:spPr>
          <a:xfrm flipV="1">
            <a:off x="7990452" y="3960693"/>
            <a:ext cx="1350924" cy="139157"/>
          </a:xfrm>
          <a:custGeom>
            <a:avLst/>
            <a:gdLst>
              <a:gd name="csX0" fmla="*/ 0 w 1350924"/>
              <a:gd name="csY0" fmla="*/ 8788 h 139157"/>
              <a:gd name="csX1" fmla="*/ 13317 w 1350924"/>
              <a:gd name="csY1" fmla="*/ 127 h 139157"/>
              <a:gd name="csX2" fmla="*/ 1337703 w 1350924"/>
              <a:gd name="csY2" fmla="*/ 127 h 139157"/>
              <a:gd name="csX3" fmla="*/ 1350925 w 1350924"/>
              <a:gd name="csY3" fmla="*/ 8788 h 139157"/>
              <a:gd name="csX4" fmla="*/ 1350925 w 1350924"/>
              <a:gd name="csY4" fmla="*/ 130623 h 139157"/>
              <a:gd name="csX5" fmla="*/ 1337703 w 1350924"/>
              <a:gd name="csY5" fmla="*/ 139285 h 139157"/>
              <a:gd name="csX6" fmla="*/ 13317 w 1350924"/>
              <a:gd name="csY6" fmla="*/ 139285 h 139157"/>
              <a:gd name="csX7" fmla="*/ 0 w 1350924"/>
              <a:gd name="csY7" fmla="*/ 130623 h 139157"/>
              <a:gd name="csX8" fmla="*/ 0 w 1350924"/>
              <a:gd name="csY8" fmla="*/ 8788 h 139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924" h="139157">
                <a:moveTo>
                  <a:pt x="0" y="8788"/>
                </a:moveTo>
                <a:cubicBezTo>
                  <a:pt x="0" y="4029"/>
                  <a:pt x="5993" y="127"/>
                  <a:pt x="13317" y="127"/>
                </a:cubicBezTo>
                <a:lnTo>
                  <a:pt x="1337703" y="127"/>
                </a:lnTo>
                <a:cubicBezTo>
                  <a:pt x="1345027" y="127"/>
                  <a:pt x="1350925" y="4029"/>
                  <a:pt x="1350925" y="8788"/>
                </a:cubicBezTo>
                <a:lnTo>
                  <a:pt x="1350925" y="130623"/>
                </a:lnTo>
                <a:cubicBezTo>
                  <a:pt x="1350925" y="135382"/>
                  <a:pt x="1345027" y="139285"/>
                  <a:pt x="1337703" y="139285"/>
                </a:cubicBezTo>
                <a:lnTo>
                  <a:pt x="13317" y="139285"/>
                </a:lnTo>
                <a:cubicBezTo>
                  <a:pt x="5993" y="139285"/>
                  <a:pt x="0" y="135382"/>
                  <a:pt x="0" y="130623"/>
                </a:cubicBezTo>
                <a:lnTo>
                  <a:pt x="0" y="8788"/>
                </a:lnTo>
                <a:close/>
              </a:path>
            </a:pathLst>
          </a:custGeom>
          <a:solidFill>
            <a:srgbClr val="FEE599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8" name="任意形状 307">
            <a:extLst>
              <a:ext uri="{FF2B5EF4-FFF2-40B4-BE49-F238E27FC236}">
                <a16:creationId xmlns:a16="http://schemas.microsoft.com/office/drawing/2014/main" id="{FE1DB6D9-D19B-B169-F9F9-5266BBF5BAB8}"/>
              </a:ext>
            </a:extLst>
          </p:cNvPr>
          <p:cNvSpPr/>
          <p:nvPr/>
        </p:nvSpPr>
        <p:spPr>
          <a:xfrm flipV="1">
            <a:off x="7990452" y="3960693"/>
            <a:ext cx="1350924" cy="139157"/>
          </a:xfrm>
          <a:custGeom>
            <a:avLst/>
            <a:gdLst>
              <a:gd name="csX0" fmla="*/ 0 w 1350924"/>
              <a:gd name="csY0" fmla="*/ 8788 h 139157"/>
              <a:gd name="csX1" fmla="*/ 13317 w 1350924"/>
              <a:gd name="csY1" fmla="*/ 127 h 139157"/>
              <a:gd name="csX2" fmla="*/ 1337703 w 1350924"/>
              <a:gd name="csY2" fmla="*/ 127 h 139157"/>
              <a:gd name="csX3" fmla="*/ 1350925 w 1350924"/>
              <a:gd name="csY3" fmla="*/ 8788 h 139157"/>
              <a:gd name="csX4" fmla="*/ 1350925 w 1350924"/>
              <a:gd name="csY4" fmla="*/ 130623 h 139157"/>
              <a:gd name="csX5" fmla="*/ 1337703 w 1350924"/>
              <a:gd name="csY5" fmla="*/ 139285 h 139157"/>
              <a:gd name="csX6" fmla="*/ 13317 w 1350924"/>
              <a:gd name="csY6" fmla="*/ 139285 h 139157"/>
              <a:gd name="csX7" fmla="*/ 0 w 1350924"/>
              <a:gd name="csY7" fmla="*/ 130623 h 139157"/>
              <a:gd name="csX8" fmla="*/ 0 w 1350924"/>
              <a:gd name="csY8" fmla="*/ 8788 h 139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924" h="139157">
                <a:moveTo>
                  <a:pt x="0" y="8788"/>
                </a:moveTo>
                <a:cubicBezTo>
                  <a:pt x="0" y="4029"/>
                  <a:pt x="5993" y="127"/>
                  <a:pt x="13317" y="127"/>
                </a:cubicBezTo>
                <a:lnTo>
                  <a:pt x="1337703" y="127"/>
                </a:lnTo>
                <a:cubicBezTo>
                  <a:pt x="1345027" y="127"/>
                  <a:pt x="1350925" y="4029"/>
                  <a:pt x="1350925" y="8788"/>
                </a:cubicBezTo>
                <a:lnTo>
                  <a:pt x="1350925" y="130623"/>
                </a:lnTo>
                <a:cubicBezTo>
                  <a:pt x="1350925" y="135382"/>
                  <a:pt x="1345027" y="139285"/>
                  <a:pt x="1337703" y="139285"/>
                </a:cubicBezTo>
                <a:lnTo>
                  <a:pt x="13317" y="139285"/>
                </a:lnTo>
                <a:cubicBezTo>
                  <a:pt x="5993" y="139285"/>
                  <a:pt x="0" y="135382"/>
                  <a:pt x="0" y="130623"/>
                </a:cubicBezTo>
                <a:lnTo>
                  <a:pt x="0" y="8788"/>
                </a:lnTo>
                <a:close/>
              </a:path>
            </a:pathLst>
          </a:custGeom>
          <a:noFill/>
          <a:ln w="10701" cap="flat">
            <a:solidFill>
              <a:srgbClr val="BF9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9" name="任意形状 308">
            <a:extLst>
              <a:ext uri="{FF2B5EF4-FFF2-40B4-BE49-F238E27FC236}">
                <a16:creationId xmlns:a16="http://schemas.microsoft.com/office/drawing/2014/main" id="{6BEE34BE-417B-E837-85DA-38F5F55BBAB6}"/>
              </a:ext>
            </a:extLst>
          </p:cNvPr>
          <p:cNvSpPr/>
          <p:nvPr/>
        </p:nvSpPr>
        <p:spPr>
          <a:xfrm flipV="1">
            <a:off x="7981796" y="4195034"/>
            <a:ext cx="1350829" cy="139157"/>
          </a:xfrm>
          <a:custGeom>
            <a:avLst/>
            <a:gdLst>
              <a:gd name="csX0" fmla="*/ 0 w 1350829"/>
              <a:gd name="csY0" fmla="*/ 8933 h 139157"/>
              <a:gd name="csX1" fmla="*/ 13222 w 1350829"/>
              <a:gd name="csY1" fmla="*/ 176 h 139157"/>
              <a:gd name="csX2" fmla="*/ 1337608 w 1350829"/>
              <a:gd name="csY2" fmla="*/ 176 h 139157"/>
              <a:gd name="csX3" fmla="*/ 1350830 w 1350829"/>
              <a:gd name="csY3" fmla="*/ 8933 h 139157"/>
              <a:gd name="csX4" fmla="*/ 1350830 w 1350829"/>
              <a:gd name="csY4" fmla="*/ 130672 h 139157"/>
              <a:gd name="csX5" fmla="*/ 1337608 w 1350829"/>
              <a:gd name="csY5" fmla="*/ 139334 h 139157"/>
              <a:gd name="csX6" fmla="*/ 13222 w 1350829"/>
              <a:gd name="csY6" fmla="*/ 139334 h 139157"/>
              <a:gd name="csX7" fmla="*/ 0 w 1350829"/>
              <a:gd name="csY7" fmla="*/ 130672 h 139157"/>
              <a:gd name="csX8" fmla="*/ 0 w 1350829"/>
              <a:gd name="csY8" fmla="*/ 8933 h 139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829" h="139157">
                <a:moveTo>
                  <a:pt x="0" y="8933"/>
                </a:moveTo>
                <a:cubicBezTo>
                  <a:pt x="0" y="4079"/>
                  <a:pt x="5898" y="176"/>
                  <a:pt x="13222" y="176"/>
                </a:cubicBezTo>
                <a:lnTo>
                  <a:pt x="1337608" y="176"/>
                </a:lnTo>
                <a:cubicBezTo>
                  <a:pt x="1344932" y="176"/>
                  <a:pt x="1350830" y="4079"/>
                  <a:pt x="1350830" y="8933"/>
                </a:cubicBezTo>
                <a:lnTo>
                  <a:pt x="1350830" y="130672"/>
                </a:lnTo>
                <a:cubicBezTo>
                  <a:pt x="1350830" y="135431"/>
                  <a:pt x="1344932" y="139334"/>
                  <a:pt x="1337608" y="139334"/>
                </a:cubicBezTo>
                <a:lnTo>
                  <a:pt x="13222" y="139334"/>
                </a:lnTo>
                <a:cubicBezTo>
                  <a:pt x="5898" y="139334"/>
                  <a:pt x="0" y="135431"/>
                  <a:pt x="0" y="130672"/>
                </a:cubicBezTo>
                <a:lnTo>
                  <a:pt x="0" y="8933"/>
                </a:lnTo>
                <a:close/>
              </a:path>
            </a:pathLst>
          </a:custGeom>
          <a:solidFill>
            <a:srgbClr val="FEE599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0" name="任意形状 309">
            <a:extLst>
              <a:ext uri="{FF2B5EF4-FFF2-40B4-BE49-F238E27FC236}">
                <a16:creationId xmlns:a16="http://schemas.microsoft.com/office/drawing/2014/main" id="{57A497BB-A76D-5EF7-6A18-3CB6737A997B}"/>
              </a:ext>
            </a:extLst>
          </p:cNvPr>
          <p:cNvSpPr/>
          <p:nvPr/>
        </p:nvSpPr>
        <p:spPr>
          <a:xfrm flipV="1">
            <a:off x="7981796" y="4195034"/>
            <a:ext cx="1350829" cy="139157"/>
          </a:xfrm>
          <a:custGeom>
            <a:avLst/>
            <a:gdLst>
              <a:gd name="csX0" fmla="*/ 0 w 1350829"/>
              <a:gd name="csY0" fmla="*/ 8933 h 139157"/>
              <a:gd name="csX1" fmla="*/ 13222 w 1350829"/>
              <a:gd name="csY1" fmla="*/ 176 h 139157"/>
              <a:gd name="csX2" fmla="*/ 1337608 w 1350829"/>
              <a:gd name="csY2" fmla="*/ 176 h 139157"/>
              <a:gd name="csX3" fmla="*/ 1350830 w 1350829"/>
              <a:gd name="csY3" fmla="*/ 8933 h 139157"/>
              <a:gd name="csX4" fmla="*/ 1350830 w 1350829"/>
              <a:gd name="csY4" fmla="*/ 130672 h 139157"/>
              <a:gd name="csX5" fmla="*/ 1337608 w 1350829"/>
              <a:gd name="csY5" fmla="*/ 139334 h 139157"/>
              <a:gd name="csX6" fmla="*/ 13222 w 1350829"/>
              <a:gd name="csY6" fmla="*/ 139334 h 139157"/>
              <a:gd name="csX7" fmla="*/ 0 w 1350829"/>
              <a:gd name="csY7" fmla="*/ 130672 h 139157"/>
              <a:gd name="csX8" fmla="*/ 0 w 1350829"/>
              <a:gd name="csY8" fmla="*/ 8933 h 139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829" h="139157">
                <a:moveTo>
                  <a:pt x="0" y="8933"/>
                </a:moveTo>
                <a:cubicBezTo>
                  <a:pt x="0" y="4079"/>
                  <a:pt x="5898" y="176"/>
                  <a:pt x="13222" y="176"/>
                </a:cubicBezTo>
                <a:lnTo>
                  <a:pt x="1337608" y="176"/>
                </a:lnTo>
                <a:cubicBezTo>
                  <a:pt x="1344932" y="176"/>
                  <a:pt x="1350830" y="4079"/>
                  <a:pt x="1350830" y="8933"/>
                </a:cubicBezTo>
                <a:lnTo>
                  <a:pt x="1350830" y="130672"/>
                </a:lnTo>
                <a:cubicBezTo>
                  <a:pt x="1350830" y="135431"/>
                  <a:pt x="1344932" y="139334"/>
                  <a:pt x="1337608" y="139334"/>
                </a:cubicBezTo>
                <a:lnTo>
                  <a:pt x="13222" y="139334"/>
                </a:lnTo>
                <a:cubicBezTo>
                  <a:pt x="5898" y="139334"/>
                  <a:pt x="0" y="135431"/>
                  <a:pt x="0" y="130672"/>
                </a:cubicBezTo>
                <a:lnTo>
                  <a:pt x="0" y="8933"/>
                </a:lnTo>
                <a:close/>
              </a:path>
            </a:pathLst>
          </a:custGeom>
          <a:noFill/>
          <a:ln w="10701" cap="flat">
            <a:solidFill>
              <a:srgbClr val="BF9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1" name="任意形状 310">
            <a:extLst>
              <a:ext uri="{FF2B5EF4-FFF2-40B4-BE49-F238E27FC236}">
                <a16:creationId xmlns:a16="http://schemas.microsoft.com/office/drawing/2014/main" id="{74882066-22A7-2E06-8CC1-7DFB95165093}"/>
              </a:ext>
            </a:extLst>
          </p:cNvPr>
          <p:cNvSpPr/>
          <p:nvPr/>
        </p:nvSpPr>
        <p:spPr>
          <a:xfrm flipV="1">
            <a:off x="7981796" y="4555968"/>
            <a:ext cx="1350829" cy="139157"/>
          </a:xfrm>
          <a:custGeom>
            <a:avLst/>
            <a:gdLst>
              <a:gd name="csX0" fmla="*/ 0 w 1350829"/>
              <a:gd name="csY0" fmla="*/ 8913 h 139157"/>
              <a:gd name="csX1" fmla="*/ 13222 w 1350829"/>
              <a:gd name="csY1" fmla="*/ 252 h 139157"/>
              <a:gd name="csX2" fmla="*/ 1337608 w 1350829"/>
              <a:gd name="csY2" fmla="*/ 252 h 139157"/>
              <a:gd name="csX3" fmla="*/ 1350830 w 1350829"/>
              <a:gd name="csY3" fmla="*/ 8913 h 139157"/>
              <a:gd name="csX4" fmla="*/ 1350830 w 1350829"/>
              <a:gd name="csY4" fmla="*/ 130748 h 139157"/>
              <a:gd name="csX5" fmla="*/ 1337608 w 1350829"/>
              <a:gd name="csY5" fmla="*/ 139410 h 139157"/>
              <a:gd name="csX6" fmla="*/ 13222 w 1350829"/>
              <a:gd name="csY6" fmla="*/ 139410 h 139157"/>
              <a:gd name="csX7" fmla="*/ 0 w 1350829"/>
              <a:gd name="csY7" fmla="*/ 130748 h 139157"/>
              <a:gd name="csX8" fmla="*/ 0 w 1350829"/>
              <a:gd name="csY8" fmla="*/ 8913 h 139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829" h="139157">
                <a:moveTo>
                  <a:pt x="0" y="8913"/>
                </a:moveTo>
                <a:cubicBezTo>
                  <a:pt x="0" y="4154"/>
                  <a:pt x="5898" y="252"/>
                  <a:pt x="13222" y="252"/>
                </a:cubicBezTo>
                <a:lnTo>
                  <a:pt x="1337608" y="252"/>
                </a:lnTo>
                <a:cubicBezTo>
                  <a:pt x="1344932" y="252"/>
                  <a:pt x="1350830" y="4154"/>
                  <a:pt x="1350830" y="8913"/>
                </a:cubicBezTo>
                <a:lnTo>
                  <a:pt x="1350830" y="130748"/>
                </a:lnTo>
                <a:cubicBezTo>
                  <a:pt x="1350830" y="135507"/>
                  <a:pt x="1344932" y="139410"/>
                  <a:pt x="1337608" y="139410"/>
                </a:cubicBezTo>
                <a:lnTo>
                  <a:pt x="13222" y="139410"/>
                </a:lnTo>
                <a:cubicBezTo>
                  <a:pt x="5898" y="139410"/>
                  <a:pt x="0" y="135507"/>
                  <a:pt x="0" y="130748"/>
                </a:cubicBezTo>
                <a:lnTo>
                  <a:pt x="0" y="8913"/>
                </a:lnTo>
                <a:close/>
              </a:path>
            </a:pathLst>
          </a:custGeom>
          <a:solidFill>
            <a:srgbClr val="FEE599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2" name="任意形状 311">
            <a:extLst>
              <a:ext uri="{FF2B5EF4-FFF2-40B4-BE49-F238E27FC236}">
                <a16:creationId xmlns:a16="http://schemas.microsoft.com/office/drawing/2014/main" id="{99BC6563-83A8-215B-C44A-77EE784F4878}"/>
              </a:ext>
            </a:extLst>
          </p:cNvPr>
          <p:cNvSpPr/>
          <p:nvPr/>
        </p:nvSpPr>
        <p:spPr>
          <a:xfrm flipV="1">
            <a:off x="7981796" y="4555968"/>
            <a:ext cx="1350829" cy="139157"/>
          </a:xfrm>
          <a:custGeom>
            <a:avLst/>
            <a:gdLst>
              <a:gd name="csX0" fmla="*/ 0 w 1350829"/>
              <a:gd name="csY0" fmla="*/ 8913 h 139157"/>
              <a:gd name="csX1" fmla="*/ 13222 w 1350829"/>
              <a:gd name="csY1" fmla="*/ 252 h 139157"/>
              <a:gd name="csX2" fmla="*/ 1337608 w 1350829"/>
              <a:gd name="csY2" fmla="*/ 252 h 139157"/>
              <a:gd name="csX3" fmla="*/ 1350830 w 1350829"/>
              <a:gd name="csY3" fmla="*/ 8913 h 139157"/>
              <a:gd name="csX4" fmla="*/ 1350830 w 1350829"/>
              <a:gd name="csY4" fmla="*/ 130748 h 139157"/>
              <a:gd name="csX5" fmla="*/ 1337608 w 1350829"/>
              <a:gd name="csY5" fmla="*/ 139410 h 139157"/>
              <a:gd name="csX6" fmla="*/ 13222 w 1350829"/>
              <a:gd name="csY6" fmla="*/ 139410 h 139157"/>
              <a:gd name="csX7" fmla="*/ 0 w 1350829"/>
              <a:gd name="csY7" fmla="*/ 130748 h 139157"/>
              <a:gd name="csX8" fmla="*/ 0 w 1350829"/>
              <a:gd name="csY8" fmla="*/ 8913 h 139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829" h="139157">
                <a:moveTo>
                  <a:pt x="0" y="8913"/>
                </a:moveTo>
                <a:cubicBezTo>
                  <a:pt x="0" y="4154"/>
                  <a:pt x="5898" y="252"/>
                  <a:pt x="13222" y="252"/>
                </a:cubicBezTo>
                <a:lnTo>
                  <a:pt x="1337608" y="252"/>
                </a:lnTo>
                <a:cubicBezTo>
                  <a:pt x="1344932" y="252"/>
                  <a:pt x="1350830" y="4154"/>
                  <a:pt x="1350830" y="8913"/>
                </a:cubicBezTo>
                <a:lnTo>
                  <a:pt x="1350830" y="130748"/>
                </a:lnTo>
                <a:cubicBezTo>
                  <a:pt x="1350830" y="135507"/>
                  <a:pt x="1344932" y="139410"/>
                  <a:pt x="1337608" y="139410"/>
                </a:cubicBezTo>
                <a:lnTo>
                  <a:pt x="13222" y="139410"/>
                </a:lnTo>
                <a:cubicBezTo>
                  <a:pt x="5898" y="139410"/>
                  <a:pt x="0" y="135507"/>
                  <a:pt x="0" y="130748"/>
                </a:cubicBezTo>
                <a:lnTo>
                  <a:pt x="0" y="8913"/>
                </a:lnTo>
                <a:close/>
              </a:path>
            </a:pathLst>
          </a:custGeom>
          <a:noFill/>
          <a:ln w="10701" cap="flat">
            <a:solidFill>
              <a:srgbClr val="BF9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id="{D4A39FC4-5A8A-1ACD-82ED-29FEF674CBA7}"/>
              </a:ext>
            </a:extLst>
          </p:cNvPr>
          <p:cNvSpPr txBox="1"/>
          <p:nvPr/>
        </p:nvSpPr>
        <p:spPr>
          <a:xfrm>
            <a:off x="8468984" y="4524854"/>
            <a:ext cx="269626" cy="2073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47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Times New Roman"/>
                <a:rtl val="0"/>
              </a:rPr>
              <a:t>M</a:t>
            </a:r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CBD547DB-A69F-9E4A-6FD4-4CD12C9263BB}"/>
              </a:ext>
            </a:extLst>
          </p:cNvPr>
          <p:cNvSpPr txBox="1"/>
          <p:nvPr/>
        </p:nvSpPr>
        <p:spPr>
          <a:xfrm>
            <a:off x="8553453" y="4524854"/>
            <a:ext cx="243978" cy="2073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47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Times New Roman"/>
                <a:rtl val="0"/>
              </a:rPr>
              <a:t>L</a:t>
            </a:r>
          </a:p>
        </p:txBody>
      </p:sp>
      <p:sp>
        <p:nvSpPr>
          <p:cNvPr id="315" name="文本框 314">
            <a:extLst>
              <a:ext uri="{FF2B5EF4-FFF2-40B4-BE49-F238E27FC236}">
                <a16:creationId xmlns:a16="http://schemas.microsoft.com/office/drawing/2014/main" id="{E4331E60-AD66-F969-4678-CDB64C7D1163}"/>
              </a:ext>
            </a:extLst>
          </p:cNvPr>
          <p:cNvSpPr txBox="1"/>
          <p:nvPr/>
        </p:nvSpPr>
        <p:spPr>
          <a:xfrm>
            <a:off x="8611584" y="4524854"/>
            <a:ext cx="237566" cy="2073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47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Times New Roman"/>
                <a:rtl val="0"/>
              </a:rPr>
              <a:t>P</a:t>
            </a:r>
          </a:p>
        </p:txBody>
      </p:sp>
      <p:sp>
        <p:nvSpPr>
          <p:cNvPr id="316" name="任意形状 315">
            <a:extLst>
              <a:ext uri="{FF2B5EF4-FFF2-40B4-BE49-F238E27FC236}">
                <a16:creationId xmlns:a16="http://schemas.microsoft.com/office/drawing/2014/main" id="{B05864C9-D7C6-EEEF-0059-AAD2F201AC24}"/>
              </a:ext>
            </a:extLst>
          </p:cNvPr>
          <p:cNvSpPr/>
          <p:nvPr/>
        </p:nvSpPr>
        <p:spPr>
          <a:xfrm flipV="1">
            <a:off x="7981796" y="4785597"/>
            <a:ext cx="1350829" cy="139138"/>
          </a:xfrm>
          <a:custGeom>
            <a:avLst/>
            <a:gdLst>
              <a:gd name="csX0" fmla="*/ 0 w 1350829"/>
              <a:gd name="csY0" fmla="*/ 9000 h 139138"/>
              <a:gd name="csX1" fmla="*/ 13222 w 1350829"/>
              <a:gd name="csY1" fmla="*/ 300 h 139138"/>
              <a:gd name="csX2" fmla="*/ 1337608 w 1350829"/>
              <a:gd name="csY2" fmla="*/ 300 h 139138"/>
              <a:gd name="csX3" fmla="*/ 1350830 w 1350829"/>
              <a:gd name="csY3" fmla="*/ 9000 h 139138"/>
              <a:gd name="csX4" fmla="*/ 1350830 w 1350829"/>
              <a:gd name="csY4" fmla="*/ 130749 h 139138"/>
              <a:gd name="csX5" fmla="*/ 1337608 w 1350829"/>
              <a:gd name="csY5" fmla="*/ 139439 h 139138"/>
              <a:gd name="csX6" fmla="*/ 13222 w 1350829"/>
              <a:gd name="csY6" fmla="*/ 139439 h 139138"/>
              <a:gd name="csX7" fmla="*/ 0 w 1350829"/>
              <a:gd name="csY7" fmla="*/ 130749 h 139138"/>
              <a:gd name="csX8" fmla="*/ 0 w 1350829"/>
              <a:gd name="csY8" fmla="*/ 9000 h 139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829" h="139138">
                <a:moveTo>
                  <a:pt x="0" y="9000"/>
                </a:moveTo>
                <a:cubicBezTo>
                  <a:pt x="0" y="4193"/>
                  <a:pt x="5898" y="300"/>
                  <a:pt x="13222" y="300"/>
                </a:cubicBezTo>
                <a:lnTo>
                  <a:pt x="1337608" y="300"/>
                </a:lnTo>
                <a:cubicBezTo>
                  <a:pt x="1344932" y="300"/>
                  <a:pt x="1350830" y="4193"/>
                  <a:pt x="1350830" y="9000"/>
                </a:cubicBezTo>
                <a:lnTo>
                  <a:pt x="1350830" y="130749"/>
                </a:lnTo>
                <a:cubicBezTo>
                  <a:pt x="1350830" y="135546"/>
                  <a:pt x="1344932" y="139439"/>
                  <a:pt x="1337608" y="139439"/>
                </a:cubicBezTo>
                <a:lnTo>
                  <a:pt x="13222" y="139439"/>
                </a:lnTo>
                <a:cubicBezTo>
                  <a:pt x="5898" y="139439"/>
                  <a:pt x="0" y="135546"/>
                  <a:pt x="0" y="130749"/>
                </a:cubicBezTo>
                <a:lnTo>
                  <a:pt x="0" y="9000"/>
                </a:lnTo>
                <a:close/>
              </a:path>
            </a:pathLst>
          </a:custGeom>
          <a:solidFill>
            <a:srgbClr val="FEE599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" name="任意形状 316">
            <a:extLst>
              <a:ext uri="{FF2B5EF4-FFF2-40B4-BE49-F238E27FC236}">
                <a16:creationId xmlns:a16="http://schemas.microsoft.com/office/drawing/2014/main" id="{D00AEFDD-7227-2578-3DAC-9FE09CDAB3C8}"/>
              </a:ext>
            </a:extLst>
          </p:cNvPr>
          <p:cNvSpPr/>
          <p:nvPr/>
        </p:nvSpPr>
        <p:spPr>
          <a:xfrm flipV="1">
            <a:off x="7981796" y="4785597"/>
            <a:ext cx="1350829" cy="139138"/>
          </a:xfrm>
          <a:custGeom>
            <a:avLst/>
            <a:gdLst>
              <a:gd name="csX0" fmla="*/ 0 w 1350829"/>
              <a:gd name="csY0" fmla="*/ 9000 h 139138"/>
              <a:gd name="csX1" fmla="*/ 13222 w 1350829"/>
              <a:gd name="csY1" fmla="*/ 300 h 139138"/>
              <a:gd name="csX2" fmla="*/ 1337608 w 1350829"/>
              <a:gd name="csY2" fmla="*/ 300 h 139138"/>
              <a:gd name="csX3" fmla="*/ 1350830 w 1350829"/>
              <a:gd name="csY3" fmla="*/ 9000 h 139138"/>
              <a:gd name="csX4" fmla="*/ 1350830 w 1350829"/>
              <a:gd name="csY4" fmla="*/ 130749 h 139138"/>
              <a:gd name="csX5" fmla="*/ 1337608 w 1350829"/>
              <a:gd name="csY5" fmla="*/ 139439 h 139138"/>
              <a:gd name="csX6" fmla="*/ 13222 w 1350829"/>
              <a:gd name="csY6" fmla="*/ 139439 h 139138"/>
              <a:gd name="csX7" fmla="*/ 0 w 1350829"/>
              <a:gd name="csY7" fmla="*/ 130749 h 139138"/>
              <a:gd name="csX8" fmla="*/ 0 w 1350829"/>
              <a:gd name="csY8" fmla="*/ 9000 h 139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829" h="139138">
                <a:moveTo>
                  <a:pt x="0" y="9000"/>
                </a:moveTo>
                <a:cubicBezTo>
                  <a:pt x="0" y="4193"/>
                  <a:pt x="5898" y="300"/>
                  <a:pt x="13222" y="300"/>
                </a:cubicBezTo>
                <a:lnTo>
                  <a:pt x="1337608" y="300"/>
                </a:lnTo>
                <a:cubicBezTo>
                  <a:pt x="1344932" y="300"/>
                  <a:pt x="1350830" y="4193"/>
                  <a:pt x="1350830" y="9000"/>
                </a:cubicBezTo>
                <a:lnTo>
                  <a:pt x="1350830" y="130749"/>
                </a:lnTo>
                <a:cubicBezTo>
                  <a:pt x="1350830" y="135546"/>
                  <a:pt x="1344932" y="139439"/>
                  <a:pt x="1337608" y="139439"/>
                </a:cubicBezTo>
                <a:lnTo>
                  <a:pt x="13222" y="139439"/>
                </a:lnTo>
                <a:cubicBezTo>
                  <a:pt x="5898" y="139439"/>
                  <a:pt x="0" y="135546"/>
                  <a:pt x="0" y="130749"/>
                </a:cubicBezTo>
                <a:lnTo>
                  <a:pt x="0" y="9000"/>
                </a:lnTo>
                <a:close/>
              </a:path>
            </a:pathLst>
          </a:custGeom>
          <a:noFill/>
          <a:ln w="10701" cap="flat">
            <a:solidFill>
              <a:srgbClr val="BF9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8" name="任意形状 317">
            <a:extLst>
              <a:ext uri="{FF2B5EF4-FFF2-40B4-BE49-F238E27FC236}">
                <a16:creationId xmlns:a16="http://schemas.microsoft.com/office/drawing/2014/main" id="{9CEECE91-74A7-4B6E-623E-17049A963D5C}"/>
              </a:ext>
            </a:extLst>
          </p:cNvPr>
          <p:cNvSpPr/>
          <p:nvPr/>
        </p:nvSpPr>
        <p:spPr>
          <a:xfrm flipV="1">
            <a:off x="7981796" y="5051054"/>
            <a:ext cx="1350829" cy="139138"/>
          </a:xfrm>
          <a:custGeom>
            <a:avLst/>
            <a:gdLst>
              <a:gd name="csX0" fmla="*/ 0 w 1350829"/>
              <a:gd name="csY0" fmla="*/ 9056 h 139138"/>
              <a:gd name="csX1" fmla="*/ 13222 w 1350829"/>
              <a:gd name="csY1" fmla="*/ 356 h 139138"/>
              <a:gd name="csX2" fmla="*/ 1337608 w 1350829"/>
              <a:gd name="csY2" fmla="*/ 356 h 139138"/>
              <a:gd name="csX3" fmla="*/ 1350830 w 1350829"/>
              <a:gd name="csY3" fmla="*/ 9056 h 139138"/>
              <a:gd name="csX4" fmla="*/ 1350830 w 1350829"/>
              <a:gd name="csY4" fmla="*/ 130795 h 139138"/>
              <a:gd name="csX5" fmla="*/ 1337608 w 1350829"/>
              <a:gd name="csY5" fmla="*/ 139495 h 139138"/>
              <a:gd name="csX6" fmla="*/ 13222 w 1350829"/>
              <a:gd name="csY6" fmla="*/ 139495 h 139138"/>
              <a:gd name="csX7" fmla="*/ 0 w 1350829"/>
              <a:gd name="csY7" fmla="*/ 130795 h 139138"/>
              <a:gd name="csX8" fmla="*/ 0 w 1350829"/>
              <a:gd name="csY8" fmla="*/ 9056 h 139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829" h="139138">
                <a:moveTo>
                  <a:pt x="0" y="9056"/>
                </a:moveTo>
                <a:cubicBezTo>
                  <a:pt x="0" y="4249"/>
                  <a:pt x="5898" y="356"/>
                  <a:pt x="13222" y="356"/>
                </a:cubicBezTo>
                <a:lnTo>
                  <a:pt x="1337608" y="356"/>
                </a:lnTo>
                <a:cubicBezTo>
                  <a:pt x="1344932" y="356"/>
                  <a:pt x="1350830" y="4249"/>
                  <a:pt x="1350830" y="9056"/>
                </a:cubicBezTo>
                <a:lnTo>
                  <a:pt x="1350830" y="130795"/>
                </a:lnTo>
                <a:cubicBezTo>
                  <a:pt x="1350830" y="135602"/>
                  <a:pt x="1344932" y="139495"/>
                  <a:pt x="1337608" y="139495"/>
                </a:cubicBezTo>
                <a:lnTo>
                  <a:pt x="13222" y="139495"/>
                </a:lnTo>
                <a:cubicBezTo>
                  <a:pt x="5898" y="139495"/>
                  <a:pt x="0" y="135602"/>
                  <a:pt x="0" y="130795"/>
                </a:cubicBezTo>
                <a:lnTo>
                  <a:pt x="0" y="9056"/>
                </a:lnTo>
                <a:close/>
              </a:path>
            </a:pathLst>
          </a:custGeom>
          <a:solidFill>
            <a:srgbClr val="FEE599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9" name="任意形状 318">
            <a:extLst>
              <a:ext uri="{FF2B5EF4-FFF2-40B4-BE49-F238E27FC236}">
                <a16:creationId xmlns:a16="http://schemas.microsoft.com/office/drawing/2014/main" id="{42DC7282-BF13-A8A7-ED88-4F274C01F112}"/>
              </a:ext>
            </a:extLst>
          </p:cNvPr>
          <p:cNvSpPr/>
          <p:nvPr/>
        </p:nvSpPr>
        <p:spPr>
          <a:xfrm flipV="1">
            <a:off x="7981796" y="5051054"/>
            <a:ext cx="1350829" cy="139138"/>
          </a:xfrm>
          <a:custGeom>
            <a:avLst/>
            <a:gdLst>
              <a:gd name="csX0" fmla="*/ 0 w 1350829"/>
              <a:gd name="csY0" fmla="*/ 9056 h 139138"/>
              <a:gd name="csX1" fmla="*/ 13222 w 1350829"/>
              <a:gd name="csY1" fmla="*/ 356 h 139138"/>
              <a:gd name="csX2" fmla="*/ 1337608 w 1350829"/>
              <a:gd name="csY2" fmla="*/ 356 h 139138"/>
              <a:gd name="csX3" fmla="*/ 1350830 w 1350829"/>
              <a:gd name="csY3" fmla="*/ 9056 h 139138"/>
              <a:gd name="csX4" fmla="*/ 1350830 w 1350829"/>
              <a:gd name="csY4" fmla="*/ 130795 h 139138"/>
              <a:gd name="csX5" fmla="*/ 1337608 w 1350829"/>
              <a:gd name="csY5" fmla="*/ 139495 h 139138"/>
              <a:gd name="csX6" fmla="*/ 13222 w 1350829"/>
              <a:gd name="csY6" fmla="*/ 139495 h 139138"/>
              <a:gd name="csX7" fmla="*/ 0 w 1350829"/>
              <a:gd name="csY7" fmla="*/ 130795 h 139138"/>
              <a:gd name="csX8" fmla="*/ 0 w 1350829"/>
              <a:gd name="csY8" fmla="*/ 9056 h 139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829" h="139138">
                <a:moveTo>
                  <a:pt x="0" y="9056"/>
                </a:moveTo>
                <a:cubicBezTo>
                  <a:pt x="0" y="4249"/>
                  <a:pt x="5898" y="356"/>
                  <a:pt x="13222" y="356"/>
                </a:cubicBezTo>
                <a:lnTo>
                  <a:pt x="1337608" y="356"/>
                </a:lnTo>
                <a:cubicBezTo>
                  <a:pt x="1344932" y="356"/>
                  <a:pt x="1350830" y="4249"/>
                  <a:pt x="1350830" y="9056"/>
                </a:cubicBezTo>
                <a:lnTo>
                  <a:pt x="1350830" y="130795"/>
                </a:lnTo>
                <a:cubicBezTo>
                  <a:pt x="1350830" y="135602"/>
                  <a:pt x="1344932" y="139495"/>
                  <a:pt x="1337608" y="139495"/>
                </a:cubicBezTo>
                <a:lnTo>
                  <a:pt x="13222" y="139495"/>
                </a:lnTo>
                <a:cubicBezTo>
                  <a:pt x="5898" y="139495"/>
                  <a:pt x="0" y="135602"/>
                  <a:pt x="0" y="130795"/>
                </a:cubicBezTo>
                <a:lnTo>
                  <a:pt x="0" y="9056"/>
                </a:lnTo>
                <a:close/>
              </a:path>
            </a:pathLst>
          </a:custGeom>
          <a:noFill/>
          <a:ln w="10701" cap="flat">
            <a:solidFill>
              <a:srgbClr val="BF9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" name="任意形状 319">
            <a:extLst>
              <a:ext uri="{FF2B5EF4-FFF2-40B4-BE49-F238E27FC236}">
                <a16:creationId xmlns:a16="http://schemas.microsoft.com/office/drawing/2014/main" id="{9CC321F9-83E0-9FDD-430A-68BAE4FA8180}"/>
              </a:ext>
            </a:extLst>
          </p:cNvPr>
          <p:cNvSpPr/>
          <p:nvPr/>
        </p:nvSpPr>
        <p:spPr>
          <a:xfrm flipV="1">
            <a:off x="7973045" y="5285985"/>
            <a:ext cx="1350924" cy="139138"/>
          </a:xfrm>
          <a:custGeom>
            <a:avLst/>
            <a:gdLst>
              <a:gd name="csX0" fmla="*/ 0 w 1350924"/>
              <a:gd name="csY0" fmla="*/ 9105 h 139138"/>
              <a:gd name="csX1" fmla="*/ 13317 w 1350924"/>
              <a:gd name="csY1" fmla="*/ 405 h 139138"/>
              <a:gd name="csX2" fmla="*/ 1337703 w 1350924"/>
              <a:gd name="csY2" fmla="*/ 405 h 139138"/>
              <a:gd name="csX3" fmla="*/ 1350924 w 1350924"/>
              <a:gd name="csY3" fmla="*/ 9105 h 139138"/>
              <a:gd name="csX4" fmla="*/ 1350924 w 1350924"/>
              <a:gd name="csY4" fmla="*/ 130844 h 139138"/>
              <a:gd name="csX5" fmla="*/ 1337703 w 1350924"/>
              <a:gd name="csY5" fmla="*/ 139544 h 139138"/>
              <a:gd name="csX6" fmla="*/ 13317 w 1350924"/>
              <a:gd name="csY6" fmla="*/ 139544 h 139138"/>
              <a:gd name="csX7" fmla="*/ 0 w 1350924"/>
              <a:gd name="csY7" fmla="*/ 130844 h 139138"/>
              <a:gd name="csX8" fmla="*/ 0 w 1350924"/>
              <a:gd name="csY8" fmla="*/ 9105 h 139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924" h="139138">
                <a:moveTo>
                  <a:pt x="0" y="9105"/>
                </a:moveTo>
                <a:cubicBezTo>
                  <a:pt x="0" y="4298"/>
                  <a:pt x="5993" y="405"/>
                  <a:pt x="13317" y="405"/>
                </a:cubicBezTo>
                <a:lnTo>
                  <a:pt x="1337703" y="405"/>
                </a:lnTo>
                <a:cubicBezTo>
                  <a:pt x="1345027" y="405"/>
                  <a:pt x="1350924" y="4298"/>
                  <a:pt x="1350924" y="9105"/>
                </a:cubicBezTo>
                <a:lnTo>
                  <a:pt x="1350924" y="130844"/>
                </a:lnTo>
                <a:cubicBezTo>
                  <a:pt x="1350924" y="135651"/>
                  <a:pt x="1345027" y="139544"/>
                  <a:pt x="1337703" y="139544"/>
                </a:cubicBezTo>
                <a:lnTo>
                  <a:pt x="13317" y="139544"/>
                </a:lnTo>
                <a:cubicBezTo>
                  <a:pt x="5993" y="139544"/>
                  <a:pt x="0" y="135651"/>
                  <a:pt x="0" y="130844"/>
                </a:cubicBezTo>
                <a:lnTo>
                  <a:pt x="0" y="9105"/>
                </a:lnTo>
                <a:close/>
              </a:path>
            </a:pathLst>
          </a:custGeom>
          <a:solidFill>
            <a:srgbClr val="FEE599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" name="任意形状 320">
            <a:extLst>
              <a:ext uri="{FF2B5EF4-FFF2-40B4-BE49-F238E27FC236}">
                <a16:creationId xmlns:a16="http://schemas.microsoft.com/office/drawing/2014/main" id="{2555EA41-0EB0-BD9B-FE61-9DF4C1A2E8D7}"/>
              </a:ext>
            </a:extLst>
          </p:cNvPr>
          <p:cNvSpPr/>
          <p:nvPr/>
        </p:nvSpPr>
        <p:spPr>
          <a:xfrm flipV="1">
            <a:off x="7973045" y="5285985"/>
            <a:ext cx="1350924" cy="139138"/>
          </a:xfrm>
          <a:custGeom>
            <a:avLst/>
            <a:gdLst>
              <a:gd name="csX0" fmla="*/ 0 w 1350924"/>
              <a:gd name="csY0" fmla="*/ 9105 h 139138"/>
              <a:gd name="csX1" fmla="*/ 13317 w 1350924"/>
              <a:gd name="csY1" fmla="*/ 405 h 139138"/>
              <a:gd name="csX2" fmla="*/ 1337703 w 1350924"/>
              <a:gd name="csY2" fmla="*/ 405 h 139138"/>
              <a:gd name="csX3" fmla="*/ 1350924 w 1350924"/>
              <a:gd name="csY3" fmla="*/ 9105 h 139138"/>
              <a:gd name="csX4" fmla="*/ 1350924 w 1350924"/>
              <a:gd name="csY4" fmla="*/ 130844 h 139138"/>
              <a:gd name="csX5" fmla="*/ 1337703 w 1350924"/>
              <a:gd name="csY5" fmla="*/ 139544 h 139138"/>
              <a:gd name="csX6" fmla="*/ 13317 w 1350924"/>
              <a:gd name="csY6" fmla="*/ 139544 h 139138"/>
              <a:gd name="csX7" fmla="*/ 0 w 1350924"/>
              <a:gd name="csY7" fmla="*/ 130844 h 139138"/>
              <a:gd name="csX8" fmla="*/ 0 w 1350924"/>
              <a:gd name="csY8" fmla="*/ 9105 h 139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924" h="139138">
                <a:moveTo>
                  <a:pt x="0" y="9105"/>
                </a:moveTo>
                <a:cubicBezTo>
                  <a:pt x="0" y="4298"/>
                  <a:pt x="5993" y="405"/>
                  <a:pt x="13317" y="405"/>
                </a:cubicBezTo>
                <a:lnTo>
                  <a:pt x="1337703" y="405"/>
                </a:lnTo>
                <a:cubicBezTo>
                  <a:pt x="1345027" y="405"/>
                  <a:pt x="1350924" y="4298"/>
                  <a:pt x="1350924" y="9105"/>
                </a:cubicBezTo>
                <a:lnTo>
                  <a:pt x="1350924" y="130844"/>
                </a:lnTo>
                <a:cubicBezTo>
                  <a:pt x="1350924" y="135651"/>
                  <a:pt x="1345027" y="139544"/>
                  <a:pt x="1337703" y="139544"/>
                </a:cubicBezTo>
                <a:lnTo>
                  <a:pt x="13317" y="139544"/>
                </a:lnTo>
                <a:cubicBezTo>
                  <a:pt x="5993" y="139544"/>
                  <a:pt x="0" y="135651"/>
                  <a:pt x="0" y="130844"/>
                </a:cubicBezTo>
                <a:lnTo>
                  <a:pt x="0" y="9105"/>
                </a:lnTo>
                <a:close/>
              </a:path>
            </a:pathLst>
          </a:custGeom>
          <a:noFill/>
          <a:ln w="10701" cap="flat">
            <a:solidFill>
              <a:srgbClr val="BF9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2" name="任意形状 321">
            <a:extLst>
              <a:ext uri="{FF2B5EF4-FFF2-40B4-BE49-F238E27FC236}">
                <a16:creationId xmlns:a16="http://schemas.microsoft.com/office/drawing/2014/main" id="{8FAC1789-EB57-92B7-04D7-85B0210D69C8}"/>
              </a:ext>
            </a:extLst>
          </p:cNvPr>
          <p:cNvSpPr/>
          <p:nvPr/>
        </p:nvSpPr>
        <p:spPr>
          <a:xfrm flipV="1">
            <a:off x="7796783" y="4033317"/>
            <a:ext cx="142207" cy="1363888"/>
          </a:xfrm>
          <a:custGeom>
            <a:avLst/>
            <a:gdLst>
              <a:gd name="csX0" fmla="*/ 0 w 142207"/>
              <a:gd name="csY0" fmla="*/ 271 h 1363888"/>
              <a:gd name="csX1" fmla="*/ 56598 w 142207"/>
              <a:gd name="csY1" fmla="*/ 271 h 1363888"/>
              <a:gd name="csX2" fmla="*/ 56598 w 142207"/>
              <a:gd name="csY2" fmla="*/ 1364160 h 1363888"/>
              <a:gd name="csX3" fmla="*/ 142208 w 142207"/>
              <a:gd name="csY3" fmla="*/ 1364160 h 1363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2207" h="1363888">
                <a:moveTo>
                  <a:pt x="0" y="271"/>
                </a:moveTo>
                <a:lnTo>
                  <a:pt x="56598" y="271"/>
                </a:lnTo>
                <a:lnTo>
                  <a:pt x="56598" y="1364160"/>
                </a:lnTo>
                <a:lnTo>
                  <a:pt x="142208" y="1364160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3" name="任意形状 322">
            <a:extLst>
              <a:ext uri="{FF2B5EF4-FFF2-40B4-BE49-F238E27FC236}">
                <a16:creationId xmlns:a16="http://schemas.microsoft.com/office/drawing/2014/main" id="{485ACE18-447C-5F30-6BC9-659A8515DD16}"/>
              </a:ext>
            </a:extLst>
          </p:cNvPr>
          <p:cNvSpPr/>
          <p:nvPr/>
        </p:nvSpPr>
        <p:spPr>
          <a:xfrm flipV="1">
            <a:off x="7923866" y="4002192"/>
            <a:ext cx="62210" cy="62249"/>
          </a:xfrm>
          <a:custGeom>
            <a:avLst/>
            <a:gdLst>
              <a:gd name="csX0" fmla="*/ 62210 w 62210"/>
              <a:gd name="csY0" fmla="*/ 31252 h 62249"/>
              <a:gd name="csX1" fmla="*/ 0 w 62210"/>
              <a:gd name="csY1" fmla="*/ 127 h 62249"/>
              <a:gd name="csX2" fmla="*/ 0 w 62210"/>
              <a:gd name="csY2" fmla="*/ 62377 h 62249"/>
              <a:gd name="csX3" fmla="*/ 62210 w 62210"/>
              <a:gd name="csY3" fmla="*/ 31252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10" h="62249">
                <a:moveTo>
                  <a:pt x="62210" y="31252"/>
                </a:moveTo>
                <a:lnTo>
                  <a:pt x="0" y="127"/>
                </a:lnTo>
                <a:cubicBezTo>
                  <a:pt x="9798" y="19735"/>
                  <a:pt x="9798" y="42770"/>
                  <a:pt x="0" y="62377"/>
                </a:cubicBezTo>
                <a:lnTo>
                  <a:pt x="62210" y="31252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4" name="任意形状 323">
            <a:extLst>
              <a:ext uri="{FF2B5EF4-FFF2-40B4-BE49-F238E27FC236}">
                <a16:creationId xmlns:a16="http://schemas.microsoft.com/office/drawing/2014/main" id="{CD4D739A-36BE-2F1C-7DDD-F01804CB3747}"/>
              </a:ext>
            </a:extLst>
          </p:cNvPr>
          <p:cNvSpPr/>
          <p:nvPr/>
        </p:nvSpPr>
        <p:spPr>
          <a:xfrm flipV="1">
            <a:off x="8591339" y="4403294"/>
            <a:ext cx="87322" cy="87473"/>
          </a:xfrm>
          <a:custGeom>
            <a:avLst/>
            <a:gdLst>
              <a:gd name="csX0" fmla="*/ 87322 w 87322"/>
              <a:gd name="csY0" fmla="*/ 43998 h 87473"/>
              <a:gd name="csX1" fmla="*/ 43661 w 87322"/>
              <a:gd name="csY1" fmla="*/ 87688 h 87473"/>
              <a:gd name="csX2" fmla="*/ 0 w 87322"/>
              <a:gd name="csY2" fmla="*/ 43998 h 87473"/>
              <a:gd name="csX3" fmla="*/ 43661 w 87322"/>
              <a:gd name="csY3" fmla="*/ 214 h 87473"/>
              <a:gd name="csX4" fmla="*/ 87322 w 87322"/>
              <a:gd name="csY4" fmla="*/ 43998 h 874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322" h="87473">
                <a:moveTo>
                  <a:pt x="87322" y="43998"/>
                </a:moveTo>
                <a:cubicBezTo>
                  <a:pt x="87322" y="68080"/>
                  <a:pt x="67822" y="87688"/>
                  <a:pt x="43661" y="87688"/>
                </a:cubicBezTo>
                <a:cubicBezTo>
                  <a:pt x="19595" y="87688"/>
                  <a:pt x="0" y="68080"/>
                  <a:pt x="0" y="43998"/>
                </a:cubicBezTo>
                <a:cubicBezTo>
                  <a:pt x="0" y="19822"/>
                  <a:pt x="19595" y="214"/>
                  <a:pt x="43661" y="214"/>
                </a:cubicBezTo>
                <a:cubicBezTo>
                  <a:pt x="67822" y="214"/>
                  <a:pt x="87322" y="19822"/>
                  <a:pt x="87322" y="43998"/>
                </a:cubicBezTo>
                <a:close/>
              </a:path>
            </a:pathLst>
          </a:custGeom>
          <a:solidFill>
            <a:srgbClr val="F0F0F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5" name="任意形状 324">
            <a:extLst>
              <a:ext uri="{FF2B5EF4-FFF2-40B4-BE49-F238E27FC236}">
                <a16:creationId xmlns:a16="http://schemas.microsoft.com/office/drawing/2014/main" id="{C7295AFC-5731-A792-2A61-8BA94ADCCB16}"/>
              </a:ext>
            </a:extLst>
          </p:cNvPr>
          <p:cNvSpPr/>
          <p:nvPr/>
        </p:nvSpPr>
        <p:spPr>
          <a:xfrm flipV="1">
            <a:off x="8591339" y="4403294"/>
            <a:ext cx="87322" cy="87473"/>
          </a:xfrm>
          <a:custGeom>
            <a:avLst/>
            <a:gdLst>
              <a:gd name="csX0" fmla="*/ 87322 w 87322"/>
              <a:gd name="csY0" fmla="*/ 43998 h 87473"/>
              <a:gd name="csX1" fmla="*/ 43661 w 87322"/>
              <a:gd name="csY1" fmla="*/ 87688 h 87473"/>
              <a:gd name="csX2" fmla="*/ 0 w 87322"/>
              <a:gd name="csY2" fmla="*/ 43998 h 87473"/>
              <a:gd name="csX3" fmla="*/ 43661 w 87322"/>
              <a:gd name="csY3" fmla="*/ 214 h 87473"/>
              <a:gd name="csX4" fmla="*/ 87322 w 87322"/>
              <a:gd name="csY4" fmla="*/ 43998 h 874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322" h="87473">
                <a:moveTo>
                  <a:pt x="87322" y="43998"/>
                </a:moveTo>
                <a:cubicBezTo>
                  <a:pt x="87322" y="68080"/>
                  <a:pt x="67822" y="87688"/>
                  <a:pt x="43661" y="87688"/>
                </a:cubicBezTo>
                <a:cubicBezTo>
                  <a:pt x="19595" y="87688"/>
                  <a:pt x="0" y="68080"/>
                  <a:pt x="0" y="43998"/>
                </a:cubicBezTo>
                <a:cubicBezTo>
                  <a:pt x="0" y="19822"/>
                  <a:pt x="19595" y="214"/>
                  <a:pt x="43661" y="214"/>
                </a:cubicBezTo>
                <a:cubicBezTo>
                  <a:pt x="67822" y="214"/>
                  <a:pt x="87322" y="19822"/>
                  <a:pt x="87322" y="43998"/>
                </a:cubicBezTo>
                <a:close/>
              </a:path>
            </a:pathLst>
          </a:custGeom>
          <a:noFill/>
          <a:ln w="713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6" name="任意形状 325">
            <a:extLst>
              <a:ext uri="{FF2B5EF4-FFF2-40B4-BE49-F238E27FC236}">
                <a16:creationId xmlns:a16="http://schemas.microsoft.com/office/drawing/2014/main" id="{C0320F78-B37B-85E7-C551-291C023B334B}"/>
              </a:ext>
            </a:extLst>
          </p:cNvPr>
          <p:cNvSpPr/>
          <p:nvPr/>
        </p:nvSpPr>
        <p:spPr>
          <a:xfrm flipV="1">
            <a:off x="8603610" y="4416620"/>
            <a:ext cx="62400" cy="61202"/>
          </a:xfrm>
          <a:custGeom>
            <a:avLst/>
            <a:gdLst>
              <a:gd name="csX0" fmla="*/ 62400 w 62400"/>
              <a:gd name="csY0" fmla="*/ 214 h 61202"/>
              <a:gd name="csX1" fmla="*/ 0 w 62400"/>
              <a:gd name="csY1" fmla="*/ 61417 h 61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400" h="61202">
                <a:moveTo>
                  <a:pt x="62400" y="214"/>
                </a:moveTo>
                <a:lnTo>
                  <a:pt x="0" y="61417"/>
                </a:lnTo>
              </a:path>
            </a:pathLst>
          </a:custGeom>
          <a:noFill/>
          <a:ln w="4756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7" name="任意形状 326">
            <a:extLst>
              <a:ext uri="{FF2B5EF4-FFF2-40B4-BE49-F238E27FC236}">
                <a16:creationId xmlns:a16="http://schemas.microsoft.com/office/drawing/2014/main" id="{39987471-7CAB-B699-3D6D-3F8449746137}"/>
              </a:ext>
            </a:extLst>
          </p:cNvPr>
          <p:cNvSpPr/>
          <p:nvPr/>
        </p:nvSpPr>
        <p:spPr>
          <a:xfrm flipV="1">
            <a:off x="8603134" y="4417477"/>
            <a:ext cx="64112" cy="59489"/>
          </a:xfrm>
          <a:custGeom>
            <a:avLst/>
            <a:gdLst>
              <a:gd name="csX0" fmla="*/ 0 w 64112"/>
              <a:gd name="csY0" fmla="*/ 214 h 59489"/>
              <a:gd name="csX1" fmla="*/ 64112 w 64112"/>
              <a:gd name="csY1" fmla="*/ 59704 h 5948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112" h="59489">
                <a:moveTo>
                  <a:pt x="0" y="214"/>
                </a:moveTo>
                <a:lnTo>
                  <a:pt x="64112" y="59704"/>
                </a:lnTo>
              </a:path>
            </a:pathLst>
          </a:custGeom>
          <a:noFill/>
          <a:ln w="4756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8" name="任意形状 327">
            <a:extLst>
              <a:ext uri="{FF2B5EF4-FFF2-40B4-BE49-F238E27FC236}">
                <a16:creationId xmlns:a16="http://schemas.microsoft.com/office/drawing/2014/main" id="{A889DB0C-F37D-9D80-9EF7-384399EF7F51}"/>
              </a:ext>
            </a:extLst>
          </p:cNvPr>
          <p:cNvSpPr/>
          <p:nvPr/>
        </p:nvSpPr>
        <p:spPr>
          <a:xfrm flipV="1">
            <a:off x="8591339" y="4403294"/>
            <a:ext cx="87322" cy="87473"/>
          </a:xfrm>
          <a:custGeom>
            <a:avLst/>
            <a:gdLst>
              <a:gd name="csX0" fmla="*/ 87322 w 87322"/>
              <a:gd name="csY0" fmla="*/ 43998 h 87473"/>
              <a:gd name="csX1" fmla="*/ 43661 w 87322"/>
              <a:gd name="csY1" fmla="*/ 87688 h 87473"/>
              <a:gd name="csX2" fmla="*/ 0 w 87322"/>
              <a:gd name="csY2" fmla="*/ 43998 h 87473"/>
              <a:gd name="csX3" fmla="*/ 43661 w 87322"/>
              <a:gd name="csY3" fmla="*/ 214 h 87473"/>
              <a:gd name="csX4" fmla="*/ 87322 w 87322"/>
              <a:gd name="csY4" fmla="*/ 43998 h 874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322" h="87473">
                <a:moveTo>
                  <a:pt x="87322" y="43998"/>
                </a:moveTo>
                <a:cubicBezTo>
                  <a:pt x="87322" y="68080"/>
                  <a:pt x="67822" y="87688"/>
                  <a:pt x="43661" y="87688"/>
                </a:cubicBezTo>
                <a:cubicBezTo>
                  <a:pt x="19595" y="87688"/>
                  <a:pt x="0" y="68080"/>
                  <a:pt x="0" y="43998"/>
                </a:cubicBezTo>
                <a:cubicBezTo>
                  <a:pt x="0" y="19822"/>
                  <a:pt x="19595" y="214"/>
                  <a:pt x="43661" y="214"/>
                </a:cubicBezTo>
                <a:cubicBezTo>
                  <a:pt x="67822" y="214"/>
                  <a:pt x="87322" y="19822"/>
                  <a:pt x="87322" y="43998"/>
                </a:cubicBezTo>
                <a:close/>
              </a:path>
            </a:pathLst>
          </a:custGeom>
          <a:solidFill>
            <a:srgbClr val="F0F0F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9" name="任意形状 328">
            <a:extLst>
              <a:ext uri="{FF2B5EF4-FFF2-40B4-BE49-F238E27FC236}">
                <a16:creationId xmlns:a16="http://schemas.microsoft.com/office/drawing/2014/main" id="{D8479603-637B-A5A2-983D-E56C3D6DD221}"/>
              </a:ext>
            </a:extLst>
          </p:cNvPr>
          <p:cNvSpPr/>
          <p:nvPr/>
        </p:nvSpPr>
        <p:spPr>
          <a:xfrm flipV="1">
            <a:off x="8591339" y="4403294"/>
            <a:ext cx="87322" cy="87473"/>
          </a:xfrm>
          <a:custGeom>
            <a:avLst/>
            <a:gdLst>
              <a:gd name="csX0" fmla="*/ 87322 w 87322"/>
              <a:gd name="csY0" fmla="*/ 43998 h 87473"/>
              <a:gd name="csX1" fmla="*/ 43661 w 87322"/>
              <a:gd name="csY1" fmla="*/ 87688 h 87473"/>
              <a:gd name="csX2" fmla="*/ 0 w 87322"/>
              <a:gd name="csY2" fmla="*/ 43998 h 87473"/>
              <a:gd name="csX3" fmla="*/ 43661 w 87322"/>
              <a:gd name="csY3" fmla="*/ 214 h 87473"/>
              <a:gd name="csX4" fmla="*/ 87322 w 87322"/>
              <a:gd name="csY4" fmla="*/ 43998 h 874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322" h="87473">
                <a:moveTo>
                  <a:pt x="87322" y="43998"/>
                </a:moveTo>
                <a:cubicBezTo>
                  <a:pt x="87322" y="68080"/>
                  <a:pt x="67822" y="87688"/>
                  <a:pt x="43661" y="87688"/>
                </a:cubicBezTo>
                <a:cubicBezTo>
                  <a:pt x="19595" y="87688"/>
                  <a:pt x="0" y="68080"/>
                  <a:pt x="0" y="43998"/>
                </a:cubicBezTo>
                <a:cubicBezTo>
                  <a:pt x="0" y="19822"/>
                  <a:pt x="19595" y="214"/>
                  <a:pt x="43661" y="214"/>
                </a:cubicBezTo>
                <a:cubicBezTo>
                  <a:pt x="67822" y="214"/>
                  <a:pt x="87322" y="19822"/>
                  <a:pt x="87322" y="43998"/>
                </a:cubicBezTo>
                <a:close/>
              </a:path>
            </a:pathLst>
          </a:custGeom>
          <a:noFill/>
          <a:ln w="713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0" name="任意形状 329">
            <a:extLst>
              <a:ext uri="{FF2B5EF4-FFF2-40B4-BE49-F238E27FC236}">
                <a16:creationId xmlns:a16="http://schemas.microsoft.com/office/drawing/2014/main" id="{1872934D-D828-3386-A08D-94B83F469E42}"/>
              </a:ext>
            </a:extLst>
          </p:cNvPr>
          <p:cNvSpPr/>
          <p:nvPr/>
        </p:nvSpPr>
        <p:spPr>
          <a:xfrm flipV="1">
            <a:off x="8603610" y="4416620"/>
            <a:ext cx="62400" cy="61202"/>
          </a:xfrm>
          <a:custGeom>
            <a:avLst/>
            <a:gdLst>
              <a:gd name="csX0" fmla="*/ 62400 w 62400"/>
              <a:gd name="csY0" fmla="*/ 214 h 61202"/>
              <a:gd name="csX1" fmla="*/ 0 w 62400"/>
              <a:gd name="csY1" fmla="*/ 61417 h 61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400" h="61202">
                <a:moveTo>
                  <a:pt x="62400" y="214"/>
                </a:moveTo>
                <a:lnTo>
                  <a:pt x="0" y="61417"/>
                </a:lnTo>
              </a:path>
            </a:pathLst>
          </a:custGeom>
          <a:noFill/>
          <a:ln w="4756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1" name="任意形状 330">
            <a:extLst>
              <a:ext uri="{FF2B5EF4-FFF2-40B4-BE49-F238E27FC236}">
                <a16:creationId xmlns:a16="http://schemas.microsoft.com/office/drawing/2014/main" id="{B1F390AA-5950-49D4-121C-F4D49F450B3E}"/>
              </a:ext>
            </a:extLst>
          </p:cNvPr>
          <p:cNvSpPr/>
          <p:nvPr/>
        </p:nvSpPr>
        <p:spPr>
          <a:xfrm flipV="1">
            <a:off x="8603134" y="4417477"/>
            <a:ext cx="64112" cy="59489"/>
          </a:xfrm>
          <a:custGeom>
            <a:avLst/>
            <a:gdLst>
              <a:gd name="csX0" fmla="*/ 0 w 64112"/>
              <a:gd name="csY0" fmla="*/ 214 h 59489"/>
              <a:gd name="csX1" fmla="*/ 64112 w 64112"/>
              <a:gd name="csY1" fmla="*/ 59704 h 5948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112" h="59489">
                <a:moveTo>
                  <a:pt x="0" y="214"/>
                </a:moveTo>
                <a:lnTo>
                  <a:pt x="64112" y="59704"/>
                </a:lnTo>
              </a:path>
            </a:pathLst>
          </a:custGeom>
          <a:noFill/>
          <a:ln w="4756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2" name="任意形状 331">
            <a:extLst>
              <a:ext uri="{FF2B5EF4-FFF2-40B4-BE49-F238E27FC236}">
                <a16:creationId xmlns:a16="http://schemas.microsoft.com/office/drawing/2014/main" id="{4840F54A-EB6D-CF43-0F67-3103A3AFC1AD}"/>
              </a:ext>
            </a:extLst>
          </p:cNvPr>
          <p:cNvSpPr/>
          <p:nvPr/>
        </p:nvSpPr>
        <p:spPr>
          <a:xfrm flipV="1">
            <a:off x="8636332" y="4112510"/>
            <a:ext cx="761" cy="29792"/>
          </a:xfrm>
          <a:custGeom>
            <a:avLst/>
            <a:gdLst>
              <a:gd name="csX0" fmla="*/ 761 w 761"/>
              <a:gd name="csY0" fmla="*/ 29939 h 29792"/>
              <a:gd name="csX1" fmla="*/ 0 w 761"/>
              <a:gd name="csY1" fmla="*/ 147 h 29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61" h="29792">
                <a:moveTo>
                  <a:pt x="761" y="29939"/>
                </a:moveTo>
                <a:lnTo>
                  <a:pt x="0" y="147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3" name="任意形状 332">
            <a:extLst>
              <a:ext uri="{FF2B5EF4-FFF2-40B4-BE49-F238E27FC236}">
                <a16:creationId xmlns:a16="http://schemas.microsoft.com/office/drawing/2014/main" id="{81F7490B-7F6B-9717-21D3-993B566F7FCC}"/>
              </a:ext>
            </a:extLst>
          </p:cNvPr>
          <p:cNvSpPr/>
          <p:nvPr/>
        </p:nvSpPr>
        <p:spPr>
          <a:xfrm flipV="1">
            <a:off x="8605607" y="4126406"/>
            <a:ext cx="62209" cy="63011"/>
          </a:xfrm>
          <a:custGeom>
            <a:avLst/>
            <a:gdLst>
              <a:gd name="csX0" fmla="*/ 29583 w 62209"/>
              <a:gd name="csY0" fmla="*/ 154 h 63011"/>
              <a:gd name="csX1" fmla="*/ 0 w 62209"/>
              <a:gd name="csY1" fmla="*/ 63165 h 63011"/>
              <a:gd name="csX2" fmla="*/ 62210 w 62209"/>
              <a:gd name="csY2" fmla="*/ 61642 h 63011"/>
              <a:gd name="csX3" fmla="*/ 29583 w 62209"/>
              <a:gd name="csY3" fmla="*/ 154 h 630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3011">
                <a:moveTo>
                  <a:pt x="29583" y="154"/>
                </a:moveTo>
                <a:lnTo>
                  <a:pt x="0" y="63165"/>
                </a:lnTo>
                <a:cubicBezTo>
                  <a:pt x="19309" y="52885"/>
                  <a:pt x="42424" y="52314"/>
                  <a:pt x="62210" y="61642"/>
                </a:cubicBezTo>
                <a:lnTo>
                  <a:pt x="29583" y="154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4" name="任意形状 333">
            <a:extLst>
              <a:ext uri="{FF2B5EF4-FFF2-40B4-BE49-F238E27FC236}">
                <a16:creationId xmlns:a16="http://schemas.microsoft.com/office/drawing/2014/main" id="{58A990FD-3756-8D76-68DD-669CC5905E43}"/>
              </a:ext>
            </a:extLst>
          </p:cNvPr>
          <p:cNvSpPr/>
          <p:nvPr/>
        </p:nvSpPr>
        <p:spPr>
          <a:xfrm flipV="1">
            <a:off x="8633953" y="4331717"/>
            <a:ext cx="761" cy="29792"/>
          </a:xfrm>
          <a:custGeom>
            <a:avLst/>
            <a:gdLst>
              <a:gd name="csX0" fmla="*/ 761 w 761"/>
              <a:gd name="csY0" fmla="*/ 29985 h 29792"/>
              <a:gd name="csX1" fmla="*/ 0 w 761"/>
              <a:gd name="csY1" fmla="*/ 193 h 29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61" h="29792">
                <a:moveTo>
                  <a:pt x="761" y="29985"/>
                </a:moveTo>
                <a:lnTo>
                  <a:pt x="0" y="193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5" name="任意形状 334">
            <a:extLst>
              <a:ext uri="{FF2B5EF4-FFF2-40B4-BE49-F238E27FC236}">
                <a16:creationId xmlns:a16="http://schemas.microsoft.com/office/drawing/2014/main" id="{3F1CE8FF-96E7-D6C5-80A2-C0BCB6EBF5F2}"/>
              </a:ext>
            </a:extLst>
          </p:cNvPr>
          <p:cNvSpPr/>
          <p:nvPr/>
        </p:nvSpPr>
        <p:spPr>
          <a:xfrm flipV="1">
            <a:off x="8603229" y="4345613"/>
            <a:ext cx="62209" cy="63011"/>
          </a:xfrm>
          <a:custGeom>
            <a:avLst/>
            <a:gdLst>
              <a:gd name="csX0" fmla="*/ 29583 w 62209"/>
              <a:gd name="csY0" fmla="*/ 200 h 63011"/>
              <a:gd name="csX1" fmla="*/ 0 w 62209"/>
              <a:gd name="csY1" fmla="*/ 63211 h 63011"/>
              <a:gd name="csX2" fmla="*/ 62210 w 62209"/>
              <a:gd name="csY2" fmla="*/ 61688 h 63011"/>
              <a:gd name="csX3" fmla="*/ 29583 w 62209"/>
              <a:gd name="csY3" fmla="*/ 200 h 630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3011">
                <a:moveTo>
                  <a:pt x="29583" y="200"/>
                </a:moveTo>
                <a:lnTo>
                  <a:pt x="0" y="63211"/>
                </a:lnTo>
                <a:cubicBezTo>
                  <a:pt x="19309" y="52931"/>
                  <a:pt x="42329" y="52360"/>
                  <a:pt x="62210" y="61688"/>
                </a:cubicBezTo>
                <a:lnTo>
                  <a:pt x="29583" y="200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6" name="任意形状 335">
            <a:extLst>
              <a:ext uri="{FF2B5EF4-FFF2-40B4-BE49-F238E27FC236}">
                <a16:creationId xmlns:a16="http://schemas.microsoft.com/office/drawing/2014/main" id="{4A2998CD-F658-D914-0AF8-843E81367B1D}"/>
              </a:ext>
            </a:extLst>
          </p:cNvPr>
          <p:cNvSpPr/>
          <p:nvPr/>
        </p:nvSpPr>
        <p:spPr>
          <a:xfrm flipV="1">
            <a:off x="8633953" y="4493147"/>
            <a:ext cx="761" cy="29792"/>
          </a:xfrm>
          <a:custGeom>
            <a:avLst/>
            <a:gdLst>
              <a:gd name="csX0" fmla="*/ 761 w 761"/>
              <a:gd name="csY0" fmla="*/ 30020 h 29792"/>
              <a:gd name="csX1" fmla="*/ 0 w 761"/>
              <a:gd name="csY1" fmla="*/ 227 h 29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61" h="29792">
                <a:moveTo>
                  <a:pt x="761" y="30020"/>
                </a:moveTo>
                <a:lnTo>
                  <a:pt x="0" y="227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7" name="任意形状 336">
            <a:extLst>
              <a:ext uri="{FF2B5EF4-FFF2-40B4-BE49-F238E27FC236}">
                <a16:creationId xmlns:a16="http://schemas.microsoft.com/office/drawing/2014/main" id="{FF5A58E6-4D3C-CC7A-6E4A-EFA65CBDFA06}"/>
              </a:ext>
            </a:extLst>
          </p:cNvPr>
          <p:cNvSpPr/>
          <p:nvPr/>
        </p:nvSpPr>
        <p:spPr>
          <a:xfrm flipV="1">
            <a:off x="8603229" y="4507044"/>
            <a:ext cx="62209" cy="63011"/>
          </a:xfrm>
          <a:custGeom>
            <a:avLst/>
            <a:gdLst>
              <a:gd name="csX0" fmla="*/ 29583 w 62209"/>
              <a:gd name="csY0" fmla="*/ 234 h 63011"/>
              <a:gd name="csX1" fmla="*/ 0 w 62209"/>
              <a:gd name="csY1" fmla="*/ 63245 h 63011"/>
              <a:gd name="csX2" fmla="*/ 62210 w 62209"/>
              <a:gd name="csY2" fmla="*/ 61722 h 63011"/>
              <a:gd name="csX3" fmla="*/ 29583 w 62209"/>
              <a:gd name="csY3" fmla="*/ 234 h 630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3011">
                <a:moveTo>
                  <a:pt x="29583" y="234"/>
                </a:moveTo>
                <a:lnTo>
                  <a:pt x="0" y="63245"/>
                </a:lnTo>
                <a:cubicBezTo>
                  <a:pt x="19309" y="52965"/>
                  <a:pt x="42329" y="52394"/>
                  <a:pt x="62210" y="61722"/>
                </a:cubicBezTo>
                <a:lnTo>
                  <a:pt x="29583" y="234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8" name="任意形状 337">
            <a:extLst>
              <a:ext uri="{FF2B5EF4-FFF2-40B4-BE49-F238E27FC236}">
                <a16:creationId xmlns:a16="http://schemas.microsoft.com/office/drawing/2014/main" id="{3B73676B-CCAA-98CA-D43E-F992988248F3}"/>
              </a:ext>
            </a:extLst>
          </p:cNvPr>
          <p:cNvSpPr/>
          <p:nvPr/>
        </p:nvSpPr>
        <p:spPr>
          <a:xfrm flipV="1">
            <a:off x="8728315" y="4029225"/>
            <a:ext cx="653964" cy="423660"/>
          </a:xfrm>
          <a:custGeom>
            <a:avLst/>
            <a:gdLst>
              <a:gd name="csX0" fmla="*/ 608116 w 653964"/>
              <a:gd name="csY0" fmla="*/ 423831 h 423660"/>
              <a:gd name="csX1" fmla="*/ 653965 w 653964"/>
              <a:gd name="csY1" fmla="*/ 423831 h 423660"/>
              <a:gd name="csX2" fmla="*/ 653965 w 653964"/>
              <a:gd name="csY2" fmla="*/ 171 h 423660"/>
              <a:gd name="csX3" fmla="*/ 0 w 653964"/>
              <a:gd name="csY3" fmla="*/ 171 h 423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53964" h="423660">
                <a:moveTo>
                  <a:pt x="608116" y="423831"/>
                </a:moveTo>
                <a:lnTo>
                  <a:pt x="653965" y="423831"/>
                </a:lnTo>
                <a:lnTo>
                  <a:pt x="653965" y="171"/>
                </a:lnTo>
                <a:lnTo>
                  <a:pt x="0" y="171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9" name="任意形状 338">
            <a:extLst>
              <a:ext uri="{FF2B5EF4-FFF2-40B4-BE49-F238E27FC236}">
                <a16:creationId xmlns:a16="http://schemas.microsoft.com/office/drawing/2014/main" id="{3E0237E7-154A-1803-F075-85A6580D4433}"/>
              </a:ext>
            </a:extLst>
          </p:cNvPr>
          <p:cNvSpPr/>
          <p:nvPr/>
        </p:nvSpPr>
        <p:spPr>
          <a:xfrm flipV="1">
            <a:off x="8681230" y="4421760"/>
            <a:ext cx="62209" cy="62249"/>
          </a:xfrm>
          <a:custGeom>
            <a:avLst/>
            <a:gdLst>
              <a:gd name="csX0" fmla="*/ 0 w 62209"/>
              <a:gd name="csY0" fmla="*/ 31340 h 62249"/>
              <a:gd name="csX1" fmla="*/ 62210 w 62209"/>
              <a:gd name="csY1" fmla="*/ 62465 h 62249"/>
              <a:gd name="csX2" fmla="*/ 62210 w 62209"/>
              <a:gd name="csY2" fmla="*/ 216 h 62249"/>
              <a:gd name="csX3" fmla="*/ 0 w 62209"/>
              <a:gd name="csY3" fmla="*/ 31340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0" y="31340"/>
                </a:moveTo>
                <a:lnTo>
                  <a:pt x="62210" y="62465"/>
                </a:lnTo>
                <a:cubicBezTo>
                  <a:pt x="52412" y="42858"/>
                  <a:pt x="52412" y="19823"/>
                  <a:pt x="62210" y="216"/>
                </a:cubicBezTo>
                <a:lnTo>
                  <a:pt x="0" y="31340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0" name="任意形状 339">
            <a:extLst>
              <a:ext uri="{FF2B5EF4-FFF2-40B4-BE49-F238E27FC236}">
                <a16:creationId xmlns:a16="http://schemas.microsoft.com/office/drawing/2014/main" id="{A79ED2FC-B30A-14B4-AEEA-FFC866D215F7}"/>
              </a:ext>
            </a:extLst>
          </p:cNvPr>
          <p:cNvSpPr/>
          <p:nvPr/>
        </p:nvSpPr>
        <p:spPr>
          <a:xfrm flipV="1">
            <a:off x="8629863" y="4697886"/>
            <a:ext cx="9512" cy="37264"/>
          </a:xfrm>
          <a:custGeom>
            <a:avLst/>
            <a:gdLst>
              <a:gd name="csX0" fmla="*/ 0 w 9512"/>
              <a:gd name="csY0" fmla="*/ 37535 h 37264"/>
              <a:gd name="csX1" fmla="*/ 0 w 9512"/>
              <a:gd name="csY1" fmla="*/ 271 h 3726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37264">
                <a:moveTo>
                  <a:pt x="0" y="37535"/>
                </a:moveTo>
                <a:lnTo>
                  <a:pt x="0" y="271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1" name="任意形状 340">
            <a:extLst>
              <a:ext uri="{FF2B5EF4-FFF2-40B4-BE49-F238E27FC236}">
                <a16:creationId xmlns:a16="http://schemas.microsoft.com/office/drawing/2014/main" id="{A6916795-C689-79BB-E2E2-3355C9CEB5D4}"/>
              </a:ext>
            </a:extLst>
          </p:cNvPr>
          <p:cNvSpPr/>
          <p:nvPr/>
        </p:nvSpPr>
        <p:spPr>
          <a:xfrm flipV="1">
            <a:off x="8598758" y="4720064"/>
            <a:ext cx="62210" cy="62202"/>
          </a:xfrm>
          <a:custGeom>
            <a:avLst/>
            <a:gdLst>
              <a:gd name="csX0" fmla="*/ 31105 w 62210"/>
              <a:gd name="csY0" fmla="*/ 278 h 62202"/>
              <a:gd name="csX1" fmla="*/ 0 w 62210"/>
              <a:gd name="csY1" fmla="*/ 62480 h 62202"/>
              <a:gd name="csX2" fmla="*/ 62210 w 62210"/>
              <a:gd name="csY2" fmla="*/ 62480 h 62202"/>
              <a:gd name="csX3" fmla="*/ 31105 w 62210"/>
              <a:gd name="csY3" fmla="*/ 278 h 62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10" h="62202">
                <a:moveTo>
                  <a:pt x="31105" y="278"/>
                </a:moveTo>
                <a:lnTo>
                  <a:pt x="0" y="62480"/>
                </a:lnTo>
                <a:cubicBezTo>
                  <a:pt x="19595" y="52772"/>
                  <a:pt x="42615" y="52772"/>
                  <a:pt x="62210" y="62480"/>
                </a:cubicBezTo>
                <a:lnTo>
                  <a:pt x="31105" y="278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2" name="任意形状 341">
            <a:extLst>
              <a:ext uri="{FF2B5EF4-FFF2-40B4-BE49-F238E27FC236}">
                <a16:creationId xmlns:a16="http://schemas.microsoft.com/office/drawing/2014/main" id="{E04665A2-D037-2073-B774-2B7453542C25}"/>
              </a:ext>
            </a:extLst>
          </p:cNvPr>
          <p:cNvSpPr/>
          <p:nvPr/>
        </p:nvSpPr>
        <p:spPr>
          <a:xfrm flipV="1">
            <a:off x="8627485" y="4925117"/>
            <a:ext cx="9512" cy="71634"/>
          </a:xfrm>
          <a:custGeom>
            <a:avLst/>
            <a:gdLst>
              <a:gd name="csX0" fmla="*/ 0 w 9512"/>
              <a:gd name="csY0" fmla="*/ 71957 h 71634"/>
              <a:gd name="csX1" fmla="*/ 0 w 9512"/>
              <a:gd name="csY1" fmla="*/ 322 h 716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71634">
                <a:moveTo>
                  <a:pt x="0" y="71957"/>
                </a:moveTo>
                <a:lnTo>
                  <a:pt x="0" y="322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3" name="任意形状 342">
            <a:extLst>
              <a:ext uri="{FF2B5EF4-FFF2-40B4-BE49-F238E27FC236}">
                <a16:creationId xmlns:a16="http://schemas.microsoft.com/office/drawing/2014/main" id="{C121C1C5-8A77-10B1-215A-FC39538B37E9}"/>
              </a:ext>
            </a:extLst>
          </p:cNvPr>
          <p:cNvSpPr/>
          <p:nvPr/>
        </p:nvSpPr>
        <p:spPr>
          <a:xfrm flipV="1">
            <a:off x="8596380" y="4981618"/>
            <a:ext cx="62210" cy="62249"/>
          </a:xfrm>
          <a:custGeom>
            <a:avLst/>
            <a:gdLst>
              <a:gd name="csX0" fmla="*/ 31105 w 62210"/>
              <a:gd name="csY0" fmla="*/ 333 h 62249"/>
              <a:gd name="csX1" fmla="*/ 0 w 62210"/>
              <a:gd name="csY1" fmla="*/ 62583 h 62249"/>
              <a:gd name="csX2" fmla="*/ 62210 w 62210"/>
              <a:gd name="csY2" fmla="*/ 62583 h 62249"/>
              <a:gd name="csX3" fmla="*/ 31105 w 62210"/>
              <a:gd name="csY3" fmla="*/ 333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10" h="62249">
                <a:moveTo>
                  <a:pt x="31105" y="333"/>
                </a:moveTo>
                <a:lnTo>
                  <a:pt x="0" y="62583"/>
                </a:lnTo>
                <a:cubicBezTo>
                  <a:pt x="19595" y="52779"/>
                  <a:pt x="42615" y="52779"/>
                  <a:pt x="62210" y="62583"/>
                </a:cubicBezTo>
                <a:lnTo>
                  <a:pt x="31105" y="333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4" name="任意形状 343">
            <a:extLst>
              <a:ext uri="{FF2B5EF4-FFF2-40B4-BE49-F238E27FC236}">
                <a16:creationId xmlns:a16="http://schemas.microsoft.com/office/drawing/2014/main" id="{3CC245B1-3B90-B40C-D858-B80FA461BA38}"/>
              </a:ext>
            </a:extLst>
          </p:cNvPr>
          <p:cNvSpPr/>
          <p:nvPr/>
        </p:nvSpPr>
        <p:spPr>
          <a:xfrm flipV="1">
            <a:off x="8622634" y="5197341"/>
            <a:ext cx="9512" cy="31676"/>
          </a:xfrm>
          <a:custGeom>
            <a:avLst/>
            <a:gdLst>
              <a:gd name="csX0" fmla="*/ 0 w 9512"/>
              <a:gd name="csY0" fmla="*/ 32052 h 31676"/>
              <a:gd name="csX1" fmla="*/ 0 w 9512"/>
              <a:gd name="csY1" fmla="*/ 375 h 31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31676">
                <a:moveTo>
                  <a:pt x="0" y="32052"/>
                </a:moveTo>
                <a:lnTo>
                  <a:pt x="0" y="375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5" name="任意形状 344">
            <a:extLst>
              <a:ext uri="{FF2B5EF4-FFF2-40B4-BE49-F238E27FC236}">
                <a16:creationId xmlns:a16="http://schemas.microsoft.com/office/drawing/2014/main" id="{CDB07956-3414-AC55-76C2-82CE1CCF4875}"/>
              </a:ext>
            </a:extLst>
          </p:cNvPr>
          <p:cNvSpPr/>
          <p:nvPr/>
        </p:nvSpPr>
        <p:spPr>
          <a:xfrm flipV="1">
            <a:off x="8591529" y="5213893"/>
            <a:ext cx="62210" cy="62249"/>
          </a:xfrm>
          <a:custGeom>
            <a:avLst/>
            <a:gdLst>
              <a:gd name="csX0" fmla="*/ 31105 w 62210"/>
              <a:gd name="csY0" fmla="*/ 382 h 62249"/>
              <a:gd name="csX1" fmla="*/ 0 w 62210"/>
              <a:gd name="csY1" fmla="*/ 62632 h 62249"/>
              <a:gd name="csX2" fmla="*/ 62210 w 62210"/>
              <a:gd name="csY2" fmla="*/ 62632 h 62249"/>
              <a:gd name="csX3" fmla="*/ 31105 w 62210"/>
              <a:gd name="csY3" fmla="*/ 382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10" h="62249">
                <a:moveTo>
                  <a:pt x="31105" y="382"/>
                </a:moveTo>
                <a:lnTo>
                  <a:pt x="0" y="62632"/>
                </a:lnTo>
                <a:cubicBezTo>
                  <a:pt x="19595" y="52837"/>
                  <a:pt x="42615" y="52837"/>
                  <a:pt x="62210" y="62632"/>
                </a:cubicBezTo>
                <a:lnTo>
                  <a:pt x="31105" y="382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6" name="任意形状 345">
            <a:extLst>
              <a:ext uri="{FF2B5EF4-FFF2-40B4-BE49-F238E27FC236}">
                <a16:creationId xmlns:a16="http://schemas.microsoft.com/office/drawing/2014/main" id="{69A63280-CFFA-CAB6-962E-E99930ACB22D}"/>
              </a:ext>
            </a:extLst>
          </p:cNvPr>
          <p:cNvSpPr/>
          <p:nvPr/>
        </p:nvSpPr>
        <p:spPr>
          <a:xfrm flipV="1">
            <a:off x="9340045" y="4620788"/>
            <a:ext cx="61068" cy="504442"/>
          </a:xfrm>
          <a:custGeom>
            <a:avLst/>
            <a:gdLst>
              <a:gd name="csX0" fmla="*/ 0 w 61068"/>
              <a:gd name="csY0" fmla="*/ 504746 h 504442"/>
              <a:gd name="csX1" fmla="*/ 61069 w 61068"/>
              <a:gd name="csY1" fmla="*/ 504746 h 504442"/>
              <a:gd name="csX2" fmla="*/ 61069 w 61068"/>
              <a:gd name="csY2" fmla="*/ 304 h 504442"/>
              <a:gd name="csX3" fmla="*/ 32627 w 61068"/>
              <a:gd name="csY3" fmla="*/ 304 h 5044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068" h="504442">
                <a:moveTo>
                  <a:pt x="0" y="504746"/>
                </a:moveTo>
                <a:lnTo>
                  <a:pt x="61069" y="504746"/>
                </a:lnTo>
                <a:lnTo>
                  <a:pt x="61069" y="304"/>
                </a:lnTo>
                <a:lnTo>
                  <a:pt x="32627" y="304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7" name="任意形状 346">
            <a:extLst>
              <a:ext uri="{FF2B5EF4-FFF2-40B4-BE49-F238E27FC236}">
                <a16:creationId xmlns:a16="http://schemas.microsoft.com/office/drawing/2014/main" id="{F6FE0A4F-917F-D599-6813-A4A44A839510}"/>
              </a:ext>
            </a:extLst>
          </p:cNvPr>
          <p:cNvSpPr/>
          <p:nvPr/>
        </p:nvSpPr>
        <p:spPr>
          <a:xfrm flipV="1">
            <a:off x="9325587" y="5094105"/>
            <a:ext cx="62209" cy="62249"/>
          </a:xfrm>
          <a:custGeom>
            <a:avLst/>
            <a:gdLst>
              <a:gd name="csX0" fmla="*/ 0 w 62209"/>
              <a:gd name="csY0" fmla="*/ 31482 h 62249"/>
              <a:gd name="csX1" fmla="*/ 62210 w 62209"/>
              <a:gd name="csY1" fmla="*/ 62607 h 62249"/>
              <a:gd name="csX2" fmla="*/ 62210 w 62209"/>
              <a:gd name="csY2" fmla="*/ 357 h 62249"/>
              <a:gd name="csX3" fmla="*/ 0 w 62209"/>
              <a:gd name="csY3" fmla="*/ 31482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0" y="31482"/>
                </a:moveTo>
                <a:lnTo>
                  <a:pt x="62210" y="62607"/>
                </a:lnTo>
                <a:cubicBezTo>
                  <a:pt x="52412" y="43008"/>
                  <a:pt x="52412" y="19945"/>
                  <a:pt x="62210" y="357"/>
                </a:cubicBezTo>
                <a:lnTo>
                  <a:pt x="0" y="31482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8" name="任意形状 347">
            <a:extLst>
              <a:ext uri="{FF2B5EF4-FFF2-40B4-BE49-F238E27FC236}">
                <a16:creationId xmlns:a16="http://schemas.microsoft.com/office/drawing/2014/main" id="{8A84BB0A-FFAA-CCEA-78C6-A1F4B40898B8}"/>
              </a:ext>
            </a:extLst>
          </p:cNvPr>
          <p:cNvSpPr/>
          <p:nvPr/>
        </p:nvSpPr>
        <p:spPr>
          <a:xfrm flipV="1">
            <a:off x="7794120" y="4900750"/>
            <a:ext cx="144300" cy="495104"/>
          </a:xfrm>
          <a:custGeom>
            <a:avLst/>
            <a:gdLst>
              <a:gd name="csX0" fmla="*/ 0 w 144300"/>
              <a:gd name="csY0" fmla="*/ 362 h 495104"/>
              <a:gd name="csX1" fmla="*/ 58215 w 144300"/>
              <a:gd name="csY1" fmla="*/ 362 h 495104"/>
              <a:gd name="csX2" fmla="*/ 58215 w 144300"/>
              <a:gd name="csY2" fmla="*/ 495466 h 495104"/>
              <a:gd name="csX3" fmla="*/ 144300 w 144300"/>
              <a:gd name="csY3" fmla="*/ 495466 h 4951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4300" h="495104">
                <a:moveTo>
                  <a:pt x="0" y="362"/>
                </a:moveTo>
                <a:lnTo>
                  <a:pt x="58215" y="362"/>
                </a:lnTo>
                <a:lnTo>
                  <a:pt x="58215" y="495466"/>
                </a:lnTo>
                <a:lnTo>
                  <a:pt x="144300" y="495466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9" name="任意形状 348">
            <a:extLst>
              <a:ext uri="{FF2B5EF4-FFF2-40B4-BE49-F238E27FC236}">
                <a16:creationId xmlns:a16="http://schemas.microsoft.com/office/drawing/2014/main" id="{C99FDCCC-E1BB-2B81-A4A9-B14F32C00E0A}"/>
              </a:ext>
            </a:extLst>
          </p:cNvPr>
          <p:cNvSpPr/>
          <p:nvPr/>
        </p:nvSpPr>
        <p:spPr>
          <a:xfrm flipV="1">
            <a:off x="7923296" y="4869625"/>
            <a:ext cx="62210" cy="62249"/>
          </a:xfrm>
          <a:custGeom>
            <a:avLst/>
            <a:gdLst>
              <a:gd name="csX0" fmla="*/ 62210 w 62210"/>
              <a:gd name="csY0" fmla="*/ 31435 h 62249"/>
              <a:gd name="csX1" fmla="*/ 0 w 62210"/>
              <a:gd name="csY1" fmla="*/ 310 h 62249"/>
              <a:gd name="csX2" fmla="*/ 0 w 62210"/>
              <a:gd name="csY2" fmla="*/ 62559 h 62249"/>
              <a:gd name="csX3" fmla="*/ 62210 w 62210"/>
              <a:gd name="csY3" fmla="*/ 31435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10" h="62249">
                <a:moveTo>
                  <a:pt x="62210" y="31435"/>
                </a:moveTo>
                <a:lnTo>
                  <a:pt x="0" y="310"/>
                </a:lnTo>
                <a:cubicBezTo>
                  <a:pt x="9798" y="19898"/>
                  <a:pt x="9798" y="42961"/>
                  <a:pt x="0" y="62559"/>
                </a:cubicBezTo>
                <a:lnTo>
                  <a:pt x="62210" y="31435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0" name="任意形状 349">
            <a:extLst>
              <a:ext uri="{FF2B5EF4-FFF2-40B4-BE49-F238E27FC236}">
                <a16:creationId xmlns:a16="http://schemas.microsoft.com/office/drawing/2014/main" id="{62F4B577-F338-BD16-DD57-9E9AB09E1058}"/>
              </a:ext>
            </a:extLst>
          </p:cNvPr>
          <p:cNvSpPr/>
          <p:nvPr/>
        </p:nvSpPr>
        <p:spPr>
          <a:xfrm flipV="1">
            <a:off x="7786035" y="4385400"/>
            <a:ext cx="152385" cy="512656"/>
          </a:xfrm>
          <a:custGeom>
            <a:avLst/>
            <a:gdLst>
              <a:gd name="csX0" fmla="*/ 0 w 152385"/>
              <a:gd name="csY0" fmla="*/ 512912 h 512656"/>
              <a:gd name="csX1" fmla="*/ 67347 w 152385"/>
              <a:gd name="csY1" fmla="*/ 512912 h 512656"/>
              <a:gd name="csX2" fmla="*/ 67347 w 152385"/>
              <a:gd name="csY2" fmla="*/ 255 h 512656"/>
              <a:gd name="csX3" fmla="*/ 152386 w 152385"/>
              <a:gd name="csY3" fmla="*/ 255 h 512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2385" h="512656">
                <a:moveTo>
                  <a:pt x="0" y="512912"/>
                </a:moveTo>
                <a:lnTo>
                  <a:pt x="67347" y="512912"/>
                </a:lnTo>
                <a:lnTo>
                  <a:pt x="67347" y="255"/>
                </a:lnTo>
                <a:lnTo>
                  <a:pt x="152386" y="255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1" name="任意形状 350">
            <a:extLst>
              <a:ext uri="{FF2B5EF4-FFF2-40B4-BE49-F238E27FC236}">
                <a16:creationId xmlns:a16="http://schemas.microsoft.com/office/drawing/2014/main" id="{CF46D952-8CEE-5A45-1B56-11F24DC2133C}"/>
              </a:ext>
            </a:extLst>
          </p:cNvPr>
          <p:cNvSpPr/>
          <p:nvPr/>
        </p:nvSpPr>
        <p:spPr>
          <a:xfrm flipV="1">
            <a:off x="7923296" y="4866931"/>
            <a:ext cx="62210" cy="62249"/>
          </a:xfrm>
          <a:custGeom>
            <a:avLst/>
            <a:gdLst>
              <a:gd name="csX0" fmla="*/ 62210 w 62210"/>
              <a:gd name="csY0" fmla="*/ 31434 h 62249"/>
              <a:gd name="csX1" fmla="*/ 0 w 62210"/>
              <a:gd name="csY1" fmla="*/ 309 h 62249"/>
              <a:gd name="csX2" fmla="*/ 0 w 62210"/>
              <a:gd name="csY2" fmla="*/ 62559 h 62249"/>
              <a:gd name="csX3" fmla="*/ 62210 w 62210"/>
              <a:gd name="csY3" fmla="*/ 31434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10" h="62249">
                <a:moveTo>
                  <a:pt x="62210" y="31434"/>
                </a:moveTo>
                <a:lnTo>
                  <a:pt x="0" y="309"/>
                </a:lnTo>
                <a:cubicBezTo>
                  <a:pt x="9798" y="19907"/>
                  <a:pt x="9798" y="42970"/>
                  <a:pt x="0" y="62559"/>
                </a:cubicBezTo>
                <a:lnTo>
                  <a:pt x="62210" y="31434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2" name="任意形状 351">
            <a:extLst>
              <a:ext uri="{FF2B5EF4-FFF2-40B4-BE49-F238E27FC236}">
                <a16:creationId xmlns:a16="http://schemas.microsoft.com/office/drawing/2014/main" id="{94AB40E7-B791-3DFB-18CA-965FA95DC5D9}"/>
              </a:ext>
            </a:extLst>
          </p:cNvPr>
          <p:cNvSpPr/>
          <p:nvPr/>
        </p:nvSpPr>
        <p:spPr>
          <a:xfrm flipV="1">
            <a:off x="7784798" y="4688273"/>
            <a:ext cx="152290" cy="209783"/>
          </a:xfrm>
          <a:custGeom>
            <a:avLst/>
            <a:gdLst>
              <a:gd name="csX0" fmla="*/ 0 w 152290"/>
              <a:gd name="csY0" fmla="*/ 210071 h 209783"/>
              <a:gd name="csX1" fmla="*/ 69154 w 152290"/>
              <a:gd name="csY1" fmla="*/ 210071 h 209783"/>
              <a:gd name="csX2" fmla="*/ 69154 w 152290"/>
              <a:gd name="csY2" fmla="*/ 287 h 209783"/>
              <a:gd name="csX3" fmla="*/ 152291 w 152290"/>
              <a:gd name="csY3" fmla="*/ 287 h 209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2290" h="209783">
                <a:moveTo>
                  <a:pt x="0" y="210071"/>
                </a:moveTo>
                <a:lnTo>
                  <a:pt x="69154" y="210071"/>
                </a:lnTo>
                <a:lnTo>
                  <a:pt x="69154" y="287"/>
                </a:lnTo>
                <a:lnTo>
                  <a:pt x="152291" y="287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3" name="任意形状 352">
            <a:extLst>
              <a:ext uri="{FF2B5EF4-FFF2-40B4-BE49-F238E27FC236}">
                <a16:creationId xmlns:a16="http://schemas.microsoft.com/office/drawing/2014/main" id="{89F2A6BE-42A1-4FCE-26DC-EB32EA2EA0E0}"/>
              </a:ext>
            </a:extLst>
          </p:cNvPr>
          <p:cNvSpPr/>
          <p:nvPr/>
        </p:nvSpPr>
        <p:spPr>
          <a:xfrm flipV="1">
            <a:off x="7921964" y="4866931"/>
            <a:ext cx="62209" cy="62249"/>
          </a:xfrm>
          <a:custGeom>
            <a:avLst/>
            <a:gdLst>
              <a:gd name="csX0" fmla="*/ 62210 w 62209"/>
              <a:gd name="csY0" fmla="*/ 31434 h 62249"/>
              <a:gd name="csX1" fmla="*/ 0 w 62209"/>
              <a:gd name="csY1" fmla="*/ 309 h 62249"/>
              <a:gd name="csX2" fmla="*/ 0 w 62209"/>
              <a:gd name="csY2" fmla="*/ 62559 h 62249"/>
              <a:gd name="csX3" fmla="*/ 62210 w 62209"/>
              <a:gd name="csY3" fmla="*/ 31434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62210" y="31434"/>
                </a:moveTo>
                <a:lnTo>
                  <a:pt x="0" y="309"/>
                </a:lnTo>
                <a:cubicBezTo>
                  <a:pt x="9797" y="19907"/>
                  <a:pt x="9797" y="42970"/>
                  <a:pt x="0" y="62559"/>
                </a:cubicBezTo>
                <a:lnTo>
                  <a:pt x="62210" y="31434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4" name="任意形状 353">
            <a:extLst>
              <a:ext uri="{FF2B5EF4-FFF2-40B4-BE49-F238E27FC236}">
                <a16:creationId xmlns:a16="http://schemas.microsoft.com/office/drawing/2014/main" id="{1B6BCBA8-4FA7-B830-2284-6CDD138CFDD9}"/>
              </a:ext>
            </a:extLst>
          </p:cNvPr>
          <p:cNvSpPr/>
          <p:nvPr/>
        </p:nvSpPr>
        <p:spPr>
          <a:xfrm flipV="1">
            <a:off x="7779281" y="4031985"/>
            <a:ext cx="157807" cy="1042798"/>
          </a:xfrm>
          <a:custGeom>
            <a:avLst/>
            <a:gdLst>
              <a:gd name="csX0" fmla="*/ 0 w 157807"/>
              <a:gd name="csY0" fmla="*/ 237 h 1042798"/>
              <a:gd name="csX1" fmla="*/ 74100 w 157807"/>
              <a:gd name="csY1" fmla="*/ 237 h 1042798"/>
              <a:gd name="csX2" fmla="*/ 74100 w 157807"/>
              <a:gd name="csY2" fmla="*/ 1043035 h 1042798"/>
              <a:gd name="csX3" fmla="*/ 157807 w 157807"/>
              <a:gd name="csY3" fmla="*/ 1043035 h 10427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7807" h="1042798">
                <a:moveTo>
                  <a:pt x="0" y="237"/>
                </a:moveTo>
                <a:lnTo>
                  <a:pt x="74100" y="237"/>
                </a:lnTo>
                <a:lnTo>
                  <a:pt x="74100" y="1043035"/>
                </a:lnTo>
                <a:lnTo>
                  <a:pt x="157807" y="1043035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5" name="任意形状 354">
            <a:extLst>
              <a:ext uri="{FF2B5EF4-FFF2-40B4-BE49-F238E27FC236}">
                <a16:creationId xmlns:a16="http://schemas.microsoft.com/office/drawing/2014/main" id="{E234B183-4CE8-2577-8D0C-EC57C8C10B21}"/>
              </a:ext>
            </a:extLst>
          </p:cNvPr>
          <p:cNvSpPr/>
          <p:nvPr/>
        </p:nvSpPr>
        <p:spPr>
          <a:xfrm flipV="1">
            <a:off x="7921964" y="4000860"/>
            <a:ext cx="62209" cy="62249"/>
          </a:xfrm>
          <a:custGeom>
            <a:avLst/>
            <a:gdLst>
              <a:gd name="csX0" fmla="*/ 62210 w 62209"/>
              <a:gd name="csY0" fmla="*/ 31252 h 62249"/>
              <a:gd name="csX1" fmla="*/ 0 w 62209"/>
              <a:gd name="csY1" fmla="*/ 127 h 62249"/>
              <a:gd name="csX2" fmla="*/ 0 w 62209"/>
              <a:gd name="csY2" fmla="*/ 62377 h 62249"/>
              <a:gd name="csX3" fmla="*/ 62210 w 62209"/>
              <a:gd name="csY3" fmla="*/ 31252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62210" y="31252"/>
                </a:moveTo>
                <a:lnTo>
                  <a:pt x="0" y="127"/>
                </a:lnTo>
                <a:cubicBezTo>
                  <a:pt x="9797" y="19735"/>
                  <a:pt x="9797" y="42769"/>
                  <a:pt x="0" y="62377"/>
                </a:cubicBezTo>
                <a:lnTo>
                  <a:pt x="62210" y="31252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6" name="任意形状 355">
            <a:extLst>
              <a:ext uri="{FF2B5EF4-FFF2-40B4-BE49-F238E27FC236}">
                <a16:creationId xmlns:a16="http://schemas.microsoft.com/office/drawing/2014/main" id="{98B14FE4-6A7F-7D72-9511-44B0E5AB4D86}"/>
              </a:ext>
            </a:extLst>
          </p:cNvPr>
          <p:cNvSpPr/>
          <p:nvPr/>
        </p:nvSpPr>
        <p:spPr>
          <a:xfrm flipV="1">
            <a:off x="7773859" y="3906533"/>
            <a:ext cx="155144" cy="361505"/>
          </a:xfrm>
          <a:custGeom>
            <a:avLst/>
            <a:gdLst>
              <a:gd name="csX0" fmla="*/ 0 w 155144"/>
              <a:gd name="csY0" fmla="*/ 361644 h 361505"/>
              <a:gd name="csX1" fmla="*/ 79522 w 155144"/>
              <a:gd name="csY1" fmla="*/ 361644 h 361505"/>
              <a:gd name="csX2" fmla="*/ 79522 w 155144"/>
              <a:gd name="csY2" fmla="*/ 139 h 361505"/>
              <a:gd name="csX3" fmla="*/ 155144 w 155144"/>
              <a:gd name="csY3" fmla="*/ 139 h 3615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5144" h="361505">
                <a:moveTo>
                  <a:pt x="0" y="361644"/>
                </a:moveTo>
                <a:lnTo>
                  <a:pt x="79522" y="361644"/>
                </a:lnTo>
                <a:lnTo>
                  <a:pt x="79522" y="139"/>
                </a:lnTo>
                <a:lnTo>
                  <a:pt x="155144" y="139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7" name="任意形状 356">
            <a:extLst>
              <a:ext uri="{FF2B5EF4-FFF2-40B4-BE49-F238E27FC236}">
                <a16:creationId xmlns:a16="http://schemas.microsoft.com/office/drawing/2014/main" id="{30FF3A3D-1260-8C0E-1C52-664785E46281}"/>
              </a:ext>
            </a:extLst>
          </p:cNvPr>
          <p:cNvSpPr/>
          <p:nvPr/>
        </p:nvSpPr>
        <p:spPr>
          <a:xfrm flipV="1">
            <a:off x="7913879" y="4236914"/>
            <a:ext cx="62210" cy="62249"/>
          </a:xfrm>
          <a:custGeom>
            <a:avLst/>
            <a:gdLst>
              <a:gd name="csX0" fmla="*/ 62210 w 62210"/>
              <a:gd name="csY0" fmla="*/ 31302 h 62249"/>
              <a:gd name="csX1" fmla="*/ 0 w 62210"/>
              <a:gd name="csY1" fmla="*/ 177 h 62249"/>
              <a:gd name="csX2" fmla="*/ 0 w 62210"/>
              <a:gd name="csY2" fmla="*/ 62427 h 62249"/>
              <a:gd name="csX3" fmla="*/ 62210 w 62210"/>
              <a:gd name="csY3" fmla="*/ 31302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10" h="62249">
                <a:moveTo>
                  <a:pt x="62210" y="31302"/>
                </a:moveTo>
                <a:lnTo>
                  <a:pt x="0" y="177"/>
                </a:lnTo>
                <a:cubicBezTo>
                  <a:pt x="9798" y="19785"/>
                  <a:pt x="9798" y="42819"/>
                  <a:pt x="0" y="62427"/>
                </a:cubicBezTo>
                <a:lnTo>
                  <a:pt x="62210" y="31302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8" name="任意形状 357">
            <a:extLst>
              <a:ext uri="{FF2B5EF4-FFF2-40B4-BE49-F238E27FC236}">
                <a16:creationId xmlns:a16="http://schemas.microsoft.com/office/drawing/2014/main" id="{29263A42-66B2-7D21-03D8-FB4A50960232}"/>
              </a:ext>
            </a:extLst>
          </p:cNvPr>
          <p:cNvSpPr/>
          <p:nvPr/>
        </p:nvSpPr>
        <p:spPr>
          <a:xfrm flipV="1">
            <a:off x="7988074" y="5537506"/>
            <a:ext cx="1350924" cy="103094"/>
          </a:xfrm>
          <a:custGeom>
            <a:avLst/>
            <a:gdLst>
              <a:gd name="csX0" fmla="*/ 0 w 1350924"/>
              <a:gd name="csY0" fmla="*/ 6898 h 103094"/>
              <a:gd name="csX1" fmla="*/ 13222 w 1350924"/>
              <a:gd name="csY1" fmla="*/ 454 h 103094"/>
              <a:gd name="csX2" fmla="*/ 1337608 w 1350924"/>
              <a:gd name="csY2" fmla="*/ 454 h 103094"/>
              <a:gd name="csX3" fmla="*/ 1350925 w 1350924"/>
              <a:gd name="csY3" fmla="*/ 6898 h 103094"/>
              <a:gd name="csX4" fmla="*/ 1350925 w 1350924"/>
              <a:gd name="csY4" fmla="*/ 97105 h 103094"/>
              <a:gd name="csX5" fmla="*/ 1337608 w 1350924"/>
              <a:gd name="csY5" fmla="*/ 103549 h 103094"/>
              <a:gd name="csX6" fmla="*/ 13222 w 1350924"/>
              <a:gd name="csY6" fmla="*/ 103549 h 103094"/>
              <a:gd name="csX7" fmla="*/ 0 w 1350924"/>
              <a:gd name="csY7" fmla="*/ 97105 h 103094"/>
              <a:gd name="csX8" fmla="*/ 0 w 1350924"/>
              <a:gd name="csY8" fmla="*/ 6898 h 103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924" h="103094">
                <a:moveTo>
                  <a:pt x="0" y="6898"/>
                </a:moveTo>
                <a:cubicBezTo>
                  <a:pt x="0" y="3339"/>
                  <a:pt x="5898" y="454"/>
                  <a:pt x="13222" y="454"/>
                </a:cubicBezTo>
                <a:lnTo>
                  <a:pt x="1337608" y="454"/>
                </a:lnTo>
                <a:cubicBezTo>
                  <a:pt x="1344932" y="454"/>
                  <a:pt x="1350925" y="3339"/>
                  <a:pt x="1350925" y="6898"/>
                </a:cubicBezTo>
                <a:lnTo>
                  <a:pt x="1350925" y="97105"/>
                </a:lnTo>
                <a:cubicBezTo>
                  <a:pt x="1350925" y="100665"/>
                  <a:pt x="1344932" y="103549"/>
                  <a:pt x="1337608" y="103549"/>
                </a:cubicBezTo>
                <a:lnTo>
                  <a:pt x="13222" y="103549"/>
                </a:lnTo>
                <a:cubicBezTo>
                  <a:pt x="5898" y="103549"/>
                  <a:pt x="0" y="100665"/>
                  <a:pt x="0" y="97105"/>
                </a:cubicBezTo>
                <a:lnTo>
                  <a:pt x="0" y="6898"/>
                </a:lnTo>
                <a:close/>
              </a:path>
            </a:pathLst>
          </a:custGeom>
          <a:solidFill>
            <a:srgbClr val="FEE599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9" name="任意形状 358">
            <a:extLst>
              <a:ext uri="{FF2B5EF4-FFF2-40B4-BE49-F238E27FC236}">
                <a16:creationId xmlns:a16="http://schemas.microsoft.com/office/drawing/2014/main" id="{EC848038-81B6-9F7B-493A-E82DBF306C0F}"/>
              </a:ext>
            </a:extLst>
          </p:cNvPr>
          <p:cNvSpPr/>
          <p:nvPr/>
        </p:nvSpPr>
        <p:spPr>
          <a:xfrm flipV="1">
            <a:off x="7988074" y="5537506"/>
            <a:ext cx="1350924" cy="103094"/>
          </a:xfrm>
          <a:custGeom>
            <a:avLst/>
            <a:gdLst>
              <a:gd name="csX0" fmla="*/ 0 w 1350924"/>
              <a:gd name="csY0" fmla="*/ 6898 h 103094"/>
              <a:gd name="csX1" fmla="*/ 13222 w 1350924"/>
              <a:gd name="csY1" fmla="*/ 454 h 103094"/>
              <a:gd name="csX2" fmla="*/ 1337608 w 1350924"/>
              <a:gd name="csY2" fmla="*/ 454 h 103094"/>
              <a:gd name="csX3" fmla="*/ 1350925 w 1350924"/>
              <a:gd name="csY3" fmla="*/ 6898 h 103094"/>
              <a:gd name="csX4" fmla="*/ 1350925 w 1350924"/>
              <a:gd name="csY4" fmla="*/ 97105 h 103094"/>
              <a:gd name="csX5" fmla="*/ 1337608 w 1350924"/>
              <a:gd name="csY5" fmla="*/ 103549 h 103094"/>
              <a:gd name="csX6" fmla="*/ 13222 w 1350924"/>
              <a:gd name="csY6" fmla="*/ 103549 h 103094"/>
              <a:gd name="csX7" fmla="*/ 0 w 1350924"/>
              <a:gd name="csY7" fmla="*/ 97105 h 103094"/>
              <a:gd name="csX8" fmla="*/ 0 w 1350924"/>
              <a:gd name="csY8" fmla="*/ 6898 h 103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0924" h="103094">
                <a:moveTo>
                  <a:pt x="0" y="6898"/>
                </a:moveTo>
                <a:cubicBezTo>
                  <a:pt x="0" y="3339"/>
                  <a:pt x="5898" y="454"/>
                  <a:pt x="13222" y="454"/>
                </a:cubicBezTo>
                <a:lnTo>
                  <a:pt x="1337608" y="454"/>
                </a:lnTo>
                <a:cubicBezTo>
                  <a:pt x="1344932" y="454"/>
                  <a:pt x="1350925" y="3339"/>
                  <a:pt x="1350925" y="6898"/>
                </a:cubicBezTo>
                <a:lnTo>
                  <a:pt x="1350925" y="97105"/>
                </a:lnTo>
                <a:cubicBezTo>
                  <a:pt x="1350925" y="100665"/>
                  <a:pt x="1344932" y="103549"/>
                  <a:pt x="1337608" y="103549"/>
                </a:cubicBezTo>
                <a:lnTo>
                  <a:pt x="13222" y="103549"/>
                </a:lnTo>
                <a:cubicBezTo>
                  <a:pt x="5898" y="103549"/>
                  <a:pt x="0" y="100665"/>
                  <a:pt x="0" y="97105"/>
                </a:cubicBezTo>
                <a:lnTo>
                  <a:pt x="0" y="6898"/>
                </a:lnTo>
                <a:close/>
              </a:path>
            </a:pathLst>
          </a:custGeom>
          <a:noFill/>
          <a:ln w="10701" cap="flat">
            <a:solidFill>
              <a:srgbClr val="BF9000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0" name="任意形状 359">
            <a:extLst>
              <a:ext uri="{FF2B5EF4-FFF2-40B4-BE49-F238E27FC236}">
                <a16:creationId xmlns:a16="http://schemas.microsoft.com/office/drawing/2014/main" id="{CF79339F-B8CD-30C2-8463-4F01750C67D9}"/>
              </a:ext>
            </a:extLst>
          </p:cNvPr>
          <p:cNvSpPr/>
          <p:nvPr/>
        </p:nvSpPr>
        <p:spPr>
          <a:xfrm flipV="1">
            <a:off x="8628151" y="5463758"/>
            <a:ext cx="9512" cy="31676"/>
          </a:xfrm>
          <a:custGeom>
            <a:avLst/>
            <a:gdLst>
              <a:gd name="csX0" fmla="*/ 0 w 9512"/>
              <a:gd name="csY0" fmla="*/ 32108 h 31676"/>
              <a:gd name="csX1" fmla="*/ 0 w 9512"/>
              <a:gd name="csY1" fmla="*/ 431 h 31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2" h="31676">
                <a:moveTo>
                  <a:pt x="0" y="32108"/>
                </a:moveTo>
                <a:lnTo>
                  <a:pt x="0" y="431"/>
                </a:lnTo>
              </a:path>
            </a:pathLst>
          </a:custGeom>
          <a:noFill/>
          <a:ln w="7134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1" name="任意形状 360">
            <a:extLst>
              <a:ext uri="{FF2B5EF4-FFF2-40B4-BE49-F238E27FC236}">
                <a16:creationId xmlns:a16="http://schemas.microsoft.com/office/drawing/2014/main" id="{436DB16E-375E-BB96-26C8-074A1EFCEC80}"/>
              </a:ext>
            </a:extLst>
          </p:cNvPr>
          <p:cNvSpPr/>
          <p:nvPr/>
        </p:nvSpPr>
        <p:spPr>
          <a:xfrm flipV="1">
            <a:off x="8597046" y="5480311"/>
            <a:ext cx="62209" cy="62249"/>
          </a:xfrm>
          <a:custGeom>
            <a:avLst/>
            <a:gdLst>
              <a:gd name="csX0" fmla="*/ 31105 w 62209"/>
              <a:gd name="csY0" fmla="*/ 438 h 62249"/>
              <a:gd name="csX1" fmla="*/ 0 w 62209"/>
              <a:gd name="csY1" fmla="*/ 62688 h 62249"/>
              <a:gd name="csX2" fmla="*/ 62210 w 62209"/>
              <a:gd name="csY2" fmla="*/ 62688 h 62249"/>
              <a:gd name="csX3" fmla="*/ 31105 w 62209"/>
              <a:gd name="csY3" fmla="*/ 438 h 6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09" h="62249">
                <a:moveTo>
                  <a:pt x="31105" y="438"/>
                </a:moveTo>
                <a:lnTo>
                  <a:pt x="0" y="62688"/>
                </a:lnTo>
                <a:cubicBezTo>
                  <a:pt x="19595" y="52893"/>
                  <a:pt x="42615" y="52893"/>
                  <a:pt x="62210" y="62688"/>
                </a:cubicBezTo>
                <a:lnTo>
                  <a:pt x="31105" y="438"/>
                </a:lnTo>
                <a:close/>
              </a:path>
            </a:pathLst>
          </a:custGeom>
          <a:solidFill>
            <a:srgbClr val="000000"/>
          </a:solidFill>
          <a:ln w="9512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id="{4C973F00-A063-2DAF-02F1-8707EC36A173}"/>
              </a:ext>
            </a:extLst>
          </p:cNvPr>
          <p:cNvSpPr txBox="1"/>
          <p:nvPr/>
        </p:nvSpPr>
        <p:spPr>
          <a:xfrm>
            <a:off x="5820620" y="115620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输入数据</a:t>
            </a: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81E799FE-7E29-6376-2AF6-6705ABAFAA57}"/>
              </a:ext>
            </a:extLst>
          </p:cNvPr>
          <p:cNvSpPr txBox="1"/>
          <p:nvPr/>
        </p:nvSpPr>
        <p:spPr>
          <a:xfrm>
            <a:off x="5742974" y="1381069"/>
            <a:ext cx="76174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家庭画像信息</a:t>
            </a:r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3C457681-FDE7-1B53-EC70-8564DADE1528}"/>
              </a:ext>
            </a:extLst>
          </p:cNvPr>
          <p:cNvSpPr txBox="1"/>
          <p:nvPr/>
        </p:nvSpPr>
        <p:spPr>
          <a:xfrm>
            <a:off x="5781022" y="1577064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噪声时间步</a:t>
            </a:r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2613FFD8-1EAC-F1F8-01A4-ED6AB348F841}"/>
              </a:ext>
            </a:extLst>
          </p:cNvPr>
          <p:cNvSpPr txBox="1"/>
          <p:nvPr/>
        </p:nvSpPr>
        <p:spPr>
          <a:xfrm>
            <a:off x="5322424" y="1995419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加噪的</a:t>
            </a:r>
            <a:endParaRPr lang="en-US" altLang="zh-CN" sz="75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家庭属性</a:t>
            </a:r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29B7108C-1A54-F663-FC80-38FE06AB958F}"/>
              </a:ext>
            </a:extLst>
          </p:cNvPr>
          <p:cNvSpPr txBox="1"/>
          <p:nvPr/>
        </p:nvSpPr>
        <p:spPr>
          <a:xfrm>
            <a:off x="6334062" y="2003699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加噪的</a:t>
            </a:r>
            <a:endParaRPr lang="en-US" altLang="zh-CN" sz="75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个人属性</a:t>
            </a:r>
          </a:p>
        </p:txBody>
      </p:sp>
      <p:sp>
        <p:nvSpPr>
          <p:cNvPr id="367" name="文本框 366">
            <a:extLst>
              <a:ext uri="{FF2B5EF4-FFF2-40B4-BE49-F238E27FC236}">
                <a16:creationId xmlns:a16="http://schemas.microsoft.com/office/drawing/2014/main" id="{3E9224A6-906B-406E-5A39-7369EEE7EE90}"/>
              </a:ext>
            </a:extLst>
          </p:cNvPr>
          <p:cNvSpPr txBox="1"/>
          <p:nvPr/>
        </p:nvSpPr>
        <p:spPr>
          <a:xfrm>
            <a:off x="5814315" y="1859457"/>
            <a:ext cx="56938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相关噪声</a:t>
            </a:r>
          </a:p>
        </p:txBody>
      </p:sp>
      <p:sp>
        <p:nvSpPr>
          <p:cNvPr id="368" name="文本框 367">
            <a:extLst>
              <a:ext uri="{FF2B5EF4-FFF2-40B4-BE49-F238E27FC236}">
                <a16:creationId xmlns:a16="http://schemas.microsoft.com/office/drawing/2014/main" id="{739A9BFA-8DE9-8296-E183-35CDCAF525E3}"/>
              </a:ext>
            </a:extLst>
          </p:cNvPr>
          <p:cNvSpPr txBox="1"/>
          <p:nvPr/>
        </p:nvSpPr>
        <p:spPr>
          <a:xfrm>
            <a:off x="5622348" y="2534304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(a)</a:t>
            </a:r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家庭级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扩散Transformer</a:t>
            </a:r>
          </a:p>
        </p:txBody>
      </p:sp>
      <p:sp>
        <p:nvSpPr>
          <p:cNvPr id="369" name="文本框 368">
            <a:extLst>
              <a:ext uri="{FF2B5EF4-FFF2-40B4-BE49-F238E27FC236}">
                <a16:creationId xmlns:a16="http://schemas.microsoft.com/office/drawing/2014/main" id="{1F75C31D-E379-5857-4743-459B17D502C6}"/>
              </a:ext>
            </a:extLst>
          </p:cNvPr>
          <p:cNvSpPr txBox="1"/>
          <p:nvPr/>
        </p:nvSpPr>
        <p:spPr>
          <a:xfrm>
            <a:off x="5617092" y="297039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(b) GraphVAE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解码器</a:t>
            </a:r>
          </a:p>
        </p:txBody>
      </p:sp>
      <p:sp>
        <p:nvSpPr>
          <p:cNvPr id="370" name="文本框 369">
            <a:extLst>
              <a:ext uri="{FF2B5EF4-FFF2-40B4-BE49-F238E27FC236}">
                <a16:creationId xmlns:a16="http://schemas.microsoft.com/office/drawing/2014/main" id="{E45610F6-EA20-01C4-9439-BD233B921D44}"/>
              </a:ext>
            </a:extLst>
          </p:cNvPr>
          <p:cNvSpPr txBox="1"/>
          <p:nvPr/>
        </p:nvSpPr>
        <p:spPr>
          <a:xfrm>
            <a:off x="5680311" y="343272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(c) 异质图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Transformer</a:t>
            </a:r>
          </a:p>
        </p:txBody>
      </p:sp>
      <p:sp>
        <p:nvSpPr>
          <p:cNvPr id="371" name="文本框 370">
            <a:extLst>
              <a:ext uri="{FF2B5EF4-FFF2-40B4-BE49-F238E27FC236}">
                <a16:creationId xmlns:a16="http://schemas.microsoft.com/office/drawing/2014/main" id="{AEEC2717-6C22-E7EE-64C8-CAEDED8953A6}"/>
              </a:ext>
            </a:extLst>
          </p:cNvPr>
          <p:cNvSpPr txBox="1"/>
          <p:nvPr/>
        </p:nvSpPr>
        <p:spPr>
          <a:xfrm>
            <a:off x="5614273" y="4036981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(d) 个人级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扩散Transformer</a:t>
            </a:r>
          </a:p>
        </p:txBody>
      </p:sp>
      <p:sp>
        <p:nvSpPr>
          <p:cNvPr id="372" name="文本框 371">
            <a:extLst>
              <a:ext uri="{FF2B5EF4-FFF2-40B4-BE49-F238E27FC236}">
                <a16:creationId xmlns:a16="http://schemas.microsoft.com/office/drawing/2014/main" id="{48F3C916-0E33-2C9F-B045-2DDE97A90AFE}"/>
              </a:ext>
            </a:extLst>
          </p:cNvPr>
          <p:cNvSpPr txBox="1"/>
          <p:nvPr/>
        </p:nvSpPr>
        <p:spPr>
          <a:xfrm>
            <a:off x="5268834" y="4527412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生成的</a:t>
            </a:r>
            <a:endParaRPr lang="en-US" altLang="zh-CN" sz="75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家庭属性</a:t>
            </a:r>
          </a:p>
        </p:txBody>
      </p:sp>
      <p:sp>
        <p:nvSpPr>
          <p:cNvPr id="373" name="文本框 372">
            <a:extLst>
              <a:ext uri="{FF2B5EF4-FFF2-40B4-BE49-F238E27FC236}">
                <a16:creationId xmlns:a16="http://schemas.microsoft.com/office/drawing/2014/main" id="{C9FC9A7C-7FA6-4B77-89A9-DE2E94975269}"/>
              </a:ext>
            </a:extLst>
          </p:cNvPr>
          <p:cNvSpPr txBox="1"/>
          <p:nvPr/>
        </p:nvSpPr>
        <p:spPr>
          <a:xfrm>
            <a:off x="5840218" y="4527412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5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生成的</a:t>
            </a:r>
            <a:endParaRPr lang="en-US" altLang="zh-CN" sz="75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个人属性</a:t>
            </a:r>
          </a:p>
        </p:txBody>
      </p:sp>
      <p:sp>
        <p:nvSpPr>
          <p:cNvPr id="374" name="文本框 373">
            <a:extLst>
              <a:ext uri="{FF2B5EF4-FFF2-40B4-BE49-F238E27FC236}">
                <a16:creationId xmlns:a16="http://schemas.microsoft.com/office/drawing/2014/main" id="{A19E0F82-5625-F31A-1368-1B740F172B88}"/>
              </a:ext>
            </a:extLst>
          </p:cNvPr>
          <p:cNvSpPr txBox="1"/>
          <p:nvPr/>
        </p:nvSpPr>
        <p:spPr>
          <a:xfrm>
            <a:off x="6367668" y="4520647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生成的</a:t>
            </a:r>
            <a:endParaRPr lang="en-US" altLang="zh-CN" sz="75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家庭结构</a:t>
            </a:r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0108056F-C5AE-EF67-7DCF-5913C63623CD}"/>
              </a:ext>
            </a:extLst>
          </p:cNvPr>
          <p:cNvSpPr txBox="1"/>
          <p:nvPr/>
        </p:nvSpPr>
        <p:spPr>
          <a:xfrm>
            <a:off x="5261327" y="495462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家庭属性</a:t>
            </a:r>
            <a:endParaRPr lang="en-US" altLang="zh-CN" sz="8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l"/>
            <a:r>
              <a:rPr lang="zh-CN" altLang="en-US" sz="8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损失函数</a:t>
            </a:r>
          </a:p>
        </p:txBody>
      </p:sp>
      <p:sp>
        <p:nvSpPr>
          <p:cNvPr id="376" name="文本框 375">
            <a:extLst>
              <a:ext uri="{FF2B5EF4-FFF2-40B4-BE49-F238E27FC236}">
                <a16:creationId xmlns:a16="http://schemas.microsoft.com/office/drawing/2014/main" id="{F6311575-8FFF-5EC9-91DA-AB9EC7F803F0}"/>
              </a:ext>
            </a:extLst>
          </p:cNvPr>
          <p:cNvSpPr txBox="1"/>
          <p:nvPr/>
        </p:nvSpPr>
        <p:spPr>
          <a:xfrm>
            <a:off x="5827375" y="495375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个人属性</a:t>
            </a:r>
            <a:endParaRPr lang="en-US" altLang="zh-CN" sz="8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r>
              <a:rPr lang="zh-CN" altLang="en-US" sz="8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损失函数</a:t>
            </a:r>
          </a:p>
        </p:txBody>
      </p:sp>
      <p:sp>
        <p:nvSpPr>
          <p:cNvPr id="377" name="文本框 376">
            <a:extLst>
              <a:ext uri="{FF2B5EF4-FFF2-40B4-BE49-F238E27FC236}">
                <a16:creationId xmlns:a16="http://schemas.microsoft.com/office/drawing/2014/main" id="{1FC84738-455D-1FE4-084F-8FC13E756257}"/>
              </a:ext>
            </a:extLst>
          </p:cNvPr>
          <p:cNvSpPr txBox="1"/>
          <p:nvPr/>
        </p:nvSpPr>
        <p:spPr>
          <a:xfrm>
            <a:off x="6354545" y="495649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家庭结构</a:t>
            </a:r>
            <a:endParaRPr lang="en-US" altLang="zh-CN" sz="8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r>
              <a:rPr lang="zh-CN" altLang="en-US" sz="8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损失函数</a:t>
            </a:r>
          </a:p>
        </p:txBody>
      </p:sp>
      <p:sp>
        <p:nvSpPr>
          <p:cNvPr id="378" name="文本框 377">
            <a:extLst>
              <a:ext uri="{FF2B5EF4-FFF2-40B4-BE49-F238E27FC236}">
                <a16:creationId xmlns:a16="http://schemas.microsoft.com/office/drawing/2014/main" id="{0A8FC1FE-0D95-746C-18A0-881E4D273C21}"/>
              </a:ext>
            </a:extLst>
          </p:cNvPr>
          <p:cNvSpPr txBox="1"/>
          <p:nvPr/>
        </p:nvSpPr>
        <p:spPr>
          <a:xfrm>
            <a:off x="5824711" y="5395765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总损失</a:t>
            </a:r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E8B38A89-9EE2-D2AE-CC75-FF9C83158BF3}"/>
              </a:ext>
            </a:extLst>
          </p:cNvPr>
          <p:cNvSpPr txBox="1"/>
          <p:nvPr/>
        </p:nvSpPr>
        <p:spPr>
          <a:xfrm>
            <a:off x="3112539" y="1192996"/>
            <a:ext cx="16273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(a) 家庭级扩散Transformer</a:t>
            </a:r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897CE6FD-95D5-35D8-734A-3D44773AB25F}"/>
              </a:ext>
            </a:extLst>
          </p:cNvPr>
          <p:cNvSpPr txBox="1"/>
          <p:nvPr/>
        </p:nvSpPr>
        <p:spPr>
          <a:xfrm>
            <a:off x="2563401" y="1537502"/>
            <a:ext cx="948605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75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加</a:t>
            </a:r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噪的家庭属性</a:t>
            </a: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BBF4F344-844F-887E-ACC7-9170C303FC71}"/>
              </a:ext>
            </a:extLst>
          </p:cNvPr>
          <p:cNvSpPr txBox="1"/>
          <p:nvPr/>
        </p:nvSpPr>
        <p:spPr>
          <a:xfrm>
            <a:off x="3468722" y="1529829"/>
            <a:ext cx="76174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家庭画像信息</a:t>
            </a:r>
          </a:p>
        </p:txBody>
      </p:sp>
      <p:sp>
        <p:nvSpPr>
          <p:cNvPr id="382" name="文本框 381">
            <a:extLst>
              <a:ext uri="{FF2B5EF4-FFF2-40B4-BE49-F238E27FC236}">
                <a16:creationId xmlns:a16="http://schemas.microsoft.com/office/drawing/2014/main" id="{CAE79CB5-1981-FC6D-F2DA-12D422093041}"/>
              </a:ext>
            </a:extLst>
          </p:cNvPr>
          <p:cNvSpPr txBox="1"/>
          <p:nvPr/>
        </p:nvSpPr>
        <p:spPr>
          <a:xfrm>
            <a:off x="4348287" y="1530539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噪声时间步</a:t>
            </a: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EF938A72-2275-4FF6-648B-9BA6A2844A75}"/>
              </a:ext>
            </a:extLst>
          </p:cNvPr>
          <p:cNvSpPr txBox="1"/>
          <p:nvPr/>
        </p:nvSpPr>
        <p:spPr>
          <a:xfrm>
            <a:off x="2662737" y="1970412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线性投影</a:t>
            </a: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59752E94-B885-F1A6-E0F3-C0E14EC0F09E}"/>
              </a:ext>
            </a:extLst>
          </p:cNvPr>
          <p:cNvSpPr txBox="1"/>
          <p:nvPr/>
        </p:nvSpPr>
        <p:spPr>
          <a:xfrm>
            <a:off x="3757694" y="1976131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信息嵌入与归一化</a:t>
            </a: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63611296-300C-3236-64E1-A77CB6635791}"/>
              </a:ext>
            </a:extLst>
          </p:cNvPr>
          <p:cNvSpPr txBox="1"/>
          <p:nvPr/>
        </p:nvSpPr>
        <p:spPr>
          <a:xfrm>
            <a:off x="2662737" y="2450021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调制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(adaLN)</a:t>
            </a:r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9EE852C6-708A-356F-ECB3-78F908041BA7}"/>
              </a:ext>
            </a:extLst>
          </p:cNvPr>
          <p:cNvSpPr txBox="1"/>
          <p:nvPr/>
        </p:nvSpPr>
        <p:spPr>
          <a:xfrm>
            <a:off x="3561956" y="2509165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自注意力</a:t>
            </a: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DD0DBA43-EA25-8917-08B0-DA6FA378EBA0}"/>
              </a:ext>
            </a:extLst>
          </p:cNvPr>
          <p:cNvSpPr txBox="1"/>
          <p:nvPr/>
        </p:nvSpPr>
        <p:spPr>
          <a:xfrm>
            <a:off x="3500815" y="2957557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最终输出层</a:t>
            </a:r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2EDD5765-B77E-3F10-77CD-F01FCE40FF77}"/>
              </a:ext>
            </a:extLst>
          </p:cNvPr>
          <p:cNvSpPr txBox="1"/>
          <p:nvPr/>
        </p:nvSpPr>
        <p:spPr>
          <a:xfrm>
            <a:off x="7731243" y="1192996"/>
            <a:ext cx="12715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(b) GraphVAE解码器</a:t>
            </a: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2863F395-8764-9CDA-C656-99C550E1B17A}"/>
              </a:ext>
            </a:extLst>
          </p:cNvPr>
          <p:cNvSpPr txBox="1"/>
          <p:nvPr/>
        </p:nvSpPr>
        <p:spPr>
          <a:xfrm>
            <a:off x="7898155" y="1521021"/>
            <a:ext cx="9925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生成的家庭属性</a:t>
            </a: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15D53729-EE58-BBFA-0994-BE90D3602635}"/>
              </a:ext>
            </a:extLst>
          </p:cNvPr>
          <p:cNvSpPr txBox="1"/>
          <p:nvPr/>
        </p:nvSpPr>
        <p:spPr>
          <a:xfrm>
            <a:off x="7898155" y="2012118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线性图解码器</a:t>
            </a: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BC830351-C378-4A7C-3242-7A8BE49793BE}"/>
              </a:ext>
            </a:extLst>
          </p:cNvPr>
          <p:cNvSpPr txBox="1"/>
          <p:nvPr/>
        </p:nvSpPr>
        <p:spPr>
          <a:xfrm>
            <a:off x="8024478" y="2395406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张量重构</a:t>
            </a: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947F9876-0D45-8C6C-6E12-60E32B2A83D7}"/>
              </a:ext>
            </a:extLst>
          </p:cNvPr>
          <p:cNvSpPr txBox="1"/>
          <p:nvPr/>
        </p:nvSpPr>
        <p:spPr>
          <a:xfrm>
            <a:off x="7139284" y="2870369"/>
            <a:ext cx="607859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家庭成员</a:t>
            </a:r>
            <a:endParaRPr lang="en-US" altLang="zh-CN" sz="825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l"/>
            <a:r>
              <a:rPr lang="zh-CN" altLang="en-US" sz="82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邻接矩阵</a:t>
            </a: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1723FC72-36B7-23A7-3FE3-FED6B16AE265}"/>
              </a:ext>
            </a:extLst>
          </p:cNvPr>
          <p:cNvSpPr txBox="1"/>
          <p:nvPr/>
        </p:nvSpPr>
        <p:spPr>
          <a:xfrm>
            <a:off x="8008869" y="286601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</a:t>
            </a:r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关系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类型矩阵</a:t>
            </a: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7DF72361-0FEF-297B-FBBB-92EDC54BDCC5}"/>
              </a:ext>
            </a:extLst>
          </p:cNvPr>
          <p:cNvSpPr txBox="1"/>
          <p:nvPr/>
        </p:nvSpPr>
        <p:spPr>
          <a:xfrm>
            <a:off x="8806052" y="286601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家庭成员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类型矩阵</a:t>
            </a: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8E5C992E-3CF1-41AC-FC28-4D74DC9070DC}"/>
              </a:ext>
            </a:extLst>
          </p:cNvPr>
          <p:cNvSpPr txBox="1"/>
          <p:nvPr/>
        </p:nvSpPr>
        <p:spPr>
          <a:xfrm>
            <a:off x="3129519" y="3491916"/>
            <a:ext cx="13292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(c) 异质图Transformer</a:t>
            </a: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7D885A66-8D91-668D-C179-47283FF8AA75}"/>
              </a:ext>
            </a:extLst>
          </p:cNvPr>
          <p:cNvSpPr txBox="1"/>
          <p:nvPr/>
        </p:nvSpPr>
        <p:spPr>
          <a:xfrm>
            <a:off x="2605121" y="3877379"/>
            <a:ext cx="607859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2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家庭成员</a:t>
            </a:r>
            <a:endParaRPr lang="en-US" altLang="zh-CN" sz="825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r>
              <a:rPr lang="zh-CN" altLang="en-US" sz="82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邻接矩阵</a:t>
            </a: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4AFDFD64-9E95-A867-4945-8A561A2C8972}"/>
              </a:ext>
            </a:extLst>
          </p:cNvPr>
          <p:cNvSpPr txBox="1"/>
          <p:nvPr/>
        </p:nvSpPr>
        <p:spPr>
          <a:xfrm>
            <a:off x="2620162" y="431822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</a:t>
            </a:r>
            <a:r>
              <a:rPr lang="zh-CN" altLang="en-US" sz="8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关系</a:t>
            </a:r>
            <a:endParaRPr lang="en-US" altLang="zh-CN" sz="8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r>
              <a:rPr lang="zh-CN" altLang="en-US" sz="8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类型矩阵</a:t>
            </a:r>
          </a:p>
        </p:txBody>
      </p:sp>
      <p:sp>
        <p:nvSpPr>
          <p:cNvPr id="398" name="文本框 397">
            <a:extLst>
              <a:ext uri="{FF2B5EF4-FFF2-40B4-BE49-F238E27FC236}">
                <a16:creationId xmlns:a16="http://schemas.microsoft.com/office/drawing/2014/main" id="{4D8EE36C-FD39-4129-865E-436F8FEBE943}"/>
              </a:ext>
            </a:extLst>
          </p:cNvPr>
          <p:cNvSpPr txBox="1"/>
          <p:nvPr/>
        </p:nvSpPr>
        <p:spPr>
          <a:xfrm>
            <a:off x="2585956" y="479005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家庭成员</a:t>
            </a:r>
            <a:endParaRPr lang="en-US" altLang="zh-CN" sz="8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r>
              <a:rPr lang="zh-CN" altLang="en-US" sz="8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类型矩阵</a:t>
            </a: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F453104C-7C3B-0CB5-D26B-6322F09A1145}"/>
              </a:ext>
            </a:extLst>
          </p:cNvPr>
          <p:cNvSpPr txBox="1"/>
          <p:nvPr/>
        </p:nvSpPr>
        <p:spPr>
          <a:xfrm>
            <a:off x="2797260" y="5110202"/>
            <a:ext cx="37702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投影</a:t>
            </a: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8FDFC339-9D49-85B8-8799-B9B038B6E46A}"/>
              </a:ext>
            </a:extLst>
          </p:cNvPr>
          <p:cNvSpPr txBox="1"/>
          <p:nvPr/>
        </p:nvSpPr>
        <p:spPr>
          <a:xfrm>
            <a:off x="2571271" y="5298540"/>
            <a:ext cx="7232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家庭成员特征</a:t>
            </a: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05EE2501-B0E7-AA2C-AE27-BECA341FF245}"/>
              </a:ext>
            </a:extLst>
          </p:cNvPr>
          <p:cNvSpPr txBox="1"/>
          <p:nvPr/>
        </p:nvSpPr>
        <p:spPr>
          <a:xfrm>
            <a:off x="3705496" y="3888515"/>
            <a:ext cx="85792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节点特定注意力</a:t>
            </a:r>
          </a:p>
        </p:txBody>
      </p:sp>
      <p:sp>
        <p:nvSpPr>
          <p:cNvPr id="402" name="文本框 401">
            <a:extLst>
              <a:ext uri="{FF2B5EF4-FFF2-40B4-BE49-F238E27FC236}">
                <a16:creationId xmlns:a16="http://schemas.microsoft.com/office/drawing/2014/main" id="{FCCC6F64-6C37-26A0-541E-9C867CF75300}"/>
              </a:ext>
            </a:extLst>
          </p:cNvPr>
          <p:cNvSpPr txBox="1"/>
          <p:nvPr/>
        </p:nvSpPr>
        <p:spPr>
          <a:xfrm>
            <a:off x="3704278" y="4184880"/>
            <a:ext cx="85792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关系特定注意力</a:t>
            </a: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308F4C83-BB30-EA71-1574-2CAF8C3E4698}"/>
              </a:ext>
            </a:extLst>
          </p:cNvPr>
          <p:cNvSpPr txBox="1"/>
          <p:nvPr/>
        </p:nvSpPr>
        <p:spPr>
          <a:xfrm>
            <a:off x="3699932" y="4488474"/>
            <a:ext cx="85792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注意力得分计算</a:t>
            </a:r>
          </a:p>
        </p:txBody>
      </p:sp>
      <p:sp>
        <p:nvSpPr>
          <p:cNvPr id="404" name="文本框 403">
            <a:extLst>
              <a:ext uri="{FF2B5EF4-FFF2-40B4-BE49-F238E27FC236}">
                <a16:creationId xmlns:a16="http://schemas.microsoft.com/office/drawing/2014/main" id="{042CBA15-899C-4247-D3BA-313263D5288F}"/>
              </a:ext>
            </a:extLst>
          </p:cNvPr>
          <p:cNvSpPr txBox="1"/>
          <p:nvPr/>
        </p:nvSpPr>
        <p:spPr>
          <a:xfrm>
            <a:off x="3684161" y="4796644"/>
            <a:ext cx="85792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消息传递与聚合</a:t>
            </a:r>
          </a:p>
        </p:txBody>
      </p:sp>
      <p:sp>
        <p:nvSpPr>
          <p:cNvPr id="405" name="文本框 404">
            <a:extLst>
              <a:ext uri="{FF2B5EF4-FFF2-40B4-BE49-F238E27FC236}">
                <a16:creationId xmlns:a16="http://schemas.microsoft.com/office/drawing/2014/main" id="{C934D1CE-DB89-13D8-7050-CD2CF2803AC5}"/>
              </a:ext>
            </a:extLst>
          </p:cNvPr>
          <p:cNvSpPr txBox="1"/>
          <p:nvPr/>
        </p:nvSpPr>
        <p:spPr>
          <a:xfrm>
            <a:off x="3415162" y="5165670"/>
            <a:ext cx="1338828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各成员类型更新与残差连接</a:t>
            </a:r>
          </a:p>
        </p:txBody>
      </p:sp>
      <p:sp>
        <p:nvSpPr>
          <p:cNvPr id="406" name="文本框 405">
            <a:extLst>
              <a:ext uri="{FF2B5EF4-FFF2-40B4-BE49-F238E27FC236}">
                <a16:creationId xmlns:a16="http://schemas.microsoft.com/office/drawing/2014/main" id="{C889B6F8-C877-DE31-871E-2ACBA95D8F8B}"/>
              </a:ext>
            </a:extLst>
          </p:cNvPr>
          <p:cNvSpPr txBox="1"/>
          <p:nvPr/>
        </p:nvSpPr>
        <p:spPr>
          <a:xfrm>
            <a:off x="7664441" y="3515465"/>
            <a:ext cx="16273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(d) 个人级扩散Transformer</a:t>
            </a:r>
          </a:p>
        </p:txBody>
      </p:sp>
      <p:sp>
        <p:nvSpPr>
          <p:cNvPr id="407" name="文本框 406">
            <a:extLst>
              <a:ext uri="{FF2B5EF4-FFF2-40B4-BE49-F238E27FC236}">
                <a16:creationId xmlns:a16="http://schemas.microsoft.com/office/drawing/2014/main" id="{6CEF8D7E-9D17-0D0C-DA4C-3630082581C0}"/>
              </a:ext>
            </a:extLst>
          </p:cNvPr>
          <p:cNvSpPr txBox="1"/>
          <p:nvPr/>
        </p:nvSpPr>
        <p:spPr>
          <a:xfrm>
            <a:off x="7009113" y="3793434"/>
            <a:ext cx="85792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加噪的个人属性</a:t>
            </a:r>
          </a:p>
        </p:txBody>
      </p:sp>
      <p:sp>
        <p:nvSpPr>
          <p:cNvPr id="408" name="文本框 407">
            <a:extLst>
              <a:ext uri="{FF2B5EF4-FFF2-40B4-BE49-F238E27FC236}">
                <a16:creationId xmlns:a16="http://schemas.microsoft.com/office/drawing/2014/main" id="{71862A7A-FFBA-0D93-4922-36CBCD7C7D42}"/>
              </a:ext>
            </a:extLst>
          </p:cNvPr>
          <p:cNvSpPr txBox="1"/>
          <p:nvPr/>
        </p:nvSpPr>
        <p:spPr>
          <a:xfrm>
            <a:off x="7014054" y="4280725"/>
            <a:ext cx="85792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生成的家庭属性</a:t>
            </a:r>
          </a:p>
        </p:txBody>
      </p:sp>
      <p:sp>
        <p:nvSpPr>
          <p:cNvPr id="409" name="文本框 408">
            <a:extLst>
              <a:ext uri="{FF2B5EF4-FFF2-40B4-BE49-F238E27FC236}">
                <a16:creationId xmlns:a16="http://schemas.microsoft.com/office/drawing/2014/main" id="{3DD88595-DC5A-063B-D74F-73B89FEDEAB3}"/>
              </a:ext>
            </a:extLst>
          </p:cNvPr>
          <p:cNvSpPr txBox="1"/>
          <p:nvPr/>
        </p:nvSpPr>
        <p:spPr>
          <a:xfrm>
            <a:off x="7018904" y="4572395"/>
            <a:ext cx="85792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生成的家庭结构</a:t>
            </a:r>
          </a:p>
        </p:txBody>
      </p:sp>
      <p:sp>
        <p:nvSpPr>
          <p:cNvPr id="410" name="文本框 409">
            <a:extLst>
              <a:ext uri="{FF2B5EF4-FFF2-40B4-BE49-F238E27FC236}">
                <a16:creationId xmlns:a16="http://schemas.microsoft.com/office/drawing/2014/main" id="{767C8421-1B47-BBB8-3D8D-903360C23AA5}"/>
              </a:ext>
            </a:extLst>
          </p:cNvPr>
          <p:cNvSpPr txBox="1"/>
          <p:nvPr/>
        </p:nvSpPr>
        <p:spPr>
          <a:xfrm>
            <a:off x="7062060" y="4970829"/>
            <a:ext cx="76174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家庭画像信息</a:t>
            </a:r>
          </a:p>
        </p:txBody>
      </p:sp>
      <p:sp>
        <p:nvSpPr>
          <p:cNvPr id="411" name="文本框 410">
            <a:extLst>
              <a:ext uri="{FF2B5EF4-FFF2-40B4-BE49-F238E27FC236}">
                <a16:creationId xmlns:a16="http://schemas.microsoft.com/office/drawing/2014/main" id="{4A518BB1-E717-3E32-39F9-3AAC46868D41}"/>
              </a:ext>
            </a:extLst>
          </p:cNvPr>
          <p:cNvSpPr txBox="1"/>
          <p:nvPr/>
        </p:nvSpPr>
        <p:spPr>
          <a:xfrm>
            <a:off x="7114574" y="5311972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噪声时间步</a:t>
            </a:r>
          </a:p>
        </p:txBody>
      </p:sp>
      <p:sp>
        <p:nvSpPr>
          <p:cNvPr id="412" name="文本框 411">
            <a:extLst>
              <a:ext uri="{FF2B5EF4-FFF2-40B4-BE49-F238E27FC236}">
                <a16:creationId xmlns:a16="http://schemas.microsoft.com/office/drawing/2014/main" id="{FFC6FF0D-2427-D0B6-D890-3223814F5587}"/>
              </a:ext>
            </a:extLst>
          </p:cNvPr>
          <p:cNvSpPr txBox="1"/>
          <p:nvPr/>
        </p:nvSpPr>
        <p:spPr>
          <a:xfrm>
            <a:off x="7165839" y="4077291"/>
            <a:ext cx="56938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条件信息</a:t>
            </a:r>
          </a:p>
        </p:txBody>
      </p:sp>
      <p:sp>
        <p:nvSpPr>
          <p:cNvPr id="413" name="文本框 412">
            <a:extLst>
              <a:ext uri="{FF2B5EF4-FFF2-40B4-BE49-F238E27FC236}">
                <a16:creationId xmlns:a16="http://schemas.microsoft.com/office/drawing/2014/main" id="{C060CE65-EB62-71A5-3C9B-4179453DDF79}"/>
              </a:ext>
            </a:extLst>
          </p:cNvPr>
          <p:cNvSpPr txBox="1"/>
          <p:nvPr/>
        </p:nvSpPr>
        <p:spPr>
          <a:xfrm>
            <a:off x="8332035" y="3921730"/>
            <a:ext cx="71365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调制(adaLN)</a:t>
            </a:r>
          </a:p>
        </p:txBody>
      </p:sp>
      <p:sp>
        <p:nvSpPr>
          <p:cNvPr id="414" name="文本框 413">
            <a:extLst>
              <a:ext uri="{FF2B5EF4-FFF2-40B4-BE49-F238E27FC236}">
                <a16:creationId xmlns:a16="http://schemas.microsoft.com/office/drawing/2014/main" id="{15597893-E695-56F0-3E84-1223FDE9B0DF}"/>
              </a:ext>
            </a:extLst>
          </p:cNvPr>
          <p:cNvSpPr txBox="1"/>
          <p:nvPr/>
        </p:nvSpPr>
        <p:spPr>
          <a:xfrm>
            <a:off x="8253393" y="4155394"/>
            <a:ext cx="824265" cy="202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13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掩码多头注意力</a:t>
            </a:r>
          </a:p>
        </p:txBody>
      </p:sp>
      <p:sp>
        <p:nvSpPr>
          <p:cNvPr id="415" name="文本框 414">
            <a:extLst>
              <a:ext uri="{FF2B5EF4-FFF2-40B4-BE49-F238E27FC236}">
                <a16:creationId xmlns:a16="http://schemas.microsoft.com/office/drawing/2014/main" id="{47F81C4C-EBDE-F96E-F5B4-4B9D9316F70E}"/>
              </a:ext>
            </a:extLst>
          </p:cNvPr>
          <p:cNvSpPr txBox="1"/>
          <p:nvPr/>
        </p:nvSpPr>
        <p:spPr>
          <a:xfrm>
            <a:off x="8332035" y="4738991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交叉注意力</a:t>
            </a:r>
          </a:p>
        </p:txBody>
      </p:sp>
      <p:sp>
        <p:nvSpPr>
          <p:cNvPr id="416" name="文本框 415">
            <a:extLst>
              <a:ext uri="{FF2B5EF4-FFF2-40B4-BE49-F238E27FC236}">
                <a16:creationId xmlns:a16="http://schemas.microsoft.com/office/drawing/2014/main" id="{D18D7BFC-BD40-05B8-F973-9249B8C017AF}"/>
              </a:ext>
            </a:extLst>
          </p:cNvPr>
          <p:cNvSpPr txBox="1"/>
          <p:nvPr/>
        </p:nvSpPr>
        <p:spPr>
          <a:xfrm>
            <a:off x="8350446" y="5004012"/>
            <a:ext cx="56938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门控机制</a:t>
            </a:r>
          </a:p>
        </p:txBody>
      </p:sp>
      <p:sp>
        <p:nvSpPr>
          <p:cNvPr id="417" name="文本框 416">
            <a:extLst>
              <a:ext uri="{FF2B5EF4-FFF2-40B4-BE49-F238E27FC236}">
                <a16:creationId xmlns:a16="http://schemas.microsoft.com/office/drawing/2014/main" id="{0A54BF0F-24F7-F292-6677-8CE9B912BD6B}"/>
              </a:ext>
            </a:extLst>
          </p:cNvPr>
          <p:cNvSpPr txBox="1"/>
          <p:nvPr/>
        </p:nvSpPr>
        <p:spPr>
          <a:xfrm>
            <a:off x="8172577" y="5251098"/>
            <a:ext cx="1132041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67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层归一化&amp;MLP&amp;Dropout</a:t>
            </a:r>
          </a:p>
        </p:txBody>
      </p:sp>
      <p:sp>
        <p:nvSpPr>
          <p:cNvPr id="418" name="文本框 417">
            <a:extLst>
              <a:ext uri="{FF2B5EF4-FFF2-40B4-BE49-F238E27FC236}">
                <a16:creationId xmlns:a16="http://schemas.microsoft.com/office/drawing/2014/main" id="{7D799AD3-8C83-6826-C83F-EC2A2403B2EE}"/>
              </a:ext>
            </a:extLst>
          </p:cNvPr>
          <p:cNvSpPr txBox="1"/>
          <p:nvPr/>
        </p:nvSpPr>
        <p:spPr>
          <a:xfrm>
            <a:off x="8340065" y="5479304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最终输出层</a:t>
            </a:r>
          </a:p>
        </p:txBody>
      </p: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B566262F-7E1A-95D9-52EC-EE016F300C4B}"/>
              </a:ext>
            </a:extLst>
          </p:cNvPr>
          <p:cNvGrpSpPr/>
          <p:nvPr/>
        </p:nvGrpSpPr>
        <p:grpSpPr>
          <a:xfrm>
            <a:off x="5442986" y="1842398"/>
            <a:ext cx="71437" cy="71324"/>
            <a:chOff x="2107262" y="4259994"/>
            <a:chExt cx="71437" cy="71324"/>
          </a:xfrm>
        </p:grpSpPr>
        <p:sp>
          <p:nvSpPr>
            <p:cNvPr id="419" name="任意形状 418">
              <a:extLst>
                <a:ext uri="{FF2B5EF4-FFF2-40B4-BE49-F238E27FC236}">
                  <a16:creationId xmlns:a16="http://schemas.microsoft.com/office/drawing/2014/main" id="{7946C5A7-5A31-022E-1382-B390A9BFFE10}"/>
                </a:ext>
              </a:extLst>
            </p:cNvPr>
            <p:cNvSpPr/>
            <p:nvPr/>
          </p:nvSpPr>
          <p:spPr>
            <a:xfrm flipV="1">
              <a:off x="2107262" y="4259994"/>
              <a:ext cx="71437" cy="71324"/>
            </a:xfrm>
            <a:custGeom>
              <a:avLst/>
              <a:gdLst>
                <a:gd name="csX0" fmla="*/ 71438 w 71437"/>
                <a:gd name="csY0" fmla="*/ 35819 h 71324"/>
                <a:gd name="csX1" fmla="*/ 35719 w 71437"/>
                <a:gd name="csY1" fmla="*/ 71481 h 71324"/>
                <a:gd name="csX2" fmla="*/ 0 w 71437"/>
                <a:gd name="csY2" fmla="*/ 35819 h 71324"/>
                <a:gd name="csX3" fmla="*/ 35719 w 71437"/>
                <a:gd name="csY3" fmla="*/ 157 h 71324"/>
                <a:gd name="csX4" fmla="*/ 71438 w 71437"/>
                <a:gd name="csY4" fmla="*/ 35819 h 71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437" h="71324">
                  <a:moveTo>
                    <a:pt x="71438" y="35819"/>
                  </a:moveTo>
                  <a:cubicBezTo>
                    <a:pt x="71438" y="55505"/>
                    <a:pt x="55435" y="71481"/>
                    <a:pt x="35719" y="71481"/>
                  </a:cubicBezTo>
                  <a:cubicBezTo>
                    <a:pt x="16002" y="71481"/>
                    <a:pt x="0" y="55505"/>
                    <a:pt x="0" y="35819"/>
                  </a:cubicBezTo>
                  <a:cubicBezTo>
                    <a:pt x="0" y="16133"/>
                    <a:pt x="16002" y="157"/>
                    <a:pt x="35719" y="157"/>
                  </a:cubicBezTo>
                  <a:cubicBezTo>
                    <a:pt x="55435" y="157"/>
                    <a:pt x="71438" y="16133"/>
                    <a:pt x="71438" y="35819"/>
                  </a:cubicBezTo>
                  <a:close/>
                </a:path>
              </a:pathLst>
            </a:custGeom>
            <a:solidFill>
              <a:srgbClr val="F0F0F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" name="任意形状 419">
              <a:extLst>
                <a:ext uri="{FF2B5EF4-FFF2-40B4-BE49-F238E27FC236}">
                  <a16:creationId xmlns:a16="http://schemas.microsoft.com/office/drawing/2014/main" id="{34AC7511-8D3C-B8CA-A4E6-F5319FBD07CD}"/>
                </a:ext>
              </a:extLst>
            </p:cNvPr>
            <p:cNvSpPr/>
            <p:nvPr/>
          </p:nvSpPr>
          <p:spPr>
            <a:xfrm flipV="1">
              <a:off x="2107262" y="4259994"/>
              <a:ext cx="71437" cy="71324"/>
            </a:xfrm>
            <a:custGeom>
              <a:avLst/>
              <a:gdLst>
                <a:gd name="csX0" fmla="*/ 71438 w 71437"/>
                <a:gd name="csY0" fmla="*/ 35819 h 71324"/>
                <a:gd name="csX1" fmla="*/ 35719 w 71437"/>
                <a:gd name="csY1" fmla="*/ 71481 h 71324"/>
                <a:gd name="csX2" fmla="*/ 0 w 71437"/>
                <a:gd name="csY2" fmla="*/ 35819 h 71324"/>
                <a:gd name="csX3" fmla="*/ 35719 w 71437"/>
                <a:gd name="csY3" fmla="*/ 157 h 71324"/>
                <a:gd name="csX4" fmla="*/ 71438 w 71437"/>
                <a:gd name="csY4" fmla="*/ 35819 h 71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437" h="71324">
                  <a:moveTo>
                    <a:pt x="71438" y="35819"/>
                  </a:moveTo>
                  <a:cubicBezTo>
                    <a:pt x="71438" y="55505"/>
                    <a:pt x="55435" y="71481"/>
                    <a:pt x="35719" y="71481"/>
                  </a:cubicBezTo>
                  <a:cubicBezTo>
                    <a:pt x="16002" y="71481"/>
                    <a:pt x="0" y="55505"/>
                    <a:pt x="0" y="35819"/>
                  </a:cubicBezTo>
                  <a:cubicBezTo>
                    <a:pt x="0" y="16133"/>
                    <a:pt x="16002" y="157"/>
                    <a:pt x="35719" y="157"/>
                  </a:cubicBezTo>
                  <a:cubicBezTo>
                    <a:pt x="55435" y="157"/>
                    <a:pt x="71438" y="16133"/>
                    <a:pt x="71438" y="35819"/>
                  </a:cubicBezTo>
                  <a:close/>
                </a:path>
              </a:pathLst>
            </a:custGeom>
            <a:noFill/>
            <a:ln w="714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1" name="任意形状 420">
              <a:extLst>
                <a:ext uri="{FF2B5EF4-FFF2-40B4-BE49-F238E27FC236}">
                  <a16:creationId xmlns:a16="http://schemas.microsoft.com/office/drawing/2014/main" id="{29AF184F-8899-AC25-1499-B7FDCDE30755}"/>
                </a:ext>
              </a:extLst>
            </p:cNvPr>
            <p:cNvSpPr/>
            <p:nvPr/>
          </p:nvSpPr>
          <p:spPr>
            <a:xfrm flipV="1">
              <a:off x="2107262" y="4295086"/>
              <a:ext cx="71437" cy="95"/>
            </a:xfrm>
            <a:custGeom>
              <a:avLst/>
              <a:gdLst>
                <a:gd name="csX0" fmla="*/ 71438 w 71437"/>
                <a:gd name="csY0" fmla="*/ 157 h 95"/>
                <a:gd name="csX1" fmla="*/ 0 w 71437"/>
                <a:gd name="csY1" fmla="*/ 252 h 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1437" h="95">
                  <a:moveTo>
                    <a:pt x="71438" y="157"/>
                  </a:moveTo>
                  <a:lnTo>
                    <a:pt x="0" y="252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2" name="任意形状 421">
              <a:extLst>
                <a:ext uri="{FF2B5EF4-FFF2-40B4-BE49-F238E27FC236}">
                  <a16:creationId xmlns:a16="http://schemas.microsoft.com/office/drawing/2014/main" id="{60A295D9-9FB6-35AC-0605-243295B8752A}"/>
                </a:ext>
              </a:extLst>
            </p:cNvPr>
            <p:cNvSpPr/>
            <p:nvPr/>
          </p:nvSpPr>
          <p:spPr>
            <a:xfrm flipV="1">
              <a:off x="2143457" y="4259994"/>
              <a:ext cx="9525" cy="71324"/>
            </a:xfrm>
            <a:custGeom>
              <a:avLst/>
              <a:gdLst>
                <a:gd name="csX0" fmla="*/ 0 w 9525"/>
                <a:gd name="csY0" fmla="*/ 157 h 71324"/>
                <a:gd name="csX1" fmla="*/ 0 w 9525"/>
                <a:gd name="csY1" fmla="*/ 71481 h 71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71324">
                  <a:moveTo>
                    <a:pt x="0" y="157"/>
                  </a:moveTo>
                  <a:lnTo>
                    <a:pt x="0" y="71481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3" name="任意形状 422">
              <a:extLst>
                <a:ext uri="{FF2B5EF4-FFF2-40B4-BE49-F238E27FC236}">
                  <a16:creationId xmlns:a16="http://schemas.microsoft.com/office/drawing/2014/main" id="{07B5A56B-4236-530A-EE5A-B4FF9B7173E2}"/>
                </a:ext>
              </a:extLst>
            </p:cNvPr>
            <p:cNvSpPr/>
            <p:nvPr/>
          </p:nvSpPr>
          <p:spPr>
            <a:xfrm flipV="1">
              <a:off x="2107262" y="4259994"/>
              <a:ext cx="71437" cy="71324"/>
            </a:xfrm>
            <a:custGeom>
              <a:avLst/>
              <a:gdLst>
                <a:gd name="csX0" fmla="*/ 71438 w 71437"/>
                <a:gd name="csY0" fmla="*/ 35819 h 71324"/>
                <a:gd name="csX1" fmla="*/ 35719 w 71437"/>
                <a:gd name="csY1" fmla="*/ 71481 h 71324"/>
                <a:gd name="csX2" fmla="*/ 0 w 71437"/>
                <a:gd name="csY2" fmla="*/ 35819 h 71324"/>
                <a:gd name="csX3" fmla="*/ 35719 w 71437"/>
                <a:gd name="csY3" fmla="*/ 157 h 71324"/>
                <a:gd name="csX4" fmla="*/ 71438 w 71437"/>
                <a:gd name="csY4" fmla="*/ 35819 h 71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437" h="71324">
                  <a:moveTo>
                    <a:pt x="71438" y="35819"/>
                  </a:moveTo>
                  <a:cubicBezTo>
                    <a:pt x="71438" y="55505"/>
                    <a:pt x="55435" y="71481"/>
                    <a:pt x="35719" y="71481"/>
                  </a:cubicBezTo>
                  <a:cubicBezTo>
                    <a:pt x="16002" y="71481"/>
                    <a:pt x="0" y="55505"/>
                    <a:pt x="0" y="35819"/>
                  </a:cubicBezTo>
                  <a:cubicBezTo>
                    <a:pt x="0" y="16133"/>
                    <a:pt x="16002" y="157"/>
                    <a:pt x="35719" y="157"/>
                  </a:cubicBezTo>
                  <a:cubicBezTo>
                    <a:pt x="55435" y="157"/>
                    <a:pt x="71438" y="16133"/>
                    <a:pt x="71438" y="35819"/>
                  </a:cubicBezTo>
                  <a:close/>
                </a:path>
              </a:pathLst>
            </a:custGeom>
            <a:solidFill>
              <a:srgbClr val="F0F0F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4" name="任意形状 423">
              <a:extLst>
                <a:ext uri="{FF2B5EF4-FFF2-40B4-BE49-F238E27FC236}">
                  <a16:creationId xmlns:a16="http://schemas.microsoft.com/office/drawing/2014/main" id="{3282B816-2E33-1E33-1BEE-CA2D9E13CE3D}"/>
                </a:ext>
              </a:extLst>
            </p:cNvPr>
            <p:cNvSpPr/>
            <p:nvPr/>
          </p:nvSpPr>
          <p:spPr>
            <a:xfrm flipV="1">
              <a:off x="2107262" y="4259994"/>
              <a:ext cx="71437" cy="71324"/>
            </a:xfrm>
            <a:custGeom>
              <a:avLst/>
              <a:gdLst>
                <a:gd name="csX0" fmla="*/ 71438 w 71437"/>
                <a:gd name="csY0" fmla="*/ 35819 h 71324"/>
                <a:gd name="csX1" fmla="*/ 35719 w 71437"/>
                <a:gd name="csY1" fmla="*/ 71481 h 71324"/>
                <a:gd name="csX2" fmla="*/ 0 w 71437"/>
                <a:gd name="csY2" fmla="*/ 35819 h 71324"/>
                <a:gd name="csX3" fmla="*/ 35719 w 71437"/>
                <a:gd name="csY3" fmla="*/ 157 h 71324"/>
                <a:gd name="csX4" fmla="*/ 71438 w 71437"/>
                <a:gd name="csY4" fmla="*/ 35819 h 71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437" h="71324">
                  <a:moveTo>
                    <a:pt x="71438" y="35819"/>
                  </a:moveTo>
                  <a:cubicBezTo>
                    <a:pt x="71438" y="55505"/>
                    <a:pt x="55435" y="71481"/>
                    <a:pt x="35719" y="71481"/>
                  </a:cubicBezTo>
                  <a:cubicBezTo>
                    <a:pt x="16002" y="71481"/>
                    <a:pt x="0" y="55505"/>
                    <a:pt x="0" y="35819"/>
                  </a:cubicBezTo>
                  <a:cubicBezTo>
                    <a:pt x="0" y="16133"/>
                    <a:pt x="16002" y="157"/>
                    <a:pt x="35719" y="157"/>
                  </a:cubicBezTo>
                  <a:cubicBezTo>
                    <a:pt x="55435" y="157"/>
                    <a:pt x="71438" y="16133"/>
                    <a:pt x="71438" y="35819"/>
                  </a:cubicBezTo>
                  <a:close/>
                </a:path>
              </a:pathLst>
            </a:custGeom>
            <a:noFill/>
            <a:ln w="714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5" name="任意形状 424">
              <a:extLst>
                <a:ext uri="{FF2B5EF4-FFF2-40B4-BE49-F238E27FC236}">
                  <a16:creationId xmlns:a16="http://schemas.microsoft.com/office/drawing/2014/main" id="{A0C71951-D00B-731F-EC4C-4B6B354E89AF}"/>
                </a:ext>
              </a:extLst>
            </p:cNvPr>
            <p:cNvSpPr/>
            <p:nvPr/>
          </p:nvSpPr>
          <p:spPr>
            <a:xfrm flipV="1">
              <a:off x="2107262" y="4295086"/>
              <a:ext cx="71437" cy="95"/>
            </a:xfrm>
            <a:custGeom>
              <a:avLst/>
              <a:gdLst>
                <a:gd name="csX0" fmla="*/ 71438 w 71437"/>
                <a:gd name="csY0" fmla="*/ 157 h 95"/>
                <a:gd name="csX1" fmla="*/ 0 w 71437"/>
                <a:gd name="csY1" fmla="*/ 252 h 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1437" h="95">
                  <a:moveTo>
                    <a:pt x="71438" y="157"/>
                  </a:moveTo>
                  <a:lnTo>
                    <a:pt x="0" y="252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6" name="任意形状 425">
              <a:extLst>
                <a:ext uri="{FF2B5EF4-FFF2-40B4-BE49-F238E27FC236}">
                  <a16:creationId xmlns:a16="http://schemas.microsoft.com/office/drawing/2014/main" id="{C7FD7D2C-4BDD-336C-F11D-DBB0FF04B6CA}"/>
                </a:ext>
              </a:extLst>
            </p:cNvPr>
            <p:cNvSpPr/>
            <p:nvPr/>
          </p:nvSpPr>
          <p:spPr>
            <a:xfrm flipV="1">
              <a:off x="2143457" y="4259994"/>
              <a:ext cx="9525" cy="71324"/>
            </a:xfrm>
            <a:custGeom>
              <a:avLst/>
              <a:gdLst>
                <a:gd name="csX0" fmla="*/ 0 w 9525"/>
                <a:gd name="csY0" fmla="*/ 157 h 71324"/>
                <a:gd name="csX1" fmla="*/ 0 w 9525"/>
                <a:gd name="csY1" fmla="*/ 71481 h 71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71324">
                  <a:moveTo>
                    <a:pt x="0" y="157"/>
                  </a:moveTo>
                  <a:lnTo>
                    <a:pt x="0" y="71481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7" name="组合 436">
            <a:extLst>
              <a:ext uri="{FF2B5EF4-FFF2-40B4-BE49-F238E27FC236}">
                <a16:creationId xmlns:a16="http://schemas.microsoft.com/office/drawing/2014/main" id="{15A746F5-5D12-5232-6341-6F19201430FA}"/>
              </a:ext>
            </a:extLst>
          </p:cNvPr>
          <p:cNvGrpSpPr/>
          <p:nvPr/>
        </p:nvGrpSpPr>
        <p:grpSpPr>
          <a:xfrm>
            <a:off x="6700784" y="1847309"/>
            <a:ext cx="71437" cy="71324"/>
            <a:chOff x="2107262" y="4259994"/>
            <a:chExt cx="71437" cy="71324"/>
          </a:xfrm>
        </p:grpSpPr>
        <p:sp>
          <p:nvSpPr>
            <p:cNvPr id="438" name="任意形状 437">
              <a:extLst>
                <a:ext uri="{FF2B5EF4-FFF2-40B4-BE49-F238E27FC236}">
                  <a16:creationId xmlns:a16="http://schemas.microsoft.com/office/drawing/2014/main" id="{247AB293-6A05-C4E2-5B8F-B39A5F6B53B0}"/>
                </a:ext>
              </a:extLst>
            </p:cNvPr>
            <p:cNvSpPr/>
            <p:nvPr/>
          </p:nvSpPr>
          <p:spPr>
            <a:xfrm flipV="1">
              <a:off x="2107262" y="4259994"/>
              <a:ext cx="71437" cy="71324"/>
            </a:xfrm>
            <a:custGeom>
              <a:avLst/>
              <a:gdLst>
                <a:gd name="csX0" fmla="*/ 71438 w 71437"/>
                <a:gd name="csY0" fmla="*/ 35819 h 71324"/>
                <a:gd name="csX1" fmla="*/ 35719 w 71437"/>
                <a:gd name="csY1" fmla="*/ 71481 h 71324"/>
                <a:gd name="csX2" fmla="*/ 0 w 71437"/>
                <a:gd name="csY2" fmla="*/ 35819 h 71324"/>
                <a:gd name="csX3" fmla="*/ 35719 w 71437"/>
                <a:gd name="csY3" fmla="*/ 157 h 71324"/>
                <a:gd name="csX4" fmla="*/ 71438 w 71437"/>
                <a:gd name="csY4" fmla="*/ 35819 h 71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437" h="71324">
                  <a:moveTo>
                    <a:pt x="71438" y="35819"/>
                  </a:moveTo>
                  <a:cubicBezTo>
                    <a:pt x="71438" y="55505"/>
                    <a:pt x="55435" y="71481"/>
                    <a:pt x="35719" y="71481"/>
                  </a:cubicBezTo>
                  <a:cubicBezTo>
                    <a:pt x="16002" y="71481"/>
                    <a:pt x="0" y="55505"/>
                    <a:pt x="0" y="35819"/>
                  </a:cubicBezTo>
                  <a:cubicBezTo>
                    <a:pt x="0" y="16133"/>
                    <a:pt x="16002" y="157"/>
                    <a:pt x="35719" y="157"/>
                  </a:cubicBezTo>
                  <a:cubicBezTo>
                    <a:pt x="55435" y="157"/>
                    <a:pt x="71438" y="16133"/>
                    <a:pt x="71438" y="35819"/>
                  </a:cubicBezTo>
                  <a:close/>
                </a:path>
              </a:pathLst>
            </a:custGeom>
            <a:solidFill>
              <a:srgbClr val="F0F0F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9" name="任意形状 438">
              <a:extLst>
                <a:ext uri="{FF2B5EF4-FFF2-40B4-BE49-F238E27FC236}">
                  <a16:creationId xmlns:a16="http://schemas.microsoft.com/office/drawing/2014/main" id="{0815A995-B45C-D3F7-E8F0-8AE146BF2471}"/>
                </a:ext>
              </a:extLst>
            </p:cNvPr>
            <p:cNvSpPr/>
            <p:nvPr/>
          </p:nvSpPr>
          <p:spPr>
            <a:xfrm flipV="1">
              <a:off x="2107262" y="4259994"/>
              <a:ext cx="71437" cy="71324"/>
            </a:xfrm>
            <a:custGeom>
              <a:avLst/>
              <a:gdLst>
                <a:gd name="csX0" fmla="*/ 71438 w 71437"/>
                <a:gd name="csY0" fmla="*/ 35819 h 71324"/>
                <a:gd name="csX1" fmla="*/ 35719 w 71437"/>
                <a:gd name="csY1" fmla="*/ 71481 h 71324"/>
                <a:gd name="csX2" fmla="*/ 0 w 71437"/>
                <a:gd name="csY2" fmla="*/ 35819 h 71324"/>
                <a:gd name="csX3" fmla="*/ 35719 w 71437"/>
                <a:gd name="csY3" fmla="*/ 157 h 71324"/>
                <a:gd name="csX4" fmla="*/ 71438 w 71437"/>
                <a:gd name="csY4" fmla="*/ 35819 h 71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437" h="71324">
                  <a:moveTo>
                    <a:pt x="71438" y="35819"/>
                  </a:moveTo>
                  <a:cubicBezTo>
                    <a:pt x="71438" y="55505"/>
                    <a:pt x="55435" y="71481"/>
                    <a:pt x="35719" y="71481"/>
                  </a:cubicBezTo>
                  <a:cubicBezTo>
                    <a:pt x="16002" y="71481"/>
                    <a:pt x="0" y="55505"/>
                    <a:pt x="0" y="35819"/>
                  </a:cubicBezTo>
                  <a:cubicBezTo>
                    <a:pt x="0" y="16133"/>
                    <a:pt x="16002" y="157"/>
                    <a:pt x="35719" y="157"/>
                  </a:cubicBezTo>
                  <a:cubicBezTo>
                    <a:pt x="55435" y="157"/>
                    <a:pt x="71438" y="16133"/>
                    <a:pt x="71438" y="35819"/>
                  </a:cubicBezTo>
                  <a:close/>
                </a:path>
              </a:pathLst>
            </a:custGeom>
            <a:noFill/>
            <a:ln w="714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0" name="任意形状 439">
              <a:extLst>
                <a:ext uri="{FF2B5EF4-FFF2-40B4-BE49-F238E27FC236}">
                  <a16:creationId xmlns:a16="http://schemas.microsoft.com/office/drawing/2014/main" id="{0642C2CC-6D66-6003-2FA7-EA1B6E198FF9}"/>
                </a:ext>
              </a:extLst>
            </p:cNvPr>
            <p:cNvSpPr/>
            <p:nvPr/>
          </p:nvSpPr>
          <p:spPr>
            <a:xfrm flipV="1">
              <a:off x="2107262" y="4295086"/>
              <a:ext cx="71437" cy="95"/>
            </a:xfrm>
            <a:custGeom>
              <a:avLst/>
              <a:gdLst>
                <a:gd name="csX0" fmla="*/ 71438 w 71437"/>
                <a:gd name="csY0" fmla="*/ 157 h 95"/>
                <a:gd name="csX1" fmla="*/ 0 w 71437"/>
                <a:gd name="csY1" fmla="*/ 252 h 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1437" h="95">
                  <a:moveTo>
                    <a:pt x="71438" y="157"/>
                  </a:moveTo>
                  <a:lnTo>
                    <a:pt x="0" y="252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1" name="任意形状 440">
              <a:extLst>
                <a:ext uri="{FF2B5EF4-FFF2-40B4-BE49-F238E27FC236}">
                  <a16:creationId xmlns:a16="http://schemas.microsoft.com/office/drawing/2014/main" id="{3C8FDDA0-2482-76E2-ABD8-8C7A5B297A80}"/>
                </a:ext>
              </a:extLst>
            </p:cNvPr>
            <p:cNvSpPr/>
            <p:nvPr/>
          </p:nvSpPr>
          <p:spPr>
            <a:xfrm flipV="1">
              <a:off x="2143457" y="4259994"/>
              <a:ext cx="9525" cy="71324"/>
            </a:xfrm>
            <a:custGeom>
              <a:avLst/>
              <a:gdLst>
                <a:gd name="csX0" fmla="*/ 0 w 9525"/>
                <a:gd name="csY0" fmla="*/ 157 h 71324"/>
                <a:gd name="csX1" fmla="*/ 0 w 9525"/>
                <a:gd name="csY1" fmla="*/ 71481 h 71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71324">
                  <a:moveTo>
                    <a:pt x="0" y="157"/>
                  </a:moveTo>
                  <a:lnTo>
                    <a:pt x="0" y="71481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2" name="任意形状 441">
              <a:extLst>
                <a:ext uri="{FF2B5EF4-FFF2-40B4-BE49-F238E27FC236}">
                  <a16:creationId xmlns:a16="http://schemas.microsoft.com/office/drawing/2014/main" id="{2DEA2BDF-6B28-E4D9-F212-24723387EE8E}"/>
                </a:ext>
              </a:extLst>
            </p:cNvPr>
            <p:cNvSpPr/>
            <p:nvPr/>
          </p:nvSpPr>
          <p:spPr>
            <a:xfrm flipV="1">
              <a:off x="2107262" y="4259994"/>
              <a:ext cx="71437" cy="71324"/>
            </a:xfrm>
            <a:custGeom>
              <a:avLst/>
              <a:gdLst>
                <a:gd name="csX0" fmla="*/ 71438 w 71437"/>
                <a:gd name="csY0" fmla="*/ 35819 h 71324"/>
                <a:gd name="csX1" fmla="*/ 35719 w 71437"/>
                <a:gd name="csY1" fmla="*/ 71481 h 71324"/>
                <a:gd name="csX2" fmla="*/ 0 w 71437"/>
                <a:gd name="csY2" fmla="*/ 35819 h 71324"/>
                <a:gd name="csX3" fmla="*/ 35719 w 71437"/>
                <a:gd name="csY3" fmla="*/ 157 h 71324"/>
                <a:gd name="csX4" fmla="*/ 71438 w 71437"/>
                <a:gd name="csY4" fmla="*/ 35819 h 71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437" h="71324">
                  <a:moveTo>
                    <a:pt x="71438" y="35819"/>
                  </a:moveTo>
                  <a:cubicBezTo>
                    <a:pt x="71438" y="55505"/>
                    <a:pt x="55435" y="71481"/>
                    <a:pt x="35719" y="71481"/>
                  </a:cubicBezTo>
                  <a:cubicBezTo>
                    <a:pt x="16002" y="71481"/>
                    <a:pt x="0" y="55505"/>
                    <a:pt x="0" y="35819"/>
                  </a:cubicBezTo>
                  <a:cubicBezTo>
                    <a:pt x="0" y="16133"/>
                    <a:pt x="16002" y="157"/>
                    <a:pt x="35719" y="157"/>
                  </a:cubicBezTo>
                  <a:cubicBezTo>
                    <a:pt x="55435" y="157"/>
                    <a:pt x="71438" y="16133"/>
                    <a:pt x="71438" y="35819"/>
                  </a:cubicBezTo>
                  <a:close/>
                </a:path>
              </a:pathLst>
            </a:custGeom>
            <a:solidFill>
              <a:srgbClr val="F0F0F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3" name="任意形状 442">
              <a:extLst>
                <a:ext uri="{FF2B5EF4-FFF2-40B4-BE49-F238E27FC236}">
                  <a16:creationId xmlns:a16="http://schemas.microsoft.com/office/drawing/2014/main" id="{3F7B06A1-77D0-1915-9507-D703548C4E0C}"/>
                </a:ext>
              </a:extLst>
            </p:cNvPr>
            <p:cNvSpPr/>
            <p:nvPr/>
          </p:nvSpPr>
          <p:spPr>
            <a:xfrm flipV="1">
              <a:off x="2107262" y="4259994"/>
              <a:ext cx="71437" cy="71324"/>
            </a:xfrm>
            <a:custGeom>
              <a:avLst/>
              <a:gdLst>
                <a:gd name="csX0" fmla="*/ 71438 w 71437"/>
                <a:gd name="csY0" fmla="*/ 35819 h 71324"/>
                <a:gd name="csX1" fmla="*/ 35719 w 71437"/>
                <a:gd name="csY1" fmla="*/ 71481 h 71324"/>
                <a:gd name="csX2" fmla="*/ 0 w 71437"/>
                <a:gd name="csY2" fmla="*/ 35819 h 71324"/>
                <a:gd name="csX3" fmla="*/ 35719 w 71437"/>
                <a:gd name="csY3" fmla="*/ 157 h 71324"/>
                <a:gd name="csX4" fmla="*/ 71438 w 71437"/>
                <a:gd name="csY4" fmla="*/ 35819 h 71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437" h="71324">
                  <a:moveTo>
                    <a:pt x="71438" y="35819"/>
                  </a:moveTo>
                  <a:cubicBezTo>
                    <a:pt x="71438" y="55505"/>
                    <a:pt x="55435" y="71481"/>
                    <a:pt x="35719" y="71481"/>
                  </a:cubicBezTo>
                  <a:cubicBezTo>
                    <a:pt x="16002" y="71481"/>
                    <a:pt x="0" y="55505"/>
                    <a:pt x="0" y="35819"/>
                  </a:cubicBezTo>
                  <a:cubicBezTo>
                    <a:pt x="0" y="16133"/>
                    <a:pt x="16002" y="157"/>
                    <a:pt x="35719" y="157"/>
                  </a:cubicBezTo>
                  <a:cubicBezTo>
                    <a:pt x="55435" y="157"/>
                    <a:pt x="71438" y="16133"/>
                    <a:pt x="71438" y="35819"/>
                  </a:cubicBezTo>
                  <a:close/>
                </a:path>
              </a:pathLst>
            </a:custGeom>
            <a:noFill/>
            <a:ln w="714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4" name="任意形状 443">
              <a:extLst>
                <a:ext uri="{FF2B5EF4-FFF2-40B4-BE49-F238E27FC236}">
                  <a16:creationId xmlns:a16="http://schemas.microsoft.com/office/drawing/2014/main" id="{24055EE8-76DD-3EC8-815D-20D65E5EB772}"/>
                </a:ext>
              </a:extLst>
            </p:cNvPr>
            <p:cNvSpPr/>
            <p:nvPr/>
          </p:nvSpPr>
          <p:spPr>
            <a:xfrm flipV="1">
              <a:off x="2107262" y="4295086"/>
              <a:ext cx="71437" cy="95"/>
            </a:xfrm>
            <a:custGeom>
              <a:avLst/>
              <a:gdLst>
                <a:gd name="csX0" fmla="*/ 71438 w 71437"/>
                <a:gd name="csY0" fmla="*/ 157 h 95"/>
                <a:gd name="csX1" fmla="*/ 0 w 71437"/>
                <a:gd name="csY1" fmla="*/ 252 h 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1437" h="95">
                  <a:moveTo>
                    <a:pt x="71438" y="157"/>
                  </a:moveTo>
                  <a:lnTo>
                    <a:pt x="0" y="252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5" name="任意形状 444">
              <a:extLst>
                <a:ext uri="{FF2B5EF4-FFF2-40B4-BE49-F238E27FC236}">
                  <a16:creationId xmlns:a16="http://schemas.microsoft.com/office/drawing/2014/main" id="{C9BE14C9-2C65-E007-619B-3860FEBEBA23}"/>
                </a:ext>
              </a:extLst>
            </p:cNvPr>
            <p:cNvSpPr/>
            <p:nvPr/>
          </p:nvSpPr>
          <p:spPr>
            <a:xfrm flipV="1">
              <a:off x="2143457" y="4259994"/>
              <a:ext cx="9525" cy="71324"/>
            </a:xfrm>
            <a:custGeom>
              <a:avLst/>
              <a:gdLst>
                <a:gd name="csX0" fmla="*/ 0 w 9525"/>
                <a:gd name="csY0" fmla="*/ 157 h 71324"/>
                <a:gd name="csX1" fmla="*/ 0 w 9525"/>
                <a:gd name="csY1" fmla="*/ 71481 h 71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71324">
                  <a:moveTo>
                    <a:pt x="0" y="157"/>
                  </a:moveTo>
                  <a:lnTo>
                    <a:pt x="0" y="71481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6138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形状 8">
            <a:extLst>
              <a:ext uri="{FF2B5EF4-FFF2-40B4-BE49-F238E27FC236}">
                <a16:creationId xmlns:a16="http://schemas.microsoft.com/office/drawing/2014/main" id="{4050E091-18C5-3CE7-E824-30153A90AE1C}"/>
              </a:ext>
            </a:extLst>
          </p:cNvPr>
          <p:cNvSpPr/>
          <p:nvPr/>
        </p:nvSpPr>
        <p:spPr>
          <a:xfrm flipV="1">
            <a:off x="3276685" y="2241182"/>
            <a:ext cx="855427" cy="1246718"/>
          </a:xfrm>
          <a:custGeom>
            <a:avLst/>
            <a:gdLst>
              <a:gd name="csX0" fmla="*/ 0 w 855427"/>
              <a:gd name="csY0" fmla="*/ -119 h 1246718"/>
              <a:gd name="csX1" fmla="*/ 855427 w 855427"/>
              <a:gd name="csY1" fmla="*/ -119 h 1246718"/>
              <a:gd name="csX2" fmla="*/ 855427 w 855427"/>
              <a:gd name="csY2" fmla="*/ 1246600 h 1246718"/>
              <a:gd name="csX3" fmla="*/ 0 w 855427"/>
              <a:gd name="csY3" fmla="*/ 1246600 h 12467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5427" h="1246718">
                <a:moveTo>
                  <a:pt x="0" y="-119"/>
                </a:moveTo>
                <a:lnTo>
                  <a:pt x="855427" y="-119"/>
                </a:lnTo>
                <a:lnTo>
                  <a:pt x="855427" y="1246600"/>
                </a:lnTo>
                <a:lnTo>
                  <a:pt x="0" y="1246600"/>
                </a:lnTo>
                <a:close/>
              </a:path>
            </a:pathLst>
          </a:custGeom>
          <a:noFill/>
          <a:ln w="7132" cap="flat">
            <a:solidFill>
              <a:srgbClr val="000000"/>
            </a:solidFill>
            <a:custDash>
              <a:ds d="450000" sp="225000"/>
            </a:custDash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任意形状 9">
            <a:extLst>
              <a:ext uri="{FF2B5EF4-FFF2-40B4-BE49-F238E27FC236}">
                <a16:creationId xmlns:a16="http://schemas.microsoft.com/office/drawing/2014/main" id="{B20668B9-C285-9817-B95A-24AED0209601}"/>
              </a:ext>
            </a:extLst>
          </p:cNvPr>
          <p:cNvSpPr/>
          <p:nvPr/>
        </p:nvSpPr>
        <p:spPr>
          <a:xfrm flipV="1">
            <a:off x="3342321" y="2284693"/>
            <a:ext cx="725025" cy="76572"/>
          </a:xfrm>
          <a:custGeom>
            <a:avLst/>
            <a:gdLst>
              <a:gd name="csX0" fmla="*/ 0 w 725025"/>
              <a:gd name="csY0" fmla="*/ -233 h 76572"/>
              <a:gd name="csX1" fmla="*/ 648258 w 725025"/>
              <a:gd name="csY1" fmla="*/ -233 h 76572"/>
              <a:gd name="csX2" fmla="*/ 725026 w 725025"/>
              <a:gd name="csY2" fmla="*/ 76339 h 76572"/>
              <a:gd name="csX3" fmla="*/ 76777 w 725025"/>
              <a:gd name="csY3" fmla="*/ 76339 h 76572"/>
              <a:gd name="csX4" fmla="*/ 0 w 725025"/>
              <a:gd name="csY4" fmla="*/ -233 h 76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5" h="76572">
                <a:moveTo>
                  <a:pt x="0" y="-233"/>
                </a:moveTo>
                <a:lnTo>
                  <a:pt x="648258" y="-233"/>
                </a:lnTo>
                <a:lnTo>
                  <a:pt x="725026" y="76339"/>
                </a:lnTo>
                <a:lnTo>
                  <a:pt x="76777" y="76339"/>
                </a:lnTo>
                <a:lnTo>
                  <a:pt x="0" y="-233"/>
                </a:lnTo>
                <a:close/>
              </a:path>
            </a:pathLst>
          </a:custGeom>
          <a:solidFill>
            <a:srgbClr val="EDF4FA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任意形状 10">
            <a:extLst>
              <a:ext uri="{FF2B5EF4-FFF2-40B4-BE49-F238E27FC236}">
                <a16:creationId xmlns:a16="http://schemas.microsoft.com/office/drawing/2014/main" id="{9CD26A4E-D5ED-C28C-632F-E0C575D4C8D4}"/>
              </a:ext>
            </a:extLst>
          </p:cNvPr>
          <p:cNvSpPr/>
          <p:nvPr/>
        </p:nvSpPr>
        <p:spPr>
          <a:xfrm flipV="1">
            <a:off x="3342321" y="2284693"/>
            <a:ext cx="725025" cy="76572"/>
          </a:xfrm>
          <a:custGeom>
            <a:avLst/>
            <a:gdLst>
              <a:gd name="csX0" fmla="*/ 0 w 725025"/>
              <a:gd name="csY0" fmla="*/ -233 h 76572"/>
              <a:gd name="csX1" fmla="*/ 648258 w 725025"/>
              <a:gd name="csY1" fmla="*/ -233 h 76572"/>
              <a:gd name="csX2" fmla="*/ 725026 w 725025"/>
              <a:gd name="csY2" fmla="*/ 76339 h 76572"/>
              <a:gd name="csX3" fmla="*/ 76777 w 725025"/>
              <a:gd name="csY3" fmla="*/ 76339 h 76572"/>
              <a:gd name="csX4" fmla="*/ 0 w 725025"/>
              <a:gd name="csY4" fmla="*/ -233 h 76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5" h="76572">
                <a:moveTo>
                  <a:pt x="0" y="-233"/>
                </a:moveTo>
                <a:lnTo>
                  <a:pt x="648258" y="-233"/>
                </a:lnTo>
                <a:lnTo>
                  <a:pt x="725026" y="76339"/>
                </a:lnTo>
                <a:lnTo>
                  <a:pt x="76777" y="76339"/>
                </a:lnTo>
                <a:lnTo>
                  <a:pt x="0" y="-233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327DC366-3C4E-0DBE-4C2C-97FFCE0A58B9}"/>
              </a:ext>
            </a:extLst>
          </p:cNvPr>
          <p:cNvSpPr/>
          <p:nvPr/>
        </p:nvSpPr>
        <p:spPr>
          <a:xfrm flipV="1">
            <a:off x="3990579" y="2284693"/>
            <a:ext cx="76767" cy="464372"/>
          </a:xfrm>
          <a:custGeom>
            <a:avLst/>
            <a:gdLst>
              <a:gd name="csX0" fmla="*/ 0 w 76767"/>
              <a:gd name="csY0" fmla="*/ -192 h 464372"/>
              <a:gd name="csX1" fmla="*/ 76767 w 76767"/>
              <a:gd name="csY1" fmla="*/ 76380 h 464372"/>
              <a:gd name="csX2" fmla="*/ 76767 w 76767"/>
              <a:gd name="csY2" fmla="*/ 464180 h 464372"/>
              <a:gd name="csX3" fmla="*/ 0 w 76767"/>
              <a:gd name="csY3" fmla="*/ 387608 h 464372"/>
              <a:gd name="csX4" fmla="*/ 0 w 76767"/>
              <a:gd name="csY4" fmla="*/ -192 h 464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767" h="464372">
                <a:moveTo>
                  <a:pt x="0" y="-192"/>
                </a:moveTo>
                <a:lnTo>
                  <a:pt x="76767" y="76380"/>
                </a:lnTo>
                <a:lnTo>
                  <a:pt x="76767" y="464180"/>
                </a:lnTo>
                <a:lnTo>
                  <a:pt x="0" y="387608"/>
                </a:lnTo>
                <a:lnTo>
                  <a:pt x="0" y="-192"/>
                </a:lnTo>
                <a:close/>
              </a:path>
            </a:pathLst>
          </a:custGeom>
          <a:solidFill>
            <a:srgbClr val="B4D2EB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2CA5A8DB-B136-80D8-BA45-87318424A457}"/>
              </a:ext>
            </a:extLst>
          </p:cNvPr>
          <p:cNvSpPr/>
          <p:nvPr/>
        </p:nvSpPr>
        <p:spPr>
          <a:xfrm flipV="1">
            <a:off x="3990579" y="2284693"/>
            <a:ext cx="76767" cy="464372"/>
          </a:xfrm>
          <a:custGeom>
            <a:avLst/>
            <a:gdLst>
              <a:gd name="csX0" fmla="*/ 0 w 76767"/>
              <a:gd name="csY0" fmla="*/ -192 h 464372"/>
              <a:gd name="csX1" fmla="*/ 76767 w 76767"/>
              <a:gd name="csY1" fmla="*/ 76380 h 464372"/>
              <a:gd name="csX2" fmla="*/ 76767 w 76767"/>
              <a:gd name="csY2" fmla="*/ 464180 h 464372"/>
              <a:gd name="csX3" fmla="*/ 0 w 76767"/>
              <a:gd name="csY3" fmla="*/ 387608 h 464372"/>
              <a:gd name="csX4" fmla="*/ 0 w 76767"/>
              <a:gd name="csY4" fmla="*/ -192 h 464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767" h="464372">
                <a:moveTo>
                  <a:pt x="0" y="-192"/>
                </a:moveTo>
                <a:lnTo>
                  <a:pt x="76767" y="76380"/>
                </a:lnTo>
                <a:lnTo>
                  <a:pt x="76767" y="464180"/>
                </a:lnTo>
                <a:lnTo>
                  <a:pt x="0" y="387608"/>
                </a:lnTo>
                <a:lnTo>
                  <a:pt x="0" y="-192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任意形状 13">
            <a:extLst>
              <a:ext uri="{FF2B5EF4-FFF2-40B4-BE49-F238E27FC236}">
                <a16:creationId xmlns:a16="http://schemas.microsoft.com/office/drawing/2014/main" id="{AC9A0B47-D1F2-68BF-33DB-166A9E89812C}"/>
              </a:ext>
            </a:extLst>
          </p:cNvPr>
          <p:cNvSpPr/>
          <p:nvPr/>
        </p:nvSpPr>
        <p:spPr>
          <a:xfrm flipV="1">
            <a:off x="3342321" y="2361275"/>
            <a:ext cx="648258" cy="387791"/>
          </a:xfrm>
          <a:custGeom>
            <a:avLst/>
            <a:gdLst>
              <a:gd name="csX0" fmla="*/ 0 w 648258"/>
              <a:gd name="csY0" fmla="*/ -184 h 387791"/>
              <a:gd name="csX1" fmla="*/ 648258 w 648258"/>
              <a:gd name="csY1" fmla="*/ -184 h 387791"/>
              <a:gd name="csX2" fmla="*/ 648258 w 648258"/>
              <a:gd name="csY2" fmla="*/ 387607 h 387791"/>
              <a:gd name="csX3" fmla="*/ 0 w 648258"/>
              <a:gd name="csY3" fmla="*/ 387607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8258" h="387791">
                <a:moveTo>
                  <a:pt x="0" y="-184"/>
                </a:moveTo>
                <a:lnTo>
                  <a:pt x="648258" y="-184"/>
                </a:lnTo>
                <a:lnTo>
                  <a:pt x="648258" y="387607"/>
                </a:lnTo>
                <a:lnTo>
                  <a:pt x="0" y="387607"/>
                </a:lnTo>
                <a:close/>
              </a:path>
            </a:pathLst>
          </a:custGeom>
          <a:solidFill>
            <a:srgbClr val="DEEBF6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任意形状 14">
            <a:extLst>
              <a:ext uri="{FF2B5EF4-FFF2-40B4-BE49-F238E27FC236}">
                <a16:creationId xmlns:a16="http://schemas.microsoft.com/office/drawing/2014/main" id="{51FEA60E-5A2E-D7F6-37E5-B6C8D1612717}"/>
              </a:ext>
            </a:extLst>
          </p:cNvPr>
          <p:cNvSpPr/>
          <p:nvPr/>
        </p:nvSpPr>
        <p:spPr>
          <a:xfrm flipV="1">
            <a:off x="3342321" y="2361275"/>
            <a:ext cx="648258" cy="387791"/>
          </a:xfrm>
          <a:custGeom>
            <a:avLst/>
            <a:gdLst>
              <a:gd name="csX0" fmla="*/ 0 w 648258"/>
              <a:gd name="csY0" fmla="*/ -184 h 387791"/>
              <a:gd name="csX1" fmla="*/ 648258 w 648258"/>
              <a:gd name="csY1" fmla="*/ -184 h 387791"/>
              <a:gd name="csX2" fmla="*/ 648258 w 648258"/>
              <a:gd name="csY2" fmla="*/ 387607 h 387791"/>
              <a:gd name="csX3" fmla="*/ 0 w 648258"/>
              <a:gd name="csY3" fmla="*/ 387607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8258" h="387791">
                <a:moveTo>
                  <a:pt x="0" y="-184"/>
                </a:moveTo>
                <a:lnTo>
                  <a:pt x="648258" y="-184"/>
                </a:lnTo>
                <a:lnTo>
                  <a:pt x="648258" y="387607"/>
                </a:lnTo>
                <a:lnTo>
                  <a:pt x="0" y="387607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任意形状 15">
            <a:extLst>
              <a:ext uri="{FF2B5EF4-FFF2-40B4-BE49-F238E27FC236}">
                <a16:creationId xmlns:a16="http://schemas.microsoft.com/office/drawing/2014/main" id="{3715BDDC-96B7-EFC0-AB06-C94AA2797A64}"/>
              </a:ext>
            </a:extLst>
          </p:cNvPr>
          <p:cNvSpPr/>
          <p:nvPr/>
        </p:nvSpPr>
        <p:spPr>
          <a:xfrm flipV="1">
            <a:off x="3333619" y="3001773"/>
            <a:ext cx="725025" cy="76667"/>
          </a:xfrm>
          <a:custGeom>
            <a:avLst/>
            <a:gdLst>
              <a:gd name="csX0" fmla="*/ 0 w 725025"/>
              <a:gd name="csY0" fmla="*/ -82 h 76667"/>
              <a:gd name="csX1" fmla="*/ 648249 w 725025"/>
              <a:gd name="csY1" fmla="*/ -82 h 76667"/>
              <a:gd name="csX2" fmla="*/ 725026 w 725025"/>
              <a:gd name="csY2" fmla="*/ 76585 h 76667"/>
              <a:gd name="csX3" fmla="*/ 76767 w 725025"/>
              <a:gd name="csY3" fmla="*/ 76585 h 76667"/>
              <a:gd name="csX4" fmla="*/ 0 w 725025"/>
              <a:gd name="csY4" fmla="*/ -82 h 76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5" h="76667">
                <a:moveTo>
                  <a:pt x="0" y="-82"/>
                </a:moveTo>
                <a:lnTo>
                  <a:pt x="648249" y="-82"/>
                </a:lnTo>
                <a:lnTo>
                  <a:pt x="725026" y="76585"/>
                </a:lnTo>
                <a:lnTo>
                  <a:pt x="76767" y="76585"/>
                </a:lnTo>
                <a:lnTo>
                  <a:pt x="0" y="-82"/>
                </a:lnTo>
                <a:close/>
              </a:path>
            </a:pathLst>
          </a:custGeom>
          <a:solidFill>
            <a:srgbClr val="EDF4FA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任意形状 16">
            <a:extLst>
              <a:ext uri="{FF2B5EF4-FFF2-40B4-BE49-F238E27FC236}">
                <a16:creationId xmlns:a16="http://schemas.microsoft.com/office/drawing/2014/main" id="{15A4E590-CB58-86DC-698A-F345CEB53A63}"/>
              </a:ext>
            </a:extLst>
          </p:cNvPr>
          <p:cNvSpPr/>
          <p:nvPr/>
        </p:nvSpPr>
        <p:spPr>
          <a:xfrm flipV="1">
            <a:off x="3333619" y="3001773"/>
            <a:ext cx="725025" cy="76667"/>
          </a:xfrm>
          <a:custGeom>
            <a:avLst/>
            <a:gdLst>
              <a:gd name="csX0" fmla="*/ 0 w 725025"/>
              <a:gd name="csY0" fmla="*/ -82 h 76667"/>
              <a:gd name="csX1" fmla="*/ 648249 w 725025"/>
              <a:gd name="csY1" fmla="*/ -82 h 76667"/>
              <a:gd name="csX2" fmla="*/ 725026 w 725025"/>
              <a:gd name="csY2" fmla="*/ 76585 h 76667"/>
              <a:gd name="csX3" fmla="*/ 76767 w 725025"/>
              <a:gd name="csY3" fmla="*/ 76585 h 76667"/>
              <a:gd name="csX4" fmla="*/ 0 w 725025"/>
              <a:gd name="csY4" fmla="*/ -82 h 76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5" h="76667">
                <a:moveTo>
                  <a:pt x="0" y="-82"/>
                </a:moveTo>
                <a:lnTo>
                  <a:pt x="648249" y="-82"/>
                </a:lnTo>
                <a:lnTo>
                  <a:pt x="725026" y="76585"/>
                </a:lnTo>
                <a:lnTo>
                  <a:pt x="76767" y="76585"/>
                </a:lnTo>
                <a:lnTo>
                  <a:pt x="0" y="-82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任意形状 17">
            <a:extLst>
              <a:ext uri="{FF2B5EF4-FFF2-40B4-BE49-F238E27FC236}">
                <a16:creationId xmlns:a16="http://schemas.microsoft.com/office/drawing/2014/main" id="{865043BD-6AE2-6D0E-8520-5B566E0F846A}"/>
              </a:ext>
            </a:extLst>
          </p:cNvPr>
          <p:cNvSpPr/>
          <p:nvPr/>
        </p:nvSpPr>
        <p:spPr>
          <a:xfrm flipV="1">
            <a:off x="3981868" y="3001773"/>
            <a:ext cx="76776" cy="464467"/>
          </a:xfrm>
          <a:custGeom>
            <a:avLst/>
            <a:gdLst>
              <a:gd name="csX0" fmla="*/ 0 w 76776"/>
              <a:gd name="csY0" fmla="*/ -41 h 464467"/>
              <a:gd name="csX1" fmla="*/ 76777 w 76776"/>
              <a:gd name="csY1" fmla="*/ 76626 h 464467"/>
              <a:gd name="csX2" fmla="*/ 76777 w 76776"/>
              <a:gd name="csY2" fmla="*/ 464426 h 464467"/>
              <a:gd name="csX3" fmla="*/ 0 w 76776"/>
              <a:gd name="csY3" fmla="*/ 387759 h 464467"/>
              <a:gd name="csX4" fmla="*/ 0 w 76776"/>
              <a:gd name="csY4" fmla="*/ -41 h 464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776" h="464467">
                <a:moveTo>
                  <a:pt x="0" y="-41"/>
                </a:moveTo>
                <a:lnTo>
                  <a:pt x="76777" y="76626"/>
                </a:lnTo>
                <a:lnTo>
                  <a:pt x="76777" y="464426"/>
                </a:lnTo>
                <a:lnTo>
                  <a:pt x="0" y="387759"/>
                </a:lnTo>
                <a:lnTo>
                  <a:pt x="0" y="-41"/>
                </a:lnTo>
                <a:close/>
              </a:path>
            </a:pathLst>
          </a:custGeom>
          <a:solidFill>
            <a:srgbClr val="B4D2EB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任意形状 18">
            <a:extLst>
              <a:ext uri="{FF2B5EF4-FFF2-40B4-BE49-F238E27FC236}">
                <a16:creationId xmlns:a16="http://schemas.microsoft.com/office/drawing/2014/main" id="{BB6F8E96-F2DF-0AFD-16EA-D612A3E5D0B1}"/>
              </a:ext>
            </a:extLst>
          </p:cNvPr>
          <p:cNvSpPr/>
          <p:nvPr/>
        </p:nvSpPr>
        <p:spPr>
          <a:xfrm flipV="1">
            <a:off x="3981868" y="3001773"/>
            <a:ext cx="76776" cy="464467"/>
          </a:xfrm>
          <a:custGeom>
            <a:avLst/>
            <a:gdLst>
              <a:gd name="csX0" fmla="*/ 0 w 76776"/>
              <a:gd name="csY0" fmla="*/ -41 h 464467"/>
              <a:gd name="csX1" fmla="*/ 76777 w 76776"/>
              <a:gd name="csY1" fmla="*/ 76626 h 464467"/>
              <a:gd name="csX2" fmla="*/ 76777 w 76776"/>
              <a:gd name="csY2" fmla="*/ 464426 h 464467"/>
              <a:gd name="csX3" fmla="*/ 0 w 76776"/>
              <a:gd name="csY3" fmla="*/ 387759 h 464467"/>
              <a:gd name="csX4" fmla="*/ 0 w 76776"/>
              <a:gd name="csY4" fmla="*/ -41 h 464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776" h="464467">
                <a:moveTo>
                  <a:pt x="0" y="-41"/>
                </a:moveTo>
                <a:lnTo>
                  <a:pt x="76777" y="76626"/>
                </a:lnTo>
                <a:lnTo>
                  <a:pt x="76777" y="464426"/>
                </a:lnTo>
                <a:lnTo>
                  <a:pt x="0" y="387759"/>
                </a:lnTo>
                <a:lnTo>
                  <a:pt x="0" y="-41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任意形状 19">
            <a:extLst>
              <a:ext uri="{FF2B5EF4-FFF2-40B4-BE49-F238E27FC236}">
                <a16:creationId xmlns:a16="http://schemas.microsoft.com/office/drawing/2014/main" id="{39AEDCF6-063E-3BA3-9491-836AB4E1DB3B}"/>
              </a:ext>
            </a:extLst>
          </p:cNvPr>
          <p:cNvSpPr/>
          <p:nvPr/>
        </p:nvSpPr>
        <p:spPr>
          <a:xfrm flipV="1">
            <a:off x="3333619" y="3078449"/>
            <a:ext cx="648258" cy="387791"/>
          </a:xfrm>
          <a:custGeom>
            <a:avLst/>
            <a:gdLst>
              <a:gd name="csX0" fmla="*/ 0 w 648258"/>
              <a:gd name="csY0" fmla="*/ -33 h 387791"/>
              <a:gd name="csX1" fmla="*/ 648258 w 648258"/>
              <a:gd name="csY1" fmla="*/ -33 h 387791"/>
              <a:gd name="csX2" fmla="*/ 648258 w 648258"/>
              <a:gd name="csY2" fmla="*/ 387758 h 387791"/>
              <a:gd name="csX3" fmla="*/ 0 w 648258"/>
              <a:gd name="csY3" fmla="*/ 387758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8258" h="387791">
                <a:moveTo>
                  <a:pt x="0" y="-33"/>
                </a:moveTo>
                <a:lnTo>
                  <a:pt x="648258" y="-33"/>
                </a:lnTo>
                <a:lnTo>
                  <a:pt x="648258" y="387758"/>
                </a:lnTo>
                <a:lnTo>
                  <a:pt x="0" y="387758"/>
                </a:lnTo>
                <a:close/>
              </a:path>
            </a:pathLst>
          </a:custGeom>
          <a:solidFill>
            <a:srgbClr val="DEEBF6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任意形状 20">
            <a:extLst>
              <a:ext uri="{FF2B5EF4-FFF2-40B4-BE49-F238E27FC236}">
                <a16:creationId xmlns:a16="http://schemas.microsoft.com/office/drawing/2014/main" id="{7310FAC4-2264-4A37-F719-81B6F1AF2765}"/>
              </a:ext>
            </a:extLst>
          </p:cNvPr>
          <p:cNvSpPr/>
          <p:nvPr/>
        </p:nvSpPr>
        <p:spPr>
          <a:xfrm flipV="1">
            <a:off x="3333619" y="3078449"/>
            <a:ext cx="648258" cy="387791"/>
          </a:xfrm>
          <a:custGeom>
            <a:avLst/>
            <a:gdLst>
              <a:gd name="csX0" fmla="*/ 0 w 648258"/>
              <a:gd name="csY0" fmla="*/ -33 h 387791"/>
              <a:gd name="csX1" fmla="*/ 648258 w 648258"/>
              <a:gd name="csY1" fmla="*/ -33 h 387791"/>
              <a:gd name="csX2" fmla="*/ 648258 w 648258"/>
              <a:gd name="csY2" fmla="*/ 387758 h 387791"/>
              <a:gd name="csX3" fmla="*/ 0 w 648258"/>
              <a:gd name="csY3" fmla="*/ 387758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8258" h="387791">
                <a:moveTo>
                  <a:pt x="0" y="-33"/>
                </a:moveTo>
                <a:lnTo>
                  <a:pt x="648258" y="-33"/>
                </a:lnTo>
                <a:lnTo>
                  <a:pt x="648258" y="387758"/>
                </a:lnTo>
                <a:lnTo>
                  <a:pt x="0" y="387758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任意形状 21">
            <a:extLst>
              <a:ext uri="{FF2B5EF4-FFF2-40B4-BE49-F238E27FC236}">
                <a16:creationId xmlns:a16="http://schemas.microsoft.com/office/drawing/2014/main" id="{59EF8101-6BFA-6E5D-B266-2A92A7911DA6}"/>
              </a:ext>
            </a:extLst>
          </p:cNvPr>
          <p:cNvSpPr/>
          <p:nvPr/>
        </p:nvSpPr>
        <p:spPr>
          <a:xfrm flipV="1">
            <a:off x="3485955" y="2770821"/>
            <a:ext cx="9519" cy="165209"/>
          </a:xfrm>
          <a:custGeom>
            <a:avLst/>
            <a:gdLst>
              <a:gd name="csX0" fmla="*/ 0 w 9519"/>
              <a:gd name="csY0" fmla="*/ 165088 h 165209"/>
              <a:gd name="csX1" fmla="*/ 0 w 9519"/>
              <a:gd name="csY1" fmla="*/ -121 h 165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9" h="165209">
                <a:moveTo>
                  <a:pt x="0" y="165088"/>
                </a:moveTo>
                <a:lnTo>
                  <a:pt x="0" y="-121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任意形状 22">
            <a:extLst>
              <a:ext uri="{FF2B5EF4-FFF2-40B4-BE49-F238E27FC236}">
                <a16:creationId xmlns:a16="http://schemas.microsoft.com/office/drawing/2014/main" id="{D5081744-EFAA-AF3E-63AD-01F64A94EC89}"/>
              </a:ext>
            </a:extLst>
          </p:cNvPr>
          <p:cNvSpPr/>
          <p:nvPr/>
        </p:nvSpPr>
        <p:spPr>
          <a:xfrm flipV="1">
            <a:off x="3454825" y="2920926"/>
            <a:ext cx="62259" cy="62131"/>
          </a:xfrm>
          <a:custGeom>
            <a:avLst/>
            <a:gdLst>
              <a:gd name="csX0" fmla="*/ 31130 w 62259"/>
              <a:gd name="csY0" fmla="*/ -101 h 62131"/>
              <a:gd name="csX1" fmla="*/ 0 w 62259"/>
              <a:gd name="csY1" fmla="*/ 62031 h 62131"/>
              <a:gd name="csX2" fmla="*/ 62259 w 62259"/>
              <a:gd name="csY2" fmla="*/ 62031 h 62131"/>
              <a:gd name="csX3" fmla="*/ 31130 w 62259"/>
              <a:gd name="csY3" fmla="*/ -101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31130" y="-101"/>
                </a:moveTo>
                <a:lnTo>
                  <a:pt x="0" y="62031"/>
                </a:lnTo>
                <a:cubicBezTo>
                  <a:pt x="19592" y="52246"/>
                  <a:pt x="42658" y="52246"/>
                  <a:pt x="62259" y="62031"/>
                </a:cubicBezTo>
                <a:lnTo>
                  <a:pt x="31130" y="-101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任意形状 23">
            <a:extLst>
              <a:ext uri="{FF2B5EF4-FFF2-40B4-BE49-F238E27FC236}">
                <a16:creationId xmlns:a16="http://schemas.microsoft.com/office/drawing/2014/main" id="{017EFC56-EDC2-EC31-0D15-1283E7BC5B99}"/>
              </a:ext>
            </a:extLst>
          </p:cNvPr>
          <p:cNvSpPr/>
          <p:nvPr/>
        </p:nvSpPr>
        <p:spPr>
          <a:xfrm flipV="1">
            <a:off x="4319801" y="2188550"/>
            <a:ext cx="3641311" cy="1277975"/>
          </a:xfrm>
          <a:custGeom>
            <a:avLst/>
            <a:gdLst>
              <a:gd name="csX0" fmla="*/ 0 w 3641311"/>
              <a:gd name="csY0" fmla="*/ 79675 h 1277975"/>
              <a:gd name="csX1" fmla="*/ 35699 w 3641311"/>
              <a:gd name="csY1" fmla="*/ -127 h 1277975"/>
              <a:gd name="csX2" fmla="*/ 3605613 w 3641311"/>
              <a:gd name="csY2" fmla="*/ -127 h 1277975"/>
              <a:gd name="csX3" fmla="*/ 3641312 w 3641311"/>
              <a:gd name="csY3" fmla="*/ 79675 h 1277975"/>
              <a:gd name="csX4" fmla="*/ 3641312 w 3641311"/>
              <a:gd name="csY4" fmla="*/ 1197951 h 1277975"/>
              <a:gd name="csX5" fmla="*/ 3605613 w 3641311"/>
              <a:gd name="csY5" fmla="*/ 1277848 h 1277975"/>
              <a:gd name="csX6" fmla="*/ 35699 w 3641311"/>
              <a:gd name="csY6" fmla="*/ 1277848 h 1277975"/>
              <a:gd name="csX7" fmla="*/ 0 w 3641311"/>
              <a:gd name="csY7" fmla="*/ 1197951 h 1277975"/>
              <a:gd name="csX8" fmla="*/ 0 w 3641311"/>
              <a:gd name="csY8" fmla="*/ 79675 h 1277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41311" h="1277975">
                <a:moveTo>
                  <a:pt x="0" y="79675"/>
                </a:moveTo>
                <a:cubicBezTo>
                  <a:pt x="0" y="35594"/>
                  <a:pt x="15898" y="-127"/>
                  <a:pt x="35699" y="-127"/>
                </a:cubicBezTo>
                <a:lnTo>
                  <a:pt x="3605613" y="-127"/>
                </a:lnTo>
                <a:cubicBezTo>
                  <a:pt x="3625319" y="-127"/>
                  <a:pt x="3641312" y="35594"/>
                  <a:pt x="3641312" y="79675"/>
                </a:cubicBezTo>
                <a:lnTo>
                  <a:pt x="3641312" y="1197951"/>
                </a:lnTo>
                <a:cubicBezTo>
                  <a:pt x="3641312" y="1242127"/>
                  <a:pt x="3625319" y="1277848"/>
                  <a:pt x="3605613" y="1277848"/>
                </a:cubicBezTo>
                <a:lnTo>
                  <a:pt x="35699" y="1277848"/>
                </a:lnTo>
                <a:cubicBezTo>
                  <a:pt x="15898" y="1277848"/>
                  <a:pt x="0" y="1242127"/>
                  <a:pt x="0" y="1197951"/>
                </a:cubicBezTo>
                <a:lnTo>
                  <a:pt x="0" y="79675"/>
                </a:lnTo>
                <a:close/>
              </a:path>
            </a:pathLst>
          </a:custGeom>
          <a:noFill/>
          <a:ln w="10698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31185587-D3B3-98A1-A267-B7920E811215}"/>
              </a:ext>
            </a:extLst>
          </p:cNvPr>
          <p:cNvSpPr/>
          <p:nvPr/>
        </p:nvSpPr>
        <p:spPr>
          <a:xfrm flipV="1">
            <a:off x="4416903" y="2350150"/>
            <a:ext cx="1033561" cy="470072"/>
          </a:xfrm>
          <a:custGeom>
            <a:avLst/>
            <a:gdLst>
              <a:gd name="csX0" fmla="*/ 0 w 1033561"/>
              <a:gd name="csY0" fmla="*/ 29178 h 470072"/>
              <a:gd name="csX1" fmla="*/ 10091 w 1033561"/>
              <a:gd name="csY1" fmla="*/ -178 h 470072"/>
              <a:gd name="csX2" fmla="*/ 1023375 w 1033561"/>
              <a:gd name="csY2" fmla="*/ -178 h 470072"/>
              <a:gd name="csX3" fmla="*/ 1033561 w 1033561"/>
              <a:gd name="csY3" fmla="*/ 29178 h 470072"/>
              <a:gd name="csX4" fmla="*/ 1033561 w 1033561"/>
              <a:gd name="csY4" fmla="*/ 440539 h 470072"/>
              <a:gd name="csX5" fmla="*/ 1023375 w 1033561"/>
              <a:gd name="csY5" fmla="*/ 469895 h 470072"/>
              <a:gd name="csX6" fmla="*/ 10091 w 1033561"/>
              <a:gd name="csY6" fmla="*/ 469895 h 470072"/>
              <a:gd name="csX7" fmla="*/ 0 w 1033561"/>
              <a:gd name="csY7" fmla="*/ 440539 h 470072"/>
              <a:gd name="csX8" fmla="*/ 0 w 1033561"/>
              <a:gd name="csY8" fmla="*/ 29178 h 470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33561" h="470072">
                <a:moveTo>
                  <a:pt x="0" y="29178"/>
                </a:moveTo>
                <a:cubicBezTo>
                  <a:pt x="0" y="12932"/>
                  <a:pt x="4569" y="-178"/>
                  <a:pt x="10091" y="-178"/>
                </a:cubicBezTo>
                <a:lnTo>
                  <a:pt x="1023375" y="-178"/>
                </a:lnTo>
                <a:cubicBezTo>
                  <a:pt x="1028992" y="-178"/>
                  <a:pt x="1033561" y="12932"/>
                  <a:pt x="1033561" y="29178"/>
                </a:cubicBezTo>
                <a:lnTo>
                  <a:pt x="1033561" y="440539"/>
                </a:lnTo>
                <a:cubicBezTo>
                  <a:pt x="1033561" y="456785"/>
                  <a:pt x="1028992" y="469895"/>
                  <a:pt x="1023375" y="469895"/>
                </a:cubicBezTo>
                <a:lnTo>
                  <a:pt x="10091" y="469895"/>
                </a:lnTo>
                <a:cubicBezTo>
                  <a:pt x="4569" y="469895"/>
                  <a:pt x="0" y="456785"/>
                  <a:pt x="0" y="440539"/>
                </a:cubicBezTo>
                <a:lnTo>
                  <a:pt x="0" y="29178"/>
                </a:lnTo>
                <a:close/>
              </a:path>
            </a:pathLst>
          </a:custGeom>
          <a:solidFill>
            <a:srgbClr val="DEEBF6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任意形状 25">
            <a:extLst>
              <a:ext uri="{FF2B5EF4-FFF2-40B4-BE49-F238E27FC236}">
                <a16:creationId xmlns:a16="http://schemas.microsoft.com/office/drawing/2014/main" id="{CF7BC100-EABC-CE45-F972-D2397C1A6E72}"/>
              </a:ext>
            </a:extLst>
          </p:cNvPr>
          <p:cNvSpPr/>
          <p:nvPr/>
        </p:nvSpPr>
        <p:spPr>
          <a:xfrm flipV="1">
            <a:off x="4416903" y="2350150"/>
            <a:ext cx="1033561" cy="470072"/>
          </a:xfrm>
          <a:custGeom>
            <a:avLst/>
            <a:gdLst>
              <a:gd name="csX0" fmla="*/ 0 w 1033561"/>
              <a:gd name="csY0" fmla="*/ 29178 h 470072"/>
              <a:gd name="csX1" fmla="*/ 10091 w 1033561"/>
              <a:gd name="csY1" fmla="*/ -178 h 470072"/>
              <a:gd name="csX2" fmla="*/ 1023375 w 1033561"/>
              <a:gd name="csY2" fmla="*/ -178 h 470072"/>
              <a:gd name="csX3" fmla="*/ 1033561 w 1033561"/>
              <a:gd name="csY3" fmla="*/ 29178 h 470072"/>
              <a:gd name="csX4" fmla="*/ 1033561 w 1033561"/>
              <a:gd name="csY4" fmla="*/ 440539 h 470072"/>
              <a:gd name="csX5" fmla="*/ 1023375 w 1033561"/>
              <a:gd name="csY5" fmla="*/ 469895 h 470072"/>
              <a:gd name="csX6" fmla="*/ 10091 w 1033561"/>
              <a:gd name="csY6" fmla="*/ 469895 h 470072"/>
              <a:gd name="csX7" fmla="*/ 0 w 1033561"/>
              <a:gd name="csY7" fmla="*/ 440539 h 470072"/>
              <a:gd name="csX8" fmla="*/ 0 w 1033561"/>
              <a:gd name="csY8" fmla="*/ 29178 h 470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33561" h="470072">
                <a:moveTo>
                  <a:pt x="0" y="29178"/>
                </a:moveTo>
                <a:cubicBezTo>
                  <a:pt x="0" y="12932"/>
                  <a:pt x="4569" y="-178"/>
                  <a:pt x="10091" y="-178"/>
                </a:cubicBezTo>
                <a:lnTo>
                  <a:pt x="1023375" y="-178"/>
                </a:lnTo>
                <a:cubicBezTo>
                  <a:pt x="1028992" y="-178"/>
                  <a:pt x="1033561" y="12932"/>
                  <a:pt x="1033561" y="29178"/>
                </a:cubicBezTo>
                <a:lnTo>
                  <a:pt x="1033561" y="440539"/>
                </a:lnTo>
                <a:cubicBezTo>
                  <a:pt x="1033561" y="456785"/>
                  <a:pt x="1028992" y="469895"/>
                  <a:pt x="1023375" y="469895"/>
                </a:cubicBezTo>
                <a:lnTo>
                  <a:pt x="10091" y="469895"/>
                </a:lnTo>
                <a:cubicBezTo>
                  <a:pt x="4569" y="469895"/>
                  <a:pt x="0" y="456785"/>
                  <a:pt x="0" y="440539"/>
                </a:cubicBezTo>
                <a:lnTo>
                  <a:pt x="0" y="29178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785EFC9D-6EC7-2C89-2D25-EEE9595DB4D0}"/>
              </a:ext>
            </a:extLst>
          </p:cNvPr>
          <p:cNvSpPr/>
          <p:nvPr/>
        </p:nvSpPr>
        <p:spPr>
          <a:xfrm flipV="1">
            <a:off x="5615061" y="2339700"/>
            <a:ext cx="560809" cy="76572"/>
          </a:xfrm>
          <a:custGeom>
            <a:avLst/>
            <a:gdLst>
              <a:gd name="csX0" fmla="*/ 0 w 560809"/>
              <a:gd name="csY0" fmla="*/ -222 h 76572"/>
              <a:gd name="csX1" fmla="*/ 484080 w 560809"/>
              <a:gd name="csY1" fmla="*/ -222 h 76572"/>
              <a:gd name="csX2" fmla="*/ 560810 w 560809"/>
              <a:gd name="csY2" fmla="*/ 76350 h 76572"/>
              <a:gd name="csX3" fmla="*/ 76729 w 560809"/>
              <a:gd name="csY3" fmla="*/ 76350 h 76572"/>
              <a:gd name="csX4" fmla="*/ 0 w 560809"/>
              <a:gd name="csY4" fmla="*/ -222 h 76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0809" h="76572">
                <a:moveTo>
                  <a:pt x="0" y="-222"/>
                </a:moveTo>
                <a:lnTo>
                  <a:pt x="484080" y="-222"/>
                </a:lnTo>
                <a:lnTo>
                  <a:pt x="560810" y="76350"/>
                </a:lnTo>
                <a:lnTo>
                  <a:pt x="76729" y="76350"/>
                </a:lnTo>
                <a:lnTo>
                  <a:pt x="0" y="-222"/>
                </a:lnTo>
                <a:close/>
              </a:path>
            </a:pathLst>
          </a:custGeom>
          <a:solidFill>
            <a:srgbClr val="EDF4FA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任意形状 27">
            <a:extLst>
              <a:ext uri="{FF2B5EF4-FFF2-40B4-BE49-F238E27FC236}">
                <a16:creationId xmlns:a16="http://schemas.microsoft.com/office/drawing/2014/main" id="{9F984F1F-B113-CE1F-E441-688AF99249FB}"/>
              </a:ext>
            </a:extLst>
          </p:cNvPr>
          <p:cNvSpPr/>
          <p:nvPr/>
        </p:nvSpPr>
        <p:spPr>
          <a:xfrm flipV="1">
            <a:off x="5615061" y="2339700"/>
            <a:ext cx="560809" cy="76572"/>
          </a:xfrm>
          <a:custGeom>
            <a:avLst/>
            <a:gdLst>
              <a:gd name="csX0" fmla="*/ 0 w 560809"/>
              <a:gd name="csY0" fmla="*/ -222 h 76572"/>
              <a:gd name="csX1" fmla="*/ 484080 w 560809"/>
              <a:gd name="csY1" fmla="*/ -222 h 76572"/>
              <a:gd name="csX2" fmla="*/ 560810 w 560809"/>
              <a:gd name="csY2" fmla="*/ 76350 h 76572"/>
              <a:gd name="csX3" fmla="*/ 76729 w 560809"/>
              <a:gd name="csY3" fmla="*/ 76350 h 76572"/>
              <a:gd name="csX4" fmla="*/ 0 w 560809"/>
              <a:gd name="csY4" fmla="*/ -222 h 76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0809" h="76572">
                <a:moveTo>
                  <a:pt x="0" y="-222"/>
                </a:moveTo>
                <a:lnTo>
                  <a:pt x="484080" y="-222"/>
                </a:lnTo>
                <a:lnTo>
                  <a:pt x="560810" y="76350"/>
                </a:lnTo>
                <a:lnTo>
                  <a:pt x="76729" y="76350"/>
                </a:lnTo>
                <a:lnTo>
                  <a:pt x="0" y="-222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任意形状 28">
            <a:extLst>
              <a:ext uri="{FF2B5EF4-FFF2-40B4-BE49-F238E27FC236}">
                <a16:creationId xmlns:a16="http://schemas.microsoft.com/office/drawing/2014/main" id="{76E0E65E-823C-5633-F3B1-D809E1096652}"/>
              </a:ext>
            </a:extLst>
          </p:cNvPr>
          <p:cNvSpPr/>
          <p:nvPr/>
        </p:nvSpPr>
        <p:spPr>
          <a:xfrm flipV="1">
            <a:off x="6099141" y="2339700"/>
            <a:ext cx="76729" cy="464372"/>
          </a:xfrm>
          <a:custGeom>
            <a:avLst/>
            <a:gdLst>
              <a:gd name="csX0" fmla="*/ 0 w 76729"/>
              <a:gd name="csY0" fmla="*/ -181 h 464372"/>
              <a:gd name="csX1" fmla="*/ 76730 w 76729"/>
              <a:gd name="csY1" fmla="*/ 76391 h 464372"/>
              <a:gd name="csX2" fmla="*/ 76730 w 76729"/>
              <a:gd name="csY2" fmla="*/ 464192 h 464372"/>
              <a:gd name="csX3" fmla="*/ 0 w 76729"/>
              <a:gd name="csY3" fmla="*/ 387620 h 464372"/>
              <a:gd name="csX4" fmla="*/ 0 w 76729"/>
              <a:gd name="csY4" fmla="*/ -181 h 464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729" h="464372">
                <a:moveTo>
                  <a:pt x="0" y="-181"/>
                </a:moveTo>
                <a:lnTo>
                  <a:pt x="76730" y="76391"/>
                </a:lnTo>
                <a:lnTo>
                  <a:pt x="76730" y="464192"/>
                </a:lnTo>
                <a:lnTo>
                  <a:pt x="0" y="387620"/>
                </a:lnTo>
                <a:lnTo>
                  <a:pt x="0" y="-181"/>
                </a:lnTo>
                <a:close/>
              </a:path>
            </a:pathLst>
          </a:custGeom>
          <a:solidFill>
            <a:srgbClr val="B4D2EB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863AC8E7-C578-AF35-CDDF-FF7D9D5B34FB}"/>
              </a:ext>
            </a:extLst>
          </p:cNvPr>
          <p:cNvSpPr/>
          <p:nvPr/>
        </p:nvSpPr>
        <p:spPr>
          <a:xfrm flipV="1">
            <a:off x="6099141" y="2339700"/>
            <a:ext cx="76729" cy="464372"/>
          </a:xfrm>
          <a:custGeom>
            <a:avLst/>
            <a:gdLst>
              <a:gd name="csX0" fmla="*/ 0 w 76729"/>
              <a:gd name="csY0" fmla="*/ -181 h 464372"/>
              <a:gd name="csX1" fmla="*/ 76730 w 76729"/>
              <a:gd name="csY1" fmla="*/ 76391 h 464372"/>
              <a:gd name="csX2" fmla="*/ 76730 w 76729"/>
              <a:gd name="csY2" fmla="*/ 464192 h 464372"/>
              <a:gd name="csX3" fmla="*/ 0 w 76729"/>
              <a:gd name="csY3" fmla="*/ 387620 h 464372"/>
              <a:gd name="csX4" fmla="*/ 0 w 76729"/>
              <a:gd name="csY4" fmla="*/ -181 h 464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729" h="464372">
                <a:moveTo>
                  <a:pt x="0" y="-181"/>
                </a:moveTo>
                <a:lnTo>
                  <a:pt x="76730" y="76391"/>
                </a:lnTo>
                <a:lnTo>
                  <a:pt x="76730" y="464192"/>
                </a:lnTo>
                <a:lnTo>
                  <a:pt x="0" y="387620"/>
                </a:lnTo>
                <a:lnTo>
                  <a:pt x="0" y="-181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任意形状 30">
            <a:extLst>
              <a:ext uri="{FF2B5EF4-FFF2-40B4-BE49-F238E27FC236}">
                <a16:creationId xmlns:a16="http://schemas.microsoft.com/office/drawing/2014/main" id="{EEBFC36C-F51A-F135-8232-E0A35D4AF2E8}"/>
              </a:ext>
            </a:extLst>
          </p:cNvPr>
          <p:cNvSpPr/>
          <p:nvPr/>
        </p:nvSpPr>
        <p:spPr>
          <a:xfrm flipV="1">
            <a:off x="5615061" y="2416281"/>
            <a:ext cx="484080" cy="387791"/>
          </a:xfrm>
          <a:custGeom>
            <a:avLst/>
            <a:gdLst>
              <a:gd name="csX0" fmla="*/ 0 w 484080"/>
              <a:gd name="csY0" fmla="*/ -173 h 387791"/>
              <a:gd name="csX1" fmla="*/ 484080 w 484080"/>
              <a:gd name="csY1" fmla="*/ -173 h 387791"/>
              <a:gd name="csX2" fmla="*/ 484080 w 484080"/>
              <a:gd name="csY2" fmla="*/ 387618 h 387791"/>
              <a:gd name="csX3" fmla="*/ 0 w 484080"/>
              <a:gd name="csY3" fmla="*/ 387618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84080" h="387791">
                <a:moveTo>
                  <a:pt x="0" y="-173"/>
                </a:moveTo>
                <a:lnTo>
                  <a:pt x="484080" y="-173"/>
                </a:lnTo>
                <a:lnTo>
                  <a:pt x="484080" y="387618"/>
                </a:lnTo>
                <a:lnTo>
                  <a:pt x="0" y="387618"/>
                </a:lnTo>
                <a:close/>
              </a:path>
            </a:pathLst>
          </a:custGeom>
          <a:solidFill>
            <a:srgbClr val="DEEBF6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任意形状 31">
            <a:extLst>
              <a:ext uri="{FF2B5EF4-FFF2-40B4-BE49-F238E27FC236}">
                <a16:creationId xmlns:a16="http://schemas.microsoft.com/office/drawing/2014/main" id="{C5F1CF06-5BBB-657F-AB93-540E48E8F262}"/>
              </a:ext>
            </a:extLst>
          </p:cNvPr>
          <p:cNvSpPr/>
          <p:nvPr/>
        </p:nvSpPr>
        <p:spPr>
          <a:xfrm flipV="1">
            <a:off x="5615061" y="2416281"/>
            <a:ext cx="484080" cy="387791"/>
          </a:xfrm>
          <a:custGeom>
            <a:avLst/>
            <a:gdLst>
              <a:gd name="csX0" fmla="*/ 0 w 484080"/>
              <a:gd name="csY0" fmla="*/ -173 h 387791"/>
              <a:gd name="csX1" fmla="*/ 484080 w 484080"/>
              <a:gd name="csY1" fmla="*/ -173 h 387791"/>
              <a:gd name="csX2" fmla="*/ 484080 w 484080"/>
              <a:gd name="csY2" fmla="*/ 387618 h 387791"/>
              <a:gd name="csX3" fmla="*/ 0 w 484080"/>
              <a:gd name="csY3" fmla="*/ 387618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84080" h="387791">
                <a:moveTo>
                  <a:pt x="0" y="-173"/>
                </a:moveTo>
                <a:lnTo>
                  <a:pt x="484080" y="-173"/>
                </a:lnTo>
                <a:lnTo>
                  <a:pt x="484080" y="387618"/>
                </a:lnTo>
                <a:lnTo>
                  <a:pt x="0" y="387618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任意形状 32">
            <a:extLst>
              <a:ext uri="{FF2B5EF4-FFF2-40B4-BE49-F238E27FC236}">
                <a16:creationId xmlns:a16="http://schemas.microsoft.com/office/drawing/2014/main" id="{F857B5C1-E881-DC46-D886-9B9857F8DE1B}"/>
              </a:ext>
            </a:extLst>
          </p:cNvPr>
          <p:cNvSpPr/>
          <p:nvPr/>
        </p:nvSpPr>
        <p:spPr>
          <a:xfrm flipV="1">
            <a:off x="6249649" y="2334285"/>
            <a:ext cx="560809" cy="76666"/>
          </a:xfrm>
          <a:custGeom>
            <a:avLst/>
            <a:gdLst>
              <a:gd name="csX0" fmla="*/ 0 w 560809"/>
              <a:gd name="csY0" fmla="*/ -223 h 76666"/>
              <a:gd name="csX1" fmla="*/ 484080 w 560809"/>
              <a:gd name="csY1" fmla="*/ -223 h 76666"/>
              <a:gd name="csX2" fmla="*/ 560809 w 560809"/>
              <a:gd name="csY2" fmla="*/ 76444 h 76666"/>
              <a:gd name="csX3" fmla="*/ 76729 w 560809"/>
              <a:gd name="csY3" fmla="*/ 76444 h 76666"/>
              <a:gd name="csX4" fmla="*/ 0 w 560809"/>
              <a:gd name="csY4" fmla="*/ -223 h 76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0809" h="76666">
                <a:moveTo>
                  <a:pt x="0" y="-223"/>
                </a:moveTo>
                <a:lnTo>
                  <a:pt x="484080" y="-223"/>
                </a:lnTo>
                <a:lnTo>
                  <a:pt x="560809" y="76444"/>
                </a:lnTo>
                <a:lnTo>
                  <a:pt x="76729" y="76444"/>
                </a:lnTo>
                <a:lnTo>
                  <a:pt x="0" y="-223"/>
                </a:lnTo>
                <a:close/>
              </a:path>
            </a:pathLst>
          </a:custGeom>
          <a:solidFill>
            <a:srgbClr val="EDF4FA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任意形状 33">
            <a:extLst>
              <a:ext uri="{FF2B5EF4-FFF2-40B4-BE49-F238E27FC236}">
                <a16:creationId xmlns:a16="http://schemas.microsoft.com/office/drawing/2014/main" id="{4482B2CA-6EB7-202B-100E-F4D4ABB129BD}"/>
              </a:ext>
            </a:extLst>
          </p:cNvPr>
          <p:cNvSpPr/>
          <p:nvPr/>
        </p:nvSpPr>
        <p:spPr>
          <a:xfrm flipV="1">
            <a:off x="6249649" y="2334285"/>
            <a:ext cx="560809" cy="76666"/>
          </a:xfrm>
          <a:custGeom>
            <a:avLst/>
            <a:gdLst>
              <a:gd name="csX0" fmla="*/ 0 w 560809"/>
              <a:gd name="csY0" fmla="*/ -223 h 76666"/>
              <a:gd name="csX1" fmla="*/ 484080 w 560809"/>
              <a:gd name="csY1" fmla="*/ -223 h 76666"/>
              <a:gd name="csX2" fmla="*/ 560809 w 560809"/>
              <a:gd name="csY2" fmla="*/ 76444 h 76666"/>
              <a:gd name="csX3" fmla="*/ 76729 w 560809"/>
              <a:gd name="csY3" fmla="*/ 76444 h 76666"/>
              <a:gd name="csX4" fmla="*/ 0 w 560809"/>
              <a:gd name="csY4" fmla="*/ -223 h 76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0809" h="76666">
                <a:moveTo>
                  <a:pt x="0" y="-223"/>
                </a:moveTo>
                <a:lnTo>
                  <a:pt x="484080" y="-223"/>
                </a:lnTo>
                <a:lnTo>
                  <a:pt x="560809" y="76444"/>
                </a:lnTo>
                <a:lnTo>
                  <a:pt x="76729" y="76444"/>
                </a:lnTo>
                <a:lnTo>
                  <a:pt x="0" y="-223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任意形状 34">
            <a:extLst>
              <a:ext uri="{FF2B5EF4-FFF2-40B4-BE49-F238E27FC236}">
                <a16:creationId xmlns:a16="http://schemas.microsoft.com/office/drawing/2014/main" id="{5F5DF701-883D-5218-6308-B38D1A25151A}"/>
              </a:ext>
            </a:extLst>
          </p:cNvPr>
          <p:cNvSpPr/>
          <p:nvPr/>
        </p:nvSpPr>
        <p:spPr>
          <a:xfrm flipV="1">
            <a:off x="6733729" y="2334285"/>
            <a:ext cx="76729" cy="464372"/>
          </a:xfrm>
          <a:custGeom>
            <a:avLst/>
            <a:gdLst>
              <a:gd name="csX0" fmla="*/ 0 w 76729"/>
              <a:gd name="csY0" fmla="*/ -182 h 464372"/>
              <a:gd name="csX1" fmla="*/ 76729 w 76729"/>
              <a:gd name="csY1" fmla="*/ 76390 h 464372"/>
              <a:gd name="csX2" fmla="*/ 76729 w 76729"/>
              <a:gd name="csY2" fmla="*/ 464191 h 464372"/>
              <a:gd name="csX3" fmla="*/ 0 w 76729"/>
              <a:gd name="csY3" fmla="*/ 387524 h 464372"/>
              <a:gd name="csX4" fmla="*/ 0 w 76729"/>
              <a:gd name="csY4" fmla="*/ -182 h 464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729" h="464372">
                <a:moveTo>
                  <a:pt x="0" y="-182"/>
                </a:moveTo>
                <a:lnTo>
                  <a:pt x="76729" y="76390"/>
                </a:lnTo>
                <a:lnTo>
                  <a:pt x="76729" y="464191"/>
                </a:lnTo>
                <a:lnTo>
                  <a:pt x="0" y="387524"/>
                </a:lnTo>
                <a:lnTo>
                  <a:pt x="0" y="-182"/>
                </a:lnTo>
                <a:close/>
              </a:path>
            </a:pathLst>
          </a:custGeom>
          <a:solidFill>
            <a:srgbClr val="B4D2EB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任意形状 35">
            <a:extLst>
              <a:ext uri="{FF2B5EF4-FFF2-40B4-BE49-F238E27FC236}">
                <a16:creationId xmlns:a16="http://schemas.microsoft.com/office/drawing/2014/main" id="{4715BE77-992F-32E2-8EB0-5100CF44BD5B}"/>
              </a:ext>
            </a:extLst>
          </p:cNvPr>
          <p:cNvSpPr/>
          <p:nvPr/>
        </p:nvSpPr>
        <p:spPr>
          <a:xfrm flipV="1">
            <a:off x="6733729" y="2334285"/>
            <a:ext cx="76729" cy="464372"/>
          </a:xfrm>
          <a:custGeom>
            <a:avLst/>
            <a:gdLst>
              <a:gd name="csX0" fmla="*/ 0 w 76729"/>
              <a:gd name="csY0" fmla="*/ -182 h 464372"/>
              <a:gd name="csX1" fmla="*/ 76729 w 76729"/>
              <a:gd name="csY1" fmla="*/ 76390 h 464372"/>
              <a:gd name="csX2" fmla="*/ 76729 w 76729"/>
              <a:gd name="csY2" fmla="*/ 464191 h 464372"/>
              <a:gd name="csX3" fmla="*/ 0 w 76729"/>
              <a:gd name="csY3" fmla="*/ 387524 h 464372"/>
              <a:gd name="csX4" fmla="*/ 0 w 76729"/>
              <a:gd name="csY4" fmla="*/ -182 h 464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729" h="464372">
                <a:moveTo>
                  <a:pt x="0" y="-182"/>
                </a:moveTo>
                <a:lnTo>
                  <a:pt x="76729" y="76390"/>
                </a:lnTo>
                <a:lnTo>
                  <a:pt x="76729" y="464191"/>
                </a:lnTo>
                <a:lnTo>
                  <a:pt x="0" y="387524"/>
                </a:lnTo>
                <a:lnTo>
                  <a:pt x="0" y="-182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任意形状 36">
            <a:extLst>
              <a:ext uri="{FF2B5EF4-FFF2-40B4-BE49-F238E27FC236}">
                <a16:creationId xmlns:a16="http://schemas.microsoft.com/office/drawing/2014/main" id="{D102C414-94BE-F21A-8069-A4C66D9A0AED}"/>
              </a:ext>
            </a:extLst>
          </p:cNvPr>
          <p:cNvSpPr/>
          <p:nvPr/>
        </p:nvSpPr>
        <p:spPr>
          <a:xfrm flipV="1">
            <a:off x="6249649" y="2410866"/>
            <a:ext cx="484080" cy="387791"/>
          </a:xfrm>
          <a:custGeom>
            <a:avLst/>
            <a:gdLst>
              <a:gd name="csX0" fmla="*/ 0 w 484080"/>
              <a:gd name="csY0" fmla="*/ -174 h 387791"/>
              <a:gd name="csX1" fmla="*/ 484080 w 484080"/>
              <a:gd name="csY1" fmla="*/ -174 h 387791"/>
              <a:gd name="csX2" fmla="*/ 484080 w 484080"/>
              <a:gd name="csY2" fmla="*/ 387617 h 387791"/>
              <a:gd name="csX3" fmla="*/ 0 w 484080"/>
              <a:gd name="csY3" fmla="*/ 387617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84080" h="387791">
                <a:moveTo>
                  <a:pt x="0" y="-174"/>
                </a:moveTo>
                <a:lnTo>
                  <a:pt x="484080" y="-174"/>
                </a:lnTo>
                <a:lnTo>
                  <a:pt x="484080" y="387617"/>
                </a:lnTo>
                <a:lnTo>
                  <a:pt x="0" y="387617"/>
                </a:lnTo>
                <a:close/>
              </a:path>
            </a:pathLst>
          </a:custGeom>
          <a:solidFill>
            <a:srgbClr val="DEEBF6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任意形状 37">
            <a:extLst>
              <a:ext uri="{FF2B5EF4-FFF2-40B4-BE49-F238E27FC236}">
                <a16:creationId xmlns:a16="http://schemas.microsoft.com/office/drawing/2014/main" id="{5152D0D2-87AB-6E2E-A589-2460DF08887E}"/>
              </a:ext>
            </a:extLst>
          </p:cNvPr>
          <p:cNvSpPr/>
          <p:nvPr/>
        </p:nvSpPr>
        <p:spPr>
          <a:xfrm flipV="1">
            <a:off x="6249649" y="2410866"/>
            <a:ext cx="484080" cy="387791"/>
          </a:xfrm>
          <a:custGeom>
            <a:avLst/>
            <a:gdLst>
              <a:gd name="csX0" fmla="*/ 0 w 484080"/>
              <a:gd name="csY0" fmla="*/ -174 h 387791"/>
              <a:gd name="csX1" fmla="*/ 484080 w 484080"/>
              <a:gd name="csY1" fmla="*/ -174 h 387791"/>
              <a:gd name="csX2" fmla="*/ 484080 w 484080"/>
              <a:gd name="csY2" fmla="*/ 387617 h 387791"/>
              <a:gd name="csX3" fmla="*/ 0 w 484080"/>
              <a:gd name="csY3" fmla="*/ 387617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84080" h="387791">
                <a:moveTo>
                  <a:pt x="0" y="-174"/>
                </a:moveTo>
                <a:lnTo>
                  <a:pt x="484080" y="-174"/>
                </a:lnTo>
                <a:lnTo>
                  <a:pt x="484080" y="387617"/>
                </a:lnTo>
                <a:lnTo>
                  <a:pt x="0" y="387617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任意形状 38">
            <a:extLst>
              <a:ext uri="{FF2B5EF4-FFF2-40B4-BE49-F238E27FC236}">
                <a16:creationId xmlns:a16="http://schemas.microsoft.com/office/drawing/2014/main" id="{BFB15740-1BC5-9DD1-BD6C-852B58B1B850}"/>
              </a:ext>
            </a:extLst>
          </p:cNvPr>
          <p:cNvSpPr/>
          <p:nvPr/>
        </p:nvSpPr>
        <p:spPr>
          <a:xfrm flipV="1">
            <a:off x="5588025" y="2284475"/>
            <a:ext cx="1273745" cy="576124"/>
          </a:xfrm>
          <a:custGeom>
            <a:avLst/>
            <a:gdLst>
              <a:gd name="csX0" fmla="*/ 0 w 1273745"/>
              <a:gd name="csY0" fmla="*/ -181 h 576124"/>
              <a:gd name="csX1" fmla="*/ 1273745 w 1273745"/>
              <a:gd name="csY1" fmla="*/ -181 h 576124"/>
              <a:gd name="csX2" fmla="*/ 1273745 w 1273745"/>
              <a:gd name="csY2" fmla="*/ 575944 h 576124"/>
              <a:gd name="csX3" fmla="*/ 0 w 1273745"/>
              <a:gd name="csY3" fmla="*/ 575944 h 5761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73745" h="576124">
                <a:moveTo>
                  <a:pt x="0" y="-181"/>
                </a:moveTo>
                <a:lnTo>
                  <a:pt x="1273745" y="-181"/>
                </a:lnTo>
                <a:lnTo>
                  <a:pt x="1273745" y="575944"/>
                </a:lnTo>
                <a:lnTo>
                  <a:pt x="0" y="575944"/>
                </a:lnTo>
                <a:close/>
              </a:path>
            </a:pathLst>
          </a:custGeom>
          <a:noFill/>
          <a:ln w="7132" cap="flat">
            <a:solidFill>
              <a:srgbClr val="000000"/>
            </a:solidFill>
            <a:custDash>
              <a:ds d="450000" sp="225000"/>
            </a:custDash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任意形状 39">
            <a:extLst>
              <a:ext uri="{FF2B5EF4-FFF2-40B4-BE49-F238E27FC236}">
                <a16:creationId xmlns:a16="http://schemas.microsoft.com/office/drawing/2014/main" id="{F078D7B3-03DF-CC6C-A23D-62C20D47463F}"/>
              </a:ext>
            </a:extLst>
          </p:cNvPr>
          <p:cNvSpPr/>
          <p:nvPr/>
        </p:nvSpPr>
        <p:spPr>
          <a:xfrm flipV="1">
            <a:off x="5690933" y="2989898"/>
            <a:ext cx="1033466" cy="401290"/>
          </a:xfrm>
          <a:custGeom>
            <a:avLst/>
            <a:gdLst>
              <a:gd name="csX0" fmla="*/ 0 w 1033466"/>
              <a:gd name="csY0" fmla="*/ 25030 h 401290"/>
              <a:gd name="csX1" fmla="*/ 10091 w 1033466"/>
              <a:gd name="csY1" fmla="*/ -51 h 401290"/>
              <a:gd name="csX2" fmla="*/ 1023375 w 1033466"/>
              <a:gd name="csY2" fmla="*/ -51 h 401290"/>
              <a:gd name="csX3" fmla="*/ 1033466 w 1033466"/>
              <a:gd name="csY3" fmla="*/ 25030 h 401290"/>
              <a:gd name="csX4" fmla="*/ 1033466 w 1033466"/>
              <a:gd name="csY4" fmla="*/ 376160 h 401290"/>
              <a:gd name="csX5" fmla="*/ 1023375 w 1033466"/>
              <a:gd name="csY5" fmla="*/ 401240 h 401290"/>
              <a:gd name="csX6" fmla="*/ 10091 w 1033466"/>
              <a:gd name="csY6" fmla="*/ 401240 h 401290"/>
              <a:gd name="csX7" fmla="*/ 0 w 1033466"/>
              <a:gd name="csY7" fmla="*/ 376160 h 401290"/>
              <a:gd name="csX8" fmla="*/ 0 w 1033466"/>
              <a:gd name="csY8" fmla="*/ 25030 h 401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33466" h="401290">
                <a:moveTo>
                  <a:pt x="0" y="25030"/>
                </a:moveTo>
                <a:cubicBezTo>
                  <a:pt x="0" y="11255"/>
                  <a:pt x="4474" y="-51"/>
                  <a:pt x="10091" y="-51"/>
                </a:cubicBezTo>
                <a:lnTo>
                  <a:pt x="1023375" y="-51"/>
                </a:lnTo>
                <a:cubicBezTo>
                  <a:pt x="1028992" y="-51"/>
                  <a:pt x="1033466" y="11255"/>
                  <a:pt x="1033466" y="25030"/>
                </a:cubicBezTo>
                <a:lnTo>
                  <a:pt x="1033466" y="376160"/>
                </a:lnTo>
                <a:cubicBezTo>
                  <a:pt x="1033466" y="390030"/>
                  <a:pt x="1028992" y="401240"/>
                  <a:pt x="1023375" y="401240"/>
                </a:cubicBezTo>
                <a:lnTo>
                  <a:pt x="10091" y="401240"/>
                </a:lnTo>
                <a:cubicBezTo>
                  <a:pt x="4474" y="401240"/>
                  <a:pt x="0" y="390030"/>
                  <a:pt x="0" y="376160"/>
                </a:cubicBezTo>
                <a:lnTo>
                  <a:pt x="0" y="25030"/>
                </a:lnTo>
                <a:close/>
              </a:path>
            </a:pathLst>
          </a:custGeom>
          <a:solidFill>
            <a:srgbClr val="DEEBF6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任意形状 40">
            <a:extLst>
              <a:ext uri="{FF2B5EF4-FFF2-40B4-BE49-F238E27FC236}">
                <a16:creationId xmlns:a16="http://schemas.microsoft.com/office/drawing/2014/main" id="{AC42165A-CC33-9F75-F39A-23BC0E02CA51}"/>
              </a:ext>
            </a:extLst>
          </p:cNvPr>
          <p:cNvSpPr/>
          <p:nvPr/>
        </p:nvSpPr>
        <p:spPr>
          <a:xfrm flipV="1">
            <a:off x="5690933" y="2989898"/>
            <a:ext cx="1033466" cy="401290"/>
          </a:xfrm>
          <a:custGeom>
            <a:avLst/>
            <a:gdLst>
              <a:gd name="csX0" fmla="*/ 0 w 1033466"/>
              <a:gd name="csY0" fmla="*/ 25030 h 401290"/>
              <a:gd name="csX1" fmla="*/ 10091 w 1033466"/>
              <a:gd name="csY1" fmla="*/ -51 h 401290"/>
              <a:gd name="csX2" fmla="*/ 1023375 w 1033466"/>
              <a:gd name="csY2" fmla="*/ -51 h 401290"/>
              <a:gd name="csX3" fmla="*/ 1033466 w 1033466"/>
              <a:gd name="csY3" fmla="*/ 25030 h 401290"/>
              <a:gd name="csX4" fmla="*/ 1033466 w 1033466"/>
              <a:gd name="csY4" fmla="*/ 376160 h 401290"/>
              <a:gd name="csX5" fmla="*/ 1023375 w 1033466"/>
              <a:gd name="csY5" fmla="*/ 401240 h 401290"/>
              <a:gd name="csX6" fmla="*/ 10091 w 1033466"/>
              <a:gd name="csY6" fmla="*/ 401240 h 401290"/>
              <a:gd name="csX7" fmla="*/ 0 w 1033466"/>
              <a:gd name="csY7" fmla="*/ 376160 h 401290"/>
              <a:gd name="csX8" fmla="*/ 0 w 1033466"/>
              <a:gd name="csY8" fmla="*/ 25030 h 401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33466" h="401290">
                <a:moveTo>
                  <a:pt x="0" y="25030"/>
                </a:moveTo>
                <a:cubicBezTo>
                  <a:pt x="0" y="11255"/>
                  <a:pt x="4474" y="-51"/>
                  <a:pt x="10091" y="-51"/>
                </a:cubicBezTo>
                <a:lnTo>
                  <a:pt x="1023375" y="-51"/>
                </a:lnTo>
                <a:cubicBezTo>
                  <a:pt x="1028992" y="-51"/>
                  <a:pt x="1033466" y="11255"/>
                  <a:pt x="1033466" y="25030"/>
                </a:cubicBezTo>
                <a:lnTo>
                  <a:pt x="1033466" y="376160"/>
                </a:lnTo>
                <a:cubicBezTo>
                  <a:pt x="1033466" y="390030"/>
                  <a:pt x="1028992" y="401240"/>
                  <a:pt x="1023375" y="401240"/>
                </a:cubicBezTo>
                <a:lnTo>
                  <a:pt x="10091" y="401240"/>
                </a:lnTo>
                <a:cubicBezTo>
                  <a:pt x="4474" y="401240"/>
                  <a:pt x="0" y="390030"/>
                  <a:pt x="0" y="376160"/>
                </a:cubicBezTo>
                <a:lnTo>
                  <a:pt x="0" y="25030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2" name="任意形状 41">
            <a:extLst>
              <a:ext uri="{FF2B5EF4-FFF2-40B4-BE49-F238E27FC236}">
                <a16:creationId xmlns:a16="http://schemas.microsoft.com/office/drawing/2014/main" id="{0730CE30-AE5A-F688-C6CE-A8FD0D00AC95}"/>
              </a:ext>
            </a:extLst>
          </p:cNvPr>
          <p:cNvSpPr/>
          <p:nvPr/>
        </p:nvSpPr>
        <p:spPr>
          <a:xfrm flipV="1">
            <a:off x="4406145" y="2948286"/>
            <a:ext cx="1071259" cy="76667"/>
          </a:xfrm>
          <a:custGeom>
            <a:avLst/>
            <a:gdLst>
              <a:gd name="csX0" fmla="*/ 0 w 1071259"/>
              <a:gd name="csY0" fmla="*/ -93 h 76667"/>
              <a:gd name="csX1" fmla="*/ 994530 w 1071259"/>
              <a:gd name="csY1" fmla="*/ -93 h 76667"/>
              <a:gd name="csX2" fmla="*/ 1071260 w 1071259"/>
              <a:gd name="csY2" fmla="*/ 76574 h 76667"/>
              <a:gd name="csX3" fmla="*/ 76729 w 1071259"/>
              <a:gd name="csY3" fmla="*/ 76574 h 76667"/>
              <a:gd name="csX4" fmla="*/ 0 w 1071259"/>
              <a:gd name="csY4" fmla="*/ -93 h 76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71259" h="76667">
                <a:moveTo>
                  <a:pt x="0" y="-93"/>
                </a:moveTo>
                <a:lnTo>
                  <a:pt x="994530" y="-93"/>
                </a:lnTo>
                <a:lnTo>
                  <a:pt x="1071260" y="76574"/>
                </a:lnTo>
                <a:lnTo>
                  <a:pt x="76729" y="76574"/>
                </a:lnTo>
                <a:lnTo>
                  <a:pt x="0" y="-93"/>
                </a:lnTo>
                <a:close/>
              </a:path>
            </a:pathLst>
          </a:custGeom>
          <a:solidFill>
            <a:srgbClr val="EDF4FA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任意形状 42">
            <a:extLst>
              <a:ext uri="{FF2B5EF4-FFF2-40B4-BE49-F238E27FC236}">
                <a16:creationId xmlns:a16="http://schemas.microsoft.com/office/drawing/2014/main" id="{727F8864-A206-E35B-5E3C-3C828F9D8809}"/>
              </a:ext>
            </a:extLst>
          </p:cNvPr>
          <p:cNvSpPr/>
          <p:nvPr/>
        </p:nvSpPr>
        <p:spPr>
          <a:xfrm flipV="1">
            <a:off x="4406145" y="2948286"/>
            <a:ext cx="1071259" cy="76667"/>
          </a:xfrm>
          <a:custGeom>
            <a:avLst/>
            <a:gdLst>
              <a:gd name="csX0" fmla="*/ 0 w 1071259"/>
              <a:gd name="csY0" fmla="*/ -93 h 76667"/>
              <a:gd name="csX1" fmla="*/ 994530 w 1071259"/>
              <a:gd name="csY1" fmla="*/ -93 h 76667"/>
              <a:gd name="csX2" fmla="*/ 1071260 w 1071259"/>
              <a:gd name="csY2" fmla="*/ 76574 h 76667"/>
              <a:gd name="csX3" fmla="*/ 76729 w 1071259"/>
              <a:gd name="csY3" fmla="*/ 76574 h 76667"/>
              <a:gd name="csX4" fmla="*/ 0 w 1071259"/>
              <a:gd name="csY4" fmla="*/ -93 h 76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71259" h="76667">
                <a:moveTo>
                  <a:pt x="0" y="-93"/>
                </a:moveTo>
                <a:lnTo>
                  <a:pt x="994530" y="-93"/>
                </a:lnTo>
                <a:lnTo>
                  <a:pt x="1071260" y="76574"/>
                </a:lnTo>
                <a:lnTo>
                  <a:pt x="76729" y="76574"/>
                </a:lnTo>
                <a:lnTo>
                  <a:pt x="0" y="-93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任意形状 43">
            <a:extLst>
              <a:ext uri="{FF2B5EF4-FFF2-40B4-BE49-F238E27FC236}">
                <a16:creationId xmlns:a16="http://schemas.microsoft.com/office/drawing/2014/main" id="{D0495E8A-B6A0-8994-1BA3-A101C6C14A87}"/>
              </a:ext>
            </a:extLst>
          </p:cNvPr>
          <p:cNvSpPr/>
          <p:nvPr/>
        </p:nvSpPr>
        <p:spPr>
          <a:xfrm flipV="1">
            <a:off x="5400676" y="2948286"/>
            <a:ext cx="76729" cy="464372"/>
          </a:xfrm>
          <a:custGeom>
            <a:avLst/>
            <a:gdLst>
              <a:gd name="csX0" fmla="*/ 0 w 76729"/>
              <a:gd name="csY0" fmla="*/ -53 h 464372"/>
              <a:gd name="csX1" fmla="*/ 76729 w 76729"/>
              <a:gd name="csY1" fmla="*/ 76520 h 464372"/>
              <a:gd name="csX2" fmla="*/ 76729 w 76729"/>
              <a:gd name="csY2" fmla="*/ 464320 h 464372"/>
              <a:gd name="csX3" fmla="*/ 0 w 76729"/>
              <a:gd name="csY3" fmla="*/ 387653 h 464372"/>
              <a:gd name="csX4" fmla="*/ 0 w 76729"/>
              <a:gd name="csY4" fmla="*/ -53 h 464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729" h="464372">
                <a:moveTo>
                  <a:pt x="0" y="-53"/>
                </a:moveTo>
                <a:lnTo>
                  <a:pt x="76729" y="76520"/>
                </a:lnTo>
                <a:lnTo>
                  <a:pt x="76729" y="464320"/>
                </a:lnTo>
                <a:lnTo>
                  <a:pt x="0" y="387653"/>
                </a:lnTo>
                <a:lnTo>
                  <a:pt x="0" y="-53"/>
                </a:lnTo>
                <a:close/>
              </a:path>
            </a:pathLst>
          </a:custGeom>
          <a:solidFill>
            <a:srgbClr val="B4D2EB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任意形状 44">
            <a:extLst>
              <a:ext uri="{FF2B5EF4-FFF2-40B4-BE49-F238E27FC236}">
                <a16:creationId xmlns:a16="http://schemas.microsoft.com/office/drawing/2014/main" id="{F4627821-715C-3F6B-ED08-BA2EBB8922C1}"/>
              </a:ext>
            </a:extLst>
          </p:cNvPr>
          <p:cNvSpPr/>
          <p:nvPr/>
        </p:nvSpPr>
        <p:spPr>
          <a:xfrm flipV="1">
            <a:off x="5400676" y="2948286"/>
            <a:ext cx="76729" cy="464372"/>
          </a:xfrm>
          <a:custGeom>
            <a:avLst/>
            <a:gdLst>
              <a:gd name="csX0" fmla="*/ 0 w 76729"/>
              <a:gd name="csY0" fmla="*/ -53 h 464372"/>
              <a:gd name="csX1" fmla="*/ 76729 w 76729"/>
              <a:gd name="csY1" fmla="*/ 76520 h 464372"/>
              <a:gd name="csX2" fmla="*/ 76729 w 76729"/>
              <a:gd name="csY2" fmla="*/ 464320 h 464372"/>
              <a:gd name="csX3" fmla="*/ 0 w 76729"/>
              <a:gd name="csY3" fmla="*/ 387653 h 464372"/>
              <a:gd name="csX4" fmla="*/ 0 w 76729"/>
              <a:gd name="csY4" fmla="*/ -53 h 464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729" h="464372">
                <a:moveTo>
                  <a:pt x="0" y="-53"/>
                </a:moveTo>
                <a:lnTo>
                  <a:pt x="76729" y="76520"/>
                </a:lnTo>
                <a:lnTo>
                  <a:pt x="76729" y="464320"/>
                </a:lnTo>
                <a:lnTo>
                  <a:pt x="0" y="387653"/>
                </a:lnTo>
                <a:lnTo>
                  <a:pt x="0" y="-53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任意形状 45">
            <a:extLst>
              <a:ext uri="{FF2B5EF4-FFF2-40B4-BE49-F238E27FC236}">
                <a16:creationId xmlns:a16="http://schemas.microsoft.com/office/drawing/2014/main" id="{D88E19DB-147F-F8F1-1350-10569FB978EE}"/>
              </a:ext>
            </a:extLst>
          </p:cNvPr>
          <p:cNvSpPr/>
          <p:nvPr/>
        </p:nvSpPr>
        <p:spPr>
          <a:xfrm flipV="1">
            <a:off x="4406145" y="3024868"/>
            <a:ext cx="994530" cy="387791"/>
          </a:xfrm>
          <a:custGeom>
            <a:avLst/>
            <a:gdLst>
              <a:gd name="csX0" fmla="*/ 0 w 994530"/>
              <a:gd name="csY0" fmla="*/ -45 h 387791"/>
              <a:gd name="csX1" fmla="*/ 994530 w 994530"/>
              <a:gd name="csY1" fmla="*/ -45 h 387791"/>
              <a:gd name="csX2" fmla="*/ 994530 w 994530"/>
              <a:gd name="csY2" fmla="*/ 387747 h 387791"/>
              <a:gd name="csX3" fmla="*/ 0 w 994530"/>
              <a:gd name="csY3" fmla="*/ 387747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94530" h="387791">
                <a:moveTo>
                  <a:pt x="0" y="-45"/>
                </a:moveTo>
                <a:lnTo>
                  <a:pt x="994530" y="-45"/>
                </a:lnTo>
                <a:lnTo>
                  <a:pt x="994530" y="387747"/>
                </a:lnTo>
                <a:lnTo>
                  <a:pt x="0" y="387747"/>
                </a:lnTo>
                <a:close/>
              </a:path>
            </a:pathLst>
          </a:custGeom>
          <a:solidFill>
            <a:srgbClr val="DEEBF6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任意形状 46">
            <a:extLst>
              <a:ext uri="{FF2B5EF4-FFF2-40B4-BE49-F238E27FC236}">
                <a16:creationId xmlns:a16="http://schemas.microsoft.com/office/drawing/2014/main" id="{01C1B991-BF61-90F6-E51F-BDA4ADE498E0}"/>
              </a:ext>
            </a:extLst>
          </p:cNvPr>
          <p:cNvSpPr/>
          <p:nvPr/>
        </p:nvSpPr>
        <p:spPr>
          <a:xfrm flipV="1">
            <a:off x="4406145" y="3024868"/>
            <a:ext cx="994530" cy="387791"/>
          </a:xfrm>
          <a:custGeom>
            <a:avLst/>
            <a:gdLst>
              <a:gd name="csX0" fmla="*/ 0 w 994530"/>
              <a:gd name="csY0" fmla="*/ -45 h 387791"/>
              <a:gd name="csX1" fmla="*/ 994530 w 994530"/>
              <a:gd name="csY1" fmla="*/ -45 h 387791"/>
              <a:gd name="csX2" fmla="*/ 994530 w 994530"/>
              <a:gd name="csY2" fmla="*/ 387747 h 387791"/>
              <a:gd name="csX3" fmla="*/ 0 w 994530"/>
              <a:gd name="csY3" fmla="*/ 387747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94530" h="387791">
                <a:moveTo>
                  <a:pt x="0" y="-45"/>
                </a:moveTo>
                <a:lnTo>
                  <a:pt x="994530" y="-45"/>
                </a:lnTo>
                <a:lnTo>
                  <a:pt x="994530" y="387747"/>
                </a:lnTo>
                <a:lnTo>
                  <a:pt x="0" y="387747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任意形状 47">
            <a:extLst>
              <a:ext uri="{FF2B5EF4-FFF2-40B4-BE49-F238E27FC236}">
                <a16:creationId xmlns:a16="http://schemas.microsoft.com/office/drawing/2014/main" id="{F4E9F8FF-124E-FD29-C1FC-90F84488F299}"/>
              </a:ext>
            </a:extLst>
          </p:cNvPr>
          <p:cNvSpPr/>
          <p:nvPr/>
        </p:nvSpPr>
        <p:spPr>
          <a:xfrm flipV="1">
            <a:off x="3257414" y="3949037"/>
            <a:ext cx="790664" cy="1298020"/>
          </a:xfrm>
          <a:custGeom>
            <a:avLst/>
            <a:gdLst>
              <a:gd name="csX0" fmla="*/ 0 w 790664"/>
              <a:gd name="csY0" fmla="*/ 246 h 1298020"/>
              <a:gd name="csX1" fmla="*/ 790664 w 790664"/>
              <a:gd name="csY1" fmla="*/ 246 h 1298020"/>
              <a:gd name="csX2" fmla="*/ 790664 w 790664"/>
              <a:gd name="csY2" fmla="*/ 1298266 h 1298020"/>
              <a:gd name="csX3" fmla="*/ 0 w 790664"/>
              <a:gd name="csY3" fmla="*/ 1298266 h 1298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90664" h="1298020">
                <a:moveTo>
                  <a:pt x="0" y="246"/>
                </a:moveTo>
                <a:lnTo>
                  <a:pt x="790664" y="246"/>
                </a:lnTo>
                <a:lnTo>
                  <a:pt x="790664" y="1298266"/>
                </a:lnTo>
                <a:lnTo>
                  <a:pt x="0" y="1298266"/>
                </a:lnTo>
                <a:close/>
              </a:path>
            </a:pathLst>
          </a:custGeom>
          <a:noFill/>
          <a:ln w="7132" cap="flat">
            <a:solidFill>
              <a:srgbClr val="000000"/>
            </a:solidFill>
            <a:custDash>
              <a:ds d="450000" sp="225000"/>
            </a:custDash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任意形状 48">
            <a:extLst>
              <a:ext uri="{FF2B5EF4-FFF2-40B4-BE49-F238E27FC236}">
                <a16:creationId xmlns:a16="http://schemas.microsoft.com/office/drawing/2014/main" id="{EFEFE59D-37DC-017D-CA73-8298939D1953}"/>
              </a:ext>
            </a:extLst>
          </p:cNvPr>
          <p:cNvSpPr/>
          <p:nvPr/>
        </p:nvSpPr>
        <p:spPr>
          <a:xfrm flipV="1">
            <a:off x="3274477" y="4413825"/>
            <a:ext cx="725031" cy="64601"/>
          </a:xfrm>
          <a:custGeom>
            <a:avLst/>
            <a:gdLst>
              <a:gd name="csX0" fmla="*/ 0 w 725031"/>
              <a:gd name="csY0" fmla="*/ 214 h 64601"/>
              <a:gd name="csX1" fmla="*/ 660297 w 725031"/>
              <a:gd name="csY1" fmla="*/ 214 h 64601"/>
              <a:gd name="csX2" fmla="*/ 725031 w 725031"/>
              <a:gd name="csY2" fmla="*/ 64816 h 64601"/>
              <a:gd name="csX3" fmla="*/ 64740 w 725031"/>
              <a:gd name="csY3" fmla="*/ 64816 h 64601"/>
              <a:gd name="csX4" fmla="*/ 0 w 725031"/>
              <a:gd name="csY4" fmla="*/ 214 h 6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31" h="64601">
                <a:moveTo>
                  <a:pt x="0" y="214"/>
                </a:moveTo>
                <a:lnTo>
                  <a:pt x="660297" y="214"/>
                </a:lnTo>
                <a:lnTo>
                  <a:pt x="725031" y="64816"/>
                </a:lnTo>
                <a:lnTo>
                  <a:pt x="64740" y="64816"/>
                </a:lnTo>
                <a:lnTo>
                  <a:pt x="0" y="214"/>
                </a:lnTo>
                <a:close/>
              </a:path>
            </a:pathLst>
          </a:custGeom>
          <a:solidFill>
            <a:srgbClr val="F8F8F8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任意形状 49">
            <a:extLst>
              <a:ext uri="{FF2B5EF4-FFF2-40B4-BE49-F238E27FC236}">
                <a16:creationId xmlns:a16="http://schemas.microsoft.com/office/drawing/2014/main" id="{A780CDBD-0CDF-CCD2-94CA-5E29CA99D5D6}"/>
              </a:ext>
            </a:extLst>
          </p:cNvPr>
          <p:cNvSpPr/>
          <p:nvPr/>
        </p:nvSpPr>
        <p:spPr>
          <a:xfrm flipV="1">
            <a:off x="3274477" y="4413825"/>
            <a:ext cx="725031" cy="64601"/>
          </a:xfrm>
          <a:custGeom>
            <a:avLst/>
            <a:gdLst>
              <a:gd name="csX0" fmla="*/ 0 w 725031"/>
              <a:gd name="csY0" fmla="*/ 214 h 64601"/>
              <a:gd name="csX1" fmla="*/ 660297 w 725031"/>
              <a:gd name="csY1" fmla="*/ 214 h 64601"/>
              <a:gd name="csX2" fmla="*/ 725031 w 725031"/>
              <a:gd name="csY2" fmla="*/ 64816 h 64601"/>
              <a:gd name="csX3" fmla="*/ 64740 w 725031"/>
              <a:gd name="csY3" fmla="*/ 64816 h 64601"/>
              <a:gd name="csX4" fmla="*/ 0 w 725031"/>
              <a:gd name="csY4" fmla="*/ 214 h 6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31" h="64601">
                <a:moveTo>
                  <a:pt x="0" y="214"/>
                </a:moveTo>
                <a:lnTo>
                  <a:pt x="660297" y="214"/>
                </a:lnTo>
                <a:lnTo>
                  <a:pt x="725031" y="64816"/>
                </a:lnTo>
                <a:lnTo>
                  <a:pt x="64740" y="64816"/>
                </a:lnTo>
                <a:lnTo>
                  <a:pt x="0" y="214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任意形状 50">
            <a:extLst>
              <a:ext uri="{FF2B5EF4-FFF2-40B4-BE49-F238E27FC236}">
                <a16:creationId xmlns:a16="http://schemas.microsoft.com/office/drawing/2014/main" id="{7321F6DC-6422-7618-AB88-A5F46242D974}"/>
              </a:ext>
            </a:extLst>
          </p:cNvPr>
          <p:cNvSpPr/>
          <p:nvPr/>
        </p:nvSpPr>
        <p:spPr>
          <a:xfrm flipV="1">
            <a:off x="3934774" y="4413825"/>
            <a:ext cx="64734" cy="391581"/>
          </a:xfrm>
          <a:custGeom>
            <a:avLst/>
            <a:gdLst>
              <a:gd name="csX0" fmla="*/ 0 w 64734"/>
              <a:gd name="csY0" fmla="*/ 248 h 391581"/>
              <a:gd name="csX1" fmla="*/ 64734 w 64734"/>
              <a:gd name="csY1" fmla="*/ 64850 h 391581"/>
              <a:gd name="csX2" fmla="*/ 64734 w 64734"/>
              <a:gd name="csY2" fmla="*/ 391830 h 391581"/>
              <a:gd name="csX3" fmla="*/ 0 w 64734"/>
              <a:gd name="csY3" fmla="*/ 327228 h 391581"/>
              <a:gd name="csX4" fmla="*/ 0 w 64734"/>
              <a:gd name="csY4" fmla="*/ 248 h 391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734" h="391581">
                <a:moveTo>
                  <a:pt x="0" y="248"/>
                </a:moveTo>
                <a:lnTo>
                  <a:pt x="64734" y="64850"/>
                </a:lnTo>
                <a:lnTo>
                  <a:pt x="64734" y="391830"/>
                </a:lnTo>
                <a:lnTo>
                  <a:pt x="0" y="327228"/>
                </a:lnTo>
                <a:lnTo>
                  <a:pt x="0" y="248"/>
                </a:lnTo>
                <a:close/>
              </a:path>
            </a:pathLst>
          </a:custGeom>
          <a:solidFill>
            <a:srgbClr val="D8D8D8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任意形状 51">
            <a:extLst>
              <a:ext uri="{FF2B5EF4-FFF2-40B4-BE49-F238E27FC236}">
                <a16:creationId xmlns:a16="http://schemas.microsoft.com/office/drawing/2014/main" id="{3490F615-9712-A9C5-16F4-2A5541A644ED}"/>
              </a:ext>
            </a:extLst>
          </p:cNvPr>
          <p:cNvSpPr/>
          <p:nvPr/>
        </p:nvSpPr>
        <p:spPr>
          <a:xfrm flipV="1">
            <a:off x="3934774" y="4413825"/>
            <a:ext cx="64734" cy="391581"/>
          </a:xfrm>
          <a:custGeom>
            <a:avLst/>
            <a:gdLst>
              <a:gd name="csX0" fmla="*/ 0 w 64734"/>
              <a:gd name="csY0" fmla="*/ 248 h 391581"/>
              <a:gd name="csX1" fmla="*/ 64734 w 64734"/>
              <a:gd name="csY1" fmla="*/ 64850 h 391581"/>
              <a:gd name="csX2" fmla="*/ 64734 w 64734"/>
              <a:gd name="csY2" fmla="*/ 391830 h 391581"/>
              <a:gd name="csX3" fmla="*/ 0 w 64734"/>
              <a:gd name="csY3" fmla="*/ 327228 h 391581"/>
              <a:gd name="csX4" fmla="*/ 0 w 64734"/>
              <a:gd name="csY4" fmla="*/ 248 h 391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734" h="391581">
                <a:moveTo>
                  <a:pt x="0" y="248"/>
                </a:moveTo>
                <a:lnTo>
                  <a:pt x="64734" y="64850"/>
                </a:lnTo>
                <a:lnTo>
                  <a:pt x="64734" y="391830"/>
                </a:lnTo>
                <a:lnTo>
                  <a:pt x="0" y="327228"/>
                </a:lnTo>
                <a:lnTo>
                  <a:pt x="0" y="248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" name="任意形状 52">
            <a:extLst>
              <a:ext uri="{FF2B5EF4-FFF2-40B4-BE49-F238E27FC236}">
                <a16:creationId xmlns:a16="http://schemas.microsoft.com/office/drawing/2014/main" id="{55BE55AB-0A25-7D7F-DA36-241CA6B0CFCD}"/>
              </a:ext>
            </a:extLst>
          </p:cNvPr>
          <p:cNvSpPr/>
          <p:nvPr/>
        </p:nvSpPr>
        <p:spPr>
          <a:xfrm flipV="1">
            <a:off x="3274477" y="4478427"/>
            <a:ext cx="660291" cy="326979"/>
          </a:xfrm>
          <a:custGeom>
            <a:avLst/>
            <a:gdLst>
              <a:gd name="csX0" fmla="*/ 0 w 660291"/>
              <a:gd name="csY0" fmla="*/ 255 h 326979"/>
              <a:gd name="csX1" fmla="*/ 660291 w 660291"/>
              <a:gd name="csY1" fmla="*/ 255 h 326979"/>
              <a:gd name="csX2" fmla="*/ 660291 w 660291"/>
              <a:gd name="csY2" fmla="*/ 327235 h 326979"/>
              <a:gd name="csX3" fmla="*/ 0 w 660291"/>
              <a:gd name="csY3" fmla="*/ 327235 h 326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60291" h="326979">
                <a:moveTo>
                  <a:pt x="0" y="255"/>
                </a:moveTo>
                <a:lnTo>
                  <a:pt x="660291" y="255"/>
                </a:lnTo>
                <a:lnTo>
                  <a:pt x="660291" y="327235"/>
                </a:lnTo>
                <a:lnTo>
                  <a:pt x="0" y="327235"/>
                </a:lnTo>
                <a:close/>
              </a:path>
            </a:pathLst>
          </a:custGeom>
          <a:solidFill>
            <a:srgbClr val="F2F2F2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" name="任意形状 53">
            <a:extLst>
              <a:ext uri="{FF2B5EF4-FFF2-40B4-BE49-F238E27FC236}">
                <a16:creationId xmlns:a16="http://schemas.microsoft.com/office/drawing/2014/main" id="{204E0A3C-AA76-2AEC-D6D8-B78456E9C0F3}"/>
              </a:ext>
            </a:extLst>
          </p:cNvPr>
          <p:cNvSpPr/>
          <p:nvPr/>
        </p:nvSpPr>
        <p:spPr>
          <a:xfrm flipV="1">
            <a:off x="3274477" y="4478427"/>
            <a:ext cx="660291" cy="326979"/>
          </a:xfrm>
          <a:custGeom>
            <a:avLst/>
            <a:gdLst>
              <a:gd name="csX0" fmla="*/ 0 w 660291"/>
              <a:gd name="csY0" fmla="*/ 255 h 326979"/>
              <a:gd name="csX1" fmla="*/ 660291 w 660291"/>
              <a:gd name="csY1" fmla="*/ 255 h 326979"/>
              <a:gd name="csX2" fmla="*/ 660291 w 660291"/>
              <a:gd name="csY2" fmla="*/ 327235 h 326979"/>
              <a:gd name="csX3" fmla="*/ 0 w 660291"/>
              <a:gd name="csY3" fmla="*/ 327235 h 326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60291" h="326979">
                <a:moveTo>
                  <a:pt x="0" y="255"/>
                </a:moveTo>
                <a:lnTo>
                  <a:pt x="660291" y="255"/>
                </a:lnTo>
                <a:lnTo>
                  <a:pt x="660291" y="327235"/>
                </a:lnTo>
                <a:lnTo>
                  <a:pt x="0" y="327235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74DE67E4-59C4-9F16-07E4-8E5290B08D2F}"/>
              </a:ext>
            </a:extLst>
          </p:cNvPr>
          <p:cNvSpPr/>
          <p:nvPr/>
        </p:nvSpPr>
        <p:spPr>
          <a:xfrm flipV="1">
            <a:off x="3265772" y="4833755"/>
            <a:ext cx="725025" cy="64601"/>
          </a:xfrm>
          <a:custGeom>
            <a:avLst/>
            <a:gdLst>
              <a:gd name="csX0" fmla="*/ 0 w 725025"/>
              <a:gd name="csY0" fmla="*/ 302 h 64601"/>
              <a:gd name="csX1" fmla="*/ 660291 w 725025"/>
              <a:gd name="csY1" fmla="*/ 302 h 64601"/>
              <a:gd name="csX2" fmla="*/ 725026 w 725025"/>
              <a:gd name="csY2" fmla="*/ 64904 h 64601"/>
              <a:gd name="csX3" fmla="*/ 64734 w 725025"/>
              <a:gd name="csY3" fmla="*/ 64904 h 64601"/>
              <a:gd name="csX4" fmla="*/ 0 w 725025"/>
              <a:gd name="csY4" fmla="*/ 302 h 6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5" h="64601">
                <a:moveTo>
                  <a:pt x="0" y="302"/>
                </a:moveTo>
                <a:lnTo>
                  <a:pt x="660291" y="302"/>
                </a:lnTo>
                <a:lnTo>
                  <a:pt x="725026" y="64904"/>
                </a:lnTo>
                <a:lnTo>
                  <a:pt x="64734" y="64904"/>
                </a:lnTo>
                <a:lnTo>
                  <a:pt x="0" y="302"/>
                </a:lnTo>
                <a:close/>
              </a:path>
            </a:pathLst>
          </a:custGeom>
          <a:solidFill>
            <a:srgbClr val="F8F8F8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任意形状 55">
            <a:extLst>
              <a:ext uri="{FF2B5EF4-FFF2-40B4-BE49-F238E27FC236}">
                <a16:creationId xmlns:a16="http://schemas.microsoft.com/office/drawing/2014/main" id="{83A62074-C592-F5DF-E68C-A3BF461B7CD9}"/>
              </a:ext>
            </a:extLst>
          </p:cNvPr>
          <p:cNvSpPr/>
          <p:nvPr/>
        </p:nvSpPr>
        <p:spPr>
          <a:xfrm flipV="1">
            <a:off x="3265772" y="4833755"/>
            <a:ext cx="725025" cy="64601"/>
          </a:xfrm>
          <a:custGeom>
            <a:avLst/>
            <a:gdLst>
              <a:gd name="csX0" fmla="*/ 0 w 725025"/>
              <a:gd name="csY0" fmla="*/ 302 h 64601"/>
              <a:gd name="csX1" fmla="*/ 660291 w 725025"/>
              <a:gd name="csY1" fmla="*/ 302 h 64601"/>
              <a:gd name="csX2" fmla="*/ 725026 w 725025"/>
              <a:gd name="csY2" fmla="*/ 64904 h 64601"/>
              <a:gd name="csX3" fmla="*/ 64734 w 725025"/>
              <a:gd name="csY3" fmla="*/ 64904 h 64601"/>
              <a:gd name="csX4" fmla="*/ 0 w 725025"/>
              <a:gd name="csY4" fmla="*/ 302 h 6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5" h="64601">
                <a:moveTo>
                  <a:pt x="0" y="302"/>
                </a:moveTo>
                <a:lnTo>
                  <a:pt x="660291" y="302"/>
                </a:lnTo>
                <a:lnTo>
                  <a:pt x="725026" y="64904"/>
                </a:lnTo>
                <a:lnTo>
                  <a:pt x="64734" y="64904"/>
                </a:lnTo>
                <a:lnTo>
                  <a:pt x="0" y="302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任意形状 56">
            <a:extLst>
              <a:ext uri="{FF2B5EF4-FFF2-40B4-BE49-F238E27FC236}">
                <a16:creationId xmlns:a16="http://schemas.microsoft.com/office/drawing/2014/main" id="{A4E31BEC-F334-DD83-6EA9-356AF3DAE83C}"/>
              </a:ext>
            </a:extLst>
          </p:cNvPr>
          <p:cNvSpPr/>
          <p:nvPr/>
        </p:nvSpPr>
        <p:spPr>
          <a:xfrm flipV="1">
            <a:off x="3926063" y="4833755"/>
            <a:ext cx="64734" cy="391584"/>
          </a:xfrm>
          <a:custGeom>
            <a:avLst/>
            <a:gdLst>
              <a:gd name="csX0" fmla="*/ 0 w 64734"/>
              <a:gd name="csY0" fmla="*/ 337 h 391584"/>
              <a:gd name="csX1" fmla="*/ 64734 w 64734"/>
              <a:gd name="csY1" fmla="*/ 64941 h 391584"/>
              <a:gd name="csX2" fmla="*/ 64734 w 64734"/>
              <a:gd name="csY2" fmla="*/ 391921 h 391584"/>
              <a:gd name="csX3" fmla="*/ 0 w 64734"/>
              <a:gd name="csY3" fmla="*/ 327319 h 391584"/>
              <a:gd name="csX4" fmla="*/ 0 w 64734"/>
              <a:gd name="csY4" fmla="*/ 337 h 391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734" h="391584">
                <a:moveTo>
                  <a:pt x="0" y="337"/>
                </a:moveTo>
                <a:lnTo>
                  <a:pt x="64734" y="64941"/>
                </a:lnTo>
                <a:lnTo>
                  <a:pt x="64734" y="391921"/>
                </a:lnTo>
                <a:lnTo>
                  <a:pt x="0" y="327319"/>
                </a:lnTo>
                <a:lnTo>
                  <a:pt x="0" y="337"/>
                </a:lnTo>
                <a:close/>
              </a:path>
            </a:pathLst>
          </a:custGeom>
          <a:solidFill>
            <a:srgbClr val="D8D8D8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D3B9BA41-B3F1-6644-8875-F72F97256D26}"/>
              </a:ext>
            </a:extLst>
          </p:cNvPr>
          <p:cNvSpPr/>
          <p:nvPr/>
        </p:nvSpPr>
        <p:spPr>
          <a:xfrm flipV="1">
            <a:off x="3926063" y="4833755"/>
            <a:ext cx="64734" cy="391584"/>
          </a:xfrm>
          <a:custGeom>
            <a:avLst/>
            <a:gdLst>
              <a:gd name="csX0" fmla="*/ 0 w 64734"/>
              <a:gd name="csY0" fmla="*/ 337 h 391584"/>
              <a:gd name="csX1" fmla="*/ 64734 w 64734"/>
              <a:gd name="csY1" fmla="*/ 64941 h 391584"/>
              <a:gd name="csX2" fmla="*/ 64734 w 64734"/>
              <a:gd name="csY2" fmla="*/ 391921 h 391584"/>
              <a:gd name="csX3" fmla="*/ 0 w 64734"/>
              <a:gd name="csY3" fmla="*/ 327319 h 391584"/>
              <a:gd name="csX4" fmla="*/ 0 w 64734"/>
              <a:gd name="csY4" fmla="*/ 337 h 391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734" h="391584">
                <a:moveTo>
                  <a:pt x="0" y="337"/>
                </a:moveTo>
                <a:lnTo>
                  <a:pt x="64734" y="64941"/>
                </a:lnTo>
                <a:lnTo>
                  <a:pt x="64734" y="391921"/>
                </a:lnTo>
                <a:lnTo>
                  <a:pt x="0" y="327319"/>
                </a:lnTo>
                <a:lnTo>
                  <a:pt x="0" y="337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任意形状 58">
            <a:extLst>
              <a:ext uri="{FF2B5EF4-FFF2-40B4-BE49-F238E27FC236}">
                <a16:creationId xmlns:a16="http://schemas.microsoft.com/office/drawing/2014/main" id="{F8DFA8AA-31A0-3796-7F2F-CE5E6C68853C}"/>
              </a:ext>
            </a:extLst>
          </p:cNvPr>
          <p:cNvSpPr/>
          <p:nvPr/>
        </p:nvSpPr>
        <p:spPr>
          <a:xfrm flipV="1">
            <a:off x="3265772" y="4898360"/>
            <a:ext cx="660291" cy="326979"/>
          </a:xfrm>
          <a:custGeom>
            <a:avLst/>
            <a:gdLst>
              <a:gd name="csX0" fmla="*/ 0 w 660291"/>
              <a:gd name="csY0" fmla="*/ 343 h 326979"/>
              <a:gd name="csX1" fmla="*/ 660291 w 660291"/>
              <a:gd name="csY1" fmla="*/ 343 h 326979"/>
              <a:gd name="csX2" fmla="*/ 660291 w 660291"/>
              <a:gd name="csY2" fmla="*/ 327323 h 326979"/>
              <a:gd name="csX3" fmla="*/ 0 w 660291"/>
              <a:gd name="csY3" fmla="*/ 327323 h 326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60291" h="326979">
                <a:moveTo>
                  <a:pt x="0" y="343"/>
                </a:moveTo>
                <a:lnTo>
                  <a:pt x="660291" y="343"/>
                </a:lnTo>
                <a:lnTo>
                  <a:pt x="660291" y="327323"/>
                </a:lnTo>
                <a:lnTo>
                  <a:pt x="0" y="327323"/>
                </a:lnTo>
                <a:close/>
              </a:path>
            </a:pathLst>
          </a:custGeom>
          <a:solidFill>
            <a:srgbClr val="F2F2F2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任意形状 59">
            <a:extLst>
              <a:ext uri="{FF2B5EF4-FFF2-40B4-BE49-F238E27FC236}">
                <a16:creationId xmlns:a16="http://schemas.microsoft.com/office/drawing/2014/main" id="{196DE5E5-2D5D-6DCD-F151-57D4E4398AEB}"/>
              </a:ext>
            </a:extLst>
          </p:cNvPr>
          <p:cNvSpPr/>
          <p:nvPr/>
        </p:nvSpPr>
        <p:spPr>
          <a:xfrm flipV="1">
            <a:off x="3265772" y="4898360"/>
            <a:ext cx="660291" cy="326979"/>
          </a:xfrm>
          <a:custGeom>
            <a:avLst/>
            <a:gdLst>
              <a:gd name="csX0" fmla="*/ 0 w 660291"/>
              <a:gd name="csY0" fmla="*/ 343 h 326979"/>
              <a:gd name="csX1" fmla="*/ 660291 w 660291"/>
              <a:gd name="csY1" fmla="*/ 343 h 326979"/>
              <a:gd name="csX2" fmla="*/ 660291 w 660291"/>
              <a:gd name="csY2" fmla="*/ 327323 h 326979"/>
              <a:gd name="csX3" fmla="*/ 0 w 660291"/>
              <a:gd name="csY3" fmla="*/ 327323 h 326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60291" h="326979">
                <a:moveTo>
                  <a:pt x="0" y="343"/>
                </a:moveTo>
                <a:lnTo>
                  <a:pt x="660291" y="343"/>
                </a:lnTo>
                <a:lnTo>
                  <a:pt x="660291" y="327323"/>
                </a:lnTo>
                <a:lnTo>
                  <a:pt x="0" y="327323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任意形状 60">
            <a:extLst>
              <a:ext uri="{FF2B5EF4-FFF2-40B4-BE49-F238E27FC236}">
                <a16:creationId xmlns:a16="http://schemas.microsoft.com/office/drawing/2014/main" id="{8FE8F574-8571-5967-F605-05C6B169E986}"/>
              </a:ext>
            </a:extLst>
          </p:cNvPr>
          <p:cNvSpPr/>
          <p:nvPr/>
        </p:nvSpPr>
        <p:spPr>
          <a:xfrm flipV="1">
            <a:off x="3289796" y="3988375"/>
            <a:ext cx="725029" cy="64601"/>
          </a:xfrm>
          <a:custGeom>
            <a:avLst/>
            <a:gdLst>
              <a:gd name="csX0" fmla="*/ 0 w 725029"/>
              <a:gd name="csY0" fmla="*/ 124 h 64601"/>
              <a:gd name="csX1" fmla="*/ 660295 w 725029"/>
              <a:gd name="csY1" fmla="*/ 124 h 64601"/>
              <a:gd name="csX2" fmla="*/ 725029 w 725029"/>
              <a:gd name="csY2" fmla="*/ 64726 h 64601"/>
              <a:gd name="csX3" fmla="*/ 64738 w 725029"/>
              <a:gd name="csY3" fmla="*/ 64726 h 64601"/>
              <a:gd name="csX4" fmla="*/ 0 w 725029"/>
              <a:gd name="csY4" fmla="*/ 124 h 6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9" h="64601">
                <a:moveTo>
                  <a:pt x="0" y="124"/>
                </a:moveTo>
                <a:lnTo>
                  <a:pt x="660295" y="124"/>
                </a:lnTo>
                <a:lnTo>
                  <a:pt x="725029" y="64726"/>
                </a:lnTo>
                <a:lnTo>
                  <a:pt x="64738" y="64726"/>
                </a:lnTo>
                <a:lnTo>
                  <a:pt x="0" y="124"/>
                </a:lnTo>
                <a:close/>
              </a:path>
            </a:pathLst>
          </a:custGeom>
          <a:solidFill>
            <a:srgbClr val="F8F8F8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" name="任意形状 61">
            <a:extLst>
              <a:ext uri="{FF2B5EF4-FFF2-40B4-BE49-F238E27FC236}">
                <a16:creationId xmlns:a16="http://schemas.microsoft.com/office/drawing/2014/main" id="{8E59BA9C-9B20-12BA-BAC2-3967A40E0702}"/>
              </a:ext>
            </a:extLst>
          </p:cNvPr>
          <p:cNvSpPr/>
          <p:nvPr/>
        </p:nvSpPr>
        <p:spPr>
          <a:xfrm flipV="1">
            <a:off x="3289796" y="3988375"/>
            <a:ext cx="725029" cy="64601"/>
          </a:xfrm>
          <a:custGeom>
            <a:avLst/>
            <a:gdLst>
              <a:gd name="csX0" fmla="*/ 0 w 725029"/>
              <a:gd name="csY0" fmla="*/ 124 h 64601"/>
              <a:gd name="csX1" fmla="*/ 660295 w 725029"/>
              <a:gd name="csY1" fmla="*/ 124 h 64601"/>
              <a:gd name="csX2" fmla="*/ 725029 w 725029"/>
              <a:gd name="csY2" fmla="*/ 64726 h 64601"/>
              <a:gd name="csX3" fmla="*/ 64738 w 725029"/>
              <a:gd name="csY3" fmla="*/ 64726 h 64601"/>
              <a:gd name="csX4" fmla="*/ 0 w 725029"/>
              <a:gd name="csY4" fmla="*/ 124 h 64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9" h="64601">
                <a:moveTo>
                  <a:pt x="0" y="124"/>
                </a:moveTo>
                <a:lnTo>
                  <a:pt x="660295" y="124"/>
                </a:lnTo>
                <a:lnTo>
                  <a:pt x="725029" y="64726"/>
                </a:lnTo>
                <a:lnTo>
                  <a:pt x="64738" y="64726"/>
                </a:lnTo>
                <a:lnTo>
                  <a:pt x="0" y="124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任意形状 62">
            <a:extLst>
              <a:ext uri="{FF2B5EF4-FFF2-40B4-BE49-F238E27FC236}">
                <a16:creationId xmlns:a16="http://schemas.microsoft.com/office/drawing/2014/main" id="{B3503BE6-9249-429B-DF8E-2F84584AD7E0}"/>
              </a:ext>
            </a:extLst>
          </p:cNvPr>
          <p:cNvSpPr/>
          <p:nvPr/>
        </p:nvSpPr>
        <p:spPr>
          <a:xfrm flipV="1">
            <a:off x="3950091" y="3988375"/>
            <a:ext cx="64734" cy="391543"/>
          </a:xfrm>
          <a:custGeom>
            <a:avLst/>
            <a:gdLst>
              <a:gd name="csX0" fmla="*/ 0 w 64734"/>
              <a:gd name="csY0" fmla="*/ 159 h 391543"/>
              <a:gd name="csX1" fmla="*/ 64734 w 64734"/>
              <a:gd name="csY1" fmla="*/ 64770 h 391543"/>
              <a:gd name="csX2" fmla="*/ 64734 w 64734"/>
              <a:gd name="csY2" fmla="*/ 391702 h 391543"/>
              <a:gd name="csX3" fmla="*/ 0 w 64734"/>
              <a:gd name="csY3" fmla="*/ 327101 h 391543"/>
              <a:gd name="csX4" fmla="*/ 0 w 64734"/>
              <a:gd name="csY4" fmla="*/ 159 h 391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734" h="391543">
                <a:moveTo>
                  <a:pt x="0" y="159"/>
                </a:moveTo>
                <a:lnTo>
                  <a:pt x="64734" y="64770"/>
                </a:lnTo>
                <a:lnTo>
                  <a:pt x="64734" y="391702"/>
                </a:lnTo>
                <a:lnTo>
                  <a:pt x="0" y="327101"/>
                </a:lnTo>
                <a:lnTo>
                  <a:pt x="0" y="159"/>
                </a:lnTo>
                <a:close/>
              </a:path>
            </a:pathLst>
          </a:custGeom>
          <a:solidFill>
            <a:srgbClr val="D8D8D8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" name="任意形状 63">
            <a:extLst>
              <a:ext uri="{FF2B5EF4-FFF2-40B4-BE49-F238E27FC236}">
                <a16:creationId xmlns:a16="http://schemas.microsoft.com/office/drawing/2014/main" id="{4C83C0D1-C63D-7F9C-24ED-F5A1EED97005}"/>
              </a:ext>
            </a:extLst>
          </p:cNvPr>
          <p:cNvSpPr/>
          <p:nvPr/>
        </p:nvSpPr>
        <p:spPr>
          <a:xfrm flipV="1">
            <a:off x="3950091" y="3988375"/>
            <a:ext cx="64734" cy="391543"/>
          </a:xfrm>
          <a:custGeom>
            <a:avLst/>
            <a:gdLst>
              <a:gd name="csX0" fmla="*/ 0 w 64734"/>
              <a:gd name="csY0" fmla="*/ 159 h 391543"/>
              <a:gd name="csX1" fmla="*/ 64734 w 64734"/>
              <a:gd name="csY1" fmla="*/ 64770 h 391543"/>
              <a:gd name="csX2" fmla="*/ 64734 w 64734"/>
              <a:gd name="csY2" fmla="*/ 391702 h 391543"/>
              <a:gd name="csX3" fmla="*/ 0 w 64734"/>
              <a:gd name="csY3" fmla="*/ 327101 h 391543"/>
              <a:gd name="csX4" fmla="*/ 0 w 64734"/>
              <a:gd name="csY4" fmla="*/ 159 h 391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734" h="391543">
                <a:moveTo>
                  <a:pt x="0" y="159"/>
                </a:moveTo>
                <a:lnTo>
                  <a:pt x="64734" y="64770"/>
                </a:lnTo>
                <a:lnTo>
                  <a:pt x="64734" y="391702"/>
                </a:lnTo>
                <a:lnTo>
                  <a:pt x="0" y="327101"/>
                </a:lnTo>
                <a:lnTo>
                  <a:pt x="0" y="159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5" name="任意形状 64">
            <a:extLst>
              <a:ext uri="{FF2B5EF4-FFF2-40B4-BE49-F238E27FC236}">
                <a16:creationId xmlns:a16="http://schemas.microsoft.com/office/drawing/2014/main" id="{CDDEC19E-16C9-4C83-9E14-3AF9049AD83B}"/>
              </a:ext>
            </a:extLst>
          </p:cNvPr>
          <p:cNvSpPr/>
          <p:nvPr/>
        </p:nvSpPr>
        <p:spPr>
          <a:xfrm flipV="1">
            <a:off x="3289796" y="4052939"/>
            <a:ext cx="660291" cy="326979"/>
          </a:xfrm>
          <a:custGeom>
            <a:avLst/>
            <a:gdLst>
              <a:gd name="csX0" fmla="*/ 0 w 660291"/>
              <a:gd name="csY0" fmla="*/ 165 h 326979"/>
              <a:gd name="csX1" fmla="*/ 660291 w 660291"/>
              <a:gd name="csY1" fmla="*/ 165 h 326979"/>
              <a:gd name="csX2" fmla="*/ 660291 w 660291"/>
              <a:gd name="csY2" fmla="*/ 327145 h 326979"/>
              <a:gd name="csX3" fmla="*/ 0 w 660291"/>
              <a:gd name="csY3" fmla="*/ 327145 h 326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60291" h="326979">
                <a:moveTo>
                  <a:pt x="0" y="165"/>
                </a:moveTo>
                <a:lnTo>
                  <a:pt x="660291" y="165"/>
                </a:lnTo>
                <a:lnTo>
                  <a:pt x="660291" y="327145"/>
                </a:lnTo>
                <a:lnTo>
                  <a:pt x="0" y="327145"/>
                </a:lnTo>
                <a:close/>
              </a:path>
            </a:pathLst>
          </a:custGeom>
          <a:solidFill>
            <a:srgbClr val="F2F2F2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任意形状 65">
            <a:extLst>
              <a:ext uri="{FF2B5EF4-FFF2-40B4-BE49-F238E27FC236}">
                <a16:creationId xmlns:a16="http://schemas.microsoft.com/office/drawing/2014/main" id="{BD4F31FC-99A9-E233-1FED-1A665010257C}"/>
              </a:ext>
            </a:extLst>
          </p:cNvPr>
          <p:cNvSpPr/>
          <p:nvPr/>
        </p:nvSpPr>
        <p:spPr>
          <a:xfrm flipV="1">
            <a:off x="3289796" y="4052939"/>
            <a:ext cx="660291" cy="326979"/>
          </a:xfrm>
          <a:custGeom>
            <a:avLst/>
            <a:gdLst>
              <a:gd name="csX0" fmla="*/ 0 w 660291"/>
              <a:gd name="csY0" fmla="*/ 165 h 326979"/>
              <a:gd name="csX1" fmla="*/ 660291 w 660291"/>
              <a:gd name="csY1" fmla="*/ 165 h 326979"/>
              <a:gd name="csX2" fmla="*/ 660291 w 660291"/>
              <a:gd name="csY2" fmla="*/ 327145 h 326979"/>
              <a:gd name="csX3" fmla="*/ 0 w 660291"/>
              <a:gd name="csY3" fmla="*/ 327145 h 326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60291" h="326979">
                <a:moveTo>
                  <a:pt x="0" y="165"/>
                </a:moveTo>
                <a:lnTo>
                  <a:pt x="660291" y="165"/>
                </a:lnTo>
                <a:lnTo>
                  <a:pt x="660291" y="327145"/>
                </a:lnTo>
                <a:lnTo>
                  <a:pt x="0" y="327145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" name="任意形状 66">
            <a:extLst>
              <a:ext uri="{FF2B5EF4-FFF2-40B4-BE49-F238E27FC236}">
                <a16:creationId xmlns:a16="http://schemas.microsoft.com/office/drawing/2014/main" id="{32DFEC47-6A93-1EAC-4CA5-5C7EA0C134FE}"/>
              </a:ext>
            </a:extLst>
          </p:cNvPr>
          <p:cNvSpPr/>
          <p:nvPr/>
        </p:nvSpPr>
        <p:spPr>
          <a:xfrm flipV="1">
            <a:off x="4287339" y="3857081"/>
            <a:ext cx="3672726" cy="1389543"/>
          </a:xfrm>
          <a:custGeom>
            <a:avLst/>
            <a:gdLst>
              <a:gd name="csX0" fmla="*/ 0 w 3672726"/>
              <a:gd name="csY0" fmla="*/ 87085 h 1389543"/>
              <a:gd name="csX1" fmla="*/ 36080 w 3672726"/>
              <a:gd name="csY1" fmla="*/ 236 h 1389543"/>
              <a:gd name="csX2" fmla="*/ 3636742 w 3672726"/>
              <a:gd name="csY2" fmla="*/ 236 h 1389543"/>
              <a:gd name="csX3" fmla="*/ 3672727 w 3672726"/>
              <a:gd name="csY3" fmla="*/ 87085 h 1389543"/>
              <a:gd name="csX4" fmla="*/ 3672727 w 3672726"/>
              <a:gd name="csY4" fmla="*/ 1302947 h 1389543"/>
              <a:gd name="csX5" fmla="*/ 3636742 w 3672726"/>
              <a:gd name="csY5" fmla="*/ 1389779 h 1389543"/>
              <a:gd name="csX6" fmla="*/ 36080 w 3672726"/>
              <a:gd name="csY6" fmla="*/ 1389779 h 1389543"/>
              <a:gd name="csX7" fmla="*/ 0 w 3672726"/>
              <a:gd name="csY7" fmla="*/ 1302947 h 1389543"/>
              <a:gd name="csX8" fmla="*/ 0 w 3672726"/>
              <a:gd name="csY8" fmla="*/ 87085 h 1389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72726" h="1389543">
                <a:moveTo>
                  <a:pt x="0" y="87085"/>
                </a:moveTo>
                <a:cubicBezTo>
                  <a:pt x="0" y="39120"/>
                  <a:pt x="16184" y="237"/>
                  <a:pt x="36080" y="236"/>
                </a:cubicBezTo>
                <a:lnTo>
                  <a:pt x="3636742" y="236"/>
                </a:lnTo>
                <a:cubicBezTo>
                  <a:pt x="3656639" y="237"/>
                  <a:pt x="3672727" y="39120"/>
                  <a:pt x="3672727" y="87085"/>
                </a:cubicBezTo>
                <a:lnTo>
                  <a:pt x="3672727" y="1302947"/>
                </a:lnTo>
                <a:cubicBezTo>
                  <a:pt x="3672727" y="1350923"/>
                  <a:pt x="3656639" y="1389779"/>
                  <a:pt x="3636742" y="1389779"/>
                </a:cubicBezTo>
                <a:lnTo>
                  <a:pt x="36080" y="1389779"/>
                </a:lnTo>
                <a:cubicBezTo>
                  <a:pt x="16184" y="1389779"/>
                  <a:pt x="0" y="1350923"/>
                  <a:pt x="0" y="1302947"/>
                </a:cubicBezTo>
                <a:lnTo>
                  <a:pt x="0" y="87085"/>
                </a:lnTo>
                <a:close/>
              </a:path>
            </a:pathLst>
          </a:custGeom>
          <a:solidFill>
            <a:srgbClr val="FFFFFF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8" name="任意形状 67">
            <a:extLst>
              <a:ext uri="{FF2B5EF4-FFF2-40B4-BE49-F238E27FC236}">
                <a16:creationId xmlns:a16="http://schemas.microsoft.com/office/drawing/2014/main" id="{6CA2C0A0-7445-3375-E360-3803F6778073}"/>
              </a:ext>
            </a:extLst>
          </p:cNvPr>
          <p:cNvSpPr/>
          <p:nvPr/>
        </p:nvSpPr>
        <p:spPr>
          <a:xfrm flipV="1">
            <a:off x="4287339" y="3857081"/>
            <a:ext cx="3672726" cy="1389543"/>
          </a:xfrm>
          <a:custGeom>
            <a:avLst/>
            <a:gdLst>
              <a:gd name="csX0" fmla="*/ 0 w 3672726"/>
              <a:gd name="csY0" fmla="*/ 87085 h 1389543"/>
              <a:gd name="csX1" fmla="*/ 36080 w 3672726"/>
              <a:gd name="csY1" fmla="*/ 236 h 1389543"/>
              <a:gd name="csX2" fmla="*/ 3636742 w 3672726"/>
              <a:gd name="csY2" fmla="*/ 236 h 1389543"/>
              <a:gd name="csX3" fmla="*/ 3672727 w 3672726"/>
              <a:gd name="csY3" fmla="*/ 87085 h 1389543"/>
              <a:gd name="csX4" fmla="*/ 3672727 w 3672726"/>
              <a:gd name="csY4" fmla="*/ 1302947 h 1389543"/>
              <a:gd name="csX5" fmla="*/ 3636742 w 3672726"/>
              <a:gd name="csY5" fmla="*/ 1389779 h 1389543"/>
              <a:gd name="csX6" fmla="*/ 36080 w 3672726"/>
              <a:gd name="csY6" fmla="*/ 1389779 h 1389543"/>
              <a:gd name="csX7" fmla="*/ 0 w 3672726"/>
              <a:gd name="csY7" fmla="*/ 1302947 h 1389543"/>
              <a:gd name="csX8" fmla="*/ 0 w 3672726"/>
              <a:gd name="csY8" fmla="*/ 87085 h 1389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72726" h="1389543">
                <a:moveTo>
                  <a:pt x="0" y="87085"/>
                </a:moveTo>
                <a:cubicBezTo>
                  <a:pt x="0" y="39120"/>
                  <a:pt x="16184" y="237"/>
                  <a:pt x="36080" y="236"/>
                </a:cubicBezTo>
                <a:lnTo>
                  <a:pt x="3636742" y="236"/>
                </a:lnTo>
                <a:cubicBezTo>
                  <a:pt x="3656639" y="237"/>
                  <a:pt x="3672727" y="39120"/>
                  <a:pt x="3672727" y="87085"/>
                </a:cubicBezTo>
                <a:lnTo>
                  <a:pt x="3672727" y="1302947"/>
                </a:lnTo>
                <a:cubicBezTo>
                  <a:pt x="3672727" y="1350923"/>
                  <a:pt x="3656639" y="1389779"/>
                  <a:pt x="3636742" y="1389779"/>
                </a:cubicBezTo>
                <a:lnTo>
                  <a:pt x="36080" y="1389779"/>
                </a:lnTo>
                <a:cubicBezTo>
                  <a:pt x="16184" y="1389779"/>
                  <a:pt x="0" y="1350923"/>
                  <a:pt x="0" y="1302947"/>
                </a:cubicBezTo>
                <a:lnTo>
                  <a:pt x="0" y="87085"/>
                </a:lnTo>
                <a:close/>
              </a:path>
            </a:pathLst>
          </a:custGeom>
          <a:noFill/>
          <a:ln w="14264" cap="flat">
            <a:solidFill>
              <a:srgbClr val="66666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9" name="任意形状 68">
            <a:extLst>
              <a:ext uri="{FF2B5EF4-FFF2-40B4-BE49-F238E27FC236}">
                <a16:creationId xmlns:a16="http://schemas.microsoft.com/office/drawing/2014/main" id="{D3A5766F-F6D4-2F58-9534-1026DFC1D6BD}"/>
              </a:ext>
            </a:extLst>
          </p:cNvPr>
          <p:cNvSpPr/>
          <p:nvPr/>
        </p:nvSpPr>
        <p:spPr>
          <a:xfrm flipV="1">
            <a:off x="4377110" y="3993410"/>
            <a:ext cx="1033561" cy="358881"/>
          </a:xfrm>
          <a:custGeom>
            <a:avLst/>
            <a:gdLst>
              <a:gd name="csX0" fmla="*/ 0 w 1033561"/>
              <a:gd name="csY0" fmla="*/ 22586 h 358881"/>
              <a:gd name="csX1" fmla="*/ 10186 w 1033561"/>
              <a:gd name="csY1" fmla="*/ 156 h 358881"/>
              <a:gd name="csX2" fmla="*/ 1023470 w 1033561"/>
              <a:gd name="csY2" fmla="*/ 156 h 358881"/>
              <a:gd name="csX3" fmla="*/ 1033561 w 1033561"/>
              <a:gd name="csY3" fmla="*/ 22586 h 358881"/>
              <a:gd name="csX4" fmla="*/ 1033561 w 1033561"/>
              <a:gd name="csY4" fmla="*/ 336617 h 358881"/>
              <a:gd name="csX5" fmla="*/ 1023470 w 1033561"/>
              <a:gd name="csY5" fmla="*/ 359038 h 358881"/>
              <a:gd name="csX6" fmla="*/ 10186 w 1033561"/>
              <a:gd name="csY6" fmla="*/ 359038 h 358881"/>
              <a:gd name="csX7" fmla="*/ 0 w 1033561"/>
              <a:gd name="csY7" fmla="*/ 336617 h 358881"/>
              <a:gd name="csX8" fmla="*/ 0 w 1033561"/>
              <a:gd name="csY8" fmla="*/ 22586 h 358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33561" h="358881">
                <a:moveTo>
                  <a:pt x="0" y="22586"/>
                </a:moveTo>
                <a:cubicBezTo>
                  <a:pt x="0" y="10198"/>
                  <a:pt x="4569" y="156"/>
                  <a:pt x="10186" y="156"/>
                </a:cubicBezTo>
                <a:lnTo>
                  <a:pt x="1023470" y="156"/>
                </a:lnTo>
                <a:cubicBezTo>
                  <a:pt x="1028992" y="156"/>
                  <a:pt x="1033561" y="10198"/>
                  <a:pt x="1033561" y="22586"/>
                </a:cubicBezTo>
                <a:lnTo>
                  <a:pt x="1033561" y="336617"/>
                </a:lnTo>
                <a:cubicBezTo>
                  <a:pt x="1033561" y="348968"/>
                  <a:pt x="1028992" y="359038"/>
                  <a:pt x="1023470" y="359038"/>
                </a:cubicBezTo>
                <a:lnTo>
                  <a:pt x="10186" y="359038"/>
                </a:lnTo>
                <a:cubicBezTo>
                  <a:pt x="4569" y="359038"/>
                  <a:pt x="0" y="348968"/>
                  <a:pt x="0" y="336617"/>
                </a:cubicBezTo>
                <a:lnTo>
                  <a:pt x="0" y="22586"/>
                </a:lnTo>
                <a:close/>
              </a:path>
            </a:pathLst>
          </a:custGeom>
          <a:solidFill>
            <a:srgbClr val="FFFFFF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" name="任意形状 69">
            <a:extLst>
              <a:ext uri="{FF2B5EF4-FFF2-40B4-BE49-F238E27FC236}">
                <a16:creationId xmlns:a16="http://schemas.microsoft.com/office/drawing/2014/main" id="{DB6CA6F8-E2EB-F251-87DD-EF095C0EEE21}"/>
              </a:ext>
            </a:extLst>
          </p:cNvPr>
          <p:cNvSpPr/>
          <p:nvPr/>
        </p:nvSpPr>
        <p:spPr>
          <a:xfrm flipV="1">
            <a:off x="4377110" y="3993410"/>
            <a:ext cx="1033561" cy="358881"/>
          </a:xfrm>
          <a:custGeom>
            <a:avLst/>
            <a:gdLst>
              <a:gd name="csX0" fmla="*/ 0 w 1033561"/>
              <a:gd name="csY0" fmla="*/ 22586 h 358881"/>
              <a:gd name="csX1" fmla="*/ 10186 w 1033561"/>
              <a:gd name="csY1" fmla="*/ 156 h 358881"/>
              <a:gd name="csX2" fmla="*/ 1023470 w 1033561"/>
              <a:gd name="csY2" fmla="*/ 156 h 358881"/>
              <a:gd name="csX3" fmla="*/ 1033561 w 1033561"/>
              <a:gd name="csY3" fmla="*/ 22586 h 358881"/>
              <a:gd name="csX4" fmla="*/ 1033561 w 1033561"/>
              <a:gd name="csY4" fmla="*/ 336617 h 358881"/>
              <a:gd name="csX5" fmla="*/ 1023470 w 1033561"/>
              <a:gd name="csY5" fmla="*/ 359038 h 358881"/>
              <a:gd name="csX6" fmla="*/ 10186 w 1033561"/>
              <a:gd name="csY6" fmla="*/ 359038 h 358881"/>
              <a:gd name="csX7" fmla="*/ 0 w 1033561"/>
              <a:gd name="csY7" fmla="*/ 336617 h 358881"/>
              <a:gd name="csX8" fmla="*/ 0 w 1033561"/>
              <a:gd name="csY8" fmla="*/ 22586 h 358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33561" h="358881">
                <a:moveTo>
                  <a:pt x="0" y="22586"/>
                </a:moveTo>
                <a:cubicBezTo>
                  <a:pt x="0" y="10198"/>
                  <a:pt x="4569" y="156"/>
                  <a:pt x="10186" y="156"/>
                </a:cubicBezTo>
                <a:lnTo>
                  <a:pt x="1023470" y="156"/>
                </a:lnTo>
                <a:cubicBezTo>
                  <a:pt x="1028992" y="156"/>
                  <a:pt x="1033561" y="10198"/>
                  <a:pt x="1033561" y="22586"/>
                </a:cubicBezTo>
                <a:lnTo>
                  <a:pt x="1033561" y="336617"/>
                </a:lnTo>
                <a:cubicBezTo>
                  <a:pt x="1033561" y="348968"/>
                  <a:pt x="1028992" y="359038"/>
                  <a:pt x="1023470" y="359038"/>
                </a:cubicBezTo>
                <a:lnTo>
                  <a:pt x="10186" y="359038"/>
                </a:lnTo>
                <a:cubicBezTo>
                  <a:pt x="4569" y="359038"/>
                  <a:pt x="0" y="348968"/>
                  <a:pt x="0" y="336617"/>
                </a:cubicBezTo>
                <a:lnTo>
                  <a:pt x="0" y="22586"/>
                </a:lnTo>
                <a:close/>
              </a:path>
            </a:pathLst>
          </a:custGeom>
          <a:noFill/>
          <a:ln w="7132" cap="flat">
            <a:solidFill>
              <a:srgbClr val="BFBFB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任意形状 70">
            <a:extLst>
              <a:ext uri="{FF2B5EF4-FFF2-40B4-BE49-F238E27FC236}">
                <a16:creationId xmlns:a16="http://schemas.microsoft.com/office/drawing/2014/main" id="{D09EF344-E8D6-75CE-BF64-8A9CA26CECB3}"/>
              </a:ext>
            </a:extLst>
          </p:cNvPr>
          <p:cNvSpPr/>
          <p:nvPr/>
        </p:nvSpPr>
        <p:spPr>
          <a:xfrm flipV="1">
            <a:off x="4375968" y="4389922"/>
            <a:ext cx="1033561" cy="375003"/>
          </a:xfrm>
          <a:custGeom>
            <a:avLst/>
            <a:gdLst>
              <a:gd name="csX0" fmla="*/ 0 w 1033561"/>
              <a:gd name="csY0" fmla="*/ 23679 h 375003"/>
              <a:gd name="csX1" fmla="*/ 10186 w 1033561"/>
              <a:gd name="csY1" fmla="*/ 241 h 375003"/>
              <a:gd name="csX2" fmla="*/ 1023470 w 1033561"/>
              <a:gd name="csY2" fmla="*/ 241 h 375003"/>
              <a:gd name="csX3" fmla="*/ 1033561 w 1033561"/>
              <a:gd name="csY3" fmla="*/ 23679 h 375003"/>
              <a:gd name="csX4" fmla="*/ 1033561 w 1033561"/>
              <a:gd name="csY4" fmla="*/ 351808 h 375003"/>
              <a:gd name="csX5" fmla="*/ 1023470 w 1033561"/>
              <a:gd name="csY5" fmla="*/ 375245 h 375003"/>
              <a:gd name="csX6" fmla="*/ 10186 w 1033561"/>
              <a:gd name="csY6" fmla="*/ 375245 h 375003"/>
              <a:gd name="csX7" fmla="*/ 0 w 1033561"/>
              <a:gd name="csY7" fmla="*/ 351808 h 375003"/>
              <a:gd name="csX8" fmla="*/ 0 w 1033561"/>
              <a:gd name="csY8" fmla="*/ 23679 h 375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33561" h="375003">
                <a:moveTo>
                  <a:pt x="0" y="23679"/>
                </a:moveTo>
                <a:cubicBezTo>
                  <a:pt x="0" y="10739"/>
                  <a:pt x="4570" y="241"/>
                  <a:pt x="10186" y="241"/>
                </a:cubicBezTo>
                <a:lnTo>
                  <a:pt x="1023470" y="241"/>
                </a:lnTo>
                <a:cubicBezTo>
                  <a:pt x="1028992" y="241"/>
                  <a:pt x="1033561" y="10739"/>
                  <a:pt x="1033561" y="23679"/>
                </a:cubicBezTo>
                <a:lnTo>
                  <a:pt x="1033561" y="351808"/>
                </a:lnTo>
                <a:cubicBezTo>
                  <a:pt x="1033561" y="364757"/>
                  <a:pt x="1028992" y="375245"/>
                  <a:pt x="1023470" y="375245"/>
                </a:cubicBezTo>
                <a:lnTo>
                  <a:pt x="10186" y="375245"/>
                </a:lnTo>
                <a:cubicBezTo>
                  <a:pt x="4570" y="375245"/>
                  <a:pt x="0" y="364757"/>
                  <a:pt x="0" y="351808"/>
                </a:cubicBezTo>
                <a:lnTo>
                  <a:pt x="0" y="23679"/>
                </a:lnTo>
                <a:close/>
              </a:path>
            </a:pathLst>
          </a:custGeom>
          <a:solidFill>
            <a:srgbClr val="FFFFFF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任意形状 71">
            <a:extLst>
              <a:ext uri="{FF2B5EF4-FFF2-40B4-BE49-F238E27FC236}">
                <a16:creationId xmlns:a16="http://schemas.microsoft.com/office/drawing/2014/main" id="{262BFC19-9AD2-0D9F-97EE-032729AF009B}"/>
              </a:ext>
            </a:extLst>
          </p:cNvPr>
          <p:cNvSpPr/>
          <p:nvPr/>
        </p:nvSpPr>
        <p:spPr>
          <a:xfrm flipV="1">
            <a:off x="4375968" y="4389922"/>
            <a:ext cx="1033561" cy="375003"/>
          </a:xfrm>
          <a:custGeom>
            <a:avLst/>
            <a:gdLst>
              <a:gd name="csX0" fmla="*/ 0 w 1033561"/>
              <a:gd name="csY0" fmla="*/ 23679 h 375003"/>
              <a:gd name="csX1" fmla="*/ 10186 w 1033561"/>
              <a:gd name="csY1" fmla="*/ 241 h 375003"/>
              <a:gd name="csX2" fmla="*/ 1023470 w 1033561"/>
              <a:gd name="csY2" fmla="*/ 241 h 375003"/>
              <a:gd name="csX3" fmla="*/ 1033561 w 1033561"/>
              <a:gd name="csY3" fmla="*/ 23679 h 375003"/>
              <a:gd name="csX4" fmla="*/ 1033561 w 1033561"/>
              <a:gd name="csY4" fmla="*/ 351808 h 375003"/>
              <a:gd name="csX5" fmla="*/ 1023470 w 1033561"/>
              <a:gd name="csY5" fmla="*/ 375245 h 375003"/>
              <a:gd name="csX6" fmla="*/ 10186 w 1033561"/>
              <a:gd name="csY6" fmla="*/ 375245 h 375003"/>
              <a:gd name="csX7" fmla="*/ 0 w 1033561"/>
              <a:gd name="csY7" fmla="*/ 351808 h 375003"/>
              <a:gd name="csX8" fmla="*/ 0 w 1033561"/>
              <a:gd name="csY8" fmla="*/ 23679 h 375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33561" h="375003">
                <a:moveTo>
                  <a:pt x="0" y="23679"/>
                </a:moveTo>
                <a:cubicBezTo>
                  <a:pt x="0" y="10739"/>
                  <a:pt x="4570" y="241"/>
                  <a:pt x="10186" y="241"/>
                </a:cubicBezTo>
                <a:lnTo>
                  <a:pt x="1023470" y="241"/>
                </a:lnTo>
                <a:cubicBezTo>
                  <a:pt x="1028992" y="241"/>
                  <a:pt x="1033561" y="10739"/>
                  <a:pt x="1033561" y="23679"/>
                </a:cubicBezTo>
                <a:lnTo>
                  <a:pt x="1033561" y="351808"/>
                </a:lnTo>
                <a:cubicBezTo>
                  <a:pt x="1033561" y="364757"/>
                  <a:pt x="1028992" y="375245"/>
                  <a:pt x="1023470" y="375245"/>
                </a:cubicBezTo>
                <a:lnTo>
                  <a:pt x="10186" y="375245"/>
                </a:lnTo>
                <a:cubicBezTo>
                  <a:pt x="4570" y="375245"/>
                  <a:pt x="0" y="364757"/>
                  <a:pt x="0" y="351808"/>
                </a:cubicBezTo>
                <a:lnTo>
                  <a:pt x="0" y="23679"/>
                </a:lnTo>
                <a:close/>
              </a:path>
            </a:pathLst>
          </a:custGeom>
          <a:noFill/>
          <a:ln w="7132" cap="flat">
            <a:solidFill>
              <a:srgbClr val="BFBFB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B1084769-A39C-BF10-89F7-09E1C55EE395}"/>
              </a:ext>
            </a:extLst>
          </p:cNvPr>
          <p:cNvSpPr/>
          <p:nvPr/>
        </p:nvSpPr>
        <p:spPr>
          <a:xfrm flipV="1">
            <a:off x="4375968" y="4807459"/>
            <a:ext cx="1033561" cy="344042"/>
          </a:xfrm>
          <a:custGeom>
            <a:avLst/>
            <a:gdLst>
              <a:gd name="csX0" fmla="*/ 0 w 1033561"/>
              <a:gd name="csY0" fmla="*/ 21825 h 344042"/>
              <a:gd name="csX1" fmla="*/ 10186 w 1033561"/>
              <a:gd name="csY1" fmla="*/ 326 h 344042"/>
              <a:gd name="csX2" fmla="*/ 1023470 w 1033561"/>
              <a:gd name="csY2" fmla="*/ 326 h 344042"/>
              <a:gd name="csX3" fmla="*/ 1033561 w 1033561"/>
              <a:gd name="csY3" fmla="*/ 21825 h 344042"/>
              <a:gd name="csX4" fmla="*/ 1033561 w 1033561"/>
              <a:gd name="csY4" fmla="*/ 322860 h 344042"/>
              <a:gd name="csX5" fmla="*/ 1023470 w 1033561"/>
              <a:gd name="csY5" fmla="*/ 344369 h 344042"/>
              <a:gd name="csX6" fmla="*/ 10186 w 1033561"/>
              <a:gd name="csY6" fmla="*/ 344369 h 344042"/>
              <a:gd name="csX7" fmla="*/ 0 w 1033561"/>
              <a:gd name="csY7" fmla="*/ 322860 h 344042"/>
              <a:gd name="csX8" fmla="*/ 0 w 1033561"/>
              <a:gd name="csY8" fmla="*/ 21825 h 344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33561" h="344042">
                <a:moveTo>
                  <a:pt x="0" y="21825"/>
                </a:moveTo>
                <a:cubicBezTo>
                  <a:pt x="0" y="9950"/>
                  <a:pt x="4570" y="326"/>
                  <a:pt x="10186" y="326"/>
                </a:cubicBezTo>
                <a:lnTo>
                  <a:pt x="1023470" y="326"/>
                </a:lnTo>
                <a:cubicBezTo>
                  <a:pt x="1028992" y="326"/>
                  <a:pt x="1033561" y="9950"/>
                  <a:pt x="1033561" y="21825"/>
                </a:cubicBezTo>
                <a:lnTo>
                  <a:pt x="1033561" y="322860"/>
                </a:lnTo>
                <a:cubicBezTo>
                  <a:pt x="1033561" y="334735"/>
                  <a:pt x="1028992" y="344369"/>
                  <a:pt x="1023470" y="344369"/>
                </a:cubicBezTo>
                <a:lnTo>
                  <a:pt x="10186" y="344369"/>
                </a:lnTo>
                <a:cubicBezTo>
                  <a:pt x="4570" y="344369"/>
                  <a:pt x="0" y="334735"/>
                  <a:pt x="0" y="322860"/>
                </a:cubicBezTo>
                <a:lnTo>
                  <a:pt x="0" y="21825"/>
                </a:lnTo>
                <a:close/>
              </a:path>
            </a:pathLst>
          </a:custGeom>
          <a:solidFill>
            <a:srgbClr val="FFFFFF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任意形状 73">
            <a:extLst>
              <a:ext uri="{FF2B5EF4-FFF2-40B4-BE49-F238E27FC236}">
                <a16:creationId xmlns:a16="http://schemas.microsoft.com/office/drawing/2014/main" id="{6F1DA4DB-C7DF-DD00-6D07-AB1D4D5BE4F1}"/>
              </a:ext>
            </a:extLst>
          </p:cNvPr>
          <p:cNvSpPr/>
          <p:nvPr/>
        </p:nvSpPr>
        <p:spPr>
          <a:xfrm flipV="1">
            <a:off x="4375968" y="4807459"/>
            <a:ext cx="1033561" cy="344042"/>
          </a:xfrm>
          <a:custGeom>
            <a:avLst/>
            <a:gdLst>
              <a:gd name="csX0" fmla="*/ 0 w 1033561"/>
              <a:gd name="csY0" fmla="*/ 21825 h 344042"/>
              <a:gd name="csX1" fmla="*/ 10186 w 1033561"/>
              <a:gd name="csY1" fmla="*/ 326 h 344042"/>
              <a:gd name="csX2" fmla="*/ 1023470 w 1033561"/>
              <a:gd name="csY2" fmla="*/ 326 h 344042"/>
              <a:gd name="csX3" fmla="*/ 1033561 w 1033561"/>
              <a:gd name="csY3" fmla="*/ 21825 h 344042"/>
              <a:gd name="csX4" fmla="*/ 1033561 w 1033561"/>
              <a:gd name="csY4" fmla="*/ 322860 h 344042"/>
              <a:gd name="csX5" fmla="*/ 1023470 w 1033561"/>
              <a:gd name="csY5" fmla="*/ 344369 h 344042"/>
              <a:gd name="csX6" fmla="*/ 10186 w 1033561"/>
              <a:gd name="csY6" fmla="*/ 344369 h 344042"/>
              <a:gd name="csX7" fmla="*/ 0 w 1033561"/>
              <a:gd name="csY7" fmla="*/ 322860 h 344042"/>
              <a:gd name="csX8" fmla="*/ 0 w 1033561"/>
              <a:gd name="csY8" fmla="*/ 21825 h 344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33561" h="344042">
                <a:moveTo>
                  <a:pt x="0" y="21825"/>
                </a:moveTo>
                <a:cubicBezTo>
                  <a:pt x="0" y="9950"/>
                  <a:pt x="4570" y="326"/>
                  <a:pt x="10186" y="326"/>
                </a:cubicBezTo>
                <a:lnTo>
                  <a:pt x="1023470" y="326"/>
                </a:lnTo>
                <a:cubicBezTo>
                  <a:pt x="1028992" y="326"/>
                  <a:pt x="1033561" y="9950"/>
                  <a:pt x="1033561" y="21825"/>
                </a:cubicBezTo>
                <a:lnTo>
                  <a:pt x="1033561" y="322860"/>
                </a:lnTo>
                <a:cubicBezTo>
                  <a:pt x="1033561" y="334735"/>
                  <a:pt x="1028992" y="344369"/>
                  <a:pt x="1023470" y="344369"/>
                </a:cubicBezTo>
                <a:lnTo>
                  <a:pt x="10186" y="344369"/>
                </a:lnTo>
                <a:cubicBezTo>
                  <a:pt x="4570" y="344369"/>
                  <a:pt x="0" y="334735"/>
                  <a:pt x="0" y="322860"/>
                </a:cubicBezTo>
                <a:lnTo>
                  <a:pt x="0" y="21825"/>
                </a:lnTo>
                <a:close/>
              </a:path>
            </a:pathLst>
          </a:custGeom>
          <a:noFill/>
          <a:ln w="7132" cap="flat">
            <a:solidFill>
              <a:srgbClr val="BFBFB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AD6D2E3-CF87-4413-9AD7-C5CDDAC08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4059083" y="4007185"/>
            <a:ext cx="209587" cy="141126"/>
          </a:xfrm>
          <a:custGeom>
            <a:avLst/>
            <a:gdLst>
              <a:gd name="csX0" fmla="*/ 70 w 209587"/>
              <a:gd name="csY0" fmla="*/ 240 h 141126"/>
              <a:gd name="csX1" fmla="*/ 209657 w 209587"/>
              <a:gd name="csY1" fmla="*/ 240 h 141126"/>
              <a:gd name="csX2" fmla="*/ 209657 w 209587"/>
              <a:gd name="csY2" fmla="*/ 141367 h 141126"/>
              <a:gd name="csX3" fmla="*/ 70 w 209587"/>
              <a:gd name="csY3" fmla="*/ 141367 h 141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9587" h="141126">
                <a:moveTo>
                  <a:pt x="70" y="240"/>
                </a:moveTo>
                <a:lnTo>
                  <a:pt x="209657" y="240"/>
                </a:lnTo>
                <a:lnTo>
                  <a:pt x="209657" y="141367"/>
                </a:lnTo>
                <a:lnTo>
                  <a:pt x="70" y="141367"/>
                </a:lnTo>
                <a:close/>
              </a:path>
            </a:pathLst>
          </a:cu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3E642254-30D1-B169-1C2F-D385422C2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060701" y="4452054"/>
            <a:ext cx="204189" cy="134789"/>
          </a:xfrm>
          <a:custGeom>
            <a:avLst/>
            <a:gdLst>
              <a:gd name="csX0" fmla="*/ 71 w 204189"/>
              <a:gd name="csY0" fmla="*/ 288 h 134789"/>
              <a:gd name="csX1" fmla="*/ 204260 w 204189"/>
              <a:gd name="csY1" fmla="*/ 288 h 134789"/>
              <a:gd name="csX2" fmla="*/ 204260 w 204189"/>
              <a:gd name="csY2" fmla="*/ 135077 h 134789"/>
              <a:gd name="csX3" fmla="*/ 71 w 204189"/>
              <a:gd name="csY3" fmla="*/ 135077 h 1347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4189" h="134789">
                <a:moveTo>
                  <a:pt x="71" y="288"/>
                </a:moveTo>
                <a:lnTo>
                  <a:pt x="204260" y="288"/>
                </a:lnTo>
                <a:lnTo>
                  <a:pt x="204260" y="135077"/>
                </a:lnTo>
                <a:lnTo>
                  <a:pt x="71" y="135077"/>
                </a:lnTo>
                <a:close/>
              </a:path>
            </a:pathLst>
          </a:cu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2A4F87DE-9E4C-7E59-E207-9E97DF8E1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4062501" y="4833233"/>
            <a:ext cx="187101" cy="135549"/>
          </a:xfrm>
          <a:custGeom>
            <a:avLst/>
            <a:gdLst>
              <a:gd name="csX0" fmla="*/ 73 w 187101"/>
              <a:gd name="csY0" fmla="*/ 328 h 135549"/>
              <a:gd name="csX1" fmla="*/ 187174 w 187101"/>
              <a:gd name="csY1" fmla="*/ 328 h 135549"/>
              <a:gd name="csX2" fmla="*/ 187174 w 187101"/>
              <a:gd name="csY2" fmla="*/ 135878 h 135549"/>
              <a:gd name="csX3" fmla="*/ 73 w 187101"/>
              <a:gd name="csY3" fmla="*/ 135878 h 1355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7101" h="135549">
                <a:moveTo>
                  <a:pt x="73" y="328"/>
                </a:moveTo>
                <a:lnTo>
                  <a:pt x="187174" y="328"/>
                </a:lnTo>
                <a:lnTo>
                  <a:pt x="187174" y="135878"/>
                </a:lnTo>
                <a:lnTo>
                  <a:pt x="73" y="135878"/>
                </a:lnTo>
                <a:close/>
              </a:path>
            </a:pathLst>
          </a:cu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3D4A6CA0-F4E6-DF06-C920-D1784CB71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5168964" y="3513932"/>
            <a:ext cx="737477" cy="148071"/>
          </a:xfrm>
          <a:custGeom>
            <a:avLst/>
            <a:gdLst>
              <a:gd name="csX0" fmla="*/ 137 w 737477"/>
              <a:gd name="csY0" fmla="*/ 188 h 148071"/>
              <a:gd name="csX1" fmla="*/ 737615 w 737477"/>
              <a:gd name="csY1" fmla="*/ 188 h 148071"/>
              <a:gd name="csX2" fmla="*/ 737615 w 737477"/>
              <a:gd name="csY2" fmla="*/ 148259 h 148071"/>
              <a:gd name="csX3" fmla="*/ 137 w 737477"/>
              <a:gd name="csY3" fmla="*/ 148259 h 148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37477" h="148071">
                <a:moveTo>
                  <a:pt x="137" y="188"/>
                </a:moveTo>
                <a:lnTo>
                  <a:pt x="737615" y="188"/>
                </a:lnTo>
                <a:lnTo>
                  <a:pt x="737615" y="148259"/>
                </a:lnTo>
                <a:lnTo>
                  <a:pt x="137" y="148259"/>
                </a:lnTo>
                <a:close/>
              </a:path>
            </a:pathLst>
          </a:cu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51073ADC-8C60-E0EC-11AB-B0F0C63ABD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4389962" y="4130119"/>
            <a:ext cx="1006525" cy="187145"/>
          </a:xfrm>
          <a:custGeom>
            <a:avLst/>
            <a:gdLst>
              <a:gd name="csX0" fmla="*/ 31 w 1006525"/>
              <a:gd name="csY0" fmla="*/ 249 h 187145"/>
              <a:gd name="csX1" fmla="*/ 1006556 w 1006525"/>
              <a:gd name="csY1" fmla="*/ 249 h 187145"/>
              <a:gd name="csX2" fmla="*/ 1006556 w 1006525"/>
              <a:gd name="csY2" fmla="*/ 187395 h 187145"/>
              <a:gd name="csX3" fmla="*/ 31 w 1006525"/>
              <a:gd name="csY3" fmla="*/ 187395 h 1871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6525" h="187145">
                <a:moveTo>
                  <a:pt x="31" y="249"/>
                </a:moveTo>
                <a:lnTo>
                  <a:pt x="1006556" y="249"/>
                </a:lnTo>
                <a:lnTo>
                  <a:pt x="1006556" y="187395"/>
                </a:lnTo>
                <a:lnTo>
                  <a:pt x="31" y="187395"/>
                </a:lnTo>
                <a:close/>
              </a:path>
            </a:pathLst>
          </a:cu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C2262262-85BA-4629-0C5E-0478D98FE5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4387106" y="4557735"/>
            <a:ext cx="1011570" cy="176666"/>
          </a:xfrm>
          <a:custGeom>
            <a:avLst/>
            <a:gdLst>
              <a:gd name="csX0" fmla="*/ 30 w 1011570"/>
              <a:gd name="csY0" fmla="*/ 295 h 176666"/>
              <a:gd name="csX1" fmla="*/ 1011600 w 1011570"/>
              <a:gd name="csY1" fmla="*/ 295 h 176666"/>
              <a:gd name="csX2" fmla="*/ 1011600 w 1011570"/>
              <a:gd name="csY2" fmla="*/ 176962 h 176666"/>
              <a:gd name="csX3" fmla="*/ 30 w 1011570"/>
              <a:gd name="csY3" fmla="*/ 176962 h 176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11570" h="176666">
                <a:moveTo>
                  <a:pt x="30" y="295"/>
                </a:moveTo>
                <a:lnTo>
                  <a:pt x="1011600" y="295"/>
                </a:lnTo>
                <a:lnTo>
                  <a:pt x="1011600" y="176962"/>
                </a:lnTo>
                <a:lnTo>
                  <a:pt x="30" y="176962"/>
                </a:lnTo>
                <a:close/>
              </a:path>
            </a:pathLst>
          </a:cu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260694DB-890B-D004-3E73-4DB7EDEF48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4389866" y="4958332"/>
            <a:ext cx="1011475" cy="189948"/>
          </a:xfrm>
          <a:custGeom>
            <a:avLst/>
            <a:gdLst>
              <a:gd name="csX0" fmla="*/ 30 w 1011475"/>
              <a:gd name="csY0" fmla="*/ 336 h 189948"/>
              <a:gd name="csX1" fmla="*/ 1011505 w 1011475"/>
              <a:gd name="csY1" fmla="*/ 336 h 189948"/>
              <a:gd name="csX2" fmla="*/ 1011505 w 1011475"/>
              <a:gd name="csY2" fmla="*/ 190284 h 189948"/>
              <a:gd name="csX3" fmla="*/ 30 w 1011475"/>
              <a:gd name="csY3" fmla="*/ 190284 h 1899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11475" h="189948">
                <a:moveTo>
                  <a:pt x="30" y="336"/>
                </a:moveTo>
                <a:lnTo>
                  <a:pt x="1011505" y="336"/>
                </a:lnTo>
                <a:lnTo>
                  <a:pt x="1011505" y="190284"/>
                </a:lnTo>
                <a:lnTo>
                  <a:pt x="30" y="190284"/>
                </a:lnTo>
                <a:close/>
              </a:path>
            </a:pathLst>
          </a:custGeom>
        </p:spPr>
      </p:pic>
      <p:sp>
        <p:nvSpPr>
          <p:cNvPr id="82" name="任意形状 81">
            <a:extLst>
              <a:ext uri="{FF2B5EF4-FFF2-40B4-BE49-F238E27FC236}">
                <a16:creationId xmlns:a16="http://schemas.microsoft.com/office/drawing/2014/main" id="{05A26103-B4BD-A433-E1EF-FAA5D943B49F}"/>
              </a:ext>
            </a:extLst>
          </p:cNvPr>
          <p:cNvSpPr/>
          <p:nvPr/>
        </p:nvSpPr>
        <p:spPr>
          <a:xfrm flipV="1">
            <a:off x="4332462" y="3957764"/>
            <a:ext cx="1128759" cy="1237693"/>
          </a:xfrm>
          <a:custGeom>
            <a:avLst/>
            <a:gdLst>
              <a:gd name="csX0" fmla="*/ 0 w 1128759"/>
              <a:gd name="csY0" fmla="*/ 241 h 1237693"/>
              <a:gd name="csX1" fmla="*/ 1128759 w 1128759"/>
              <a:gd name="csY1" fmla="*/ 241 h 1237693"/>
              <a:gd name="csX2" fmla="*/ 1128759 w 1128759"/>
              <a:gd name="csY2" fmla="*/ 1237935 h 1237693"/>
              <a:gd name="csX3" fmla="*/ 0 w 1128759"/>
              <a:gd name="csY3" fmla="*/ 1237935 h 1237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28759" h="1237693">
                <a:moveTo>
                  <a:pt x="0" y="241"/>
                </a:moveTo>
                <a:lnTo>
                  <a:pt x="1128759" y="241"/>
                </a:lnTo>
                <a:lnTo>
                  <a:pt x="1128759" y="1237935"/>
                </a:lnTo>
                <a:lnTo>
                  <a:pt x="0" y="1237935"/>
                </a:lnTo>
                <a:close/>
              </a:path>
            </a:pathLst>
          </a:custGeom>
          <a:noFill/>
          <a:ln w="7132" cap="flat">
            <a:solidFill>
              <a:srgbClr val="000000"/>
            </a:solidFill>
            <a:custDash>
              <a:ds d="450000" sp="225000"/>
            </a:custDash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3" name="任意形状 82">
            <a:extLst>
              <a:ext uri="{FF2B5EF4-FFF2-40B4-BE49-F238E27FC236}">
                <a16:creationId xmlns:a16="http://schemas.microsoft.com/office/drawing/2014/main" id="{51063002-65B5-7788-1DAC-0748A4C3F07E}"/>
              </a:ext>
            </a:extLst>
          </p:cNvPr>
          <p:cNvSpPr/>
          <p:nvPr/>
        </p:nvSpPr>
        <p:spPr>
          <a:xfrm flipV="1">
            <a:off x="5539474" y="4258657"/>
            <a:ext cx="592891" cy="458492"/>
          </a:xfrm>
          <a:custGeom>
            <a:avLst/>
            <a:gdLst>
              <a:gd name="csX0" fmla="*/ 0 w 592891"/>
              <a:gd name="csY0" fmla="*/ 28875 h 458492"/>
              <a:gd name="csX1" fmla="*/ 5807 w 592891"/>
              <a:gd name="csY1" fmla="*/ 223 h 458492"/>
              <a:gd name="csX2" fmla="*/ 587084 w 592891"/>
              <a:gd name="csY2" fmla="*/ 223 h 458492"/>
              <a:gd name="csX3" fmla="*/ 592891 w 592891"/>
              <a:gd name="csY3" fmla="*/ 28875 h 458492"/>
              <a:gd name="csX4" fmla="*/ 592891 w 592891"/>
              <a:gd name="csY4" fmla="*/ 430024 h 458492"/>
              <a:gd name="csX5" fmla="*/ 587084 w 592891"/>
              <a:gd name="csY5" fmla="*/ 458715 h 458492"/>
              <a:gd name="csX6" fmla="*/ 5807 w 592891"/>
              <a:gd name="csY6" fmla="*/ 458715 h 458492"/>
              <a:gd name="csX7" fmla="*/ 0 w 592891"/>
              <a:gd name="csY7" fmla="*/ 430024 h 458492"/>
              <a:gd name="csX8" fmla="*/ 0 w 592891"/>
              <a:gd name="csY8" fmla="*/ 28875 h 4584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2891" h="458492">
                <a:moveTo>
                  <a:pt x="0" y="28875"/>
                </a:moveTo>
                <a:cubicBezTo>
                  <a:pt x="0" y="13057"/>
                  <a:pt x="2570" y="223"/>
                  <a:pt x="5807" y="223"/>
                </a:cubicBezTo>
                <a:lnTo>
                  <a:pt x="587084" y="223"/>
                </a:lnTo>
                <a:cubicBezTo>
                  <a:pt x="590321" y="223"/>
                  <a:pt x="592891" y="13057"/>
                  <a:pt x="592891" y="28875"/>
                </a:cubicBezTo>
                <a:lnTo>
                  <a:pt x="592891" y="430024"/>
                </a:lnTo>
                <a:cubicBezTo>
                  <a:pt x="592891" y="445889"/>
                  <a:pt x="590321" y="458715"/>
                  <a:pt x="587084" y="458715"/>
                </a:cubicBezTo>
                <a:lnTo>
                  <a:pt x="5807" y="458715"/>
                </a:lnTo>
                <a:cubicBezTo>
                  <a:pt x="2570" y="458715"/>
                  <a:pt x="0" y="445889"/>
                  <a:pt x="0" y="430024"/>
                </a:cubicBezTo>
                <a:lnTo>
                  <a:pt x="0" y="28875"/>
                </a:lnTo>
                <a:close/>
              </a:path>
            </a:pathLst>
          </a:custGeom>
          <a:solidFill>
            <a:srgbClr val="FFFFFF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" name="任意形状 83">
            <a:extLst>
              <a:ext uri="{FF2B5EF4-FFF2-40B4-BE49-F238E27FC236}">
                <a16:creationId xmlns:a16="http://schemas.microsoft.com/office/drawing/2014/main" id="{299B991C-6B7D-6714-A88F-814F39B43012}"/>
              </a:ext>
            </a:extLst>
          </p:cNvPr>
          <p:cNvSpPr/>
          <p:nvPr/>
        </p:nvSpPr>
        <p:spPr>
          <a:xfrm flipV="1">
            <a:off x="5539474" y="4258657"/>
            <a:ext cx="592891" cy="458492"/>
          </a:xfrm>
          <a:custGeom>
            <a:avLst/>
            <a:gdLst>
              <a:gd name="csX0" fmla="*/ 0 w 592891"/>
              <a:gd name="csY0" fmla="*/ 28875 h 458492"/>
              <a:gd name="csX1" fmla="*/ 5807 w 592891"/>
              <a:gd name="csY1" fmla="*/ 223 h 458492"/>
              <a:gd name="csX2" fmla="*/ 587084 w 592891"/>
              <a:gd name="csY2" fmla="*/ 223 h 458492"/>
              <a:gd name="csX3" fmla="*/ 592891 w 592891"/>
              <a:gd name="csY3" fmla="*/ 28875 h 458492"/>
              <a:gd name="csX4" fmla="*/ 592891 w 592891"/>
              <a:gd name="csY4" fmla="*/ 430024 h 458492"/>
              <a:gd name="csX5" fmla="*/ 587084 w 592891"/>
              <a:gd name="csY5" fmla="*/ 458715 h 458492"/>
              <a:gd name="csX6" fmla="*/ 5807 w 592891"/>
              <a:gd name="csY6" fmla="*/ 458715 h 458492"/>
              <a:gd name="csX7" fmla="*/ 0 w 592891"/>
              <a:gd name="csY7" fmla="*/ 430024 h 458492"/>
              <a:gd name="csX8" fmla="*/ 0 w 592891"/>
              <a:gd name="csY8" fmla="*/ 28875 h 4584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2891" h="458492">
                <a:moveTo>
                  <a:pt x="0" y="28875"/>
                </a:moveTo>
                <a:cubicBezTo>
                  <a:pt x="0" y="13057"/>
                  <a:pt x="2570" y="223"/>
                  <a:pt x="5807" y="223"/>
                </a:cubicBezTo>
                <a:lnTo>
                  <a:pt x="587084" y="223"/>
                </a:lnTo>
                <a:cubicBezTo>
                  <a:pt x="590321" y="223"/>
                  <a:pt x="592891" y="13057"/>
                  <a:pt x="592891" y="28875"/>
                </a:cubicBezTo>
                <a:lnTo>
                  <a:pt x="592891" y="430024"/>
                </a:lnTo>
                <a:cubicBezTo>
                  <a:pt x="592891" y="445889"/>
                  <a:pt x="590321" y="458715"/>
                  <a:pt x="587084" y="458715"/>
                </a:cubicBezTo>
                <a:lnTo>
                  <a:pt x="5807" y="458715"/>
                </a:lnTo>
                <a:cubicBezTo>
                  <a:pt x="2570" y="458715"/>
                  <a:pt x="0" y="445889"/>
                  <a:pt x="0" y="430024"/>
                </a:cubicBezTo>
                <a:lnTo>
                  <a:pt x="0" y="28875"/>
                </a:lnTo>
                <a:close/>
              </a:path>
            </a:pathLst>
          </a:custGeom>
          <a:noFill/>
          <a:ln w="7132" cap="flat">
            <a:solidFill>
              <a:srgbClr val="BFBFB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B7B7A3ED-CBD5-9D03-7679-E6AAE84C4E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V="1">
            <a:off x="5596116" y="4535248"/>
            <a:ext cx="455197" cy="164525"/>
          </a:xfrm>
          <a:custGeom>
            <a:avLst/>
            <a:gdLst>
              <a:gd name="csX0" fmla="*/ 209 w 455197"/>
              <a:gd name="csY0" fmla="*/ 294 h 164525"/>
              <a:gd name="csX1" fmla="*/ 455406 w 455197"/>
              <a:gd name="csY1" fmla="*/ 294 h 164525"/>
              <a:gd name="csX2" fmla="*/ 455406 w 455197"/>
              <a:gd name="csY2" fmla="*/ 164819 h 164525"/>
              <a:gd name="csX3" fmla="*/ 209 w 455197"/>
              <a:gd name="csY3" fmla="*/ 164819 h 164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55197" h="164525">
                <a:moveTo>
                  <a:pt x="209" y="294"/>
                </a:moveTo>
                <a:lnTo>
                  <a:pt x="455406" y="294"/>
                </a:lnTo>
                <a:lnTo>
                  <a:pt x="455406" y="164819"/>
                </a:lnTo>
                <a:lnTo>
                  <a:pt x="209" y="164819"/>
                </a:lnTo>
                <a:close/>
              </a:path>
            </a:pathLst>
          </a:custGeom>
        </p:spPr>
      </p:pic>
      <p:sp>
        <p:nvSpPr>
          <p:cNvPr id="86" name="任意形状 85">
            <a:extLst>
              <a:ext uri="{FF2B5EF4-FFF2-40B4-BE49-F238E27FC236}">
                <a16:creationId xmlns:a16="http://schemas.microsoft.com/office/drawing/2014/main" id="{9ACA3F64-99F4-116C-7E1A-74B4B941A677}"/>
              </a:ext>
            </a:extLst>
          </p:cNvPr>
          <p:cNvSpPr/>
          <p:nvPr/>
        </p:nvSpPr>
        <p:spPr>
          <a:xfrm flipV="1">
            <a:off x="6197956" y="4007185"/>
            <a:ext cx="1003859" cy="1142491"/>
          </a:xfrm>
          <a:custGeom>
            <a:avLst/>
            <a:gdLst>
              <a:gd name="csX0" fmla="*/ 0 w 1003859"/>
              <a:gd name="csY0" fmla="*/ 71646 h 1142491"/>
              <a:gd name="csX1" fmla="*/ 9805 w 1003859"/>
              <a:gd name="csY1" fmla="*/ 242 h 1142491"/>
              <a:gd name="csX2" fmla="*/ 993959 w 1003859"/>
              <a:gd name="csY2" fmla="*/ 242 h 1142491"/>
              <a:gd name="csX3" fmla="*/ 1003860 w 1003859"/>
              <a:gd name="csY3" fmla="*/ 71646 h 1142491"/>
              <a:gd name="csX4" fmla="*/ 1003860 w 1003859"/>
              <a:gd name="csY4" fmla="*/ 1071386 h 1142491"/>
              <a:gd name="csX5" fmla="*/ 993959 w 1003859"/>
              <a:gd name="csY5" fmla="*/ 1142734 h 1142491"/>
              <a:gd name="csX6" fmla="*/ 9805 w 1003859"/>
              <a:gd name="csY6" fmla="*/ 1142734 h 1142491"/>
              <a:gd name="csX7" fmla="*/ 0 w 1003859"/>
              <a:gd name="csY7" fmla="*/ 1071386 h 1142491"/>
              <a:gd name="csX8" fmla="*/ 0 w 1003859"/>
              <a:gd name="csY8" fmla="*/ 71646 h 11424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03859" h="1142491">
                <a:moveTo>
                  <a:pt x="0" y="71646"/>
                </a:moveTo>
                <a:cubicBezTo>
                  <a:pt x="0" y="32210"/>
                  <a:pt x="4379" y="242"/>
                  <a:pt x="9805" y="242"/>
                </a:cubicBezTo>
                <a:lnTo>
                  <a:pt x="993959" y="242"/>
                </a:lnTo>
                <a:cubicBezTo>
                  <a:pt x="999386" y="242"/>
                  <a:pt x="1003860" y="32210"/>
                  <a:pt x="1003860" y="71646"/>
                </a:cubicBezTo>
                <a:lnTo>
                  <a:pt x="1003860" y="1071386"/>
                </a:lnTo>
                <a:cubicBezTo>
                  <a:pt x="1003860" y="1110813"/>
                  <a:pt x="999386" y="1142734"/>
                  <a:pt x="993959" y="1142734"/>
                </a:cubicBezTo>
                <a:lnTo>
                  <a:pt x="9805" y="1142734"/>
                </a:lnTo>
                <a:cubicBezTo>
                  <a:pt x="4379" y="1142734"/>
                  <a:pt x="0" y="1110813"/>
                  <a:pt x="0" y="1071386"/>
                </a:cubicBezTo>
                <a:lnTo>
                  <a:pt x="0" y="71646"/>
                </a:lnTo>
                <a:close/>
              </a:path>
            </a:pathLst>
          </a:custGeom>
          <a:solidFill>
            <a:srgbClr val="FFFFFF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7" name="任意形状 86">
            <a:extLst>
              <a:ext uri="{FF2B5EF4-FFF2-40B4-BE49-F238E27FC236}">
                <a16:creationId xmlns:a16="http://schemas.microsoft.com/office/drawing/2014/main" id="{7EAF7FD7-20D3-8BB1-90BC-B2E9192AD96B}"/>
              </a:ext>
            </a:extLst>
          </p:cNvPr>
          <p:cNvSpPr/>
          <p:nvPr/>
        </p:nvSpPr>
        <p:spPr>
          <a:xfrm flipV="1">
            <a:off x="6197956" y="4007185"/>
            <a:ext cx="1003859" cy="1142491"/>
          </a:xfrm>
          <a:custGeom>
            <a:avLst/>
            <a:gdLst>
              <a:gd name="csX0" fmla="*/ 0 w 1003859"/>
              <a:gd name="csY0" fmla="*/ 71646 h 1142491"/>
              <a:gd name="csX1" fmla="*/ 9805 w 1003859"/>
              <a:gd name="csY1" fmla="*/ 242 h 1142491"/>
              <a:gd name="csX2" fmla="*/ 993959 w 1003859"/>
              <a:gd name="csY2" fmla="*/ 242 h 1142491"/>
              <a:gd name="csX3" fmla="*/ 1003860 w 1003859"/>
              <a:gd name="csY3" fmla="*/ 71646 h 1142491"/>
              <a:gd name="csX4" fmla="*/ 1003860 w 1003859"/>
              <a:gd name="csY4" fmla="*/ 1071386 h 1142491"/>
              <a:gd name="csX5" fmla="*/ 993959 w 1003859"/>
              <a:gd name="csY5" fmla="*/ 1142734 h 1142491"/>
              <a:gd name="csX6" fmla="*/ 9805 w 1003859"/>
              <a:gd name="csY6" fmla="*/ 1142734 h 1142491"/>
              <a:gd name="csX7" fmla="*/ 0 w 1003859"/>
              <a:gd name="csY7" fmla="*/ 1071386 h 1142491"/>
              <a:gd name="csX8" fmla="*/ 0 w 1003859"/>
              <a:gd name="csY8" fmla="*/ 71646 h 11424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03859" h="1142491">
                <a:moveTo>
                  <a:pt x="0" y="71646"/>
                </a:moveTo>
                <a:cubicBezTo>
                  <a:pt x="0" y="32210"/>
                  <a:pt x="4379" y="242"/>
                  <a:pt x="9805" y="242"/>
                </a:cubicBezTo>
                <a:lnTo>
                  <a:pt x="993959" y="242"/>
                </a:lnTo>
                <a:cubicBezTo>
                  <a:pt x="999386" y="242"/>
                  <a:pt x="1003860" y="32210"/>
                  <a:pt x="1003860" y="71646"/>
                </a:cubicBezTo>
                <a:lnTo>
                  <a:pt x="1003860" y="1071386"/>
                </a:lnTo>
                <a:cubicBezTo>
                  <a:pt x="1003860" y="1110813"/>
                  <a:pt x="999386" y="1142734"/>
                  <a:pt x="993959" y="1142734"/>
                </a:cubicBezTo>
                <a:lnTo>
                  <a:pt x="9805" y="1142734"/>
                </a:lnTo>
                <a:cubicBezTo>
                  <a:pt x="4379" y="1142734"/>
                  <a:pt x="0" y="1110813"/>
                  <a:pt x="0" y="1071386"/>
                </a:cubicBezTo>
                <a:lnTo>
                  <a:pt x="0" y="71646"/>
                </a:lnTo>
                <a:close/>
              </a:path>
            </a:pathLst>
          </a:custGeom>
          <a:noFill/>
          <a:ln w="7132" cap="flat">
            <a:solidFill>
              <a:srgbClr val="BFBFBF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57FA9950-D1D5-CBB9-B44A-F43358DBDB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6208714" y="4440303"/>
            <a:ext cx="993007" cy="554967"/>
          </a:xfrm>
          <a:custGeom>
            <a:avLst/>
            <a:gdLst>
              <a:gd name="csX0" fmla="*/ 223 w 993007"/>
              <a:gd name="csY0" fmla="*/ 247 h 554967"/>
              <a:gd name="csX1" fmla="*/ 993230 w 993007"/>
              <a:gd name="csY1" fmla="*/ 247 h 554967"/>
              <a:gd name="csX2" fmla="*/ 993230 w 993007"/>
              <a:gd name="csY2" fmla="*/ 555214 h 554967"/>
              <a:gd name="csX3" fmla="*/ 223 w 993007"/>
              <a:gd name="csY3" fmla="*/ 555214 h 554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93007" h="554967">
                <a:moveTo>
                  <a:pt x="223" y="247"/>
                </a:moveTo>
                <a:lnTo>
                  <a:pt x="993230" y="247"/>
                </a:lnTo>
                <a:lnTo>
                  <a:pt x="993230" y="555214"/>
                </a:lnTo>
                <a:lnTo>
                  <a:pt x="223" y="555214"/>
                </a:lnTo>
                <a:close/>
              </a:path>
            </a:pathLst>
          </a:custGeom>
        </p:spPr>
      </p:pic>
      <p:sp>
        <p:nvSpPr>
          <p:cNvPr id="89" name="任意形状 88">
            <a:extLst>
              <a:ext uri="{FF2B5EF4-FFF2-40B4-BE49-F238E27FC236}">
                <a16:creationId xmlns:a16="http://schemas.microsoft.com/office/drawing/2014/main" id="{B4DF1D84-3DFE-84E1-34E9-661863D6E88D}"/>
              </a:ext>
            </a:extLst>
          </p:cNvPr>
          <p:cNvSpPr/>
          <p:nvPr/>
        </p:nvSpPr>
        <p:spPr>
          <a:xfrm flipV="1">
            <a:off x="7309675" y="3931373"/>
            <a:ext cx="620689" cy="25270"/>
          </a:xfrm>
          <a:custGeom>
            <a:avLst/>
            <a:gdLst>
              <a:gd name="csX0" fmla="*/ 0 w 620689"/>
              <a:gd name="csY0" fmla="*/ 108 h 25270"/>
              <a:gd name="csX1" fmla="*/ 595271 w 620689"/>
              <a:gd name="csY1" fmla="*/ 108 h 25270"/>
              <a:gd name="csX2" fmla="*/ 620689 w 620689"/>
              <a:gd name="csY2" fmla="*/ 25379 h 25270"/>
              <a:gd name="csX3" fmla="*/ 25418 w 620689"/>
              <a:gd name="csY3" fmla="*/ 25379 h 25270"/>
              <a:gd name="csX4" fmla="*/ 0 w 620689"/>
              <a:gd name="csY4" fmla="*/ 108 h 25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689" h="25270">
                <a:moveTo>
                  <a:pt x="0" y="108"/>
                </a:moveTo>
                <a:lnTo>
                  <a:pt x="595271" y="108"/>
                </a:lnTo>
                <a:lnTo>
                  <a:pt x="620689" y="25379"/>
                </a:lnTo>
                <a:lnTo>
                  <a:pt x="25418" y="25379"/>
                </a:lnTo>
                <a:lnTo>
                  <a:pt x="0" y="108"/>
                </a:lnTo>
                <a:close/>
              </a:path>
            </a:pathLst>
          </a:custGeom>
          <a:solidFill>
            <a:srgbClr val="F8F8F8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任意形状 89">
            <a:extLst>
              <a:ext uri="{FF2B5EF4-FFF2-40B4-BE49-F238E27FC236}">
                <a16:creationId xmlns:a16="http://schemas.microsoft.com/office/drawing/2014/main" id="{0106424C-B4DA-5D4D-08A4-56BE5FFAD7DC}"/>
              </a:ext>
            </a:extLst>
          </p:cNvPr>
          <p:cNvSpPr/>
          <p:nvPr/>
        </p:nvSpPr>
        <p:spPr>
          <a:xfrm flipV="1">
            <a:off x="7309675" y="3931373"/>
            <a:ext cx="620689" cy="25270"/>
          </a:xfrm>
          <a:custGeom>
            <a:avLst/>
            <a:gdLst>
              <a:gd name="csX0" fmla="*/ 0 w 620689"/>
              <a:gd name="csY0" fmla="*/ 108 h 25270"/>
              <a:gd name="csX1" fmla="*/ 595271 w 620689"/>
              <a:gd name="csY1" fmla="*/ 108 h 25270"/>
              <a:gd name="csX2" fmla="*/ 620689 w 620689"/>
              <a:gd name="csY2" fmla="*/ 25379 h 25270"/>
              <a:gd name="csX3" fmla="*/ 25418 w 620689"/>
              <a:gd name="csY3" fmla="*/ 25379 h 25270"/>
              <a:gd name="csX4" fmla="*/ 0 w 620689"/>
              <a:gd name="csY4" fmla="*/ 108 h 25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689" h="25270">
                <a:moveTo>
                  <a:pt x="0" y="108"/>
                </a:moveTo>
                <a:lnTo>
                  <a:pt x="595271" y="108"/>
                </a:lnTo>
                <a:lnTo>
                  <a:pt x="620689" y="25379"/>
                </a:lnTo>
                <a:lnTo>
                  <a:pt x="25418" y="25379"/>
                </a:lnTo>
                <a:lnTo>
                  <a:pt x="0" y="108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任意形状 90">
            <a:extLst>
              <a:ext uri="{FF2B5EF4-FFF2-40B4-BE49-F238E27FC236}">
                <a16:creationId xmlns:a16="http://schemas.microsoft.com/office/drawing/2014/main" id="{EE9B17D7-21A5-50CF-1EC3-DC3F6713A4D1}"/>
              </a:ext>
            </a:extLst>
          </p:cNvPr>
          <p:cNvSpPr/>
          <p:nvPr/>
        </p:nvSpPr>
        <p:spPr>
          <a:xfrm flipV="1">
            <a:off x="7904946" y="3931373"/>
            <a:ext cx="25417" cy="391553"/>
          </a:xfrm>
          <a:custGeom>
            <a:avLst/>
            <a:gdLst>
              <a:gd name="csX0" fmla="*/ 0 w 25417"/>
              <a:gd name="csY0" fmla="*/ 147 h 391553"/>
              <a:gd name="csX1" fmla="*/ 25418 w 25417"/>
              <a:gd name="csY1" fmla="*/ 25465 h 391553"/>
              <a:gd name="csX2" fmla="*/ 25418 w 25417"/>
              <a:gd name="csY2" fmla="*/ 391700 h 391553"/>
              <a:gd name="csX3" fmla="*/ 0 w 25417"/>
              <a:gd name="csY3" fmla="*/ 366429 h 391553"/>
              <a:gd name="csX4" fmla="*/ 0 w 25417"/>
              <a:gd name="csY4" fmla="*/ 147 h 391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417" h="391553">
                <a:moveTo>
                  <a:pt x="0" y="147"/>
                </a:moveTo>
                <a:lnTo>
                  <a:pt x="25418" y="25465"/>
                </a:lnTo>
                <a:lnTo>
                  <a:pt x="25418" y="391700"/>
                </a:lnTo>
                <a:lnTo>
                  <a:pt x="0" y="366429"/>
                </a:lnTo>
                <a:lnTo>
                  <a:pt x="0" y="147"/>
                </a:lnTo>
                <a:close/>
              </a:path>
            </a:pathLst>
          </a:custGeom>
          <a:solidFill>
            <a:srgbClr val="D8D8D8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任意形状 91">
            <a:extLst>
              <a:ext uri="{FF2B5EF4-FFF2-40B4-BE49-F238E27FC236}">
                <a16:creationId xmlns:a16="http://schemas.microsoft.com/office/drawing/2014/main" id="{B628E527-BEFD-B222-A86E-A56FC760D596}"/>
              </a:ext>
            </a:extLst>
          </p:cNvPr>
          <p:cNvSpPr/>
          <p:nvPr/>
        </p:nvSpPr>
        <p:spPr>
          <a:xfrm flipV="1">
            <a:off x="7904946" y="3931373"/>
            <a:ext cx="25417" cy="391553"/>
          </a:xfrm>
          <a:custGeom>
            <a:avLst/>
            <a:gdLst>
              <a:gd name="csX0" fmla="*/ 0 w 25417"/>
              <a:gd name="csY0" fmla="*/ 147 h 391553"/>
              <a:gd name="csX1" fmla="*/ 25418 w 25417"/>
              <a:gd name="csY1" fmla="*/ 25465 h 391553"/>
              <a:gd name="csX2" fmla="*/ 25418 w 25417"/>
              <a:gd name="csY2" fmla="*/ 391700 h 391553"/>
              <a:gd name="csX3" fmla="*/ 0 w 25417"/>
              <a:gd name="csY3" fmla="*/ 366429 h 391553"/>
              <a:gd name="csX4" fmla="*/ 0 w 25417"/>
              <a:gd name="csY4" fmla="*/ 147 h 391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417" h="391553">
                <a:moveTo>
                  <a:pt x="0" y="147"/>
                </a:moveTo>
                <a:lnTo>
                  <a:pt x="25418" y="25465"/>
                </a:lnTo>
                <a:lnTo>
                  <a:pt x="25418" y="391700"/>
                </a:lnTo>
                <a:lnTo>
                  <a:pt x="0" y="366429"/>
                </a:lnTo>
                <a:lnTo>
                  <a:pt x="0" y="147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任意形状 92">
            <a:extLst>
              <a:ext uri="{FF2B5EF4-FFF2-40B4-BE49-F238E27FC236}">
                <a16:creationId xmlns:a16="http://schemas.microsoft.com/office/drawing/2014/main" id="{37B4EA5F-B445-2846-23FF-18AB0CBD04EB}"/>
              </a:ext>
            </a:extLst>
          </p:cNvPr>
          <p:cNvSpPr/>
          <p:nvPr/>
        </p:nvSpPr>
        <p:spPr>
          <a:xfrm flipV="1">
            <a:off x="7309675" y="3956682"/>
            <a:ext cx="595261" cy="366244"/>
          </a:xfrm>
          <a:custGeom>
            <a:avLst/>
            <a:gdLst>
              <a:gd name="csX0" fmla="*/ 0 w 595261"/>
              <a:gd name="csY0" fmla="*/ 149 h 366244"/>
              <a:gd name="csX1" fmla="*/ 595262 w 595261"/>
              <a:gd name="csY1" fmla="*/ 149 h 366244"/>
              <a:gd name="csX2" fmla="*/ 595262 w 595261"/>
              <a:gd name="csY2" fmla="*/ 366394 h 366244"/>
              <a:gd name="csX3" fmla="*/ 0 w 595261"/>
              <a:gd name="csY3" fmla="*/ 366394 h 36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261" h="366244">
                <a:moveTo>
                  <a:pt x="0" y="149"/>
                </a:moveTo>
                <a:lnTo>
                  <a:pt x="595262" y="149"/>
                </a:lnTo>
                <a:lnTo>
                  <a:pt x="595262" y="366394"/>
                </a:lnTo>
                <a:lnTo>
                  <a:pt x="0" y="366394"/>
                </a:lnTo>
                <a:close/>
              </a:path>
            </a:pathLst>
          </a:custGeom>
          <a:solidFill>
            <a:srgbClr val="F2F2F2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任意形状 93">
            <a:extLst>
              <a:ext uri="{FF2B5EF4-FFF2-40B4-BE49-F238E27FC236}">
                <a16:creationId xmlns:a16="http://schemas.microsoft.com/office/drawing/2014/main" id="{0E49C77A-8D07-20A4-112B-364FC9AD42C8}"/>
              </a:ext>
            </a:extLst>
          </p:cNvPr>
          <p:cNvSpPr/>
          <p:nvPr/>
        </p:nvSpPr>
        <p:spPr>
          <a:xfrm flipV="1">
            <a:off x="7309675" y="3956682"/>
            <a:ext cx="595261" cy="366244"/>
          </a:xfrm>
          <a:custGeom>
            <a:avLst/>
            <a:gdLst>
              <a:gd name="csX0" fmla="*/ 0 w 595261"/>
              <a:gd name="csY0" fmla="*/ 149 h 366244"/>
              <a:gd name="csX1" fmla="*/ 595262 w 595261"/>
              <a:gd name="csY1" fmla="*/ 149 h 366244"/>
              <a:gd name="csX2" fmla="*/ 595262 w 595261"/>
              <a:gd name="csY2" fmla="*/ 366394 h 366244"/>
              <a:gd name="csX3" fmla="*/ 0 w 595261"/>
              <a:gd name="csY3" fmla="*/ 366394 h 36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261" h="366244">
                <a:moveTo>
                  <a:pt x="0" y="149"/>
                </a:moveTo>
                <a:lnTo>
                  <a:pt x="595262" y="149"/>
                </a:lnTo>
                <a:lnTo>
                  <a:pt x="595262" y="366394"/>
                </a:lnTo>
                <a:lnTo>
                  <a:pt x="0" y="366394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任意形状 94">
            <a:extLst>
              <a:ext uri="{FF2B5EF4-FFF2-40B4-BE49-F238E27FC236}">
                <a16:creationId xmlns:a16="http://schemas.microsoft.com/office/drawing/2014/main" id="{30D44F4E-E147-FA5C-5F26-12DB2358C09C}"/>
              </a:ext>
            </a:extLst>
          </p:cNvPr>
          <p:cNvSpPr/>
          <p:nvPr/>
        </p:nvSpPr>
        <p:spPr>
          <a:xfrm flipV="1">
            <a:off x="7298917" y="4362220"/>
            <a:ext cx="628780" cy="23997"/>
          </a:xfrm>
          <a:custGeom>
            <a:avLst/>
            <a:gdLst>
              <a:gd name="csX0" fmla="*/ 0 w 628780"/>
              <a:gd name="csY0" fmla="*/ 199 h 23997"/>
              <a:gd name="csX1" fmla="*/ 604696 w 628780"/>
              <a:gd name="csY1" fmla="*/ 199 h 23997"/>
              <a:gd name="csX2" fmla="*/ 628781 w 628780"/>
              <a:gd name="csY2" fmla="*/ 24196 h 23997"/>
              <a:gd name="csX3" fmla="*/ 24085 w 628780"/>
              <a:gd name="csY3" fmla="*/ 24196 h 23997"/>
              <a:gd name="csX4" fmla="*/ 0 w 628780"/>
              <a:gd name="csY4" fmla="*/ 199 h 23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8780" h="23997">
                <a:moveTo>
                  <a:pt x="0" y="199"/>
                </a:moveTo>
                <a:lnTo>
                  <a:pt x="604696" y="199"/>
                </a:lnTo>
                <a:lnTo>
                  <a:pt x="628781" y="24196"/>
                </a:lnTo>
                <a:lnTo>
                  <a:pt x="24085" y="24196"/>
                </a:lnTo>
                <a:lnTo>
                  <a:pt x="0" y="199"/>
                </a:lnTo>
                <a:close/>
              </a:path>
            </a:pathLst>
          </a:custGeom>
          <a:solidFill>
            <a:srgbClr val="F8F8F8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6" name="任意形状 95">
            <a:extLst>
              <a:ext uri="{FF2B5EF4-FFF2-40B4-BE49-F238E27FC236}">
                <a16:creationId xmlns:a16="http://schemas.microsoft.com/office/drawing/2014/main" id="{67B2D81D-F008-7B91-BAF1-AE368350A4C3}"/>
              </a:ext>
            </a:extLst>
          </p:cNvPr>
          <p:cNvSpPr/>
          <p:nvPr/>
        </p:nvSpPr>
        <p:spPr>
          <a:xfrm flipV="1">
            <a:off x="7298917" y="4362220"/>
            <a:ext cx="628780" cy="23997"/>
          </a:xfrm>
          <a:custGeom>
            <a:avLst/>
            <a:gdLst>
              <a:gd name="csX0" fmla="*/ 0 w 628780"/>
              <a:gd name="csY0" fmla="*/ 199 h 23997"/>
              <a:gd name="csX1" fmla="*/ 604696 w 628780"/>
              <a:gd name="csY1" fmla="*/ 199 h 23997"/>
              <a:gd name="csX2" fmla="*/ 628781 w 628780"/>
              <a:gd name="csY2" fmla="*/ 24196 h 23997"/>
              <a:gd name="csX3" fmla="*/ 24085 w 628780"/>
              <a:gd name="csY3" fmla="*/ 24196 h 23997"/>
              <a:gd name="csX4" fmla="*/ 0 w 628780"/>
              <a:gd name="csY4" fmla="*/ 199 h 23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8780" h="23997">
                <a:moveTo>
                  <a:pt x="0" y="199"/>
                </a:moveTo>
                <a:lnTo>
                  <a:pt x="604696" y="199"/>
                </a:lnTo>
                <a:lnTo>
                  <a:pt x="628781" y="24196"/>
                </a:lnTo>
                <a:lnTo>
                  <a:pt x="24085" y="24196"/>
                </a:lnTo>
                <a:lnTo>
                  <a:pt x="0" y="199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" name="任意形状 96">
            <a:extLst>
              <a:ext uri="{FF2B5EF4-FFF2-40B4-BE49-F238E27FC236}">
                <a16:creationId xmlns:a16="http://schemas.microsoft.com/office/drawing/2014/main" id="{BF943452-B146-2FAF-BAB7-D6EC85711714}"/>
              </a:ext>
            </a:extLst>
          </p:cNvPr>
          <p:cNvSpPr/>
          <p:nvPr/>
        </p:nvSpPr>
        <p:spPr>
          <a:xfrm flipV="1">
            <a:off x="7903613" y="4362220"/>
            <a:ext cx="24085" cy="391591"/>
          </a:xfrm>
          <a:custGeom>
            <a:avLst/>
            <a:gdLst>
              <a:gd name="csX0" fmla="*/ 0 w 24085"/>
              <a:gd name="csY0" fmla="*/ 237 h 391591"/>
              <a:gd name="csX1" fmla="*/ 24085 w 24085"/>
              <a:gd name="csY1" fmla="*/ 24235 h 391591"/>
              <a:gd name="csX2" fmla="*/ 24085 w 24085"/>
              <a:gd name="csY2" fmla="*/ 391829 h 391591"/>
              <a:gd name="csX3" fmla="*/ 0 w 24085"/>
              <a:gd name="csY3" fmla="*/ 367831 h 391591"/>
              <a:gd name="csX4" fmla="*/ 0 w 24085"/>
              <a:gd name="csY4" fmla="*/ 237 h 3915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085" h="391591">
                <a:moveTo>
                  <a:pt x="0" y="237"/>
                </a:moveTo>
                <a:lnTo>
                  <a:pt x="24085" y="24235"/>
                </a:lnTo>
                <a:lnTo>
                  <a:pt x="24085" y="391829"/>
                </a:lnTo>
                <a:lnTo>
                  <a:pt x="0" y="367831"/>
                </a:lnTo>
                <a:lnTo>
                  <a:pt x="0" y="237"/>
                </a:lnTo>
                <a:close/>
              </a:path>
            </a:pathLst>
          </a:custGeom>
          <a:solidFill>
            <a:srgbClr val="D8D8D8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任意形状 97">
            <a:extLst>
              <a:ext uri="{FF2B5EF4-FFF2-40B4-BE49-F238E27FC236}">
                <a16:creationId xmlns:a16="http://schemas.microsoft.com/office/drawing/2014/main" id="{6CFC4ECB-E0B3-E5F6-FABD-CD06137B76FA}"/>
              </a:ext>
            </a:extLst>
          </p:cNvPr>
          <p:cNvSpPr/>
          <p:nvPr/>
        </p:nvSpPr>
        <p:spPr>
          <a:xfrm flipV="1">
            <a:off x="7903613" y="4362220"/>
            <a:ext cx="24085" cy="391591"/>
          </a:xfrm>
          <a:custGeom>
            <a:avLst/>
            <a:gdLst>
              <a:gd name="csX0" fmla="*/ 0 w 24085"/>
              <a:gd name="csY0" fmla="*/ 237 h 391591"/>
              <a:gd name="csX1" fmla="*/ 24085 w 24085"/>
              <a:gd name="csY1" fmla="*/ 24235 h 391591"/>
              <a:gd name="csX2" fmla="*/ 24085 w 24085"/>
              <a:gd name="csY2" fmla="*/ 391829 h 391591"/>
              <a:gd name="csX3" fmla="*/ 0 w 24085"/>
              <a:gd name="csY3" fmla="*/ 367831 h 391591"/>
              <a:gd name="csX4" fmla="*/ 0 w 24085"/>
              <a:gd name="csY4" fmla="*/ 237 h 3915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085" h="391591">
                <a:moveTo>
                  <a:pt x="0" y="237"/>
                </a:moveTo>
                <a:lnTo>
                  <a:pt x="24085" y="24235"/>
                </a:lnTo>
                <a:lnTo>
                  <a:pt x="24085" y="391829"/>
                </a:lnTo>
                <a:lnTo>
                  <a:pt x="0" y="367831"/>
                </a:lnTo>
                <a:lnTo>
                  <a:pt x="0" y="237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" name="任意形状 98">
            <a:extLst>
              <a:ext uri="{FF2B5EF4-FFF2-40B4-BE49-F238E27FC236}">
                <a16:creationId xmlns:a16="http://schemas.microsoft.com/office/drawing/2014/main" id="{0F916C49-14DE-8FFD-9425-EA2A06CD754D}"/>
              </a:ext>
            </a:extLst>
          </p:cNvPr>
          <p:cNvSpPr/>
          <p:nvPr/>
        </p:nvSpPr>
        <p:spPr>
          <a:xfrm flipV="1">
            <a:off x="7298917" y="4386217"/>
            <a:ext cx="604714" cy="367593"/>
          </a:xfrm>
          <a:custGeom>
            <a:avLst/>
            <a:gdLst>
              <a:gd name="csX0" fmla="*/ 0 w 604714"/>
              <a:gd name="csY0" fmla="*/ 240 h 367593"/>
              <a:gd name="csX1" fmla="*/ 604715 w 604714"/>
              <a:gd name="csY1" fmla="*/ 240 h 367593"/>
              <a:gd name="csX2" fmla="*/ 604715 w 604714"/>
              <a:gd name="csY2" fmla="*/ 367833 h 367593"/>
              <a:gd name="csX3" fmla="*/ 0 w 604714"/>
              <a:gd name="csY3" fmla="*/ 367833 h 367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04714" h="367593">
                <a:moveTo>
                  <a:pt x="0" y="240"/>
                </a:moveTo>
                <a:lnTo>
                  <a:pt x="604715" y="240"/>
                </a:lnTo>
                <a:lnTo>
                  <a:pt x="604715" y="367833"/>
                </a:lnTo>
                <a:lnTo>
                  <a:pt x="0" y="367833"/>
                </a:lnTo>
                <a:close/>
              </a:path>
            </a:pathLst>
          </a:custGeom>
          <a:solidFill>
            <a:srgbClr val="F2F2F2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任意形状 99">
            <a:extLst>
              <a:ext uri="{FF2B5EF4-FFF2-40B4-BE49-F238E27FC236}">
                <a16:creationId xmlns:a16="http://schemas.microsoft.com/office/drawing/2014/main" id="{71DC9015-3C25-1B34-F3CC-2E34F3671111}"/>
              </a:ext>
            </a:extLst>
          </p:cNvPr>
          <p:cNvSpPr/>
          <p:nvPr/>
        </p:nvSpPr>
        <p:spPr>
          <a:xfrm flipV="1">
            <a:off x="7298917" y="4386217"/>
            <a:ext cx="604714" cy="367593"/>
          </a:xfrm>
          <a:custGeom>
            <a:avLst/>
            <a:gdLst>
              <a:gd name="csX0" fmla="*/ 0 w 604714"/>
              <a:gd name="csY0" fmla="*/ 240 h 367593"/>
              <a:gd name="csX1" fmla="*/ 604715 w 604714"/>
              <a:gd name="csY1" fmla="*/ 240 h 367593"/>
              <a:gd name="csX2" fmla="*/ 604715 w 604714"/>
              <a:gd name="csY2" fmla="*/ 367833 h 367593"/>
              <a:gd name="csX3" fmla="*/ 0 w 604714"/>
              <a:gd name="csY3" fmla="*/ 367833 h 367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04714" h="367593">
                <a:moveTo>
                  <a:pt x="0" y="240"/>
                </a:moveTo>
                <a:lnTo>
                  <a:pt x="604715" y="240"/>
                </a:lnTo>
                <a:lnTo>
                  <a:pt x="604715" y="367833"/>
                </a:lnTo>
                <a:lnTo>
                  <a:pt x="0" y="367833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1" name="任意形状 100">
            <a:extLst>
              <a:ext uri="{FF2B5EF4-FFF2-40B4-BE49-F238E27FC236}">
                <a16:creationId xmlns:a16="http://schemas.microsoft.com/office/drawing/2014/main" id="{F9CCC0A3-344C-9AE9-1EF7-F086BE0ED99B}"/>
              </a:ext>
            </a:extLst>
          </p:cNvPr>
          <p:cNvSpPr/>
          <p:nvPr/>
        </p:nvSpPr>
        <p:spPr>
          <a:xfrm flipV="1">
            <a:off x="7293491" y="4776944"/>
            <a:ext cx="628780" cy="25337"/>
          </a:xfrm>
          <a:custGeom>
            <a:avLst/>
            <a:gdLst>
              <a:gd name="csX0" fmla="*/ 0 w 628780"/>
              <a:gd name="csY0" fmla="*/ 286 h 25337"/>
              <a:gd name="csX1" fmla="*/ 603363 w 628780"/>
              <a:gd name="csY1" fmla="*/ 286 h 25337"/>
              <a:gd name="csX2" fmla="*/ 628781 w 628780"/>
              <a:gd name="csY2" fmla="*/ 25623 h 25337"/>
              <a:gd name="csX3" fmla="*/ 25418 w 628780"/>
              <a:gd name="csY3" fmla="*/ 25623 h 25337"/>
              <a:gd name="csX4" fmla="*/ 0 w 628780"/>
              <a:gd name="csY4" fmla="*/ 286 h 253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8780" h="25337">
                <a:moveTo>
                  <a:pt x="0" y="286"/>
                </a:moveTo>
                <a:lnTo>
                  <a:pt x="603363" y="286"/>
                </a:lnTo>
                <a:lnTo>
                  <a:pt x="628781" y="25623"/>
                </a:lnTo>
                <a:lnTo>
                  <a:pt x="25418" y="25623"/>
                </a:lnTo>
                <a:lnTo>
                  <a:pt x="0" y="286"/>
                </a:lnTo>
                <a:close/>
              </a:path>
            </a:pathLst>
          </a:custGeom>
          <a:solidFill>
            <a:srgbClr val="F8F8F8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" name="任意形状 101">
            <a:extLst>
              <a:ext uri="{FF2B5EF4-FFF2-40B4-BE49-F238E27FC236}">
                <a16:creationId xmlns:a16="http://schemas.microsoft.com/office/drawing/2014/main" id="{185371C6-7334-3A56-B961-0DF4AAFB776C}"/>
              </a:ext>
            </a:extLst>
          </p:cNvPr>
          <p:cNvSpPr/>
          <p:nvPr/>
        </p:nvSpPr>
        <p:spPr>
          <a:xfrm flipV="1">
            <a:off x="7293491" y="4776944"/>
            <a:ext cx="628780" cy="25337"/>
          </a:xfrm>
          <a:custGeom>
            <a:avLst/>
            <a:gdLst>
              <a:gd name="csX0" fmla="*/ 0 w 628780"/>
              <a:gd name="csY0" fmla="*/ 286 h 25337"/>
              <a:gd name="csX1" fmla="*/ 603363 w 628780"/>
              <a:gd name="csY1" fmla="*/ 286 h 25337"/>
              <a:gd name="csX2" fmla="*/ 628781 w 628780"/>
              <a:gd name="csY2" fmla="*/ 25623 h 25337"/>
              <a:gd name="csX3" fmla="*/ 25418 w 628780"/>
              <a:gd name="csY3" fmla="*/ 25623 h 25337"/>
              <a:gd name="csX4" fmla="*/ 0 w 628780"/>
              <a:gd name="csY4" fmla="*/ 286 h 253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8780" h="25337">
                <a:moveTo>
                  <a:pt x="0" y="286"/>
                </a:moveTo>
                <a:lnTo>
                  <a:pt x="603363" y="286"/>
                </a:lnTo>
                <a:lnTo>
                  <a:pt x="628781" y="25623"/>
                </a:lnTo>
                <a:lnTo>
                  <a:pt x="25418" y="25623"/>
                </a:lnTo>
                <a:lnTo>
                  <a:pt x="0" y="286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任意形状 102">
            <a:extLst>
              <a:ext uri="{FF2B5EF4-FFF2-40B4-BE49-F238E27FC236}">
                <a16:creationId xmlns:a16="http://schemas.microsoft.com/office/drawing/2014/main" id="{5643B0AC-16D9-202E-4A0E-E7262235A7D1}"/>
              </a:ext>
            </a:extLst>
          </p:cNvPr>
          <p:cNvSpPr/>
          <p:nvPr/>
        </p:nvSpPr>
        <p:spPr>
          <a:xfrm flipV="1">
            <a:off x="7896854" y="4776944"/>
            <a:ext cx="25417" cy="391582"/>
          </a:xfrm>
          <a:custGeom>
            <a:avLst/>
            <a:gdLst>
              <a:gd name="csX0" fmla="*/ 0 w 25417"/>
              <a:gd name="csY0" fmla="*/ 325 h 391582"/>
              <a:gd name="csX1" fmla="*/ 25418 w 25417"/>
              <a:gd name="csY1" fmla="*/ 25663 h 391582"/>
              <a:gd name="csX2" fmla="*/ 25418 w 25417"/>
              <a:gd name="csY2" fmla="*/ 391907 h 391582"/>
              <a:gd name="csX3" fmla="*/ 0 w 25417"/>
              <a:gd name="csY3" fmla="*/ 366570 h 391582"/>
              <a:gd name="csX4" fmla="*/ 0 w 25417"/>
              <a:gd name="csY4" fmla="*/ 325 h 391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417" h="391582">
                <a:moveTo>
                  <a:pt x="0" y="325"/>
                </a:moveTo>
                <a:lnTo>
                  <a:pt x="25418" y="25663"/>
                </a:lnTo>
                <a:lnTo>
                  <a:pt x="25418" y="391907"/>
                </a:lnTo>
                <a:lnTo>
                  <a:pt x="0" y="366570"/>
                </a:lnTo>
                <a:lnTo>
                  <a:pt x="0" y="325"/>
                </a:lnTo>
                <a:close/>
              </a:path>
            </a:pathLst>
          </a:custGeom>
          <a:solidFill>
            <a:srgbClr val="D8D8D8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任意形状 103">
            <a:extLst>
              <a:ext uri="{FF2B5EF4-FFF2-40B4-BE49-F238E27FC236}">
                <a16:creationId xmlns:a16="http://schemas.microsoft.com/office/drawing/2014/main" id="{E824600A-D110-AE8A-FF7C-D6A0EABC23D7}"/>
              </a:ext>
            </a:extLst>
          </p:cNvPr>
          <p:cNvSpPr/>
          <p:nvPr/>
        </p:nvSpPr>
        <p:spPr>
          <a:xfrm flipV="1">
            <a:off x="7896854" y="4776944"/>
            <a:ext cx="25417" cy="391582"/>
          </a:xfrm>
          <a:custGeom>
            <a:avLst/>
            <a:gdLst>
              <a:gd name="csX0" fmla="*/ 0 w 25417"/>
              <a:gd name="csY0" fmla="*/ 325 h 391582"/>
              <a:gd name="csX1" fmla="*/ 25418 w 25417"/>
              <a:gd name="csY1" fmla="*/ 25663 h 391582"/>
              <a:gd name="csX2" fmla="*/ 25418 w 25417"/>
              <a:gd name="csY2" fmla="*/ 391907 h 391582"/>
              <a:gd name="csX3" fmla="*/ 0 w 25417"/>
              <a:gd name="csY3" fmla="*/ 366570 h 391582"/>
              <a:gd name="csX4" fmla="*/ 0 w 25417"/>
              <a:gd name="csY4" fmla="*/ 325 h 391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417" h="391582">
                <a:moveTo>
                  <a:pt x="0" y="325"/>
                </a:moveTo>
                <a:lnTo>
                  <a:pt x="25418" y="25663"/>
                </a:lnTo>
                <a:lnTo>
                  <a:pt x="25418" y="391907"/>
                </a:lnTo>
                <a:lnTo>
                  <a:pt x="0" y="366570"/>
                </a:lnTo>
                <a:lnTo>
                  <a:pt x="0" y="325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5" name="任意形状 104">
            <a:extLst>
              <a:ext uri="{FF2B5EF4-FFF2-40B4-BE49-F238E27FC236}">
                <a16:creationId xmlns:a16="http://schemas.microsoft.com/office/drawing/2014/main" id="{805313C5-F188-81DF-0F20-4449902DA272}"/>
              </a:ext>
            </a:extLst>
          </p:cNvPr>
          <p:cNvSpPr/>
          <p:nvPr/>
        </p:nvSpPr>
        <p:spPr>
          <a:xfrm flipV="1">
            <a:off x="7293491" y="4802282"/>
            <a:ext cx="603363" cy="366244"/>
          </a:xfrm>
          <a:custGeom>
            <a:avLst/>
            <a:gdLst>
              <a:gd name="csX0" fmla="*/ 0 w 603363"/>
              <a:gd name="csY0" fmla="*/ 327 h 366244"/>
              <a:gd name="csX1" fmla="*/ 603363 w 603363"/>
              <a:gd name="csY1" fmla="*/ 327 h 366244"/>
              <a:gd name="csX2" fmla="*/ 603363 w 603363"/>
              <a:gd name="csY2" fmla="*/ 366572 h 366244"/>
              <a:gd name="csX3" fmla="*/ 0 w 603363"/>
              <a:gd name="csY3" fmla="*/ 366572 h 36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03363" h="366244">
                <a:moveTo>
                  <a:pt x="0" y="327"/>
                </a:moveTo>
                <a:lnTo>
                  <a:pt x="603363" y="327"/>
                </a:lnTo>
                <a:lnTo>
                  <a:pt x="603363" y="366572"/>
                </a:lnTo>
                <a:lnTo>
                  <a:pt x="0" y="366572"/>
                </a:lnTo>
                <a:close/>
              </a:path>
            </a:pathLst>
          </a:custGeom>
          <a:solidFill>
            <a:srgbClr val="F2F2F2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任意形状 105">
            <a:extLst>
              <a:ext uri="{FF2B5EF4-FFF2-40B4-BE49-F238E27FC236}">
                <a16:creationId xmlns:a16="http://schemas.microsoft.com/office/drawing/2014/main" id="{8F656E5A-5D2A-4CFA-120E-0635A59B49A7}"/>
              </a:ext>
            </a:extLst>
          </p:cNvPr>
          <p:cNvSpPr/>
          <p:nvPr/>
        </p:nvSpPr>
        <p:spPr>
          <a:xfrm flipV="1">
            <a:off x="7293491" y="4802282"/>
            <a:ext cx="603363" cy="366244"/>
          </a:xfrm>
          <a:custGeom>
            <a:avLst/>
            <a:gdLst>
              <a:gd name="csX0" fmla="*/ 0 w 603363"/>
              <a:gd name="csY0" fmla="*/ 327 h 366244"/>
              <a:gd name="csX1" fmla="*/ 603363 w 603363"/>
              <a:gd name="csY1" fmla="*/ 327 h 366244"/>
              <a:gd name="csX2" fmla="*/ 603363 w 603363"/>
              <a:gd name="csY2" fmla="*/ 366572 h 366244"/>
              <a:gd name="csX3" fmla="*/ 0 w 603363"/>
              <a:gd name="csY3" fmla="*/ 366572 h 36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03363" h="366244">
                <a:moveTo>
                  <a:pt x="0" y="327"/>
                </a:moveTo>
                <a:lnTo>
                  <a:pt x="603363" y="327"/>
                </a:lnTo>
                <a:lnTo>
                  <a:pt x="603363" y="366572"/>
                </a:lnTo>
                <a:lnTo>
                  <a:pt x="0" y="366572"/>
                </a:lnTo>
                <a:close/>
              </a:path>
            </a:pathLst>
          </a:custGeom>
          <a:noFill/>
          <a:ln w="10698" cap="flat">
            <a:solidFill>
              <a:srgbClr val="A5A5A5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7" name="图片 106">
            <a:extLst>
              <a:ext uri="{FF2B5EF4-FFF2-40B4-BE49-F238E27FC236}">
                <a16:creationId xmlns:a16="http://schemas.microsoft.com/office/drawing/2014/main" id="{9BDB323D-4403-65E1-9607-7AA2BD0913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V="1">
            <a:off x="6997712" y="3203843"/>
            <a:ext cx="921180" cy="131616"/>
          </a:xfrm>
          <a:custGeom>
            <a:avLst/>
            <a:gdLst>
              <a:gd name="csX0" fmla="*/ 313 w 921180"/>
              <a:gd name="csY0" fmla="*/ 157 h 131616"/>
              <a:gd name="csX1" fmla="*/ 921493 w 921180"/>
              <a:gd name="csY1" fmla="*/ 157 h 131616"/>
              <a:gd name="csX2" fmla="*/ 921493 w 921180"/>
              <a:gd name="csY2" fmla="*/ 131773 h 131616"/>
              <a:gd name="csX3" fmla="*/ 313 w 921180"/>
              <a:gd name="csY3" fmla="*/ 131773 h 13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21180" h="131616">
                <a:moveTo>
                  <a:pt x="313" y="157"/>
                </a:moveTo>
                <a:lnTo>
                  <a:pt x="921493" y="157"/>
                </a:lnTo>
                <a:lnTo>
                  <a:pt x="921493" y="131773"/>
                </a:lnTo>
                <a:lnTo>
                  <a:pt x="313" y="131773"/>
                </a:lnTo>
                <a:close/>
              </a:path>
            </a:pathLst>
          </a:custGeom>
        </p:spPr>
      </p:pic>
      <p:sp>
        <p:nvSpPr>
          <p:cNvPr id="108" name="任意形状 107">
            <a:extLst>
              <a:ext uri="{FF2B5EF4-FFF2-40B4-BE49-F238E27FC236}">
                <a16:creationId xmlns:a16="http://schemas.microsoft.com/office/drawing/2014/main" id="{6F5F7C19-8E71-8B6D-6638-4C6D71219689}"/>
              </a:ext>
            </a:extLst>
          </p:cNvPr>
          <p:cNvSpPr/>
          <p:nvPr/>
        </p:nvSpPr>
        <p:spPr>
          <a:xfrm flipV="1">
            <a:off x="6997522" y="2866774"/>
            <a:ext cx="874295" cy="522419"/>
          </a:xfrm>
          <a:custGeom>
            <a:avLst/>
            <a:gdLst>
              <a:gd name="csX0" fmla="*/ 0 w 874295"/>
              <a:gd name="csY0" fmla="*/ 32617 h 522419"/>
              <a:gd name="csX1" fmla="*/ 8568 w 874295"/>
              <a:gd name="csY1" fmla="*/ -64 h 522419"/>
              <a:gd name="csX2" fmla="*/ 865728 w 874295"/>
              <a:gd name="csY2" fmla="*/ -64 h 522419"/>
              <a:gd name="csX3" fmla="*/ 874296 w 874295"/>
              <a:gd name="csY3" fmla="*/ 32617 h 522419"/>
              <a:gd name="csX4" fmla="*/ 874296 w 874295"/>
              <a:gd name="csY4" fmla="*/ 489770 h 522419"/>
              <a:gd name="csX5" fmla="*/ 865728 w 874295"/>
              <a:gd name="csY5" fmla="*/ 522356 h 522419"/>
              <a:gd name="csX6" fmla="*/ 8568 w 874295"/>
              <a:gd name="csY6" fmla="*/ 522356 h 522419"/>
              <a:gd name="csX7" fmla="*/ 0 w 874295"/>
              <a:gd name="csY7" fmla="*/ 489770 h 522419"/>
              <a:gd name="csX8" fmla="*/ 0 w 874295"/>
              <a:gd name="csY8" fmla="*/ 32617 h 522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4295" h="522419">
                <a:moveTo>
                  <a:pt x="0" y="32617"/>
                </a:moveTo>
                <a:cubicBezTo>
                  <a:pt x="0" y="14567"/>
                  <a:pt x="3903" y="-64"/>
                  <a:pt x="8568" y="-64"/>
                </a:cubicBezTo>
                <a:lnTo>
                  <a:pt x="865728" y="-64"/>
                </a:lnTo>
                <a:cubicBezTo>
                  <a:pt x="870488" y="-64"/>
                  <a:pt x="874296" y="14567"/>
                  <a:pt x="874296" y="32617"/>
                </a:cubicBezTo>
                <a:lnTo>
                  <a:pt x="874296" y="489770"/>
                </a:lnTo>
                <a:cubicBezTo>
                  <a:pt x="874296" y="507820"/>
                  <a:pt x="870488" y="522356"/>
                  <a:pt x="865728" y="522356"/>
                </a:cubicBezTo>
                <a:lnTo>
                  <a:pt x="8568" y="522356"/>
                </a:lnTo>
                <a:cubicBezTo>
                  <a:pt x="3903" y="522356"/>
                  <a:pt x="0" y="507820"/>
                  <a:pt x="0" y="489770"/>
                </a:cubicBezTo>
                <a:lnTo>
                  <a:pt x="0" y="32617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" name="任意形状 108">
            <a:extLst>
              <a:ext uri="{FF2B5EF4-FFF2-40B4-BE49-F238E27FC236}">
                <a16:creationId xmlns:a16="http://schemas.microsoft.com/office/drawing/2014/main" id="{11AEECDA-6804-D8D8-9AC1-D7740691E871}"/>
              </a:ext>
            </a:extLst>
          </p:cNvPr>
          <p:cNvSpPr/>
          <p:nvPr/>
        </p:nvSpPr>
        <p:spPr>
          <a:xfrm flipV="1">
            <a:off x="8110382" y="3135441"/>
            <a:ext cx="855427" cy="1074384"/>
          </a:xfrm>
          <a:custGeom>
            <a:avLst/>
            <a:gdLst>
              <a:gd name="csX0" fmla="*/ 0 w 855427"/>
              <a:gd name="csY0" fmla="*/ 51 h 1074384"/>
              <a:gd name="csX1" fmla="*/ 855428 w 855427"/>
              <a:gd name="csY1" fmla="*/ 51 h 1074384"/>
              <a:gd name="csX2" fmla="*/ 855428 w 855427"/>
              <a:gd name="csY2" fmla="*/ 1074435 h 1074384"/>
              <a:gd name="csX3" fmla="*/ 0 w 855427"/>
              <a:gd name="csY3" fmla="*/ 1074435 h 10743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5427" h="1074384">
                <a:moveTo>
                  <a:pt x="0" y="51"/>
                </a:moveTo>
                <a:lnTo>
                  <a:pt x="855428" y="51"/>
                </a:lnTo>
                <a:lnTo>
                  <a:pt x="855428" y="1074435"/>
                </a:lnTo>
                <a:lnTo>
                  <a:pt x="0" y="1074435"/>
                </a:lnTo>
                <a:close/>
              </a:path>
            </a:pathLst>
          </a:custGeom>
          <a:noFill/>
          <a:ln w="7132" cap="flat">
            <a:solidFill>
              <a:srgbClr val="000000"/>
            </a:solidFill>
            <a:custDash>
              <a:ds d="450000" sp="225000"/>
            </a:custDash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" name="任意形状 109">
            <a:extLst>
              <a:ext uri="{FF2B5EF4-FFF2-40B4-BE49-F238E27FC236}">
                <a16:creationId xmlns:a16="http://schemas.microsoft.com/office/drawing/2014/main" id="{68FA3A50-3EB0-A430-A090-67FB52F43794}"/>
              </a:ext>
            </a:extLst>
          </p:cNvPr>
          <p:cNvSpPr/>
          <p:nvPr/>
        </p:nvSpPr>
        <p:spPr>
          <a:xfrm flipV="1">
            <a:off x="8176069" y="3178858"/>
            <a:ext cx="725025" cy="76572"/>
          </a:xfrm>
          <a:custGeom>
            <a:avLst/>
            <a:gdLst>
              <a:gd name="csX0" fmla="*/ 0 w 725025"/>
              <a:gd name="csY0" fmla="*/ -45 h 76572"/>
              <a:gd name="csX1" fmla="*/ 648201 w 725025"/>
              <a:gd name="csY1" fmla="*/ -45 h 76572"/>
              <a:gd name="csX2" fmla="*/ 725025 w 725025"/>
              <a:gd name="csY2" fmla="*/ 76527 h 76572"/>
              <a:gd name="csX3" fmla="*/ 76729 w 725025"/>
              <a:gd name="csY3" fmla="*/ 76527 h 76572"/>
              <a:gd name="csX4" fmla="*/ 0 w 725025"/>
              <a:gd name="csY4" fmla="*/ -45 h 76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5" h="76572">
                <a:moveTo>
                  <a:pt x="0" y="-45"/>
                </a:moveTo>
                <a:lnTo>
                  <a:pt x="648201" y="-45"/>
                </a:lnTo>
                <a:lnTo>
                  <a:pt x="725025" y="76527"/>
                </a:lnTo>
                <a:lnTo>
                  <a:pt x="76729" y="76527"/>
                </a:lnTo>
                <a:lnTo>
                  <a:pt x="0" y="-45"/>
                </a:lnTo>
                <a:close/>
              </a:path>
            </a:pathLst>
          </a:custGeom>
          <a:solidFill>
            <a:srgbClr val="EFF7EA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1" name="任意形状 110">
            <a:extLst>
              <a:ext uri="{FF2B5EF4-FFF2-40B4-BE49-F238E27FC236}">
                <a16:creationId xmlns:a16="http://schemas.microsoft.com/office/drawing/2014/main" id="{235BA650-38F6-12F3-E04A-67674560F6D6}"/>
              </a:ext>
            </a:extLst>
          </p:cNvPr>
          <p:cNvSpPr/>
          <p:nvPr/>
        </p:nvSpPr>
        <p:spPr>
          <a:xfrm flipV="1">
            <a:off x="8176069" y="3178858"/>
            <a:ext cx="725025" cy="76572"/>
          </a:xfrm>
          <a:custGeom>
            <a:avLst/>
            <a:gdLst>
              <a:gd name="csX0" fmla="*/ 0 w 725025"/>
              <a:gd name="csY0" fmla="*/ -45 h 76572"/>
              <a:gd name="csX1" fmla="*/ 648201 w 725025"/>
              <a:gd name="csY1" fmla="*/ -45 h 76572"/>
              <a:gd name="csX2" fmla="*/ 725025 w 725025"/>
              <a:gd name="csY2" fmla="*/ 76527 h 76572"/>
              <a:gd name="csX3" fmla="*/ 76729 w 725025"/>
              <a:gd name="csY3" fmla="*/ 76527 h 76572"/>
              <a:gd name="csX4" fmla="*/ 0 w 725025"/>
              <a:gd name="csY4" fmla="*/ -45 h 76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5" h="76572">
                <a:moveTo>
                  <a:pt x="0" y="-45"/>
                </a:moveTo>
                <a:lnTo>
                  <a:pt x="648201" y="-45"/>
                </a:lnTo>
                <a:lnTo>
                  <a:pt x="725025" y="76527"/>
                </a:lnTo>
                <a:lnTo>
                  <a:pt x="76729" y="76527"/>
                </a:lnTo>
                <a:lnTo>
                  <a:pt x="0" y="-45"/>
                </a:lnTo>
                <a:close/>
              </a:path>
            </a:pathLst>
          </a:custGeom>
          <a:noFill/>
          <a:ln w="7132" cap="flat">
            <a:solidFill>
              <a:srgbClr val="A8D08D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" name="任意形状 111">
            <a:extLst>
              <a:ext uri="{FF2B5EF4-FFF2-40B4-BE49-F238E27FC236}">
                <a16:creationId xmlns:a16="http://schemas.microsoft.com/office/drawing/2014/main" id="{82CE03B8-901C-E125-D1B9-244B035D6B0A}"/>
              </a:ext>
            </a:extLst>
          </p:cNvPr>
          <p:cNvSpPr/>
          <p:nvPr/>
        </p:nvSpPr>
        <p:spPr>
          <a:xfrm flipV="1">
            <a:off x="8824270" y="3178858"/>
            <a:ext cx="76824" cy="464372"/>
          </a:xfrm>
          <a:custGeom>
            <a:avLst/>
            <a:gdLst>
              <a:gd name="csX0" fmla="*/ 0 w 76824"/>
              <a:gd name="csY0" fmla="*/ -4 h 464372"/>
              <a:gd name="csX1" fmla="*/ 76824 w 76824"/>
              <a:gd name="csY1" fmla="*/ 76568 h 464372"/>
              <a:gd name="csX2" fmla="*/ 76824 w 76824"/>
              <a:gd name="csY2" fmla="*/ 464369 h 464372"/>
              <a:gd name="csX3" fmla="*/ 0 w 76824"/>
              <a:gd name="csY3" fmla="*/ 387796 h 464372"/>
              <a:gd name="csX4" fmla="*/ 0 w 76824"/>
              <a:gd name="csY4" fmla="*/ -4 h 464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824" h="464372">
                <a:moveTo>
                  <a:pt x="0" y="-4"/>
                </a:moveTo>
                <a:lnTo>
                  <a:pt x="76824" y="76568"/>
                </a:lnTo>
                <a:lnTo>
                  <a:pt x="76824" y="464369"/>
                </a:lnTo>
                <a:lnTo>
                  <a:pt x="0" y="387796"/>
                </a:lnTo>
                <a:lnTo>
                  <a:pt x="0" y="-4"/>
                </a:lnTo>
                <a:close/>
              </a:path>
            </a:pathLst>
          </a:custGeom>
          <a:solidFill>
            <a:srgbClr val="C6DFB5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3" name="任意形状 112">
            <a:extLst>
              <a:ext uri="{FF2B5EF4-FFF2-40B4-BE49-F238E27FC236}">
                <a16:creationId xmlns:a16="http://schemas.microsoft.com/office/drawing/2014/main" id="{C753DA0D-FE48-203F-EF06-895410ECF462}"/>
              </a:ext>
            </a:extLst>
          </p:cNvPr>
          <p:cNvSpPr/>
          <p:nvPr/>
        </p:nvSpPr>
        <p:spPr>
          <a:xfrm flipV="1">
            <a:off x="8824270" y="3178858"/>
            <a:ext cx="76824" cy="464372"/>
          </a:xfrm>
          <a:custGeom>
            <a:avLst/>
            <a:gdLst>
              <a:gd name="csX0" fmla="*/ 0 w 76824"/>
              <a:gd name="csY0" fmla="*/ -4 h 464372"/>
              <a:gd name="csX1" fmla="*/ 76824 w 76824"/>
              <a:gd name="csY1" fmla="*/ 76568 h 464372"/>
              <a:gd name="csX2" fmla="*/ 76824 w 76824"/>
              <a:gd name="csY2" fmla="*/ 464369 h 464372"/>
              <a:gd name="csX3" fmla="*/ 0 w 76824"/>
              <a:gd name="csY3" fmla="*/ 387796 h 464372"/>
              <a:gd name="csX4" fmla="*/ 0 w 76824"/>
              <a:gd name="csY4" fmla="*/ -4 h 464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824" h="464372">
                <a:moveTo>
                  <a:pt x="0" y="-4"/>
                </a:moveTo>
                <a:lnTo>
                  <a:pt x="76824" y="76568"/>
                </a:lnTo>
                <a:lnTo>
                  <a:pt x="76824" y="464369"/>
                </a:lnTo>
                <a:lnTo>
                  <a:pt x="0" y="387796"/>
                </a:lnTo>
                <a:lnTo>
                  <a:pt x="0" y="-4"/>
                </a:lnTo>
                <a:close/>
              </a:path>
            </a:pathLst>
          </a:custGeom>
          <a:noFill/>
          <a:ln w="7132" cap="flat">
            <a:solidFill>
              <a:srgbClr val="A8D08D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" name="任意形状 113">
            <a:extLst>
              <a:ext uri="{FF2B5EF4-FFF2-40B4-BE49-F238E27FC236}">
                <a16:creationId xmlns:a16="http://schemas.microsoft.com/office/drawing/2014/main" id="{76936D04-2E3D-C441-90B5-34C668C38F24}"/>
              </a:ext>
            </a:extLst>
          </p:cNvPr>
          <p:cNvSpPr/>
          <p:nvPr/>
        </p:nvSpPr>
        <p:spPr>
          <a:xfrm flipV="1">
            <a:off x="8176069" y="3255439"/>
            <a:ext cx="648258" cy="387791"/>
          </a:xfrm>
          <a:custGeom>
            <a:avLst/>
            <a:gdLst>
              <a:gd name="csX0" fmla="*/ 0 w 648258"/>
              <a:gd name="csY0" fmla="*/ 4 h 387791"/>
              <a:gd name="csX1" fmla="*/ 648258 w 648258"/>
              <a:gd name="csY1" fmla="*/ 4 h 387791"/>
              <a:gd name="csX2" fmla="*/ 648258 w 648258"/>
              <a:gd name="csY2" fmla="*/ 387795 h 387791"/>
              <a:gd name="csX3" fmla="*/ 0 w 648258"/>
              <a:gd name="csY3" fmla="*/ 387795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8258" h="387791">
                <a:moveTo>
                  <a:pt x="0" y="4"/>
                </a:moveTo>
                <a:lnTo>
                  <a:pt x="648258" y="4"/>
                </a:lnTo>
                <a:lnTo>
                  <a:pt x="648258" y="387795"/>
                </a:lnTo>
                <a:lnTo>
                  <a:pt x="0" y="387795"/>
                </a:lnTo>
                <a:close/>
              </a:path>
            </a:pathLst>
          </a:custGeom>
          <a:solidFill>
            <a:srgbClr val="E2EFD9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5" name="任意形状 114">
            <a:extLst>
              <a:ext uri="{FF2B5EF4-FFF2-40B4-BE49-F238E27FC236}">
                <a16:creationId xmlns:a16="http://schemas.microsoft.com/office/drawing/2014/main" id="{2D2D2BB6-9BA7-ABE0-7F49-37F01AF9A621}"/>
              </a:ext>
            </a:extLst>
          </p:cNvPr>
          <p:cNvSpPr/>
          <p:nvPr/>
        </p:nvSpPr>
        <p:spPr>
          <a:xfrm flipV="1">
            <a:off x="8176069" y="3255439"/>
            <a:ext cx="648258" cy="387791"/>
          </a:xfrm>
          <a:custGeom>
            <a:avLst/>
            <a:gdLst>
              <a:gd name="csX0" fmla="*/ 0 w 648258"/>
              <a:gd name="csY0" fmla="*/ 4 h 387791"/>
              <a:gd name="csX1" fmla="*/ 648258 w 648258"/>
              <a:gd name="csY1" fmla="*/ 4 h 387791"/>
              <a:gd name="csX2" fmla="*/ 648258 w 648258"/>
              <a:gd name="csY2" fmla="*/ 387795 h 387791"/>
              <a:gd name="csX3" fmla="*/ 0 w 648258"/>
              <a:gd name="csY3" fmla="*/ 387795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8258" h="387791">
                <a:moveTo>
                  <a:pt x="0" y="4"/>
                </a:moveTo>
                <a:lnTo>
                  <a:pt x="648258" y="4"/>
                </a:lnTo>
                <a:lnTo>
                  <a:pt x="648258" y="387795"/>
                </a:lnTo>
                <a:lnTo>
                  <a:pt x="0" y="387795"/>
                </a:lnTo>
                <a:close/>
              </a:path>
            </a:pathLst>
          </a:custGeom>
          <a:noFill/>
          <a:ln w="7132" cap="flat">
            <a:solidFill>
              <a:srgbClr val="A8D08D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任意形状 115">
            <a:extLst>
              <a:ext uri="{FF2B5EF4-FFF2-40B4-BE49-F238E27FC236}">
                <a16:creationId xmlns:a16="http://schemas.microsoft.com/office/drawing/2014/main" id="{F516DC40-1A9C-B44F-4B34-3658D2EA0E9B}"/>
              </a:ext>
            </a:extLst>
          </p:cNvPr>
          <p:cNvSpPr/>
          <p:nvPr/>
        </p:nvSpPr>
        <p:spPr>
          <a:xfrm flipV="1">
            <a:off x="8167311" y="3672681"/>
            <a:ext cx="725025" cy="76667"/>
          </a:xfrm>
          <a:custGeom>
            <a:avLst/>
            <a:gdLst>
              <a:gd name="csX0" fmla="*/ 0 w 725025"/>
              <a:gd name="csY0" fmla="*/ 59 h 76667"/>
              <a:gd name="csX1" fmla="*/ 648296 w 725025"/>
              <a:gd name="csY1" fmla="*/ 59 h 76667"/>
              <a:gd name="csX2" fmla="*/ 725025 w 725025"/>
              <a:gd name="csY2" fmla="*/ 76726 h 76667"/>
              <a:gd name="csX3" fmla="*/ 76825 w 725025"/>
              <a:gd name="csY3" fmla="*/ 76726 h 76667"/>
              <a:gd name="csX4" fmla="*/ 0 w 725025"/>
              <a:gd name="csY4" fmla="*/ 59 h 76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5" h="76667">
                <a:moveTo>
                  <a:pt x="0" y="59"/>
                </a:moveTo>
                <a:lnTo>
                  <a:pt x="648296" y="59"/>
                </a:lnTo>
                <a:lnTo>
                  <a:pt x="725025" y="76726"/>
                </a:lnTo>
                <a:lnTo>
                  <a:pt x="76825" y="76726"/>
                </a:lnTo>
                <a:lnTo>
                  <a:pt x="0" y="59"/>
                </a:lnTo>
                <a:close/>
              </a:path>
            </a:pathLst>
          </a:custGeom>
          <a:solidFill>
            <a:srgbClr val="EFF7EA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7" name="任意形状 116">
            <a:extLst>
              <a:ext uri="{FF2B5EF4-FFF2-40B4-BE49-F238E27FC236}">
                <a16:creationId xmlns:a16="http://schemas.microsoft.com/office/drawing/2014/main" id="{B602735E-6730-AC82-E334-AE6EDA91A03C}"/>
              </a:ext>
            </a:extLst>
          </p:cNvPr>
          <p:cNvSpPr/>
          <p:nvPr/>
        </p:nvSpPr>
        <p:spPr>
          <a:xfrm flipV="1">
            <a:off x="8167311" y="3672681"/>
            <a:ext cx="725025" cy="76667"/>
          </a:xfrm>
          <a:custGeom>
            <a:avLst/>
            <a:gdLst>
              <a:gd name="csX0" fmla="*/ 0 w 725025"/>
              <a:gd name="csY0" fmla="*/ 59 h 76667"/>
              <a:gd name="csX1" fmla="*/ 648296 w 725025"/>
              <a:gd name="csY1" fmla="*/ 59 h 76667"/>
              <a:gd name="csX2" fmla="*/ 725025 w 725025"/>
              <a:gd name="csY2" fmla="*/ 76726 h 76667"/>
              <a:gd name="csX3" fmla="*/ 76825 w 725025"/>
              <a:gd name="csY3" fmla="*/ 76726 h 76667"/>
              <a:gd name="csX4" fmla="*/ 0 w 725025"/>
              <a:gd name="csY4" fmla="*/ 59 h 76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5" h="76667">
                <a:moveTo>
                  <a:pt x="0" y="59"/>
                </a:moveTo>
                <a:lnTo>
                  <a:pt x="648296" y="59"/>
                </a:lnTo>
                <a:lnTo>
                  <a:pt x="725025" y="76726"/>
                </a:lnTo>
                <a:lnTo>
                  <a:pt x="76825" y="76726"/>
                </a:lnTo>
                <a:lnTo>
                  <a:pt x="0" y="59"/>
                </a:lnTo>
                <a:close/>
              </a:path>
            </a:pathLst>
          </a:custGeom>
          <a:noFill/>
          <a:ln w="7132" cap="flat">
            <a:solidFill>
              <a:srgbClr val="A8D08D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8" name="任意形状 117">
            <a:extLst>
              <a:ext uri="{FF2B5EF4-FFF2-40B4-BE49-F238E27FC236}">
                <a16:creationId xmlns:a16="http://schemas.microsoft.com/office/drawing/2014/main" id="{0154297E-FA0C-C7F2-8431-139DB48CA862}"/>
              </a:ext>
            </a:extLst>
          </p:cNvPr>
          <p:cNvSpPr/>
          <p:nvPr/>
        </p:nvSpPr>
        <p:spPr>
          <a:xfrm flipV="1">
            <a:off x="8815607" y="3672681"/>
            <a:ext cx="76729" cy="464467"/>
          </a:xfrm>
          <a:custGeom>
            <a:avLst/>
            <a:gdLst>
              <a:gd name="csX0" fmla="*/ 0 w 76729"/>
              <a:gd name="csY0" fmla="*/ 100 h 464467"/>
              <a:gd name="csX1" fmla="*/ 76729 w 76729"/>
              <a:gd name="csY1" fmla="*/ 76767 h 464467"/>
              <a:gd name="csX2" fmla="*/ 76729 w 76729"/>
              <a:gd name="csY2" fmla="*/ 464568 h 464467"/>
              <a:gd name="csX3" fmla="*/ 0 w 76729"/>
              <a:gd name="csY3" fmla="*/ 387901 h 464467"/>
              <a:gd name="csX4" fmla="*/ 0 w 76729"/>
              <a:gd name="csY4" fmla="*/ 100 h 464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729" h="464467">
                <a:moveTo>
                  <a:pt x="0" y="100"/>
                </a:moveTo>
                <a:lnTo>
                  <a:pt x="76729" y="76767"/>
                </a:lnTo>
                <a:lnTo>
                  <a:pt x="76729" y="464568"/>
                </a:lnTo>
                <a:lnTo>
                  <a:pt x="0" y="387901"/>
                </a:lnTo>
                <a:lnTo>
                  <a:pt x="0" y="100"/>
                </a:lnTo>
                <a:close/>
              </a:path>
            </a:pathLst>
          </a:custGeom>
          <a:solidFill>
            <a:srgbClr val="C6DFB5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9" name="任意形状 118">
            <a:extLst>
              <a:ext uri="{FF2B5EF4-FFF2-40B4-BE49-F238E27FC236}">
                <a16:creationId xmlns:a16="http://schemas.microsoft.com/office/drawing/2014/main" id="{A0FFF0FD-CA5E-2113-CB82-C050D4A56740}"/>
              </a:ext>
            </a:extLst>
          </p:cNvPr>
          <p:cNvSpPr/>
          <p:nvPr/>
        </p:nvSpPr>
        <p:spPr>
          <a:xfrm flipV="1">
            <a:off x="8815607" y="3672681"/>
            <a:ext cx="76729" cy="464467"/>
          </a:xfrm>
          <a:custGeom>
            <a:avLst/>
            <a:gdLst>
              <a:gd name="csX0" fmla="*/ 0 w 76729"/>
              <a:gd name="csY0" fmla="*/ 100 h 464467"/>
              <a:gd name="csX1" fmla="*/ 76729 w 76729"/>
              <a:gd name="csY1" fmla="*/ 76767 h 464467"/>
              <a:gd name="csX2" fmla="*/ 76729 w 76729"/>
              <a:gd name="csY2" fmla="*/ 464568 h 464467"/>
              <a:gd name="csX3" fmla="*/ 0 w 76729"/>
              <a:gd name="csY3" fmla="*/ 387901 h 464467"/>
              <a:gd name="csX4" fmla="*/ 0 w 76729"/>
              <a:gd name="csY4" fmla="*/ 100 h 464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729" h="464467">
                <a:moveTo>
                  <a:pt x="0" y="100"/>
                </a:moveTo>
                <a:lnTo>
                  <a:pt x="76729" y="76767"/>
                </a:lnTo>
                <a:lnTo>
                  <a:pt x="76729" y="464568"/>
                </a:lnTo>
                <a:lnTo>
                  <a:pt x="0" y="387901"/>
                </a:lnTo>
                <a:lnTo>
                  <a:pt x="0" y="100"/>
                </a:lnTo>
                <a:close/>
              </a:path>
            </a:pathLst>
          </a:custGeom>
          <a:noFill/>
          <a:ln w="7132" cap="flat">
            <a:solidFill>
              <a:srgbClr val="A8D08D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0" name="任意形状 119">
            <a:extLst>
              <a:ext uri="{FF2B5EF4-FFF2-40B4-BE49-F238E27FC236}">
                <a16:creationId xmlns:a16="http://schemas.microsoft.com/office/drawing/2014/main" id="{096D476E-9E77-7E75-D2CD-88FCD65B6807}"/>
              </a:ext>
            </a:extLst>
          </p:cNvPr>
          <p:cNvSpPr/>
          <p:nvPr/>
        </p:nvSpPr>
        <p:spPr>
          <a:xfrm flipV="1">
            <a:off x="8167311" y="3749358"/>
            <a:ext cx="648258" cy="387791"/>
          </a:xfrm>
          <a:custGeom>
            <a:avLst/>
            <a:gdLst>
              <a:gd name="csX0" fmla="*/ 0 w 648258"/>
              <a:gd name="csY0" fmla="*/ 108 h 387791"/>
              <a:gd name="csX1" fmla="*/ 648258 w 648258"/>
              <a:gd name="csY1" fmla="*/ 108 h 387791"/>
              <a:gd name="csX2" fmla="*/ 648258 w 648258"/>
              <a:gd name="csY2" fmla="*/ 387899 h 387791"/>
              <a:gd name="csX3" fmla="*/ 0 w 648258"/>
              <a:gd name="csY3" fmla="*/ 387899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8258" h="387791">
                <a:moveTo>
                  <a:pt x="0" y="108"/>
                </a:moveTo>
                <a:lnTo>
                  <a:pt x="648258" y="108"/>
                </a:lnTo>
                <a:lnTo>
                  <a:pt x="648258" y="387899"/>
                </a:lnTo>
                <a:lnTo>
                  <a:pt x="0" y="387899"/>
                </a:lnTo>
                <a:close/>
              </a:path>
            </a:pathLst>
          </a:custGeom>
          <a:solidFill>
            <a:srgbClr val="E2EFD9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1" name="任意形状 120">
            <a:extLst>
              <a:ext uri="{FF2B5EF4-FFF2-40B4-BE49-F238E27FC236}">
                <a16:creationId xmlns:a16="http://schemas.microsoft.com/office/drawing/2014/main" id="{78BD7757-0F59-3E1D-23A3-C257405F443C}"/>
              </a:ext>
            </a:extLst>
          </p:cNvPr>
          <p:cNvSpPr/>
          <p:nvPr/>
        </p:nvSpPr>
        <p:spPr>
          <a:xfrm flipV="1">
            <a:off x="8167311" y="3749358"/>
            <a:ext cx="648258" cy="387791"/>
          </a:xfrm>
          <a:custGeom>
            <a:avLst/>
            <a:gdLst>
              <a:gd name="csX0" fmla="*/ 0 w 648258"/>
              <a:gd name="csY0" fmla="*/ 108 h 387791"/>
              <a:gd name="csX1" fmla="*/ 648258 w 648258"/>
              <a:gd name="csY1" fmla="*/ 108 h 387791"/>
              <a:gd name="csX2" fmla="*/ 648258 w 648258"/>
              <a:gd name="csY2" fmla="*/ 387899 h 387791"/>
              <a:gd name="csX3" fmla="*/ 0 w 648258"/>
              <a:gd name="csY3" fmla="*/ 387899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8258" h="387791">
                <a:moveTo>
                  <a:pt x="0" y="108"/>
                </a:moveTo>
                <a:lnTo>
                  <a:pt x="648258" y="108"/>
                </a:lnTo>
                <a:lnTo>
                  <a:pt x="648258" y="387899"/>
                </a:lnTo>
                <a:lnTo>
                  <a:pt x="0" y="387899"/>
                </a:lnTo>
                <a:close/>
              </a:path>
            </a:pathLst>
          </a:custGeom>
          <a:noFill/>
          <a:ln w="7132" cap="flat">
            <a:solidFill>
              <a:srgbClr val="A8D08D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" name="任意形状 121">
            <a:extLst>
              <a:ext uri="{FF2B5EF4-FFF2-40B4-BE49-F238E27FC236}">
                <a16:creationId xmlns:a16="http://schemas.microsoft.com/office/drawing/2014/main" id="{FBB333C7-D23A-5488-A9AB-2D73C47F3782}"/>
              </a:ext>
            </a:extLst>
          </p:cNvPr>
          <p:cNvSpPr/>
          <p:nvPr/>
        </p:nvSpPr>
        <p:spPr>
          <a:xfrm flipV="1">
            <a:off x="7091958" y="2285168"/>
            <a:ext cx="725025" cy="76572"/>
          </a:xfrm>
          <a:custGeom>
            <a:avLst/>
            <a:gdLst>
              <a:gd name="csX0" fmla="*/ 0 w 725025"/>
              <a:gd name="csY0" fmla="*/ -233 h 76572"/>
              <a:gd name="csX1" fmla="*/ 648201 w 725025"/>
              <a:gd name="csY1" fmla="*/ -233 h 76572"/>
              <a:gd name="csX2" fmla="*/ 725026 w 725025"/>
              <a:gd name="csY2" fmla="*/ 76339 h 76572"/>
              <a:gd name="csX3" fmla="*/ 76729 w 725025"/>
              <a:gd name="csY3" fmla="*/ 76339 h 76572"/>
              <a:gd name="csX4" fmla="*/ 0 w 725025"/>
              <a:gd name="csY4" fmla="*/ -233 h 76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5" h="76572">
                <a:moveTo>
                  <a:pt x="0" y="-233"/>
                </a:moveTo>
                <a:lnTo>
                  <a:pt x="648201" y="-233"/>
                </a:lnTo>
                <a:lnTo>
                  <a:pt x="725026" y="76339"/>
                </a:lnTo>
                <a:lnTo>
                  <a:pt x="76729" y="76339"/>
                </a:lnTo>
                <a:lnTo>
                  <a:pt x="0" y="-233"/>
                </a:lnTo>
                <a:close/>
              </a:path>
            </a:pathLst>
          </a:custGeom>
          <a:solidFill>
            <a:srgbClr val="EDF4FA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3" name="任意形状 122">
            <a:extLst>
              <a:ext uri="{FF2B5EF4-FFF2-40B4-BE49-F238E27FC236}">
                <a16:creationId xmlns:a16="http://schemas.microsoft.com/office/drawing/2014/main" id="{BB310B24-7EC6-A360-9A77-6402E5D1BE02}"/>
              </a:ext>
            </a:extLst>
          </p:cNvPr>
          <p:cNvSpPr/>
          <p:nvPr/>
        </p:nvSpPr>
        <p:spPr>
          <a:xfrm flipV="1">
            <a:off x="7091958" y="2285168"/>
            <a:ext cx="725025" cy="76572"/>
          </a:xfrm>
          <a:custGeom>
            <a:avLst/>
            <a:gdLst>
              <a:gd name="csX0" fmla="*/ 0 w 725025"/>
              <a:gd name="csY0" fmla="*/ -233 h 76572"/>
              <a:gd name="csX1" fmla="*/ 648201 w 725025"/>
              <a:gd name="csY1" fmla="*/ -233 h 76572"/>
              <a:gd name="csX2" fmla="*/ 725026 w 725025"/>
              <a:gd name="csY2" fmla="*/ 76339 h 76572"/>
              <a:gd name="csX3" fmla="*/ 76729 w 725025"/>
              <a:gd name="csY3" fmla="*/ 76339 h 76572"/>
              <a:gd name="csX4" fmla="*/ 0 w 725025"/>
              <a:gd name="csY4" fmla="*/ -233 h 76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025" h="76572">
                <a:moveTo>
                  <a:pt x="0" y="-233"/>
                </a:moveTo>
                <a:lnTo>
                  <a:pt x="648201" y="-233"/>
                </a:lnTo>
                <a:lnTo>
                  <a:pt x="725026" y="76339"/>
                </a:lnTo>
                <a:lnTo>
                  <a:pt x="76729" y="76339"/>
                </a:lnTo>
                <a:lnTo>
                  <a:pt x="0" y="-233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4" name="任意形状 123">
            <a:extLst>
              <a:ext uri="{FF2B5EF4-FFF2-40B4-BE49-F238E27FC236}">
                <a16:creationId xmlns:a16="http://schemas.microsoft.com/office/drawing/2014/main" id="{896B1BF0-183D-3735-09BD-5322BE2F9196}"/>
              </a:ext>
            </a:extLst>
          </p:cNvPr>
          <p:cNvSpPr/>
          <p:nvPr/>
        </p:nvSpPr>
        <p:spPr>
          <a:xfrm flipV="1">
            <a:off x="7740159" y="2285168"/>
            <a:ext cx="76824" cy="464372"/>
          </a:xfrm>
          <a:custGeom>
            <a:avLst/>
            <a:gdLst>
              <a:gd name="csX0" fmla="*/ 0 w 76824"/>
              <a:gd name="csY0" fmla="*/ -192 h 464372"/>
              <a:gd name="csX1" fmla="*/ 76825 w 76824"/>
              <a:gd name="csY1" fmla="*/ 76475 h 464372"/>
              <a:gd name="csX2" fmla="*/ 76825 w 76824"/>
              <a:gd name="csY2" fmla="*/ 464181 h 464372"/>
              <a:gd name="csX3" fmla="*/ 0 w 76824"/>
              <a:gd name="csY3" fmla="*/ 387608 h 464372"/>
              <a:gd name="csX4" fmla="*/ 0 w 76824"/>
              <a:gd name="csY4" fmla="*/ -192 h 464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824" h="464372">
                <a:moveTo>
                  <a:pt x="0" y="-192"/>
                </a:moveTo>
                <a:lnTo>
                  <a:pt x="76825" y="76475"/>
                </a:lnTo>
                <a:lnTo>
                  <a:pt x="76825" y="464181"/>
                </a:lnTo>
                <a:lnTo>
                  <a:pt x="0" y="387608"/>
                </a:lnTo>
                <a:lnTo>
                  <a:pt x="0" y="-192"/>
                </a:lnTo>
                <a:close/>
              </a:path>
            </a:pathLst>
          </a:custGeom>
          <a:solidFill>
            <a:srgbClr val="B4D2EB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5" name="任意形状 124">
            <a:extLst>
              <a:ext uri="{FF2B5EF4-FFF2-40B4-BE49-F238E27FC236}">
                <a16:creationId xmlns:a16="http://schemas.microsoft.com/office/drawing/2014/main" id="{3BDCB8CF-7200-500C-7145-078661BCA5AB}"/>
              </a:ext>
            </a:extLst>
          </p:cNvPr>
          <p:cNvSpPr/>
          <p:nvPr/>
        </p:nvSpPr>
        <p:spPr>
          <a:xfrm flipV="1">
            <a:off x="7740159" y="2285168"/>
            <a:ext cx="76824" cy="464372"/>
          </a:xfrm>
          <a:custGeom>
            <a:avLst/>
            <a:gdLst>
              <a:gd name="csX0" fmla="*/ 0 w 76824"/>
              <a:gd name="csY0" fmla="*/ -192 h 464372"/>
              <a:gd name="csX1" fmla="*/ 76825 w 76824"/>
              <a:gd name="csY1" fmla="*/ 76475 h 464372"/>
              <a:gd name="csX2" fmla="*/ 76825 w 76824"/>
              <a:gd name="csY2" fmla="*/ 464181 h 464372"/>
              <a:gd name="csX3" fmla="*/ 0 w 76824"/>
              <a:gd name="csY3" fmla="*/ 387608 h 464372"/>
              <a:gd name="csX4" fmla="*/ 0 w 76824"/>
              <a:gd name="csY4" fmla="*/ -192 h 464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6824" h="464372">
                <a:moveTo>
                  <a:pt x="0" y="-192"/>
                </a:moveTo>
                <a:lnTo>
                  <a:pt x="76825" y="76475"/>
                </a:lnTo>
                <a:lnTo>
                  <a:pt x="76825" y="464181"/>
                </a:lnTo>
                <a:lnTo>
                  <a:pt x="0" y="387608"/>
                </a:lnTo>
                <a:lnTo>
                  <a:pt x="0" y="-192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6" name="任意形状 125">
            <a:extLst>
              <a:ext uri="{FF2B5EF4-FFF2-40B4-BE49-F238E27FC236}">
                <a16:creationId xmlns:a16="http://schemas.microsoft.com/office/drawing/2014/main" id="{1C041228-DA11-8B03-3AAF-1EF6443107FB}"/>
              </a:ext>
            </a:extLst>
          </p:cNvPr>
          <p:cNvSpPr/>
          <p:nvPr/>
        </p:nvSpPr>
        <p:spPr>
          <a:xfrm flipV="1">
            <a:off x="7091958" y="2361750"/>
            <a:ext cx="648258" cy="387791"/>
          </a:xfrm>
          <a:custGeom>
            <a:avLst/>
            <a:gdLst>
              <a:gd name="csX0" fmla="*/ 0 w 648258"/>
              <a:gd name="csY0" fmla="*/ -184 h 387791"/>
              <a:gd name="csX1" fmla="*/ 648258 w 648258"/>
              <a:gd name="csY1" fmla="*/ -184 h 387791"/>
              <a:gd name="csX2" fmla="*/ 648258 w 648258"/>
              <a:gd name="csY2" fmla="*/ 387607 h 387791"/>
              <a:gd name="csX3" fmla="*/ 0 w 648258"/>
              <a:gd name="csY3" fmla="*/ 387607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8258" h="387791">
                <a:moveTo>
                  <a:pt x="0" y="-184"/>
                </a:moveTo>
                <a:lnTo>
                  <a:pt x="648258" y="-184"/>
                </a:lnTo>
                <a:lnTo>
                  <a:pt x="648258" y="387607"/>
                </a:lnTo>
                <a:lnTo>
                  <a:pt x="0" y="387607"/>
                </a:lnTo>
                <a:close/>
              </a:path>
            </a:pathLst>
          </a:custGeom>
          <a:solidFill>
            <a:srgbClr val="DEEBF6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任意形状 126">
            <a:extLst>
              <a:ext uri="{FF2B5EF4-FFF2-40B4-BE49-F238E27FC236}">
                <a16:creationId xmlns:a16="http://schemas.microsoft.com/office/drawing/2014/main" id="{A7F23ECD-5CF3-477F-C052-85BE9D2BE82B}"/>
              </a:ext>
            </a:extLst>
          </p:cNvPr>
          <p:cNvSpPr/>
          <p:nvPr/>
        </p:nvSpPr>
        <p:spPr>
          <a:xfrm flipV="1">
            <a:off x="7091958" y="2361750"/>
            <a:ext cx="648258" cy="387791"/>
          </a:xfrm>
          <a:custGeom>
            <a:avLst/>
            <a:gdLst>
              <a:gd name="csX0" fmla="*/ 0 w 648258"/>
              <a:gd name="csY0" fmla="*/ -184 h 387791"/>
              <a:gd name="csX1" fmla="*/ 648258 w 648258"/>
              <a:gd name="csY1" fmla="*/ -184 h 387791"/>
              <a:gd name="csX2" fmla="*/ 648258 w 648258"/>
              <a:gd name="csY2" fmla="*/ 387607 h 387791"/>
              <a:gd name="csX3" fmla="*/ 0 w 648258"/>
              <a:gd name="csY3" fmla="*/ 387607 h 387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8258" h="387791">
                <a:moveTo>
                  <a:pt x="0" y="-184"/>
                </a:moveTo>
                <a:lnTo>
                  <a:pt x="648258" y="-184"/>
                </a:lnTo>
                <a:lnTo>
                  <a:pt x="648258" y="387607"/>
                </a:lnTo>
                <a:lnTo>
                  <a:pt x="0" y="387607"/>
                </a:lnTo>
                <a:close/>
              </a:path>
            </a:pathLst>
          </a:custGeom>
          <a:noFill/>
          <a:ln w="7132" cap="flat">
            <a:solidFill>
              <a:srgbClr val="8DA8D6"/>
            </a:solidFill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8" name="任意形状 127">
            <a:extLst>
              <a:ext uri="{FF2B5EF4-FFF2-40B4-BE49-F238E27FC236}">
                <a16:creationId xmlns:a16="http://schemas.microsoft.com/office/drawing/2014/main" id="{6635DE7D-F050-A063-9BEC-E91CC00E3AA7}"/>
              </a:ext>
            </a:extLst>
          </p:cNvPr>
          <p:cNvSpPr/>
          <p:nvPr/>
        </p:nvSpPr>
        <p:spPr>
          <a:xfrm flipV="1">
            <a:off x="4130862" y="2586516"/>
            <a:ext cx="241583" cy="220215"/>
          </a:xfrm>
          <a:custGeom>
            <a:avLst/>
            <a:gdLst>
              <a:gd name="csX0" fmla="*/ 0 w 241583"/>
              <a:gd name="csY0" fmla="*/ -155 h 220215"/>
              <a:gd name="csX1" fmla="*/ 94408 w 241583"/>
              <a:gd name="csY1" fmla="*/ -155 h 220215"/>
              <a:gd name="csX2" fmla="*/ 94408 w 241583"/>
              <a:gd name="csY2" fmla="*/ 220061 h 220215"/>
              <a:gd name="csX3" fmla="*/ 241583 w 241583"/>
              <a:gd name="csY3" fmla="*/ 220061 h 220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1583" h="220215">
                <a:moveTo>
                  <a:pt x="0" y="-155"/>
                </a:moveTo>
                <a:lnTo>
                  <a:pt x="94408" y="-155"/>
                </a:lnTo>
                <a:lnTo>
                  <a:pt x="94408" y="220061"/>
                </a:lnTo>
                <a:lnTo>
                  <a:pt x="241583" y="220061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9" name="任意形状 128">
            <a:extLst>
              <a:ext uri="{FF2B5EF4-FFF2-40B4-BE49-F238E27FC236}">
                <a16:creationId xmlns:a16="http://schemas.microsoft.com/office/drawing/2014/main" id="{A37B2E9A-A5B3-AFA6-A692-37EA4A38D274}"/>
              </a:ext>
            </a:extLst>
          </p:cNvPr>
          <p:cNvSpPr/>
          <p:nvPr/>
        </p:nvSpPr>
        <p:spPr>
          <a:xfrm flipV="1">
            <a:off x="4357309" y="2555451"/>
            <a:ext cx="62259" cy="62131"/>
          </a:xfrm>
          <a:custGeom>
            <a:avLst/>
            <a:gdLst>
              <a:gd name="csX0" fmla="*/ 62259 w 62259"/>
              <a:gd name="csY0" fmla="*/ 30888 h 62131"/>
              <a:gd name="csX1" fmla="*/ 0 w 62259"/>
              <a:gd name="csY1" fmla="*/ -178 h 62131"/>
              <a:gd name="csX2" fmla="*/ 0 w 62259"/>
              <a:gd name="csY2" fmla="*/ 61954 h 62131"/>
              <a:gd name="csX3" fmla="*/ 62259 w 62259"/>
              <a:gd name="csY3" fmla="*/ 30888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0888"/>
                </a:moveTo>
                <a:lnTo>
                  <a:pt x="0" y="-178"/>
                </a:lnTo>
                <a:cubicBezTo>
                  <a:pt x="9805" y="19393"/>
                  <a:pt x="9805" y="42383"/>
                  <a:pt x="0" y="61954"/>
                </a:cubicBezTo>
                <a:lnTo>
                  <a:pt x="62259" y="30888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0" name="任意形状 129">
            <a:extLst>
              <a:ext uri="{FF2B5EF4-FFF2-40B4-BE49-F238E27FC236}">
                <a16:creationId xmlns:a16="http://schemas.microsoft.com/office/drawing/2014/main" id="{24804AD1-EFCD-65CC-2F3A-5E7B62AA6B06}"/>
              </a:ext>
            </a:extLst>
          </p:cNvPr>
          <p:cNvSpPr/>
          <p:nvPr/>
        </p:nvSpPr>
        <p:spPr>
          <a:xfrm flipV="1">
            <a:off x="5407244" y="3210684"/>
            <a:ext cx="227332" cy="9500"/>
          </a:xfrm>
          <a:custGeom>
            <a:avLst/>
            <a:gdLst>
              <a:gd name="csX0" fmla="*/ 0 w 227332"/>
              <a:gd name="csY0" fmla="*/ -46 h 9500"/>
              <a:gd name="csX1" fmla="*/ 227332 w 227332"/>
              <a:gd name="csY1" fmla="*/ -46 h 9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27332" h="9500">
                <a:moveTo>
                  <a:pt x="0" y="-46"/>
                </a:moveTo>
                <a:lnTo>
                  <a:pt x="227332" y="-46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1" name="任意形状 130">
            <a:extLst>
              <a:ext uri="{FF2B5EF4-FFF2-40B4-BE49-F238E27FC236}">
                <a16:creationId xmlns:a16="http://schemas.microsoft.com/office/drawing/2014/main" id="{8D23D407-5052-B178-FDF4-4618E52ABA69}"/>
              </a:ext>
            </a:extLst>
          </p:cNvPr>
          <p:cNvSpPr/>
          <p:nvPr/>
        </p:nvSpPr>
        <p:spPr>
          <a:xfrm flipV="1">
            <a:off x="5619440" y="3179618"/>
            <a:ext cx="62259" cy="62131"/>
          </a:xfrm>
          <a:custGeom>
            <a:avLst/>
            <a:gdLst>
              <a:gd name="csX0" fmla="*/ 62259 w 62259"/>
              <a:gd name="csY0" fmla="*/ 31020 h 62131"/>
              <a:gd name="csX1" fmla="*/ 0 w 62259"/>
              <a:gd name="csY1" fmla="*/ -46 h 62131"/>
              <a:gd name="csX2" fmla="*/ 0 w 62259"/>
              <a:gd name="csY2" fmla="*/ 62086 h 62131"/>
              <a:gd name="csX3" fmla="*/ 62259 w 62259"/>
              <a:gd name="csY3" fmla="*/ 31020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1020"/>
                </a:moveTo>
                <a:lnTo>
                  <a:pt x="0" y="-46"/>
                </a:lnTo>
                <a:cubicBezTo>
                  <a:pt x="9805" y="19429"/>
                  <a:pt x="9805" y="42515"/>
                  <a:pt x="0" y="62086"/>
                </a:cubicBezTo>
                <a:lnTo>
                  <a:pt x="62259" y="31020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2" name="任意形状 131">
            <a:extLst>
              <a:ext uri="{FF2B5EF4-FFF2-40B4-BE49-F238E27FC236}">
                <a16:creationId xmlns:a16="http://schemas.microsoft.com/office/drawing/2014/main" id="{060CCF3A-D94A-3DE8-2433-1F73AAB7CCBA}"/>
              </a:ext>
            </a:extLst>
          </p:cNvPr>
          <p:cNvSpPr/>
          <p:nvPr/>
        </p:nvSpPr>
        <p:spPr>
          <a:xfrm flipV="1">
            <a:off x="5451035" y="2588796"/>
            <a:ext cx="79109" cy="9500"/>
          </a:xfrm>
          <a:custGeom>
            <a:avLst/>
            <a:gdLst>
              <a:gd name="csX0" fmla="*/ 0 w 79109"/>
              <a:gd name="csY0" fmla="*/ -177 h 9500"/>
              <a:gd name="csX1" fmla="*/ 79109 w 79109"/>
              <a:gd name="csY1" fmla="*/ -177 h 9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109" h="9500">
                <a:moveTo>
                  <a:pt x="0" y="-177"/>
                </a:moveTo>
                <a:lnTo>
                  <a:pt x="79109" y="-177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" name="任意形状 132">
            <a:extLst>
              <a:ext uri="{FF2B5EF4-FFF2-40B4-BE49-F238E27FC236}">
                <a16:creationId xmlns:a16="http://schemas.microsoft.com/office/drawing/2014/main" id="{E48C793A-BBA7-5CC1-1CE8-DDB27CA752F6}"/>
              </a:ext>
            </a:extLst>
          </p:cNvPr>
          <p:cNvSpPr/>
          <p:nvPr/>
        </p:nvSpPr>
        <p:spPr>
          <a:xfrm flipV="1">
            <a:off x="5515008" y="2557731"/>
            <a:ext cx="62259" cy="62131"/>
          </a:xfrm>
          <a:custGeom>
            <a:avLst/>
            <a:gdLst>
              <a:gd name="csX0" fmla="*/ 62259 w 62259"/>
              <a:gd name="csY0" fmla="*/ 30889 h 62131"/>
              <a:gd name="csX1" fmla="*/ 0 w 62259"/>
              <a:gd name="csY1" fmla="*/ -177 h 62131"/>
              <a:gd name="csX2" fmla="*/ 0 w 62259"/>
              <a:gd name="csY2" fmla="*/ 61955 h 62131"/>
              <a:gd name="csX3" fmla="*/ 62259 w 62259"/>
              <a:gd name="csY3" fmla="*/ 30889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0889"/>
                </a:moveTo>
                <a:lnTo>
                  <a:pt x="0" y="-177"/>
                </a:lnTo>
                <a:cubicBezTo>
                  <a:pt x="9805" y="19393"/>
                  <a:pt x="9805" y="42384"/>
                  <a:pt x="0" y="61955"/>
                </a:cubicBezTo>
                <a:lnTo>
                  <a:pt x="62259" y="30889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4" name="任意形状 133">
            <a:extLst>
              <a:ext uri="{FF2B5EF4-FFF2-40B4-BE49-F238E27FC236}">
                <a16:creationId xmlns:a16="http://schemas.microsoft.com/office/drawing/2014/main" id="{712922F5-882F-8EAF-6DA1-5744E34A4BA5}"/>
              </a:ext>
            </a:extLst>
          </p:cNvPr>
          <p:cNvSpPr/>
          <p:nvPr/>
        </p:nvSpPr>
        <p:spPr>
          <a:xfrm flipV="1">
            <a:off x="4066965" y="4204601"/>
            <a:ext cx="144405" cy="9500"/>
          </a:xfrm>
          <a:custGeom>
            <a:avLst/>
            <a:gdLst>
              <a:gd name="csX0" fmla="*/ 0 w 144405"/>
              <a:gd name="csY0" fmla="*/ 163 h 9500"/>
              <a:gd name="csX1" fmla="*/ 144405 w 144405"/>
              <a:gd name="csY1" fmla="*/ 163 h 9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4405" h="9500">
                <a:moveTo>
                  <a:pt x="0" y="163"/>
                </a:moveTo>
                <a:lnTo>
                  <a:pt x="144405" y="163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5" name="任意形状 134">
            <a:extLst>
              <a:ext uri="{FF2B5EF4-FFF2-40B4-BE49-F238E27FC236}">
                <a16:creationId xmlns:a16="http://schemas.microsoft.com/office/drawing/2014/main" id="{FAAB67FE-194B-A215-F539-E6B48A9E8BDC}"/>
              </a:ext>
            </a:extLst>
          </p:cNvPr>
          <p:cNvSpPr/>
          <p:nvPr/>
        </p:nvSpPr>
        <p:spPr>
          <a:xfrm flipV="1">
            <a:off x="4196234" y="4173535"/>
            <a:ext cx="62259" cy="62131"/>
          </a:xfrm>
          <a:custGeom>
            <a:avLst/>
            <a:gdLst>
              <a:gd name="csX0" fmla="*/ 62259 w 62259"/>
              <a:gd name="csY0" fmla="*/ 31229 h 62131"/>
              <a:gd name="csX1" fmla="*/ 0 w 62259"/>
              <a:gd name="csY1" fmla="*/ 163 h 62131"/>
              <a:gd name="csX2" fmla="*/ 0 w 62259"/>
              <a:gd name="csY2" fmla="*/ 62295 h 62131"/>
              <a:gd name="csX3" fmla="*/ 62259 w 62259"/>
              <a:gd name="csY3" fmla="*/ 31229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1229"/>
                </a:moveTo>
                <a:lnTo>
                  <a:pt x="0" y="163"/>
                </a:lnTo>
                <a:cubicBezTo>
                  <a:pt x="9805" y="19733"/>
                  <a:pt x="9805" y="42724"/>
                  <a:pt x="0" y="62295"/>
                </a:cubicBezTo>
                <a:lnTo>
                  <a:pt x="62259" y="31229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6" name="任意形状 135">
            <a:extLst>
              <a:ext uri="{FF2B5EF4-FFF2-40B4-BE49-F238E27FC236}">
                <a16:creationId xmlns:a16="http://schemas.microsoft.com/office/drawing/2014/main" id="{04A0C1A0-F227-33FA-5D70-21A1D6FD4A67}"/>
              </a:ext>
            </a:extLst>
          </p:cNvPr>
          <p:cNvSpPr/>
          <p:nvPr/>
        </p:nvSpPr>
        <p:spPr>
          <a:xfrm flipV="1">
            <a:off x="4062615" y="4643304"/>
            <a:ext cx="144376" cy="9500"/>
          </a:xfrm>
          <a:custGeom>
            <a:avLst/>
            <a:gdLst>
              <a:gd name="csX0" fmla="*/ 0 w 144376"/>
              <a:gd name="csY0" fmla="*/ 255 h 9500"/>
              <a:gd name="csX1" fmla="*/ 144377 w 144376"/>
              <a:gd name="csY1" fmla="*/ 255 h 9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4376" h="9500">
                <a:moveTo>
                  <a:pt x="0" y="255"/>
                </a:moveTo>
                <a:lnTo>
                  <a:pt x="144377" y="255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7" name="任意形状 136">
            <a:extLst>
              <a:ext uri="{FF2B5EF4-FFF2-40B4-BE49-F238E27FC236}">
                <a16:creationId xmlns:a16="http://schemas.microsoft.com/office/drawing/2014/main" id="{F6401BCD-02CD-7CC1-FBF2-64442DD1152C}"/>
              </a:ext>
            </a:extLst>
          </p:cNvPr>
          <p:cNvSpPr/>
          <p:nvPr/>
        </p:nvSpPr>
        <p:spPr>
          <a:xfrm flipV="1">
            <a:off x="4191855" y="4612238"/>
            <a:ext cx="62259" cy="62131"/>
          </a:xfrm>
          <a:custGeom>
            <a:avLst/>
            <a:gdLst>
              <a:gd name="csX0" fmla="*/ 62259 w 62259"/>
              <a:gd name="csY0" fmla="*/ 31321 h 62131"/>
              <a:gd name="csX1" fmla="*/ 0 w 62259"/>
              <a:gd name="csY1" fmla="*/ 255 h 62131"/>
              <a:gd name="csX2" fmla="*/ 0 w 62259"/>
              <a:gd name="csY2" fmla="*/ 62387 h 62131"/>
              <a:gd name="csX3" fmla="*/ 62259 w 62259"/>
              <a:gd name="csY3" fmla="*/ 31321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1321"/>
                </a:moveTo>
                <a:lnTo>
                  <a:pt x="0" y="255"/>
                </a:lnTo>
                <a:cubicBezTo>
                  <a:pt x="9805" y="19807"/>
                  <a:pt x="9805" y="42826"/>
                  <a:pt x="0" y="62387"/>
                </a:cubicBezTo>
                <a:lnTo>
                  <a:pt x="62259" y="31321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8" name="任意形状 137">
            <a:extLst>
              <a:ext uri="{FF2B5EF4-FFF2-40B4-BE49-F238E27FC236}">
                <a16:creationId xmlns:a16="http://schemas.microsoft.com/office/drawing/2014/main" id="{9F2986FD-F3A4-D960-8841-6D36690C5342}"/>
              </a:ext>
            </a:extLst>
          </p:cNvPr>
          <p:cNvSpPr/>
          <p:nvPr/>
        </p:nvSpPr>
        <p:spPr>
          <a:xfrm flipV="1">
            <a:off x="4071325" y="5051596"/>
            <a:ext cx="144329" cy="9500"/>
          </a:xfrm>
          <a:custGeom>
            <a:avLst/>
            <a:gdLst>
              <a:gd name="csX0" fmla="*/ 0 w 144329"/>
              <a:gd name="csY0" fmla="*/ 341 h 9500"/>
              <a:gd name="csX1" fmla="*/ 144329 w 144329"/>
              <a:gd name="csY1" fmla="*/ 341 h 9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4329" h="9500">
                <a:moveTo>
                  <a:pt x="0" y="341"/>
                </a:moveTo>
                <a:lnTo>
                  <a:pt x="144329" y="341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9" name="任意形状 138">
            <a:extLst>
              <a:ext uri="{FF2B5EF4-FFF2-40B4-BE49-F238E27FC236}">
                <a16:creationId xmlns:a16="http://schemas.microsoft.com/office/drawing/2014/main" id="{34CEF87A-4C4A-1F3C-9D8F-70F61DB4A472}"/>
              </a:ext>
            </a:extLst>
          </p:cNvPr>
          <p:cNvSpPr/>
          <p:nvPr/>
        </p:nvSpPr>
        <p:spPr>
          <a:xfrm flipV="1">
            <a:off x="4200613" y="5020531"/>
            <a:ext cx="62259" cy="62131"/>
          </a:xfrm>
          <a:custGeom>
            <a:avLst/>
            <a:gdLst>
              <a:gd name="csX0" fmla="*/ 62259 w 62259"/>
              <a:gd name="csY0" fmla="*/ 31407 h 62131"/>
              <a:gd name="csX1" fmla="*/ 0 w 62259"/>
              <a:gd name="csY1" fmla="*/ 341 h 62131"/>
              <a:gd name="csX2" fmla="*/ 0 w 62259"/>
              <a:gd name="csY2" fmla="*/ 62473 h 62131"/>
              <a:gd name="csX3" fmla="*/ 62259 w 62259"/>
              <a:gd name="csY3" fmla="*/ 31407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1407"/>
                </a:moveTo>
                <a:lnTo>
                  <a:pt x="0" y="341"/>
                </a:lnTo>
                <a:cubicBezTo>
                  <a:pt x="9710" y="19893"/>
                  <a:pt x="9710" y="42912"/>
                  <a:pt x="0" y="62473"/>
                </a:cubicBezTo>
                <a:lnTo>
                  <a:pt x="62259" y="31407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0" name="任意形状 139">
            <a:extLst>
              <a:ext uri="{FF2B5EF4-FFF2-40B4-BE49-F238E27FC236}">
                <a16:creationId xmlns:a16="http://schemas.microsoft.com/office/drawing/2014/main" id="{897193E5-6774-E6BA-E015-16465A9DB5EC}"/>
              </a:ext>
            </a:extLst>
          </p:cNvPr>
          <p:cNvSpPr/>
          <p:nvPr/>
        </p:nvSpPr>
        <p:spPr>
          <a:xfrm flipV="1">
            <a:off x="5418097" y="4174770"/>
            <a:ext cx="71588" cy="308387"/>
          </a:xfrm>
          <a:custGeom>
            <a:avLst/>
            <a:gdLst>
              <a:gd name="csX0" fmla="*/ 0 w 71588"/>
              <a:gd name="csY0" fmla="*/ 308577 h 308387"/>
              <a:gd name="csX1" fmla="*/ 20182 w 71588"/>
              <a:gd name="csY1" fmla="*/ 308577 h 308387"/>
              <a:gd name="csX2" fmla="*/ 20182 w 71588"/>
              <a:gd name="csY2" fmla="*/ 189 h 308387"/>
              <a:gd name="csX3" fmla="*/ 71589 w 71588"/>
              <a:gd name="csY3" fmla="*/ 189 h 308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1588" h="308387">
                <a:moveTo>
                  <a:pt x="0" y="308577"/>
                </a:moveTo>
                <a:lnTo>
                  <a:pt x="20182" y="308577"/>
                </a:lnTo>
                <a:lnTo>
                  <a:pt x="20182" y="189"/>
                </a:lnTo>
                <a:lnTo>
                  <a:pt x="71589" y="189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1" name="任意形状 140">
            <a:extLst>
              <a:ext uri="{FF2B5EF4-FFF2-40B4-BE49-F238E27FC236}">
                <a16:creationId xmlns:a16="http://schemas.microsoft.com/office/drawing/2014/main" id="{1B2B4609-0A57-C882-263F-2E51BCAFE100}"/>
              </a:ext>
            </a:extLst>
          </p:cNvPr>
          <p:cNvSpPr/>
          <p:nvPr/>
        </p:nvSpPr>
        <p:spPr>
          <a:xfrm flipV="1">
            <a:off x="5474549" y="4452092"/>
            <a:ext cx="62259" cy="62131"/>
          </a:xfrm>
          <a:custGeom>
            <a:avLst/>
            <a:gdLst>
              <a:gd name="csX0" fmla="*/ 62259 w 62259"/>
              <a:gd name="csY0" fmla="*/ 31287 h 62131"/>
              <a:gd name="csX1" fmla="*/ 0 w 62259"/>
              <a:gd name="csY1" fmla="*/ 222 h 62131"/>
              <a:gd name="csX2" fmla="*/ 0 w 62259"/>
              <a:gd name="csY2" fmla="*/ 62353 h 62131"/>
              <a:gd name="csX3" fmla="*/ 62259 w 62259"/>
              <a:gd name="csY3" fmla="*/ 31287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1287"/>
                </a:moveTo>
                <a:lnTo>
                  <a:pt x="0" y="222"/>
                </a:lnTo>
                <a:cubicBezTo>
                  <a:pt x="9805" y="19773"/>
                  <a:pt x="9805" y="42792"/>
                  <a:pt x="0" y="62353"/>
                </a:cubicBezTo>
                <a:lnTo>
                  <a:pt x="62259" y="31287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2" name="任意形状 141">
            <a:extLst>
              <a:ext uri="{FF2B5EF4-FFF2-40B4-BE49-F238E27FC236}">
                <a16:creationId xmlns:a16="http://schemas.microsoft.com/office/drawing/2014/main" id="{9D86BA67-04ED-9D36-EB0E-862066374364}"/>
              </a:ext>
            </a:extLst>
          </p:cNvPr>
          <p:cNvSpPr/>
          <p:nvPr/>
        </p:nvSpPr>
        <p:spPr>
          <a:xfrm flipV="1">
            <a:off x="6147406" y="4495632"/>
            <a:ext cx="13803" cy="9500"/>
          </a:xfrm>
          <a:custGeom>
            <a:avLst/>
            <a:gdLst>
              <a:gd name="csX0" fmla="*/ 0 w 13803"/>
              <a:gd name="csY0" fmla="*/ 224 h 9500"/>
              <a:gd name="csX1" fmla="*/ 13804 w 13803"/>
              <a:gd name="csY1" fmla="*/ 224 h 9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803" h="9500">
                <a:moveTo>
                  <a:pt x="0" y="224"/>
                </a:moveTo>
                <a:lnTo>
                  <a:pt x="13804" y="224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" name="任意形状 142">
            <a:extLst>
              <a:ext uri="{FF2B5EF4-FFF2-40B4-BE49-F238E27FC236}">
                <a16:creationId xmlns:a16="http://schemas.microsoft.com/office/drawing/2014/main" id="{9E7E2E38-A046-D5A0-C7FC-507D4885CB8E}"/>
              </a:ext>
            </a:extLst>
          </p:cNvPr>
          <p:cNvSpPr/>
          <p:nvPr/>
        </p:nvSpPr>
        <p:spPr>
          <a:xfrm flipV="1">
            <a:off x="6146074" y="4464566"/>
            <a:ext cx="62259" cy="62131"/>
          </a:xfrm>
          <a:custGeom>
            <a:avLst/>
            <a:gdLst>
              <a:gd name="csX0" fmla="*/ 62259 w 62259"/>
              <a:gd name="csY0" fmla="*/ 31290 h 62131"/>
              <a:gd name="csX1" fmla="*/ 0 w 62259"/>
              <a:gd name="csY1" fmla="*/ 224 h 62131"/>
              <a:gd name="csX2" fmla="*/ 0 w 62259"/>
              <a:gd name="csY2" fmla="*/ 62356 h 62131"/>
              <a:gd name="csX3" fmla="*/ 62259 w 62259"/>
              <a:gd name="csY3" fmla="*/ 31290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1290"/>
                </a:moveTo>
                <a:lnTo>
                  <a:pt x="0" y="224"/>
                </a:lnTo>
                <a:cubicBezTo>
                  <a:pt x="9805" y="19785"/>
                  <a:pt x="9805" y="42804"/>
                  <a:pt x="0" y="62356"/>
                </a:cubicBezTo>
                <a:lnTo>
                  <a:pt x="62259" y="31290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4" name="任意形状 143">
            <a:extLst>
              <a:ext uri="{FF2B5EF4-FFF2-40B4-BE49-F238E27FC236}">
                <a16:creationId xmlns:a16="http://schemas.microsoft.com/office/drawing/2014/main" id="{C2A9DD36-5EEF-1488-D398-034AE5C80915}"/>
              </a:ext>
            </a:extLst>
          </p:cNvPr>
          <p:cNvSpPr/>
          <p:nvPr/>
        </p:nvSpPr>
        <p:spPr>
          <a:xfrm flipV="1">
            <a:off x="4862142" y="3400879"/>
            <a:ext cx="1341621" cy="522229"/>
          </a:xfrm>
          <a:custGeom>
            <a:avLst/>
            <a:gdLst>
              <a:gd name="csX0" fmla="*/ 1341621 w 1341621"/>
              <a:gd name="csY0" fmla="*/ 522278 h 522229"/>
              <a:gd name="csX1" fmla="*/ 1341621 w 1341621"/>
              <a:gd name="csY1" fmla="*/ 219600 h 522229"/>
              <a:gd name="csX2" fmla="*/ 0 w 1341621"/>
              <a:gd name="csY2" fmla="*/ 219600 h 522229"/>
              <a:gd name="csX3" fmla="*/ 0 w 1341621"/>
              <a:gd name="csY3" fmla="*/ 49 h 5222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41621" h="522229">
                <a:moveTo>
                  <a:pt x="1341621" y="522278"/>
                </a:moveTo>
                <a:lnTo>
                  <a:pt x="1341621" y="219600"/>
                </a:lnTo>
                <a:lnTo>
                  <a:pt x="0" y="219600"/>
                </a:lnTo>
                <a:lnTo>
                  <a:pt x="0" y="49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5" name="任意形状 144">
            <a:extLst>
              <a:ext uri="{FF2B5EF4-FFF2-40B4-BE49-F238E27FC236}">
                <a16:creationId xmlns:a16="http://schemas.microsoft.com/office/drawing/2014/main" id="{826E04B4-C217-B9AD-2D2D-3A61FBBB6EE5}"/>
              </a:ext>
            </a:extLst>
          </p:cNvPr>
          <p:cNvSpPr/>
          <p:nvPr/>
        </p:nvSpPr>
        <p:spPr>
          <a:xfrm flipV="1">
            <a:off x="4831013" y="3908003"/>
            <a:ext cx="62259" cy="62131"/>
          </a:xfrm>
          <a:custGeom>
            <a:avLst/>
            <a:gdLst>
              <a:gd name="csX0" fmla="*/ 31130 w 62259"/>
              <a:gd name="csY0" fmla="*/ 107 h 62131"/>
              <a:gd name="csX1" fmla="*/ 0 w 62259"/>
              <a:gd name="csY1" fmla="*/ 62239 h 62131"/>
              <a:gd name="csX2" fmla="*/ 62259 w 62259"/>
              <a:gd name="csY2" fmla="*/ 62239 h 62131"/>
              <a:gd name="csX3" fmla="*/ 31130 w 62259"/>
              <a:gd name="csY3" fmla="*/ 107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31130" y="107"/>
                </a:moveTo>
                <a:lnTo>
                  <a:pt x="0" y="62239"/>
                </a:lnTo>
                <a:cubicBezTo>
                  <a:pt x="19611" y="52453"/>
                  <a:pt x="42649" y="52453"/>
                  <a:pt x="62259" y="62239"/>
                </a:cubicBezTo>
                <a:lnTo>
                  <a:pt x="31130" y="107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6" name="任意形状 145">
            <a:extLst>
              <a:ext uri="{FF2B5EF4-FFF2-40B4-BE49-F238E27FC236}">
                <a16:creationId xmlns:a16="http://schemas.microsoft.com/office/drawing/2014/main" id="{693C0D4E-EB26-E47A-3BD2-A6FA445B4098}"/>
              </a:ext>
            </a:extLst>
          </p:cNvPr>
          <p:cNvSpPr/>
          <p:nvPr/>
        </p:nvSpPr>
        <p:spPr>
          <a:xfrm flipV="1">
            <a:off x="5415336" y="4480469"/>
            <a:ext cx="71588" cy="522438"/>
          </a:xfrm>
          <a:custGeom>
            <a:avLst/>
            <a:gdLst>
              <a:gd name="csX0" fmla="*/ 0 w 71588"/>
              <a:gd name="csY0" fmla="*/ 276 h 522438"/>
              <a:gd name="csX1" fmla="*/ 24275 w 71588"/>
              <a:gd name="csY1" fmla="*/ 276 h 522438"/>
              <a:gd name="csX2" fmla="*/ 24275 w 71588"/>
              <a:gd name="csY2" fmla="*/ 522714 h 522438"/>
              <a:gd name="csX3" fmla="*/ 71589 w 71588"/>
              <a:gd name="csY3" fmla="*/ 522714 h 522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1588" h="522438">
                <a:moveTo>
                  <a:pt x="0" y="276"/>
                </a:moveTo>
                <a:lnTo>
                  <a:pt x="24275" y="276"/>
                </a:lnTo>
                <a:lnTo>
                  <a:pt x="24275" y="522714"/>
                </a:lnTo>
                <a:lnTo>
                  <a:pt x="71589" y="522714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7" name="任意形状 146">
            <a:extLst>
              <a:ext uri="{FF2B5EF4-FFF2-40B4-BE49-F238E27FC236}">
                <a16:creationId xmlns:a16="http://schemas.microsoft.com/office/drawing/2014/main" id="{E9674C51-E098-F8D7-55ED-043553038F00}"/>
              </a:ext>
            </a:extLst>
          </p:cNvPr>
          <p:cNvSpPr/>
          <p:nvPr/>
        </p:nvSpPr>
        <p:spPr>
          <a:xfrm flipV="1">
            <a:off x="5471788" y="4449403"/>
            <a:ext cx="62259" cy="62131"/>
          </a:xfrm>
          <a:custGeom>
            <a:avLst/>
            <a:gdLst>
              <a:gd name="csX0" fmla="*/ 62259 w 62259"/>
              <a:gd name="csY0" fmla="*/ 31287 h 62131"/>
              <a:gd name="csX1" fmla="*/ 0 w 62259"/>
              <a:gd name="csY1" fmla="*/ 221 h 62131"/>
              <a:gd name="csX2" fmla="*/ 0 w 62259"/>
              <a:gd name="csY2" fmla="*/ 62353 h 62131"/>
              <a:gd name="csX3" fmla="*/ 62259 w 62259"/>
              <a:gd name="csY3" fmla="*/ 31287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1287"/>
                </a:moveTo>
                <a:lnTo>
                  <a:pt x="0" y="221"/>
                </a:lnTo>
                <a:cubicBezTo>
                  <a:pt x="9805" y="19782"/>
                  <a:pt x="9805" y="42801"/>
                  <a:pt x="0" y="62353"/>
                </a:cubicBezTo>
                <a:lnTo>
                  <a:pt x="62259" y="31287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8" name="任意形状 147">
            <a:extLst>
              <a:ext uri="{FF2B5EF4-FFF2-40B4-BE49-F238E27FC236}">
                <a16:creationId xmlns:a16="http://schemas.microsoft.com/office/drawing/2014/main" id="{010F20B9-5C53-5F8D-7DAD-472A00F0E3C0}"/>
              </a:ext>
            </a:extLst>
          </p:cNvPr>
          <p:cNvSpPr/>
          <p:nvPr/>
        </p:nvSpPr>
        <p:spPr>
          <a:xfrm flipV="1">
            <a:off x="5409529" y="4480289"/>
            <a:ext cx="77110" cy="9500"/>
          </a:xfrm>
          <a:custGeom>
            <a:avLst/>
            <a:gdLst>
              <a:gd name="csX0" fmla="*/ 0 w 77110"/>
              <a:gd name="csY0" fmla="*/ 221 h 9500"/>
              <a:gd name="csX1" fmla="*/ 77110 w 77110"/>
              <a:gd name="csY1" fmla="*/ 221 h 9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7110" h="9500">
                <a:moveTo>
                  <a:pt x="0" y="221"/>
                </a:moveTo>
                <a:lnTo>
                  <a:pt x="77110" y="221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9" name="任意形状 148">
            <a:extLst>
              <a:ext uri="{FF2B5EF4-FFF2-40B4-BE49-F238E27FC236}">
                <a16:creationId xmlns:a16="http://schemas.microsoft.com/office/drawing/2014/main" id="{63971305-1578-E2E4-89AB-1968D9CF1EEF}"/>
              </a:ext>
            </a:extLst>
          </p:cNvPr>
          <p:cNvSpPr/>
          <p:nvPr/>
        </p:nvSpPr>
        <p:spPr>
          <a:xfrm flipV="1">
            <a:off x="5471503" y="4449223"/>
            <a:ext cx="62259" cy="62131"/>
          </a:xfrm>
          <a:custGeom>
            <a:avLst/>
            <a:gdLst>
              <a:gd name="csX0" fmla="*/ 62259 w 62259"/>
              <a:gd name="csY0" fmla="*/ 31287 h 62131"/>
              <a:gd name="csX1" fmla="*/ 0 w 62259"/>
              <a:gd name="csY1" fmla="*/ 221 h 62131"/>
              <a:gd name="csX2" fmla="*/ 0 w 62259"/>
              <a:gd name="csY2" fmla="*/ 62353 h 62131"/>
              <a:gd name="csX3" fmla="*/ 62259 w 62259"/>
              <a:gd name="csY3" fmla="*/ 31287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1287"/>
                </a:moveTo>
                <a:lnTo>
                  <a:pt x="0" y="221"/>
                </a:lnTo>
                <a:cubicBezTo>
                  <a:pt x="9805" y="19773"/>
                  <a:pt x="9805" y="42792"/>
                  <a:pt x="0" y="62353"/>
                </a:cubicBezTo>
                <a:lnTo>
                  <a:pt x="62259" y="31287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0" name="任意形状 149">
            <a:extLst>
              <a:ext uri="{FF2B5EF4-FFF2-40B4-BE49-F238E27FC236}">
                <a16:creationId xmlns:a16="http://schemas.microsoft.com/office/drawing/2014/main" id="{A50B9257-984A-DA3D-6BDA-A658E399CC63}"/>
              </a:ext>
            </a:extLst>
          </p:cNvPr>
          <p:cNvSpPr/>
          <p:nvPr/>
        </p:nvSpPr>
        <p:spPr>
          <a:xfrm flipV="1">
            <a:off x="7206290" y="4529139"/>
            <a:ext cx="52073" cy="9500"/>
          </a:xfrm>
          <a:custGeom>
            <a:avLst/>
            <a:gdLst>
              <a:gd name="csX0" fmla="*/ 0 w 52073"/>
              <a:gd name="csY0" fmla="*/ 231 h 9500"/>
              <a:gd name="csX1" fmla="*/ 52073 w 52073"/>
              <a:gd name="csY1" fmla="*/ 231 h 9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2073" h="9500">
                <a:moveTo>
                  <a:pt x="0" y="231"/>
                </a:moveTo>
                <a:lnTo>
                  <a:pt x="52073" y="231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1" name="任意形状 150">
            <a:extLst>
              <a:ext uri="{FF2B5EF4-FFF2-40B4-BE49-F238E27FC236}">
                <a16:creationId xmlns:a16="http://schemas.microsoft.com/office/drawing/2014/main" id="{8E059BCD-0005-2E31-7487-1CE01B4535C4}"/>
              </a:ext>
            </a:extLst>
          </p:cNvPr>
          <p:cNvSpPr/>
          <p:nvPr/>
        </p:nvSpPr>
        <p:spPr>
          <a:xfrm flipV="1">
            <a:off x="7243227" y="4498073"/>
            <a:ext cx="62259" cy="62131"/>
          </a:xfrm>
          <a:custGeom>
            <a:avLst/>
            <a:gdLst>
              <a:gd name="csX0" fmla="*/ 62259 w 62259"/>
              <a:gd name="csY0" fmla="*/ 31297 h 62131"/>
              <a:gd name="csX1" fmla="*/ 0 w 62259"/>
              <a:gd name="csY1" fmla="*/ 231 h 62131"/>
              <a:gd name="csX2" fmla="*/ 0 w 62259"/>
              <a:gd name="csY2" fmla="*/ 62363 h 62131"/>
              <a:gd name="csX3" fmla="*/ 62259 w 62259"/>
              <a:gd name="csY3" fmla="*/ 31297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1297"/>
                </a:moveTo>
                <a:lnTo>
                  <a:pt x="0" y="231"/>
                </a:lnTo>
                <a:cubicBezTo>
                  <a:pt x="9805" y="19792"/>
                  <a:pt x="9805" y="42811"/>
                  <a:pt x="0" y="62363"/>
                </a:cubicBezTo>
                <a:lnTo>
                  <a:pt x="62259" y="31297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任意形状 151">
            <a:extLst>
              <a:ext uri="{FF2B5EF4-FFF2-40B4-BE49-F238E27FC236}">
                <a16:creationId xmlns:a16="http://schemas.microsoft.com/office/drawing/2014/main" id="{6FC5ACB3-BD66-9D57-8E5E-DC361CDD2A20}"/>
              </a:ext>
            </a:extLst>
          </p:cNvPr>
          <p:cNvSpPr/>
          <p:nvPr/>
        </p:nvSpPr>
        <p:spPr>
          <a:xfrm flipV="1">
            <a:off x="7205053" y="4531809"/>
            <a:ext cx="35984" cy="443804"/>
          </a:xfrm>
          <a:custGeom>
            <a:avLst/>
            <a:gdLst>
              <a:gd name="csX0" fmla="*/ 0 w 35984"/>
              <a:gd name="csY0" fmla="*/ 444083 h 443804"/>
              <a:gd name="csX1" fmla="*/ 31796 w 35984"/>
              <a:gd name="csY1" fmla="*/ 444083 h 443804"/>
              <a:gd name="csX2" fmla="*/ 31796 w 35984"/>
              <a:gd name="csY2" fmla="*/ 279 h 443804"/>
              <a:gd name="csX3" fmla="*/ 35985 w 35984"/>
              <a:gd name="csY3" fmla="*/ 279 h 443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5984" h="443804">
                <a:moveTo>
                  <a:pt x="0" y="444083"/>
                </a:moveTo>
                <a:lnTo>
                  <a:pt x="31796" y="444083"/>
                </a:lnTo>
                <a:lnTo>
                  <a:pt x="31796" y="279"/>
                </a:lnTo>
                <a:lnTo>
                  <a:pt x="35985" y="279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" name="任意形状 152">
            <a:extLst>
              <a:ext uri="{FF2B5EF4-FFF2-40B4-BE49-F238E27FC236}">
                <a16:creationId xmlns:a16="http://schemas.microsoft.com/office/drawing/2014/main" id="{917CF7E9-E1A2-DB43-8170-1FD9D4A35A5C}"/>
              </a:ext>
            </a:extLst>
          </p:cNvPr>
          <p:cNvSpPr/>
          <p:nvPr/>
        </p:nvSpPr>
        <p:spPr>
          <a:xfrm flipV="1">
            <a:off x="7225901" y="4944547"/>
            <a:ext cx="62259" cy="62131"/>
          </a:xfrm>
          <a:custGeom>
            <a:avLst/>
            <a:gdLst>
              <a:gd name="csX0" fmla="*/ 62259 w 62259"/>
              <a:gd name="csY0" fmla="*/ 31391 h 62131"/>
              <a:gd name="csX1" fmla="*/ 0 w 62259"/>
              <a:gd name="csY1" fmla="*/ 325 h 62131"/>
              <a:gd name="csX2" fmla="*/ 0 w 62259"/>
              <a:gd name="csY2" fmla="*/ 62457 h 62131"/>
              <a:gd name="csX3" fmla="*/ 62259 w 62259"/>
              <a:gd name="csY3" fmla="*/ 31391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1391"/>
                </a:moveTo>
                <a:lnTo>
                  <a:pt x="0" y="325"/>
                </a:lnTo>
                <a:cubicBezTo>
                  <a:pt x="9805" y="19877"/>
                  <a:pt x="9805" y="42896"/>
                  <a:pt x="0" y="62457"/>
                </a:cubicBezTo>
                <a:lnTo>
                  <a:pt x="62259" y="31391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" name="任意形状 153">
            <a:extLst>
              <a:ext uri="{FF2B5EF4-FFF2-40B4-BE49-F238E27FC236}">
                <a16:creationId xmlns:a16="http://schemas.microsoft.com/office/drawing/2014/main" id="{D01915FD-9F0D-9AB3-2D42-A59B3AC8FAC8}"/>
              </a:ext>
            </a:extLst>
          </p:cNvPr>
          <p:cNvSpPr/>
          <p:nvPr/>
        </p:nvSpPr>
        <p:spPr>
          <a:xfrm flipV="1">
            <a:off x="7204577" y="4134774"/>
            <a:ext cx="60831" cy="395866"/>
          </a:xfrm>
          <a:custGeom>
            <a:avLst/>
            <a:gdLst>
              <a:gd name="csX0" fmla="*/ 0 w 60831"/>
              <a:gd name="csY0" fmla="*/ 190 h 395866"/>
              <a:gd name="csX1" fmla="*/ 41887 w 60831"/>
              <a:gd name="csY1" fmla="*/ 190 h 395866"/>
              <a:gd name="csX2" fmla="*/ 41887 w 60831"/>
              <a:gd name="csY2" fmla="*/ 396056 h 395866"/>
              <a:gd name="csX3" fmla="*/ 60831 w 60831"/>
              <a:gd name="csY3" fmla="*/ 396056 h 3958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0831" h="395866">
                <a:moveTo>
                  <a:pt x="0" y="190"/>
                </a:moveTo>
                <a:lnTo>
                  <a:pt x="41887" y="190"/>
                </a:lnTo>
                <a:lnTo>
                  <a:pt x="41887" y="396056"/>
                </a:lnTo>
                <a:lnTo>
                  <a:pt x="60831" y="396056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5" name="任意形状 154">
            <a:extLst>
              <a:ext uri="{FF2B5EF4-FFF2-40B4-BE49-F238E27FC236}">
                <a16:creationId xmlns:a16="http://schemas.microsoft.com/office/drawing/2014/main" id="{023D1731-43A4-728D-EEA3-CB70B0CD31A5}"/>
              </a:ext>
            </a:extLst>
          </p:cNvPr>
          <p:cNvSpPr/>
          <p:nvPr/>
        </p:nvSpPr>
        <p:spPr>
          <a:xfrm flipV="1">
            <a:off x="7250272" y="4103708"/>
            <a:ext cx="62259" cy="62131"/>
          </a:xfrm>
          <a:custGeom>
            <a:avLst/>
            <a:gdLst>
              <a:gd name="csX0" fmla="*/ 62259 w 62259"/>
              <a:gd name="csY0" fmla="*/ 31214 h 62131"/>
              <a:gd name="csX1" fmla="*/ 0 w 62259"/>
              <a:gd name="csY1" fmla="*/ 148 h 62131"/>
              <a:gd name="csX2" fmla="*/ 0 w 62259"/>
              <a:gd name="csY2" fmla="*/ 62280 h 62131"/>
              <a:gd name="csX3" fmla="*/ 62259 w 62259"/>
              <a:gd name="csY3" fmla="*/ 31214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1214"/>
                </a:moveTo>
                <a:lnTo>
                  <a:pt x="0" y="148"/>
                </a:lnTo>
                <a:cubicBezTo>
                  <a:pt x="9805" y="19719"/>
                  <a:pt x="9805" y="42709"/>
                  <a:pt x="0" y="62280"/>
                </a:cubicBezTo>
                <a:lnTo>
                  <a:pt x="62259" y="31214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6" name="任意形状 155">
            <a:extLst>
              <a:ext uri="{FF2B5EF4-FFF2-40B4-BE49-F238E27FC236}">
                <a16:creationId xmlns:a16="http://schemas.microsoft.com/office/drawing/2014/main" id="{2C28363C-F83F-AA75-CDFA-ABD630820943}"/>
              </a:ext>
            </a:extLst>
          </p:cNvPr>
          <p:cNvSpPr/>
          <p:nvPr/>
        </p:nvSpPr>
        <p:spPr>
          <a:xfrm flipV="1">
            <a:off x="7393354" y="3427384"/>
            <a:ext cx="215908" cy="523939"/>
          </a:xfrm>
          <a:custGeom>
            <a:avLst/>
            <a:gdLst>
              <a:gd name="csX0" fmla="*/ 215908 w 215908"/>
              <a:gd name="csY0" fmla="*/ 54 h 523939"/>
              <a:gd name="csX1" fmla="*/ 215908 w 215908"/>
              <a:gd name="csY1" fmla="*/ 323253 h 523939"/>
              <a:gd name="csX2" fmla="*/ 0 w 215908"/>
              <a:gd name="csY2" fmla="*/ 323253 h 523939"/>
              <a:gd name="csX3" fmla="*/ 0 w 215908"/>
              <a:gd name="csY3" fmla="*/ 523994 h 5239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5908" h="523939">
                <a:moveTo>
                  <a:pt x="215908" y="54"/>
                </a:moveTo>
                <a:lnTo>
                  <a:pt x="215908" y="323253"/>
                </a:lnTo>
                <a:lnTo>
                  <a:pt x="0" y="323253"/>
                </a:lnTo>
                <a:lnTo>
                  <a:pt x="0" y="523994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7" name="任意形状 156">
            <a:extLst>
              <a:ext uri="{FF2B5EF4-FFF2-40B4-BE49-F238E27FC236}">
                <a16:creationId xmlns:a16="http://schemas.microsoft.com/office/drawing/2014/main" id="{0FD3967F-884F-7A4E-6224-592874F5FF3D}"/>
              </a:ext>
            </a:extLst>
          </p:cNvPr>
          <p:cNvSpPr/>
          <p:nvPr/>
        </p:nvSpPr>
        <p:spPr>
          <a:xfrm flipV="1">
            <a:off x="7362224" y="3380358"/>
            <a:ext cx="62259" cy="62131"/>
          </a:xfrm>
          <a:custGeom>
            <a:avLst/>
            <a:gdLst>
              <a:gd name="csX0" fmla="*/ 31130 w 62259"/>
              <a:gd name="csY0" fmla="*/ 62128 h 62131"/>
              <a:gd name="csX1" fmla="*/ 62259 w 62259"/>
              <a:gd name="csY1" fmla="*/ -4 h 62131"/>
              <a:gd name="csX2" fmla="*/ 0 w 62259"/>
              <a:gd name="csY2" fmla="*/ -4 h 62131"/>
              <a:gd name="csX3" fmla="*/ 31130 w 62259"/>
              <a:gd name="csY3" fmla="*/ 62128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31130" y="62128"/>
                </a:moveTo>
                <a:lnTo>
                  <a:pt x="62259" y="-4"/>
                </a:lnTo>
                <a:cubicBezTo>
                  <a:pt x="42648" y="9781"/>
                  <a:pt x="19611" y="9781"/>
                  <a:pt x="0" y="-4"/>
                </a:cubicBezTo>
                <a:lnTo>
                  <a:pt x="31130" y="62128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" name="任意形状 157">
            <a:extLst>
              <a:ext uri="{FF2B5EF4-FFF2-40B4-BE49-F238E27FC236}">
                <a16:creationId xmlns:a16="http://schemas.microsoft.com/office/drawing/2014/main" id="{E88304C3-3C49-6FF1-B0A6-11272087E9FC}"/>
              </a:ext>
            </a:extLst>
          </p:cNvPr>
          <p:cNvSpPr/>
          <p:nvPr/>
        </p:nvSpPr>
        <p:spPr>
          <a:xfrm flipV="1">
            <a:off x="7422865" y="2796852"/>
            <a:ext cx="9519" cy="61181"/>
          </a:xfrm>
          <a:custGeom>
            <a:avLst/>
            <a:gdLst>
              <a:gd name="csX0" fmla="*/ 0 w 9519"/>
              <a:gd name="csY0" fmla="*/ -127 h 61181"/>
              <a:gd name="csX1" fmla="*/ 0 w 9519"/>
              <a:gd name="csY1" fmla="*/ 61055 h 611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9" h="61181">
                <a:moveTo>
                  <a:pt x="0" y="-127"/>
                </a:moveTo>
                <a:lnTo>
                  <a:pt x="0" y="61055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9" name="任意形状 158">
            <a:extLst>
              <a:ext uri="{FF2B5EF4-FFF2-40B4-BE49-F238E27FC236}">
                <a16:creationId xmlns:a16="http://schemas.microsoft.com/office/drawing/2014/main" id="{9AF8BFDF-CD50-873B-1674-B701307A3A36}"/>
              </a:ext>
            </a:extLst>
          </p:cNvPr>
          <p:cNvSpPr/>
          <p:nvPr/>
        </p:nvSpPr>
        <p:spPr>
          <a:xfrm flipV="1">
            <a:off x="7391735" y="2749826"/>
            <a:ext cx="62259" cy="62131"/>
          </a:xfrm>
          <a:custGeom>
            <a:avLst/>
            <a:gdLst>
              <a:gd name="csX0" fmla="*/ 31130 w 62259"/>
              <a:gd name="csY0" fmla="*/ 61995 h 62131"/>
              <a:gd name="csX1" fmla="*/ 62259 w 62259"/>
              <a:gd name="csY1" fmla="*/ -137 h 62131"/>
              <a:gd name="csX2" fmla="*/ 0 w 62259"/>
              <a:gd name="csY2" fmla="*/ -137 h 62131"/>
              <a:gd name="csX3" fmla="*/ 31130 w 62259"/>
              <a:gd name="csY3" fmla="*/ 61995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31130" y="61995"/>
                </a:moveTo>
                <a:lnTo>
                  <a:pt x="62259" y="-137"/>
                </a:lnTo>
                <a:cubicBezTo>
                  <a:pt x="42649" y="9648"/>
                  <a:pt x="19611" y="9648"/>
                  <a:pt x="0" y="-137"/>
                </a:cubicBezTo>
                <a:lnTo>
                  <a:pt x="31130" y="61995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0" name="任意形状 159">
            <a:extLst>
              <a:ext uri="{FF2B5EF4-FFF2-40B4-BE49-F238E27FC236}">
                <a16:creationId xmlns:a16="http://schemas.microsoft.com/office/drawing/2014/main" id="{89C9F140-4B50-BC97-492C-ED662C5EDD07}"/>
              </a:ext>
            </a:extLst>
          </p:cNvPr>
          <p:cNvSpPr/>
          <p:nvPr/>
        </p:nvSpPr>
        <p:spPr>
          <a:xfrm flipV="1">
            <a:off x="7736637" y="2559536"/>
            <a:ext cx="806038" cy="517099"/>
          </a:xfrm>
          <a:custGeom>
            <a:avLst/>
            <a:gdLst>
              <a:gd name="csX0" fmla="*/ 0 w 806038"/>
              <a:gd name="csY0" fmla="*/ 516970 h 517099"/>
              <a:gd name="csX1" fmla="*/ 806039 w 806038"/>
              <a:gd name="csY1" fmla="*/ 516970 h 517099"/>
              <a:gd name="csX2" fmla="*/ 806039 w 806038"/>
              <a:gd name="csY2" fmla="*/ -129 h 5170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06038" h="517099">
                <a:moveTo>
                  <a:pt x="0" y="516970"/>
                </a:moveTo>
                <a:lnTo>
                  <a:pt x="806039" y="516970"/>
                </a:lnTo>
                <a:lnTo>
                  <a:pt x="806039" y="-129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1" name="任意形状 160">
            <a:extLst>
              <a:ext uri="{FF2B5EF4-FFF2-40B4-BE49-F238E27FC236}">
                <a16:creationId xmlns:a16="http://schemas.microsoft.com/office/drawing/2014/main" id="{3969DAA7-F2E7-8B51-785A-41270021F1DF}"/>
              </a:ext>
            </a:extLst>
          </p:cNvPr>
          <p:cNvSpPr/>
          <p:nvPr/>
        </p:nvSpPr>
        <p:spPr>
          <a:xfrm flipV="1">
            <a:off x="8511546" y="3061529"/>
            <a:ext cx="62259" cy="62131"/>
          </a:xfrm>
          <a:custGeom>
            <a:avLst/>
            <a:gdLst>
              <a:gd name="csX0" fmla="*/ 31130 w 62259"/>
              <a:gd name="csY0" fmla="*/ -71 h 62131"/>
              <a:gd name="csX1" fmla="*/ 0 w 62259"/>
              <a:gd name="csY1" fmla="*/ 62060 h 62131"/>
              <a:gd name="csX2" fmla="*/ 62260 w 62259"/>
              <a:gd name="csY2" fmla="*/ 62060 h 62131"/>
              <a:gd name="csX3" fmla="*/ 31130 w 62259"/>
              <a:gd name="csY3" fmla="*/ -71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31130" y="-71"/>
                </a:moveTo>
                <a:lnTo>
                  <a:pt x="0" y="62060"/>
                </a:lnTo>
                <a:cubicBezTo>
                  <a:pt x="19611" y="52275"/>
                  <a:pt x="42648" y="52275"/>
                  <a:pt x="62260" y="62060"/>
                </a:cubicBezTo>
                <a:lnTo>
                  <a:pt x="31130" y="-71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2" name="任意形状 161">
            <a:extLst>
              <a:ext uri="{FF2B5EF4-FFF2-40B4-BE49-F238E27FC236}">
                <a16:creationId xmlns:a16="http://schemas.microsoft.com/office/drawing/2014/main" id="{FFC859D8-2B05-9EFC-7F5B-573ACAC7B81B}"/>
              </a:ext>
            </a:extLst>
          </p:cNvPr>
          <p:cNvSpPr/>
          <p:nvPr/>
        </p:nvSpPr>
        <p:spPr>
          <a:xfrm flipV="1">
            <a:off x="4225270" y="1683802"/>
            <a:ext cx="3804956" cy="875258"/>
          </a:xfrm>
          <a:custGeom>
            <a:avLst/>
            <a:gdLst>
              <a:gd name="csX0" fmla="*/ 3514889 w 3804956"/>
              <a:gd name="csY0" fmla="*/ -276 h 875258"/>
              <a:gd name="csX1" fmla="*/ 3804957 w 3804956"/>
              <a:gd name="csY1" fmla="*/ -276 h 875258"/>
              <a:gd name="csX2" fmla="*/ 3804957 w 3804956"/>
              <a:gd name="csY2" fmla="*/ 874983 h 875258"/>
              <a:gd name="csX3" fmla="*/ 0 w 3804956"/>
              <a:gd name="csY3" fmla="*/ 874983 h 875258"/>
              <a:gd name="csX4" fmla="*/ 0 w 3804956"/>
              <a:gd name="csY4" fmla="*/ 77816 h 875258"/>
              <a:gd name="csX5" fmla="*/ 144510 w 3804956"/>
              <a:gd name="csY5" fmla="*/ 77816 h 8752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804956" h="875258">
                <a:moveTo>
                  <a:pt x="3514889" y="-276"/>
                </a:moveTo>
                <a:lnTo>
                  <a:pt x="3804957" y="-276"/>
                </a:lnTo>
                <a:lnTo>
                  <a:pt x="3804957" y="874983"/>
                </a:lnTo>
                <a:lnTo>
                  <a:pt x="0" y="874983"/>
                </a:lnTo>
                <a:lnTo>
                  <a:pt x="0" y="77816"/>
                </a:lnTo>
                <a:lnTo>
                  <a:pt x="144510" y="77816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3" name="任意形状 162">
            <a:extLst>
              <a:ext uri="{FF2B5EF4-FFF2-40B4-BE49-F238E27FC236}">
                <a16:creationId xmlns:a16="http://schemas.microsoft.com/office/drawing/2014/main" id="{52D29A66-5248-A1A5-E0EA-9469839137D2}"/>
              </a:ext>
            </a:extLst>
          </p:cNvPr>
          <p:cNvSpPr/>
          <p:nvPr/>
        </p:nvSpPr>
        <p:spPr>
          <a:xfrm flipV="1">
            <a:off x="4354643" y="2449903"/>
            <a:ext cx="62259" cy="62131"/>
          </a:xfrm>
          <a:custGeom>
            <a:avLst/>
            <a:gdLst>
              <a:gd name="csX0" fmla="*/ 62259 w 62259"/>
              <a:gd name="csY0" fmla="*/ 30866 h 62131"/>
              <a:gd name="csX1" fmla="*/ 0 w 62259"/>
              <a:gd name="csY1" fmla="*/ -200 h 62131"/>
              <a:gd name="csX2" fmla="*/ 0 w 62259"/>
              <a:gd name="csY2" fmla="*/ 61932 h 62131"/>
              <a:gd name="csX3" fmla="*/ 62259 w 62259"/>
              <a:gd name="csY3" fmla="*/ 30866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0866"/>
                </a:moveTo>
                <a:lnTo>
                  <a:pt x="0" y="-200"/>
                </a:lnTo>
                <a:cubicBezTo>
                  <a:pt x="9805" y="19371"/>
                  <a:pt x="9805" y="42456"/>
                  <a:pt x="0" y="61932"/>
                </a:cubicBezTo>
                <a:lnTo>
                  <a:pt x="62259" y="30866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4" name="任意形状 163">
            <a:extLst>
              <a:ext uri="{FF2B5EF4-FFF2-40B4-BE49-F238E27FC236}">
                <a16:creationId xmlns:a16="http://schemas.microsoft.com/office/drawing/2014/main" id="{0F312C29-7641-4691-0282-66C60AFA8554}"/>
              </a:ext>
            </a:extLst>
          </p:cNvPr>
          <p:cNvSpPr/>
          <p:nvPr/>
        </p:nvSpPr>
        <p:spPr>
          <a:xfrm flipV="1">
            <a:off x="6223660" y="2866774"/>
            <a:ext cx="9519" cy="79327"/>
          </a:xfrm>
          <a:custGeom>
            <a:avLst/>
            <a:gdLst>
              <a:gd name="csX0" fmla="*/ 0 w 9519"/>
              <a:gd name="csY0" fmla="*/ 79217 h 79327"/>
              <a:gd name="csX1" fmla="*/ 0 w 9519"/>
              <a:gd name="csY1" fmla="*/ -110 h 793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19" h="79327">
                <a:moveTo>
                  <a:pt x="0" y="79217"/>
                </a:moveTo>
                <a:lnTo>
                  <a:pt x="0" y="-110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5" name="任意形状 164">
            <a:extLst>
              <a:ext uri="{FF2B5EF4-FFF2-40B4-BE49-F238E27FC236}">
                <a16:creationId xmlns:a16="http://schemas.microsoft.com/office/drawing/2014/main" id="{718DC7A5-BCF5-E465-2E5E-0B3CFAB18DE9}"/>
              </a:ext>
            </a:extLst>
          </p:cNvPr>
          <p:cNvSpPr/>
          <p:nvPr/>
        </p:nvSpPr>
        <p:spPr>
          <a:xfrm flipV="1">
            <a:off x="6192530" y="2930996"/>
            <a:ext cx="62259" cy="62131"/>
          </a:xfrm>
          <a:custGeom>
            <a:avLst/>
            <a:gdLst>
              <a:gd name="csX0" fmla="*/ 31130 w 62259"/>
              <a:gd name="csY0" fmla="*/ -99 h 62131"/>
              <a:gd name="csX1" fmla="*/ 0 w 62259"/>
              <a:gd name="csY1" fmla="*/ 62033 h 62131"/>
              <a:gd name="csX2" fmla="*/ 62259 w 62259"/>
              <a:gd name="csY2" fmla="*/ 62033 h 62131"/>
              <a:gd name="csX3" fmla="*/ 31130 w 62259"/>
              <a:gd name="csY3" fmla="*/ -99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31130" y="-99"/>
                </a:moveTo>
                <a:lnTo>
                  <a:pt x="0" y="62033"/>
                </a:lnTo>
                <a:cubicBezTo>
                  <a:pt x="19611" y="52248"/>
                  <a:pt x="42648" y="52248"/>
                  <a:pt x="62259" y="62033"/>
                </a:cubicBezTo>
                <a:lnTo>
                  <a:pt x="31130" y="-99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6" name="任意形状 165">
            <a:extLst>
              <a:ext uri="{FF2B5EF4-FFF2-40B4-BE49-F238E27FC236}">
                <a16:creationId xmlns:a16="http://schemas.microsoft.com/office/drawing/2014/main" id="{732D6362-25E9-6C13-C7AD-ABB68C411CCD}"/>
              </a:ext>
            </a:extLst>
          </p:cNvPr>
          <p:cNvSpPr/>
          <p:nvPr/>
        </p:nvSpPr>
        <p:spPr>
          <a:xfrm flipV="1">
            <a:off x="6863198" y="2567896"/>
            <a:ext cx="177353" cy="9500"/>
          </a:xfrm>
          <a:custGeom>
            <a:avLst/>
            <a:gdLst>
              <a:gd name="csX0" fmla="*/ 0 w 177353"/>
              <a:gd name="csY0" fmla="*/ -182 h 9500"/>
              <a:gd name="csX1" fmla="*/ 177353 w 177353"/>
              <a:gd name="csY1" fmla="*/ -182 h 9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7353" h="9500">
                <a:moveTo>
                  <a:pt x="0" y="-182"/>
                </a:moveTo>
                <a:lnTo>
                  <a:pt x="177353" y="-182"/>
                </a:lnTo>
              </a:path>
            </a:pathLst>
          </a:custGeom>
          <a:noFill/>
          <a:ln w="7132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7" name="任意形状 166">
            <a:extLst>
              <a:ext uri="{FF2B5EF4-FFF2-40B4-BE49-F238E27FC236}">
                <a16:creationId xmlns:a16="http://schemas.microsoft.com/office/drawing/2014/main" id="{D8AEDF73-BADD-D40C-6CD8-B7CEFEF2309A}"/>
              </a:ext>
            </a:extLst>
          </p:cNvPr>
          <p:cNvSpPr/>
          <p:nvPr/>
        </p:nvSpPr>
        <p:spPr>
          <a:xfrm flipV="1">
            <a:off x="7025415" y="2536830"/>
            <a:ext cx="62259" cy="62131"/>
          </a:xfrm>
          <a:custGeom>
            <a:avLst/>
            <a:gdLst>
              <a:gd name="csX0" fmla="*/ 62259 w 62259"/>
              <a:gd name="csY0" fmla="*/ 30884 h 62131"/>
              <a:gd name="csX1" fmla="*/ 0 w 62259"/>
              <a:gd name="csY1" fmla="*/ -182 h 62131"/>
              <a:gd name="csX2" fmla="*/ 0 w 62259"/>
              <a:gd name="csY2" fmla="*/ 61950 h 62131"/>
              <a:gd name="csX3" fmla="*/ 62259 w 62259"/>
              <a:gd name="csY3" fmla="*/ 30884 h 6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59" h="62131">
                <a:moveTo>
                  <a:pt x="62259" y="30884"/>
                </a:moveTo>
                <a:lnTo>
                  <a:pt x="0" y="-182"/>
                </a:lnTo>
                <a:cubicBezTo>
                  <a:pt x="9805" y="19389"/>
                  <a:pt x="9805" y="42380"/>
                  <a:pt x="0" y="61950"/>
                </a:cubicBezTo>
                <a:lnTo>
                  <a:pt x="62259" y="30884"/>
                </a:lnTo>
                <a:close/>
              </a:path>
            </a:pathLst>
          </a:custGeom>
          <a:solidFill>
            <a:srgbClr val="000000"/>
          </a:solidFill>
          <a:ln w="950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C9278D60-269B-F807-BFB6-73617D81ED2F}"/>
              </a:ext>
            </a:extLst>
          </p:cNvPr>
          <p:cNvSpPr txBox="1"/>
          <p:nvPr/>
        </p:nvSpPr>
        <p:spPr>
          <a:xfrm>
            <a:off x="3239067" y="1952422"/>
            <a:ext cx="9332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初始噪声 (t=T)</a:t>
            </a: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AB896E1F-2C00-6F5D-C18B-BEE3C17314B8}"/>
              </a:ext>
            </a:extLst>
          </p:cNvPr>
          <p:cNvSpPr txBox="1"/>
          <p:nvPr/>
        </p:nvSpPr>
        <p:spPr>
          <a:xfrm>
            <a:off x="3305599" y="2434176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家庭级噪声</a:t>
            </a: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6C1A8B13-3621-91C1-81D1-1342314BBC2B}"/>
              </a:ext>
            </a:extLst>
          </p:cNvPr>
          <p:cNvSpPr txBox="1"/>
          <p:nvPr/>
        </p:nvSpPr>
        <p:spPr>
          <a:xfrm>
            <a:off x="3296897" y="3141653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个人级噪声</a:t>
            </a: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BCB180F2-8FA1-83FE-168C-3665CFCC515C}"/>
              </a:ext>
            </a:extLst>
          </p:cNvPr>
          <p:cNvSpPr txBox="1"/>
          <p:nvPr/>
        </p:nvSpPr>
        <p:spPr>
          <a:xfrm>
            <a:off x="3438548" y="2766817"/>
            <a:ext cx="66556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75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相关性注入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D4F00203-01F5-CE6F-C513-0E54DA41217F}"/>
              </a:ext>
            </a:extLst>
          </p:cNvPr>
          <p:cNvSpPr txBox="1"/>
          <p:nvPr/>
        </p:nvSpPr>
        <p:spPr>
          <a:xfrm>
            <a:off x="4514037" y="2364059"/>
            <a:ext cx="776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训练后的</a:t>
            </a:r>
            <a:endParaRPr lang="en-US" altLang="zh-CN" sz="10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10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HiDiT模型</a:t>
            </a: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662CE5E7-FAC1-C573-211D-0BEDDF7E1F84}"/>
              </a:ext>
            </a:extLst>
          </p:cNvPr>
          <p:cNvSpPr txBox="1"/>
          <p:nvPr/>
        </p:nvSpPr>
        <p:spPr>
          <a:xfrm>
            <a:off x="5162060" y="1923921"/>
            <a:ext cx="12715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反向扩散过程 (t→t-1)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3C0CFDAF-BE6C-5F25-AC69-2BD71BB544C2}"/>
              </a:ext>
            </a:extLst>
          </p:cNvPr>
          <p:cNvSpPr txBox="1"/>
          <p:nvPr/>
        </p:nvSpPr>
        <p:spPr>
          <a:xfrm>
            <a:off x="5536597" y="241467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生成</a:t>
            </a:r>
            <a:endParaRPr lang="en-US" altLang="zh-CN" sz="90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家庭属性</a:t>
            </a: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35248645-5872-126F-291B-4BCA4022EE4A}"/>
              </a:ext>
            </a:extLst>
          </p:cNvPr>
          <p:cNvSpPr txBox="1"/>
          <p:nvPr/>
        </p:nvSpPr>
        <p:spPr>
          <a:xfrm>
            <a:off x="6171204" y="24072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生成</a:t>
            </a:r>
            <a:endParaRPr kumimoji="0" lang="en-US" altLang="zh-CN" sz="900" b="0" i="0" u="none" strike="noStrike" kern="1200" cap="none" spc="0" normalizeH="0" baseline="0" noProof="0" dirty="0">
              <a:ln/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个人</a:t>
            </a:r>
            <a:r>
              <a:rPr kumimoji="0" lang="zh-CN" altLang="en-US" sz="9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属性</a:t>
            </a: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901130C4-B37C-58E9-5616-90B18305222E}"/>
              </a:ext>
            </a:extLst>
          </p:cNvPr>
          <p:cNvSpPr txBox="1"/>
          <p:nvPr/>
        </p:nvSpPr>
        <p:spPr>
          <a:xfrm>
            <a:off x="5423854" y="1752916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迭代 t=T...1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5B92BBF2-1604-78B6-2DF5-97F30841DA55}"/>
              </a:ext>
            </a:extLst>
          </p:cNvPr>
          <p:cNvSpPr txBox="1"/>
          <p:nvPr/>
        </p:nvSpPr>
        <p:spPr>
          <a:xfrm>
            <a:off x="5786315" y="300454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更新各属性的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边际分布</a:t>
            </a: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4195CB0-8A94-DAE5-FAEA-458725973864}"/>
              </a:ext>
            </a:extLst>
          </p:cNvPr>
          <p:cNvSpPr txBox="1"/>
          <p:nvPr/>
        </p:nvSpPr>
        <p:spPr>
          <a:xfrm>
            <a:off x="4454167" y="303413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各属性当前的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边际分布</a:t>
            </a: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6AA4C13C-AA40-801B-4F05-5450D5656B8D}"/>
              </a:ext>
            </a:extLst>
          </p:cNvPr>
          <p:cNvSpPr txBox="1"/>
          <p:nvPr/>
        </p:nvSpPr>
        <p:spPr>
          <a:xfrm>
            <a:off x="3215043" y="447172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行政区尺度</a:t>
            </a:r>
            <a:endParaRPr kumimoji="0" lang="en-US" altLang="zh-CN" sz="900" b="0" i="0" u="none" strike="noStrike" kern="1200" cap="none" spc="0" normalizeH="0" baseline="0" noProof="0" dirty="0">
              <a:ln/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边际分布</a:t>
            </a: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243310F2-BA7A-9C3B-8C16-83D835D3FBB8}"/>
              </a:ext>
            </a:extLst>
          </p:cNvPr>
          <p:cNvSpPr txBox="1"/>
          <p:nvPr/>
        </p:nvSpPr>
        <p:spPr>
          <a:xfrm>
            <a:off x="3257170" y="48747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城市</a:t>
            </a:r>
            <a:r>
              <a:rPr kumimoji="0" lang="zh-CN" altLang="en-US" sz="9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尺度</a:t>
            </a:r>
            <a:endParaRPr kumimoji="0" lang="en-US" altLang="zh-CN" sz="900" b="0" i="0" u="none" strike="noStrike" kern="1200" cap="none" spc="0" normalizeH="0" baseline="0" noProof="0" dirty="0">
              <a:ln/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边际分布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7AC02F7E-6403-43E3-50A8-A8D33C1E9FDB}"/>
              </a:ext>
            </a:extLst>
          </p:cNvPr>
          <p:cNvSpPr txBox="1"/>
          <p:nvPr/>
        </p:nvSpPr>
        <p:spPr>
          <a:xfrm>
            <a:off x="3156020" y="3579701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已知多地理尺度</a:t>
            </a:r>
            <a:endParaRPr lang="en-US" altLang="zh-CN" sz="900" b="1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边际分布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7DA5B20A-9ABB-915D-87B9-C1D638EA45F6}"/>
              </a:ext>
            </a:extLst>
          </p:cNvPr>
          <p:cNvSpPr txBox="1"/>
          <p:nvPr/>
        </p:nvSpPr>
        <p:spPr>
          <a:xfrm>
            <a:off x="3283812" y="404918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栅格尺度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边际分布</a:t>
            </a: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3EDD9D73-2FEF-FF3F-2B02-8A581D6C4509}"/>
              </a:ext>
            </a:extLst>
          </p:cNvPr>
          <p:cNvSpPr txBox="1"/>
          <p:nvPr/>
        </p:nvSpPr>
        <p:spPr>
          <a:xfrm>
            <a:off x="4369408" y="3942243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栅格尺度引导能量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592B3AB4-EE75-9737-99F3-7BCE944B3387}"/>
              </a:ext>
            </a:extLst>
          </p:cNvPr>
          <p:cNvSpPr txBox="1"/>
          <p:nvPr/>
        </p:nvSpPr>
        <p:spPr>
          <a:xfrm>
            <a:off x="4332462" y="4345966"/>
            <a:ext cx="1136850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行政区尺度引导能量</a:t>
            </a: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4F98B544-E672-84E2-D311-8E6ED453B26A}"/>
              </a:ext>
            </a:extLst>
          </p:cNvPr>
          <p:cNvSpPr txBox="1"/>
          <p:nvPr/>
        </p:nvSpPr>
        <p:spPr>
          <a:xfrm>
            <a:off x="4369408" y="4756292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城市尺度引导能量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DD9E6427-4A4D-76D1-4016-1B749304583F}"/>
              </a:ext>
            </a:extLst>
          </p:cNvPr>
          <p:cNvSpPr txBox="1"/>
          <p:nvPr/>
        </p:nvSpPr>
        <p:spPr>
          <a:xfrm>
            <a:off x="5503800" y="4271575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梯度计算</a:t>
            </a: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8B1BD3D5-79B0-2933-DB14-AC5278332CDB}"/>
              </a:ext>
            </a:extLst>
          </p:cNvPr>
          <p:cNvSpPr txBox="1"/>
          <p:nvPr/>
        </p:nvSpPr>
        <p:spPr>
          <a:xfrm>
            <a:off x="6228109" y="403176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求解QP问题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以协调梯度冲突</a:t>
            </a: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6AD616A6-90D8-75A9-3B28-B91EDF943DED}"/>
              </a:ext>
            </a:extLst>
          </p:cNvPr>
          <p:cNvSpPr txBox="1"/>
          <p:nvPr/>
        </p:nvSpPr>
        <p:spPr>
          <a:xfrm>
            <a:off x="7313734" y="396364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栅格尺度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r>
              <a:rPr lang="zh-CN" altLang="en-US" sz="90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调整梯度</a:t>
            </a:r>
            <a:endParaRPr lang="zh-CN" altLang="en-US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B64EB695-BA9A-6E7A-9533-7BF70C590CF7}"/>
              </a:ext>
            </a:extLst>
          </p:cNvPr>
          <p:cNvSpPr txBox="1"/>
          <p:nvPr/>
        </p:nvSpPr>
        <p:spPr>
          <a:xfrm>
            <a:off x="7246952" y="440217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行政区尺度</a:t>
            </a:r>
            <a:endParaRPr kumimoji="0" lang="en-US" altLang="zh-CN" sz="900" b="0" i="0" u="none" strike="noStrike" kern="1200" cap="none" spc="0" normalizeH="0" baseline="0" noProof="0" dirty="0">
              <a:ln/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调整梯度</a:t>
            </a: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95522B43-537E-9214-6F9D-DEF9F6571FA0}"/>
              </a:ext>
            </a:extLst>
          </p:cNvPr>
          <p:cNvSpPr txBox="1"/>
          <p:nvPr/>
        </p:nvSpPr>
        <p:spPr>
          <a:xfrm>
            <a:off x="7250988" y="480540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城市尺度</a:t>
            </a:r>
            <a:endParaRPr kumimoji="0" lang="en-US" altLang="zh-CN" sz="900" b="0" i="0" u="none" strike="noStrike" kern="1200" cap="none" spc="0" normalizeH="0" baseline="0" noProof="0" dirty="0">
              <a:ln/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调整梯度</a:t>
            </a: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88952152-3F48-CE95-FC41-C663D6EB24D3}"/>
              </a:ext>
            </a:extLst>
          </p:cNvPr>
          <p:cNvSpPr txBox="1"/>
          <p:nvPr/>
        </p:nvSpPr>
        <p:spPr>
          <a:xfrm>
            <a:off x="7010282" y="2948286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调整后验均值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C874EFBE-4BB5-351B-13B0-2B03C2797DAF}"/>
              </a:ext>
            </a:extLst>
          </p:cNvPr>
          <p:cNvSpPr txBox="1"/>
          <p:nvPr/>
        </p:nvSpPr>
        <p:spPr>
          <a:xfrm>
            <a:off x="8148801" y="324433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生成的全市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家庭属性</a:t>
            </a: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87123335-BF65-2088-C383-CBE86B694EE2}"/>
              </a:ext>
            </a:extLst>
          </p:cNvPr>
          <p:cNvSpPr txBox="1"/>
          <p:nvPr/>
        </p:nvSpPr>
        <p:spPr>
          <a:xfrm>
            <a:off x="8115851" y="376078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生成的全市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个人属性</a:t>
            </a: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6D3F6F93-A10D-31A8-D703-F16ED4CCCC6F}"/>
              </a:ext>
            </a:extLst>
          </p:cNvPr>
          <p:cNvSpPr txBox="1"/>
          <p:nvPr/>
        </p:nvSpPr>
        <p:spPr>
          <a:xfrm>
            <a:off x="7030567" y="236126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当前时间步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调整后数据</a:t>
            </a: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C86B191E-AC76-3A2E-5A0F-DE785E125B0D}"/>
              </a:ext>
            </a:extLst>
          </p:cNvPr>
          <p:cNvSpPr txBox="1"/>
          <p:nvPr/>
        </p:nvSpPr>
        <p:spPr>
          <a:xfrm>
            <a:off x="8122708" y="4213484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最终合成人口</a:t>
            </a: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14823A88-89E9-C6B7-C5CA-2DE4D42B0828}"/>
              </a:ext>
            </a:extLst>
          </p:cNvPr>
          <p:cNvSpPr txBox="1"/>
          <p:nvPr/>
        </p:nvSpPr>
        <p:spPr>
          <a:xfrm>
            <a:off x="8342354" y="2566471"/>
            <a:ext cx="1033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最终时间步</a:t>
            </a:r>
            <a:endParaRPr lang="en-US" altLang="zh-CN" sz="900" spc="0" baseline="0" dirty="0">
              <a:ln/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宋体"/>
              <a:rtl val="0"/>
            </a:endParaRPr>
          </a:p>
          <a:p>
            <a:pPr algn="ctr"/>
            <a:r>
              <a:rPr lang="zh-CN" altLang="en-US" sz="9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宋体"/>
                <a:rtl val="0"/>
              </a:rPr>
              <a:t>调整后数据</a:t>
            </a:r>
          </a:p>
        </p:txBody>
      </p:sp>
    </p:spTree>
    <p:extLst>
      <p:ext uri="{BB962C8B-B14F-4D97-AF65-F5344CB8AC3E}">
        <p14:creationId xmlns:p14="http://schemas.microsoft.com/office/powerpoint/2010/main" val="4225544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632</Words>
  <Application>Microsoft Macintosh PowerPoint</Application>
  <PresentationFormat>宽屏</PresentationFormat>
  <Paragraphs>204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赫 郝</dc:creator>
  <cp:lastModifiedBy>赫 郝</cp:lastModifiedBy>
  <cp:revision>1</cp:revision>
  <dcterms:created xsi:type="dcterms:W3CDTF">2026-08-07T04:16:44Z</dcterms:created>
  <dcterms:modified xsi:type="dcterms:W3CDTF">2026-08-07T07:44:54Z</dcterms:modified>
</cp:coreProperties>
</file>