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1430000" cy="7810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7B510F-B312-2D45-8F40-50C9DA201138}" v="19" dt="2026-08-11T03:06:55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93"/>
    <p:restoredTop sz="94658"/>
  </p:normalViewPr>
  <p:slideViewPr>
    <p:cSldViewPr snapToGrid="0">
      <p:cViewPr>
        <p:scale>
          <a:sx n="116" d="100"/>
          <a:sy n="116" d="100"/>
        </p:scale>
        <p:origin x="-160" y="-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赫 郝" userId="eac1196edf7977d1" providerId="LiveId" clId="{06512E50-0563-545E-8A2D-AA85B947D58D}"/>
    <pc:docChg chg="undo custSel delSld modSld">
      <pc:chgData name="赫 郝" userId="eac1196edf7977d1" providerId="LiveId" clId="{06512E50-0563-545E-8A2D-AA85B947D58D}" dt="2026-08-11T03:10:08.217" v="1041" actId="2696"/>
      <pc:docMkLst>
        <pc:docMk/>
      </pc:docMkLst>
      <pc:sldChg chg="modSp del mod">
        <pc:chgData name="赫 郝" userId="eac1196edf7977d1" providerId="LiveId" clId="{06512E50-0563-545E-8A2D-AA85B947D58D}" dt="2026-08-11T03:10:08.217" v="1041" actId="2696"/>
        <pc:sldMkLst>
          <pc:docMk/>
          <pc:sldMk cId="1470794646" sldId="256"/>
        </pc:sldMkLst>
        <pc:spChg chg="mod">
          <ac:chgData name="赫 郝" userId="eac1196edf7977d1" providerId="LiveId" clId="{06512E50-0563-545E-8A2D-AA85B947D58D}" dt="2026-08-11T02:45:53.368" v="78" actId="27636"/>
          <ac:spMkLst>
            <pc:docMk/>
            <pc:sldMk cId="1470794646" sldId="256"/>
            <ac:spMk id="5" creationId="{CC8A45B1-CE30-4120-8358-DA06EEFFFA05}"/>
          </ac:spMkLst>
        </pc:spChg>
        <pc:spChg chg="mod">
          <ac:chgData name="赫 郝" userId="eac1196edf7977d1" providerId="LiveId" clId="{06512E50-0563-545E-8A2D-AA85B947D58D}" dt="2026-08-11T02:45:53.369" v="79" actId="27636"/>
          <ac:spMkLst>
            <pc:docMk/>
            <pc:sldMk cId="1470794646" sldId="256"/>
            <ac:spMk id="6" creationId="{5E06F73B-91DE-487D-AC5C-3D82D273AEBD}"/>
          </ac:spMkLst>
        </pc:spChg>
        <pc:spChg chg="mod">
          <ac:chgData name="赫 郝" userId="eac1196edf7977d1" providerId="LiveId" clId="{06512E50-0563-545E-8A2D-AA85B947D58D}" dt="2026-08-11T02:45:53.369" v="80" actId="27636"/>
          <ac:spMkLst>
            <pc:docMk/>
            <pc:sldMk cId="1470794646" sldId="256"/>
            <ac:spMk id="7" creationId="{2BED131A-B4BA-4585-85D4-E07F36AADE25}"/>
          </ac:spMkLst>
        </pc:spChg>
        <pc:spChg chg="mod">
          <ac:chgData name="赫 郝" userId="eac1196edf7977d1" providerId="LiveId" clId="{06512E50-0563-545E-8A2D-AA85B947D58D}" dt="2026-08-11T02:45:53.370" v="81" actId="27636"/>
          <ac:spMkLst>
            <pc:docMk/>
            <pc:sldMk cId="1470794646" sldId="256"/>
            <ac:spMk id="33" creationId="{8B7C2318-EDD2-4014-99A6-D87FCD6300B9}"/>
          </ac:spMkLst>
        </pc:spChg>
      </pc:sldChg>
      <pc:sldChg chg="modSp del mod">
        <pc:chgData name="赫 郝" userId="eac1196edf7977d1" providerId="LiveId" clId="{06512E50-0563-545E-8A2D-AA85B947D58D}" dt="2026-08-11T03:10:07.709" v="1040" actId="2696"/>
        <pc:sldMkLst>
          <pc:docMk/>
          <pc:sldMk cId="835112981" sldId="257"/>
        </pc:sldMkLst>
        <pc:spChg chg="mod">
          <ac:chgData name="赫 郝" userId="eac1196edf7977d1" providerId="LiveId" clId="{06512E50-0563-545E-8A2D-AA85B947D58D}" dt="2026-08-11T02:45:53.375" v="82" actId="27636"/>
          <ac:spMkLst>
            <pc:docMk/>
            <pc:sldMk cId="835112981" sldId="257"/>
            <ac:spMk id="8" creationId="{27202987-01B8-4A87-AB17-63B3B0B53B67}"/>
          </ac:spMkLst>
        </pc:spChg>
        <pc:spChg chg="mod">
          <ac:chgData name="赫 郝" userId="eac1196edf7977d1" providerId="LiveId" clId="{06512E50-0563-545E-8A2D-AA85B947D58D}" dt="2026-08-11T02:45:53.378" v="86" actId="27636"/>
          <ac:spMkLst>
            <pc:docMk/>
            <pc:sldMk cId="835112981" sldId="257"/>
            <ac:spMk id="9" creationId="{B8B5C33B-1857-4CB3-83B2-71B527F48631}"/>
          </ac:spMkLst>
        </pc:spChg>
        <pc:spChg chg="mod">
          <ac:chgData name="赫 郝" userId="eac1196edf7977d1" providerId="LiveId" clId="{06512E50-0563-545E-8A2D-AA85B947D58D}" dt="2026-08-11T02:45:53.376" v="84" actId="27636"/>
          <ac:spMkLst>
            <pc:docMk/>
            <pc:sldMk cId="835112981" sldId="257"/>
            <ac:spMk id="10" creationId="{22B2487C-E41B-4F2B-BD6F-9B0512AF48F6}"/>
          </ac:spMkLst>
        </pc:spChg>
        <pc:spChg chg="mod">
          <ac:chgData name="赫 郝" userId="eac1196edf7977d1" providerId="LiveId" clId="{06512E50-0563-545E-8A2D-AA85B947D58D}" dt="2026-08-11T02:45:53.378" v="87" actId="27636"/>
          <ac:spMkLst>
            <pc:docMk/>
            <pc:sldMk cId="835112981" sldId="257"/>
            <ac:spMk id="12" creationId="{D3999BA8-E94D-40F6-8016-B482025996CB}"/>
          </ac:spMkLst>
        </pc:spChg>
        <pc:spChg chg="mod">
          <ac:chgData name="赫 郝" userId="eac1196edf7977d1" providerId="LiveId" clId="{06512E50-0563-545E-8A2D-AA85B947D58D}" dt="2026-08-11T02:45:53.376" v="83" actId="27636"/>
          <ac:spMkLst>
            <pc:docMk/>
            <pc:sldMk cId="835112981" sldId="257"/>
            <ac:spMk id="25" creationId="{D451B5B7-D5A6-4D2A-9B02-5AB48B4510D2}"/>
          </ac:spMkLst>
        </pc:spChg>
        <pc:spChg chg="mod">
          <ac:chgData name="赫 郝" userId="eac1196edf7977d1" providerId="LiveId" clId="{06512E50-0563-545E-8A2D-AA85B947D58D}" dt="2026-08-11T02:45:53.377" v="85" actId="27636"/>
          <ac:spMkLst>
            <pc:docMk/>
            <pc:sldMk cId="835112981" sldId="257"/>
            <ac:spMk id="44" creationId="{AB5A6F36-D655-40F6-9AA3-D0CCD8C5C9E3}"/>
          </ac:spMkLst>
        </pc:spChg>
      </pc:sldChg>
      <pc:sldChg chg="addSp delSp modSp mod">
        <pc:chgData name="赫 郝" userId="eac1196edf7977d1" providerId="LiveId" clId="{06512E50-0563-545E-8A2D-AA85B947D58D}" dt="2026-08-11T03:09:14.147" v="1038" actId="404"/>
        <pc:sldMkLst>
          <pc:docMk/>
          <pc:sldMk cId="552372876" sldId="258"/>
        </pc:sldMkLst>
        <pc:spChg chg="mod">
          <ac:chgData name="赫 郝" userId="eac1196edf7977d1" providerId="LiveId" clId="{06512E50-0563-545E-8A2D-AA85B947D58D}" dt="2026-08-11T02:51:17.824" v="552" actId="1076"/>
          <ac:spMkLst>
            <pc:docMk/>
            <pc:sldMk cId="552372876" sldId="258"/>
            <ac:spMk id="2" creationId="{306EE97C-A390-4FC7-8C18-86F53499FD25}"/>
          </ac:spMkLst>
        </pc:spChg>
        <pc:spChg chg="mod">
          <ac:chgData name="赫 郝" userId="eac1196edf7977d1" providerId="LiveId" clId="{06512E50-0563-545E-8A2D-AA85B947D58D}" dt="2026-08-11T02:41:44.219" v="69" actId="3064"/>
          <ac:spMkLst>
            <pc:docMk/>
            <pc:sldMk cId="552372876" sldId="258"/>
            <ac:spMk id="3" creationId="{6967C27A-09E9-4FC8-B7B2-4B905EBC8EB8}"/>
          </ac:spMkLst>
        </pc:spChg>
        <pc:spChg chg="mod">
          <ac:chgData name="赫 郝" userId="eac1196edf7977d1" providerId="LiveId" clId="{06512E50-0563-545E-8A2D-AA85B947D58D}" dt="2026-08-11T03:08:53.240" v="1030" actId="2711"/>
          <ac:spMkLst>
            <pc:docMk/>
            <pc:sldMk cId="552372876" sldId="258"/>
            <ac:spMk id="4" creationId="{0E27433B-CEE2-45F2-B4F8-C443EB3D1BC3}"/>
          </ac:spMkLst>
        </pc:spChg>
        <pc:spChg chg="mod">
          <ac:chgData name="赫 郝" userId="eac1196edf7977d1" providerId="LiveId" clId="{06512E50-0563-545E-8A2D-AA85B947D58D}" dt="2026-08-11T03:08:53.240" v="1030" actId="2711"/>
          <ac:spMkLst>
            <pc:docMk/>
            <pc:sldMk cId="552372876" sldId="258"/>
            <ac:spMk id="5" creationId="{9F7F4F6A-8992-4230-BA18-B0F464F5DD3F}"/>
          </ac:spMkLst>
        </pc:spChg>
        <pc:spChg chg="mod">
          <ac:chgData name="赫 郝" userId="eac1196edf7977d1" providerId="LiveId" clId="{06512E50-0563-545E-8A2D-AA85B947D58D}" dt="2026-08-11T02:54:04.981" v="604" actId="1035"/>
          <ac:spMkLst>
            <pc:docMk/>
            <pc:sldMk cId="552372876" sldId="258"/>
            <ac:spMk id="6" creationId="{D068CEC3-1DE5-47C5-ACB8-950928B997D1}"/>
          </ac:spMkLst>
        </pc:spChg>
        <pc:spChg chg="mod">
          <ac:chgData name="赫 郝" userId="eac1196edf7977d1" providerId="LiveId" clId="{06512E50-0563-545E-8A2D-AA85B947D58D}" dt="2026-08-11T03:08:53.240" v="1030" actId="2711"/>
          <ac:spMkLst>
            <pc:docMk/>
            <pc:sldMk cId="552372876" sldId="258"/>
            <ac:spMk id="7" creationId="{769420ED-6F55-49E5-B7AC-EE983FDBC3EF}"/>
          </ac:spMkLst>
        </pc:spChg>
        <pc:spChg chg="del mod">
          <ac:chgData name="赫 郝" userId="eac1196edf7977d1" providerId="LiveId" clId="{06512E50-0563-545E-8A2D-AA85B947D58D}" dt="2026-08-11T02:45:52.475" v="73" actId="478"/>
          <ac:spMkLst>
            <pc:docMk/>
            <pc:sldMk cId="552372876" sldId="258"/>
            <ac:spMk id="8" creationId="{BB958F6A-FB69-41CA-9137-B1500BE662D6}"/>
          </ac:spMkLst>
        </pc:spChg>
        <pc:spChg chg="del mod">
          <ac:chgData name="赫 郝" userId="eac1196edf7977d1" providerId="LiveId" clId="{06512E50-0563-545E-8A2D-AA85B947D58D}" dt="2026-08-11T03:00:27.262" v="709" actId="478"/>
          <ac:spMkLst>
            <pc:docMk/>
            <pc:sldMk cId="552372876" sldId="258"/>
            <ac:spMk id="9" creationId="{77FFC035-D38D-4CBC-9902-E73463D7F40F}"/>
          </ac:spMkLst>
        </pc:spChg>
        <pc:spChg chg="del mod">
          <ac:chgData name="赫 郝" userId="eac1196edf7977d1" providerId="LiveId" clId="{06512E50-0563-545E-8A2D-AA85B947D58D}" dt="2026-08-11T03:01:18.986" v="735" actId="478"/>
          <ac:spMkLst>
            <pc:docMk/>
            <pc:sldMk cId="552372876" sldId="258"/>
            <ac:spMk id="10" creationId="{BAFFA077-057C-4D68-A67E-0A012068D7E7}"/>
          </ac:spMkLst>
        </pc:spChg>
        <pc:spChg chg="mod">
          <ac:chgData name="赫 郝" userId="eac1196edf7977d1" providerId="LiveId" clId="{06512E50-0563-545E-8A2D-AA85B947D58D}" dt="2026-08-11T02:48:40.582" v="398" actId="20577"/>
          <ac:spMkLst>
            <pc:docMk/>
            <pc:sldMk cId="552372876" sldId="258"/>
            <ac:spMk id="11" creationId="{C08A163D-7DBF-4F89-A416-A3A851F7F76E}"/>
          </ac:spMkLst>
        </pc:spChg>
        <pc:spChg chg="mod">
          <ac:chgData name="赫 郝" userId="eac1196edf7977d1" providerId="LiveId" clId="{06512E50-0563-545E-8A2D-AA85B947D58D}" dt="2026-08-11T02:50:53.274" v="519" actId="14100"/>
          <ac:spMkLst>
            <pc:docMk/>
            <pc:sldMk cId="552372876" sldId="258"/>
            <ac:spMk id="12" creationId="{5046BC77-5E6C-4371-8087-24D7AA82FE86}"/>
          </ac:spMkLst>
        </pc:spChg>
        <pc:spChg chg="mod">
          <ac:chgData name="赫 郝" userId="eac1196edf7977d1" providerId="LiveId" clId="{06512E50-0563-545E-8A2D-AA85B947D58D}" dt="2026-08-11T03:08:53.240" v="1030" actId="2711"/>
          <ac:spMkLst>
            <pc:docMk/>
            <pc:sldMk cId="552372876" sldId="258"/>
            <ac:spMk id="13" creationId="{0D301018-1414-4BEC-BC33-D8C4E495674B}"/>
          </ac:spMkLst>
        </pc:spChg>
        <pc:spChg chg="del">
          <ac:chgData name="赫 郝" userId="eac1196edf7977d1" providerId="LiveId" clId="{06512E50-0563-545E-8A2D-AA85B947D58D}" dt="2026-08-11T02:48:56.969" v="399" actId="478"/>
          <ac:spMkLst>
            <pc:docMk/>
            <pc:sldMk cId="552372876" sldId="258"/>
            <ac:spMk id="14" creationId="{CAA68C12-DB59-4626-8DE9-BC9D04E85650}"/>
          </ac:spMkLst>
        </pc:spChg>
        <pc:spChg chg="mod">
          <ac:chgData name="赫 郝" userId="eac1196edf7977d1" providerId="LiveId" clId="{06512E50-0563-545E-8A2D-AA85B947D58D}" dt="2026-08-11T02:52:18.977" v="557" actId="207"/>
          <ac:spMkLst>
            <pc:docMk/>
            <pc:sldMk cId="552372876" sldId="258"/>
            <ac:spMk id="15" creationId="{0FFF1A09-18A0-4B7B-95D5-F3EDE3E7D0C8}"/>
          </ac:spMkLst>
        </pc:spChg>
        <pc:spChg chg="mod">
          <ac:chgData name="赫 郝" userId="eac1196edf7977d1" providerId="LiveId" clId="{06512E50-0563-545E-8A2D-AA85B947D58D}" dt="2026-08-11T02:57:24.127" v="640" actId="1076"/>
          <ac:spMkLst>
            <pc:docMk/>
            <pc:sldMk cId="552372876" sldId="258"/>
            <ac:spMk id="16" creationId="{9045A056-7D58-407A-A4E6-BF07CDE2B356}"/>
          </ac:spMkLst>
        </pc:spChg>
        <pc:spChg chg="mod">
          <ac:chgData name="赫 郝" userId="eac1196edf7977d1" providerId="LiveId" clId="{06512E50-0563-545E-8A2D-AA85B947D58D}" dt="2026-08-11T03:08:53.240" v="1030" actId="2711"/>
          <ac:spMkLst>
            <pc:docMk/>
            <pc:sldMk cId="552372876" sldId="258"/>
            <ac:spMk id="17" creationId="{B4FC72BF-171C-472E-95FF-5D61229E093F}"/>
          </ac:spMkLst>
        </pc:spChg>
        <pc:spChg chg="mod">
          <ac:chgData name="赫 郝" userId="eac1196edf7977d1" providerId="LiveId" clId="{06512E50-0563-545E-8A2D-AA85B947D58D}" dt="2026-08-11T03:09:00.617" v="1031" actId="14100"/>
          <ac:spMkLst>
            <pc:docMk/>
            <pc:sldMk cId="552372876" sldId="258"/>
            <ac:spMk id="18" creationId="{E5CDB64E-DF79-47FF-8FB9-B8EFA712B24B}"/>
          </ac:spMkLst>
        </pc:spChg>
        <pc:spChg chg="mod">
          <ac:chgData name="赫 郝" userId="eac1196edf7977d1" providerId="LiveId" clId="{06512E50-0563-545E-8A2D-AA85B947D58D}" dt="2026-08-11T03:01:00.551" v="734" actId="113"/>
          <ac:spMkLst>
            <pc:docMk/>
            <pc:sldMk cId="552372876" sldId="258"/>
            <ac:spMk id="19" creationId="{FABEDBC6-0C02-44E1-A417-59F2303FCD95}"/>
          </ac:spMkLst>
        </pc:spChg>
        <pc:spChg chg="mod">
          <ac:chgData name="赫 郝" userId="eac1196edf7977d1" providerId="LiveId" clId="{06512E50-0563-545E-8A2D-AA85B947D58D}" dt="2026-08-11T03:08:53.240" v="1030" actId="2711"/>
          <ac:spMkLst>
            <pc:docMk/>
            <pc:sldMk cId="552372876" sldId="258"/>
            <ac:spMk id="20" creationId="{7DABAD46-9FD7-4E28-9EAE-FCE15454EA9C}"/>
          </ac:spMkLst>
        </pc:spChg>
        <pc:spChg chg="mod">
          <ac:chgData name="赫 郝" userId="eac1196edf7977d1" providerId="LiveId" clId="{06512E50-0563-545E-8A2D-AA85B947D58D}" dt="2026-08-11T03:06:02.241" v="858" actId="403"/>
          <ac:spMkLst>
            <pc:docMk/>
            <pc:sldMk cId="552372876" sldId="258"/>
            <ac:spMk id="21" creationId="{3E6686B6-395E-4B23-869C-034A0CB1AD62}"/>
          </ac:spMkLst>
        </pc:spChg>
        <pc:spChg chg="mod">
          <ac:chgData name="赫 郝" userId="eac1196edf7977d1" providerId="LiveId" clId="{06512E50-0563-545E-8A2D-AA85B947D58D}" dt="2026-08-11T03:08:53.240" v="1030" actId="2711"/>
          <ac:spMkLst>
            <pc:docMk/>
            <pc:sldMk cId="552372876" sldId="258"/>
            <ac:spMk id="22" creationId="{7C7E3028-2556-4CA3-9736-50DBB690A382}"/>
          </ac:spMkLst>
        </pc:spChg>
        <pc:spChg chg="del mod">
          <ac:chgData name="赫 郝" userId="eac1196edf7977d1" providerId="LiveId" clId="{06512E50-0563-545E-8A2D-AA85B947D58D}" dt="2026-08-11T03:07:40.918" v="1029" actId="478"/>
          <ac:spMkLst>
            <pc:docMk/>
            <pc:sldMk cId="552372876" sldId="258"/>
            <ac:spMk id="23" creationId="{E0BEE887-5D96-435B-975F-6FD383B84BE5}"/>
          </ac:spMkLst>
        </pc:spChg>
        <pc:spChg chg="del">
          <ac:chgData name="赫 郝" userId="eac1196edf7977d1" providerId="LiveId" clId="{06512E50-0563-545E-8A2D-AA85B947D58D}" dt="2026-08-11T03:07:40.918" v="1029" actId="478"/>
          <ac:spMkLst>
            <pc:docMk/>
            <pc:sldMk cId="552372876" sldId="258"/>
            <ac:spMk id="24" creationId="{7E2B1A46-BD17-4B96-8965-CEB63BF6F349}"/>
          </ac:spMkLst>
        </pc:spChg>
        <pc:spChg chg="del mod">
          <ac:chgData name="赫 郝" userId="eac1196edf7977d1" providerId="LiveId" clId="{06512E50-0563-545E-8A2D-AA85B947D58D}" dt="2026-08-11T02:52:03.952" v="554" actId="478"/>
          <ac:spMkLst>
            <pc:docMk/>
            <pc:sldMk cId="552372876" sldId="258"/>
            <ac:spMk id="25" creationId="{FF52B95B-9ACA-434B-90F5-D2A98F613129}"/>
          </ac:spMkLst>
        </pc:spChg>
        <pc:spChg chg="add mod">
          <ac:chgData name="赫 郝" userId="eac1196edf7977d1" providerId="LiveId" clId="{06512E50-0563-545E-8A2D-AA85B947D58D}" dt="2026-08-11T02:48:18.220" v="373" actId="1076"/>
          <ac:spMkLst>
            <pc:docMk/>
            <pc:sldMk cId="552372876" sldId="258"/>
            <ac:spMk id="28" creationId="{4E852F71-E282-A258-6786-8FE01E823C33}"/>
          </ac:spMkLst>
        </pc:spChg>
        <pc:spChg chg="add mod">
          <ac:chgData name="赫 郝" userId="eac1196edf7977d1" providerId="LiveId" clId="{06512E50-0563-545E-8A2D-AA85B947D58D}" dt="2026-08-11T02:48:18.220" v="373" actId="1076"/>
          <ac:spMkLst>
            <pc:docMk/>
            <pc:sldMk cId="552372876" sldId="258"/>
            <ac:spMk id="29" creationId="{A343ADDA-650D-85FF-DEA1-000ECC32EBC6}"/>
          </ac:spMkLst>
        </pc:spChg>
        <pc:spChg chg="add mod">
          <ac:chgData name="赫 郝" userId="eac1196edf7977d1" providerId="LiveId" clId="{06512E50-0563-545E-8A2D-AA85B947D58D}" dt="2026-08-11T02:48:18.220" v="373" actId="1076"/>
          <ac:spMkLst>
            <pc:docMk/>
            <pc:sldMk cId="552372876" sldId="258"/>
            <ac:spMk id="30" creationId="{FB283191-7ABE-1488-86D8-079BC817AC6D}"/>
          </ac:spMkLst>
        </pc:spChg>
        <pc:spChg chg="add mod">
          <ac:chgData name="赫 郝" userId="eac1196edf7977d1" providerId="LiveId" clId="{06512E50-0563-545E-8A2D-AA85B947D58D}" dt="2026-08-11T02:48:18.220" v="373" actId="1076"/>
          <ac:spMkLst>
            <pc:docMk/>
            <pc:sldMk cId="552372876" sldId="258"/>
            <ac:spMk id="31" creationId="{0EC57FEC-A14D-2641-5E33-1F4775B1E2A1}"/>
          </ac:spMkLst>
        </pc:spChg>
        <pc:spChg chg="add mod">
          <ac:chgData name="赫 郝" userId="eac1196edf7977d1" providerId="LiveId" clId="{06512E50-0563-545E-8A2D-AA85B947D58D}" dt="2026-08-11T03:08:53.240" v="1030" actId="2711"/>
          <ac:spMkLst>
            <pc:docMk/>
            <pc:sldMk cId="552372876" sldId="258"/>
            <ac:spMk id="33" creationId="{F4CB0D91-59A3-131D-C59A-49DEBB480FC6}"/>
          </ac:spMkLst>
        </pc:spChg>
        <pc:spChg chg="add mod">
          <ac:chgData name="赫 郝" userId="eac1196edf7977d1" providerId="LiveId" clId="{06512E50-0563-545E-8A2D-AA85B947D58D}" dt="2026-08-11T03:08:53.240" v="1030" actId="2711"/>
          <ac:spMkLst>
            <pc:docMk/>
            <pc:sldMk cId="552372876" sldId="258"/>
            <ac:spMk id="34" creationId="{114EAD9F-08E6-550C-F297-C0C283A16E8E}"/>
          </ac:spMkLst>
        </pc:spChg>
        <pc:spChg chg="mod">
          <ac:chgData name="赫 郝" userId="eac1196edf7977d1" providerId="LiveId" clId="{06512E50-0563-545E-8A2D-AA85B947D58D}" dt="2026-08-11T02:41:44.219" v="69" actId="3064"/>
          <ac:spMkLst>
            <pc:docMk/>
            <pc:sldMk cId="552372876" sldId="258"/>
            <ac:spMk id="37" creationId="{C5EFFF21-8298-41BB-B145-A72AD520FADB}"/>
          </ac:spMkLst>
        </pc:spChg>
        <pc:spChg chg="add del mod">
          <ac:chgData name="赫 郝" userId="eac1196edf7977d1" providerId="LiveId" clId="{06512E50-0563-545E-8A2D-AA85B947D58D}" dt="2026-08-11T02:52:25.653" v="559" actId="478"/>
          <ac:spMkLst>
            <pc:docMk/>
            <pc:sldMk cId="552372876" sldId="258"/>
            <ac:spMk id="50" creationId="{42BD2BF5-CDC9-F55C-48B7-429D00BE3920}"/>
          </ac:spMkLst>
        </pc:spChg>
        <pc:spChg chg="add mod">
          <ac:chgData name="赫 郝" userId="eac1196edf7977d1" providerId="LiveId" clId="{06512E50-0563-545E-8A2D-AA85B947D58D}" dt="2026-08-11T02:52:46.620" v="591" actId="14100"/>
          <ac:spMkLst>
            <pc:docMk/>
            <pc:sldMk cId="552372876" sldId="258"/>
            <ac:spMk id="52" creationId="{C5B9886D-37F7-8DF5-01FD-9F498026F24B}"/>
          </ac:spMkLst>
        </pc:spChg>
        <pc:spChg chg="add mod">
          <ac:chgData name="赫 郝" userId="eac1196edf7977d1" providerId="LiveId" clId="{06512E50-0563-545E-8A2D-AA85B947D58D}" dt="2026-08-11T03:00:33.286" v="711" actId="1076"/>
          <ac:spMkLst>
            <pc:docMk/>
            <pc:sldMk cId="552372876" sldId="258"/>
            <ac:spMk id="97" creationId="{EF12C834-2E5F-0F90-30D5-28C01C9BC7B5}"/>
          </ac:spMkLst>
        </pc:spChg>
        <pc:spChg chg="add del mod">
          <ac:chgData name="赫 郝" userId="eac1196edf7977d1" providerId="LiveId" clId="{06512E50-0563-545E-8A2D-AA85B947D58D}" dt="2026-08-11T03:09:14.147" v="1038" actId="404"/>
          <ac:spMkLst>
            <pc:docMk/>
            <pc:sldMk cId="552372876" sldId="258"/>
            <ac:spMk id="98" creationId="{059B3FF6-4ED8-EF57-597B-CF638F467788}"/>
          </ac:spMkLst>
        </pc:spChg>
        <pc:spChg chg="add mod">
          <ac:chgData name="赫 郝" userId="eac1196edf7977d1" providerId="LiveId" clId="{06512E50-0563-545E-8A2D-AA85B947D58D}" dt="2026-08-11T03:09:07.817" v="1032" actId="20577"/>
          <ac:spMkLst>
            <pc:docMk/>
            <pc:sldMk cId="552372876" sldId="258"/>
            <ac:spMk id="99" creationId="{53EA3D12-6058-E90E-2FE7-F3FB17C09F2B}"/>
          </ac:spMkLst>
        </pc:spChg>
        <pc:spChg chg="add del mod">
          <ac:chgData name="赫 郝" userId="eac1196edf7977d1" providerId="LiveId" clId="{06512E50-0563-545E-8A2D-AA85B947D58D}" dt="2026-08-11T03:04:17.514" v="854" actId="1076"/>
          <ac:spMkLst>
            <pc:docMk/>
            <pc:sldMk cId="552372876" sldId="258"/>
            <ac:spMk id="100" creationId="{6871FC9A-5BB6-D81C-BF0F-429F24572C11}"/>
          </ac:spMkLst>
        </pc:spChg>
        <pc:cxnChg chg="add del mod">
          <ac:chgData name="赫 郝" userId="eac1196edf7977d1" providerId="LiveId" clId="{06512E50-0563-545E-8A2D-AA85B947D58D}" dt="2026-08-11T02:53:52.682" v="599" actId="478"/>
          <ac:cxnSpMkLst>
            <pc:docMk/>
            <pc:sldMk cId="552372876" sldId="258"/>
            <ac:cxnSpMk id="38" creationId="{27AB74B8-2788-3220-B84A-607B789188F4}"/>
          </ac:cxnSpMkLst>
        </pc:cxnChg>
        <pc:cxnChg chg="add del mod">
          <ac:chgData name="赫 郝" userId="eac1196edf7977d1" providerId="LiveId" clId="{06512E50-0563-545E-8A2D-AA85B947D58D}" dt="2026-08-11T02:53:51.874" v="598" actId="478"/>
          <ac:cxnSpMkLst>
            <pc:docMk/>
            <pc:sldMk cId="552372876" sldId="258"/>
            <ac:cxnSpMk id="42" creationId="{DD36BBFF-A693-B438-415E-5E7DBD9C6EC8}"/>
          </ac:cxnSpMkLst>
        </pc:cxnChg>
        <pc:cxnChg chg="add mod">
          <ac:chgData name="赫 郝" userId="eac1196edf7977d1" providerId="LiveId" clId="{06512E50-0563-545E-8A2D-AA85B947D58D}" dt="2026-08-11T02:54:04.981" v="604" actId="1035"/>
          <ac:cxnSpMkLst>
            <pc:docMk/>
            <pc:sldMk cId="552372876" sldId="258"/>
            <ac:cxnSpMk id="55" creationId="{D8C25F80-D4FE-8A0A-4356-631B33C596EF}"/>
          </ac:cxnSpMkLst>
        </pc:cxnChg>
        <pc:cxnChg chg="del mod">
          <ac:chgData name="赫 郝" userId="eac1196edf7977d1" providerId="LiveId" clId="{06512E50-0563-545E-8A2D-AA85B947D58D}" dt="2026-08-11T02:49:03.453" v="400" actId="478"/>
          <ac:cxnSpMkLst>
            <pc:docMk/>
            <pc:sldMk cId="552372876" sldId="258"/>
            <ac:cxnSpMk id="62" creationId="{00000000-0000-0000-0000-000000000000}"/>
          </ac:cxnSpMkLst>
        </pc:cxnChg>
        <pc:cxnChg chg="mod">
          <ac:chgData name="赫 郝" userId="eac1196edf7977d1" providerId="LiveId" clId="{06512E50-0563-545E-8A2D-AA85B947D58D}" dt="2026-08-11T03:09:00.617" v="1031" actId="14100"/>
          <ac:cxnSpMkLst>
            <pc:docMk/>
            <pc:sldMk cId="552372876" sldId="258"/>
            <ac:cxnSpMk id="63" creationId="{00000000-0000-0000-0000-000000000000}"/>
          </ac:cxnSpMkLst>
        </pc:cxnChg>
        <pc:cxnChg chg="mod">
          <ac:chgData name="赫 郝" userId="eac1196edf7977d1" providerId="LiveId" clId="{06512E50-0563-545E-8A2D-AA85B947D58D}" dt="2026-08-11T03:09:00.617" v="1031" actId="14100"/>
          <ac:cxnSpMkLst>
            <pc:docMk/>
            <pc:sldMk cId="552372876" sldId="258"/>
            <ac:cxnSpMk id="64" creationId="{00000000-0000-0000-0000-000000000000}"/>
          </ac:cxnSpMkLst>
        </pc:cxnChg>
        <pc:cxnChg chg="mod">
          <ac:chgData name="赫 郝" userId="eac1196edf7977d1" providerId="LiveId" clId="{06512E50-0563-545E-8A2D-AA85B947D58D}" dt="2026-08-11T02:57:24.127" v="640" actId="1076"/>
          <ac:cxnSpMkLst>
            <pc:docMk/>
            <pc:sldMk cId="552372876" sldId="258"/>
            <ac:cxnSpMk id="65" creationId="{00000000-0000-0000-0000-000000000000}"/>
          </ac:cxnSpMkLst>
        </pc:cxnChg>
        <pc:cxnChg chg="mod">
          <ac:chgData name="赫 郝" userId="eac1196edf7977d1" providerId="LiveId" clId="{06512E50-0563-545E-8A2D-AA85B947D58D}" dt="2026-08-11T02:59:07.708" v="687" actId="1036"/>
          <ac:cxnSpMkLst>
            <pc:docMk/>
            <pc:sldMk cId="552372876" sldId="258"/>
            <ac:cxnSpMk id="66" creationId="{00000000-0000-0000-0000-000000000000}"/>
          </ac:cxnSpMkLst>
        </pc:cxnChg>
        <pc:cxnChg chg="mod">
          <ac:chgData name="赫 郝" userId="eac1196edf7977d1" providerId="LiveId" clId="{06512E50-0563-545E-8A2D-AA85B947D58D}" dt="2026-08-11T02:57:28.694" v="641" actId="1076"/>
          <ac:cxnSpMkLst>
            <pc:docMk/>
            <pc:sldMk cId="552372876" sldId="258"/>
            <ac:cxnSpMk id="67" creationId="{00000000-0000-0000-0000-000000000000}"/>
          </ac:cxnSpMkLst>
        </pc:cxnChg>
        <pc:cxnChg chg="mod">
          <ac:chgData name="赫 郝" userId="eac1196edf7977d1" providerId="LiveId" clId="{06512E50-0563-545E-8A2D-AA85B947D58D}" dt="2026-08-11T03:09:00.617" v="1031" actId="14100"/>
          <ac:cxnSpMkLst>
            <pc:docMk/>
            <pc:sldMk cId="552372876" sldId="258"/>
            <ac:cxnSpMk id="69" creationId="{00000000-0000-0000-0000-000000000000}"/>
          </ac:cxnSpMkLst>
        </pc:cxnChg>
        <pc:cxnChg chg="mod">
          <ac:chgData name="赫 郝" userId="eac1196edf7977d1" providerId="LiveId" clId="{06512E50-0563-545E-8A2D-AA85B947D58D}" dt="2026-08-11T02:59:42.282" v="693" actId="14100"/>
          <ac:cxnSpMkLst>
            <pc:docMk/>
            <pc:sldMk cId="552372876" sldId="258"/>
            <ac:cxnSpMk id="70" creationId="{00000000-0000-0000-0000-000000000000}"/>
          </ac:cxnSpMkLst>
        </pc:cxnChg>
        <pc:cxnChg chg="del mod">
          <ac:chgData name="赫 郝" userId="eac1196edf7977d1" providerId="LiveId" clId="{06512E50-0563-545E-8A2D-AA85B947D58D}" dt="2026-08-11T03:07:40.918" v="1029" actId="478"/>
          <ac:cxnSpMkLst>
            <pc:docMk/>
            <pc:sldMk cId="552372876" sldId="258"/>
            <ac:cxnSpMk id="71" creationId="{00000000-0000-0000-0000-000000000000}"/>
          </ac:cxnSpMkLst>
        </pc:cxnChg>
        <pc:cxnChg chg="del mod">
          <ac:chgData name="赫 郝" userId="eac1196edf7977d1" providerId="LiveId" clId="{06512E50-0563-545E-8A2D-AA85B947D58D}" dt="2026-08-11T03:07:40.918" v="1029" actId="478"/>
          <ac:cxnSpMkLst>
            <pc:docMk/>
            <pc:sldMk cId="552372876" sldId="258"/>
            <ac:cxnSpMk id="72" creationId="{00000000-0000-0000-0000-000000000000}"/>
          </ac:cxnSpMkLst>
        </pc:cxnChg>
        <pc:cxnChg chg="add mod">
          <ac:chgData name="赫 郝" userId="eac1196edf7977d1" providerId="LiveId" clId="{06512E50-0563-545E-8A2D-AA85B947D58D}" dt="2026-08-11T02:59:30.461" v="690" actId="1076"/>
          <ac:cxnSpMkLst>
            <pc:docMk/>
            <pc:sldMk cId="552372876" sldId="258"/>
            <ac:cxnSpMk id="90" creationId="{B79FB7A3-F832-362F-F618-16A11459AB31}"/>
          </ac:cxnSpMkLst>
        </pc:cxnChg>
      </pc:sldChg>
      <pc:sldChg chg="modSp del mod">
        <pc:chgData name="赫 郝" userId="eac1196edf7977d1" providerId="LiveId" clId="{06512E50-0563-545E-8A2D-AA85B947D58D}" dt="2026-08-11T03:10:07.080" v="1039" actId="2696"/>
        <pc:sldMkLst>
          <pc:docMk/>
          <pc:sldMk cId="1105337505" sldId="259"/>
        </pc:sldMkLst>
        <pc:spChg chg="mod">
          <ac:chgData name="赫 郝" userId="eac1196edf7977d1" providerId="LiveId" clId="{06512E50-0563-545E-8A2D-AA85B947D58D}" dt="2026-08-11T02:45:53.359" v="77" actId="27636"/>
          <ac:spMkLst>
            <pc:docMk/>
            <pc:sldMk cId="1105337505" sldId="259"/>
            <ac:spMk id="17" creationId="{BD76DACF-98C8-4E2C-BBEE-25190EA24AC1}"/>
          </ac:spMkLst>
        </pc:spChg>
        <pc:spChg chg="mod">
          <ac:chgData name="赫 郝" userId="eac1196edf7977d1" providerId="LiveId" clId="{06512E50-0563-545E-8A2D-AA85B947D58D}" dt="2026-08-11T02:45:53.358" v="75" actId="27636"/>
          <ac:spMkLst>
            <pc:docMk/>
            <pc:sldMk cId="1105337505" sldId="259"/>
            <ac:spMk id="18" creationId="{B8A97DD9-4452-43D2-8201-F1A8FB4F57B5}"/>
          </ac:spMkLst>
        </pc:spChg>
        <pc:spChg chg="mod">
          <ac:chgData name="赫 郝" userId="eac1196edf7977d1" providerId="LiveId" clId="{06512E50-0563-545E-8A2D-AA85B947D58D}" dt="2026-08-11T02:45:53.359" v="76" actId="27636"/>
          <ac:spMkLst>
            <pc:docMk/>
            <pc:sldMk cId="1105337505" sldId="259"/>
            <ac:spMk id="37" creationId="{963E1141-E604-4B8F-97FA-B75392E8DF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/Users/haohe/Library/CloudStorage/OneDrive-个人/研究生阶段/2026/2026_06 博士毕业大论文撰写/0.4【】BJTU-Thesis-Latex-main(1)/0.4【】BJTU-Thesis-Latex-main/chapters/chapter05.tex</a:t>
            </a:r>
          </a:p>
          <a:p>
            <a:r>
              <a:t>- /Users/haohe/Library/CloudStorage/OneDrive-个人/研究生阶段/2026/2026_06 博士毕业大论文撰写/0.4【】BJTU-Thesis-Latex-main(1)/0.4【】BJTU-Thesis-Latex-main/figures/ch6/中文版/HMM_framework.pdf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ption-C">
            <a:extLst>
              <a:ext uri="{FF2B5EF4-FFF2-40B4-BE49-F238E27FC236}">
                <a16:creationId xmlns:a16="http://schemas.microsoft.com/office/drawing/2014/main" id="{C5EFFF21-8298-41BB-B145-A72AD520FADB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323850" cy="323850"/>
          </a:xfrm>
          <a:prstGeom prst="ellipse">
            <a:avLst/>
          </a:prstGeom>
          <a:solidFill>
            <a:srgbClr val="255C92"/>
          </a:solidFill>
          <a:ln w="1238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" name="option-title-C">
            <a:extLst>
              <a:ext uri="{FF2B5EF4-FFF2-40B4-BE49-F238E27FC236}">
                <a16:creationId xmlns:a16="http://schemas.microsoft.com/office/drawing/2014/main" id="{306EE97C-A390-4FC7-8C18-86F53499FD25}"/>
              </a:ext>
            </a:extLst>
          </p:cNvPr>
          <p:cNvSpPr>
            <a:spLocks noGrp="1"/>
          </p:cNvSpPr>
          <p:nvPr/>
        </p:nvSpPr>
        <p:spPr>
          <a:xfrm>
            <a:off x="828675" y="19050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255C92"/>
                </a:solidFill>
                <a:latin typeface="SimSun"/>
                <a:ea typeface="SimSun"/>
                <a:cs typeface="SimSun"/>
              </a:defRPr>
            </a:pPr>
            <a:r>
              <a:rPr>
                <a:latin typeface="SimSun"/>
                <a:ea typeface="SimSun"/>
                <a:cs typeface="SimSun"/>
              </a:rPr>
              <a:t>方案</a:t>
            </a:r>
            <a:r>
              <a:rPr>
                <a:latin typeface="Times New Roman"/>
                <a:ea typeface="Times New Roman"/>
                <a:cs typeface="Times New Roman"/>
              </a:rPr>
              <a:t>C</a:t>
            </a:r>
            <a:r>
              <a:rPr>
                <a:latin typeface="SimSun"/>
                <a:ea typeface="SimSun"/>
                <a:cs typeface="SimSun"/>
              </a:rPr>
              <a:t>｜阶段泳道</a:t>
            </a:r>
          </a:p>
        </p:txBody>
      </p:sp>
      <p:sp>
        <p:nvSpPr>
          <p:cNvPr id="3" name="option-note-C">
            <a:extLst>
              <a:ext uri="{FF2B5EF4-FFF2-40B4-BE49-F238E27FC236}">
                <a16:creationId xmlns:a16="http://schemas.microsoft.com/office/drawing/2014/main" id="{6967C27A-09E9-4FC8-B7B2-4B905EBC8EB8}"/>
              </a:ext>
            </a:extLst>
          </p:cNvPr>
          <p:cNvSpPr>
            <a:spLocks noGrp="1"/>
          </p:cNvSpPr>
          <p:nvPr/>
        </p:nvSpPr>
        <p:spPr>
          <a:xfrm>
            <a:off x="7858125" y="2476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r">
              <a:defRPr sz="1125" b="0" i="0">
                <a:solidFill>
                  <a:srgbClr val="6B7280"/>
                </a:solidFill>
                <a:latin typeface="SimSun"/>
                <a:ea typeface="SimSun"/>
                <a:cs typeface="SimSun"/>
              </a:defRPr>
            </a:pPr>
            <a:r>
              <a:rPr>
                <a:latin typeface="SimSun"/>
                <a:ea typeface="SimSun"/>
                <a:cs typeface="SimSun"/>
              </a:rPr>
              <a:t>同一研究内容，不同视觉组织方式</a:t>
            </a:r>
          </a:p>
        </p:txBody>
      </p:sp>
      <p:sp>
        <p:nvSpPr>
          <p:cNvPr id="4" name="C-left-input">
            <a:extLst>
              <a:ext uri="{FF2B5EF4-FFF2-40B4-BE49-F238E27FC236}">
                <a16:creationId xmlns:a16="http://schemas.microsoft.com/office/drawing/2014/main" id="{0E27433B-CEE2-45F2-B4F8-C443EB3D1BC3}"/>
              </a:ext>
            </a:extLst>
          </p:cNvPr>
          <p:cNvSpPr>
            <a:spLocks noGrp="1"/>
          </p:cNvSpPr>
          <p:nvPr/>
        </p:nvSpPr>
        <p:spPr>
          <a:xfrm>
            <a:off x="333375" y="829437"/>
            <a:ext cx="1714500" cy="5398390"/>
          </a:xfrm>
          <a:prstGeom prst="roundRect">
            <a:avLst>
              <a:gd name="adj" fmla="val 3333"/>
            </a:avLst>
          </a:prstGeom>
          <a:solidFill>
            <a:srgbClr val="F3F4F5"/>
          </a:solidFill>
          <a:ln w="14288">
            <a:solidFill>
              <a:srgbClr val="70757A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-right-output">
            <a:extLst>
              <a:ext uri="{FF2B5EF4-FFF2-40B4-BE49-F238E27FC236}">
                <a16:creationId xmlns:a16="http://schemas.microsoft.com/office/drawing/2014/main" id="{9F7F4F6A-8992-4230-BA18-B0F464F5DD3F}"/>
              </a:ext>
            </a:extLst>
          </p:cNvPr>
          <p:cNvSpPr>
            <a:spLocks noGrp="1"/>
          </p:cNvSpPr>
          <p:nvPr/>
        </p:nvSpPr>
        <p:spPr>
          <a:xfrm>
            <a:off x="9382125" y="826770"/>
            <a:ext cx="1714500" cy="5398389"/>
          </a:xfrm>
          <a:prstGeom prst="roundRect">
            <a:avLst>
              <a:gd name="adj" fmla="val 3333"/>
            </a:avLst>
          </a:prstGeom>
          <a:solidFill>
            <a:srgbClr val="EDF4FB"/>
          </a:solidFill>
          <a:ln w="14288">
            <a:solidFill>
              <a:srgbClr val="78A7D6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-main-frame">
            <a:extLst>
              <a:ext uri="{FF2B5EF4-FFF2-40B4-BE49-F238E27FC236}">
                <a16:creationId xmlns:a16="http://schemas.microsoft.com/office/drawing/2014/main" id="{D068CEC3-1DE5-47C5-ACB8-950928B997D1}"/>
              </a:ext>
            </a:extLst>
          </p:cNvPr>
          <p:cNvSpPr>
            <a:spLocks noGrp="1"/>
          </p:cNvSpPr>
          <p:nvPr/>
        </p:nvSpPr>
        <p:spPr>
          <a:xfrm>
            <a:off x="2333625" y="826770"/>
            <a:ext cx="6762750" cy="5398390"/>
          </a:xfrm>
          <a:prstGeom prst="roundRect">
            <a:avLst>
              <a:gd name="adj" fmla="val 1081"/>
            </a:avLst>
          </a:prstGeom>
          <a:solidFill>
            <a:srgbClr val="F8F8F7"/>
          </a:solidFill>
          <a:ln w="15240">
            <a:solidFill>
              <a:srgbClr val="666B70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-input-title">
            <a:extLst>
              <a:ext uri="{FF2B5EF4-FFF2-40B4-BE49-F238E27FC236}">
                <a16:creationId xmlns:a16="http://schemas.microsoft.com/office/drawing/2014/main" id="{769420ED-6F55-49E5-B7AC-EE983FDBC3EF}"/>
              </a:ext>
            </a:extLst>
          </p:cNvPr>
          <p:cNvSpPr>
            <a:spLocks noGrp="1"/>
          </p:cNvSpPr>
          <p:nvPr/>
        </p:nvSpPr>
        <p:spPr>
          <a:xfrm>
            <a:off x="428625" y="1027558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725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MaaS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多阶段采纳意愿调查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1" name="C-main-title">
            <a:extLst>
              <a:ext uri="{FF2B5EF4-FFF2-40B4-BE49-F238E27FC236}">
                <a16:creationId xmlns:a16="http://schemas.microsoft.com/office/drawing/2014/main" id="{C08A163D-7DBF-4F89-A416-A3A851F7F76E}"/>
              </a:ext>
            </a:extLst>
          </p:cNvPr>
          <p:cNvSpPr>
            <a:spLocks noGrp="1"/>
          </p:cNvSpPr>
          <p:nvPr/>
        </p:nvSpPr>
        <p:spPr>
          <a:xfrm>
            <a:off x="3286125" y="914400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875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MaaS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多</a:t>
            </a:r>
            <a:r>
              <a:rPr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阶段采纳意愿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建模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2" name="C-lane1">
            <a:extLst>
              <a:ext uri="{FF2B5EF4-FFF2-40B4-BE49-F238E27FC236}">
                <a16:creationId xmlns:a16="http://schemas.microsoft.com/office/drawing/2014/main" id="{5046BC77-5E6C-4371-8087-24D7AA82FE86}"/>
              </a:ext>
            </a:extLst>
          </p:cNvPr>
          <p:cNvSpPr>
            <a:spLocks noGrp="1"/>
          </p:cNvSpPr>
          <p:nvPr/>
        </p:nvSpPr>
        <p:spPr>
          <a:xfrm>
            <a:off x="2571750" y="1314450"/>
            <a:ext cx="6286500" cy="1876425"/>
          </a:xfrm>
          <a:prstGeom prst="roundRect">
            <a:avLst>
              <a:gd name="adj" fmla="val 3158"/>
            </a:avLst>
          </a:prstGeom>
          <a:solidFill>
            <a:srgbClr val="F3F3F2"/>
          </a:solidFill>
          <a:ln w="10478">
            <a:solidFill>
              <a:srgbClr val="888C90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-lane2">
            <a:extLst>
              <a:ext uri="{FF2B5EF4-FFF2-40B4-BE49-F238E27FC236}">
                <a16:creationId xmlns:a16="http://schemas.microsoft.com/office/drawing/2014/main" id="{0D301018-1414-4BEC-BC33-D8C4E495674B}"/>
              </a:ext>
            </a:extLst>
          </p:cNvPr>
          <p:cNvSpPr>
            <a:spLocks noGrp="1"/>
          </p:cNvSpPr>
          <p:nvPr/>
        </p:nvSpPr>
        <p:spPr>
          <a:xfrm>
            <a:off x="2571750" y="3476625"/>
            <a:ext cx="6286500" cy="2333625"/>
          </a:xfrm>
          <a:prstGeom prst="roundRect">
            <a:avLst>
              <a:gd name="adj" fmla="val 2449"/>
            </a:avLst>
          </a:prstGeom>
          <a:solidFill>
            <a:srgbClr val="EAF3FC"/>
          </a:solidFill>
          <a:ln w="11430">
            <a:solidFill>
              <a:srgbClr val="8AB4DF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-lane2-label">
            <a:extLst>
              <a:ext uri="{FF2B5EF4-FFF2-40B4-BE49-F238E27FC236}">
                <a16:creationId xmlns:a16="http://schemas.microsoft.com/office/drawing/2014/main" id="{0FFF1A09-18A0-4B7B-95D5-F3EDE3E7D0C8}"/>
              </a:ext>
            </a:extLst>
          </p:cNvPr>
          <p:cNvSpPr>
            <a:spLocks noGrp="1"/>
          </p:cNvSpPr>
          <p:nvPr/>
        </p:nvSpPr>
        <p:spPr>
          <a:xfrm>
            <a:off x="2619375" y="3571648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500" b="1" i="0">
                <a:solidFill>
                  <a:srgbClr val="255C92"/>
                </a:solidFill>
                <a:latin typeface="SimSun"/>
                <a:ea typeface="SimSun"/>
                <a:cs typeface="SimSun"/>
              </a:defRPr>
            </a:pPr>
            <a:r>
              <a:rPr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选择模型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构建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6" name="C-t1">
            <a:extLst>
              <a:ext uri="{FF2B5EF4-FFF2-40B4-BE49-F238E27FC236}">
                <a16:creationId xmlns:a16="http://schemas.microsoft.com/office/drawing/2014/main" id="{9045A056-7D58-407A-A4E6-BF07CDE2B356}"/>
              </a:ext>
            </a:extLst>
          </p:cNvPr>
          <p:cNvSpPr>
            <a:spLocks noGrp="1"/>
          </p:cNvSpPr>
          <p:nvPr/>
        </p:nvSpPr>
        <p:spPr>
          <a:xfrm>
            <a:off x="2643187" y="1905000"/>
            <a:ext cx="2047875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19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阶段一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单次出行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场景下</a:t>
            </a: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MaaS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转移意愿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7" name="C-t2">
            <a:extLst>
              <a:ext uri="{FF2B5EF4-FFF2-40B4-BE49-F238E27FC236}">
                <a16:creationId xmlns:a16="http://schemas.microsoft.com/office/drawing/2014/main" id="{B4FC72BF-171C-472E-95FF-5D61229E093F}"/>
              </a:ext>
            </a:extLst>
          </p:cNvPr>
          <p:cNvSpPr>
            <a:spLocks noGrp="1"/>
          </p:cNvSpPr>
          <p:nvPr/>
        </p:nvSpPr>
        <p:spPr>
          <a:xfrm>
            <a:off x="6718933" y="1905000"/>
            <a:ext cx="2047875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19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阶段二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基于转移意愿的</a:t>
            </a: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MaaS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套餐订阅意愿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8" name="C-state-transfer">
            <a:extLst>
              <a:ext uri="{FF2B5EF4-FFF2-40B4-BE49-F238E27FC236}">
                <a16:creationId xmlns:a16="http://schemas.microsoft.com/office/drawing/2014/main" id="{E5CDB64E-DF79-47FF-8FB9-B8EFA712B24B}"/>
              </a:ext>
            </a:extLst>
          </p:cNvPr>
          <p:cNvSpPr>
            <a:spLocks noGrp="1"/>
          </p:cNvSpPr>
          <p:nvPr/>
        </p:nvSpPr>
        <p:spPr>
          <a:xfrm>
            <a:off x="4852986" y="1905000"/>
            <a:ext cx="1627822" cy="781050"/>
          </a:xfrm>
          <a:prstGeom prst="roundRect">
            <a:avLst>
              <a:gd name="adj" fmla="val 9677"/>
            </a:avLst>
          </a:prstGeom>
          <a:solidFill>
            <a:srgbClr val="FFF4DC"/>
          </a:solidFill>
          <a:ln w="14288">
            <a:solidFill>
              <a:srgbClr val="D29A29"/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ctr">
              <a:defRPr sz="1163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sz="15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偏好传导</a:t>
            </a:r>
            <a:endParaRPr lang="en-US" sz="15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163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转移意愿指数</a:t>
            </a:r>
            <a:endParaRPr lang="en-US" altLang="zh-CN" sz="12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163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偏好的</a:t>
            </a:r>
            <a:r>
              <a:rPr lang="en-US" altLang="zh-CN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MaaS</a:t>
            </a:r>
            <a:r>
              <a:rPr lang="zh-CN" altLang="en-US" sz="12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服务</a:t>
            </a:r>
            <a:endParaRPr sz="12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9" name="C-s1-latent">
            <a:extLst>
              <a:ext uri="{FF2B5EF4-FFF2-40B4-BE49-F238E27FC236}">
                <a16:creationId xmlns:a16="http://schemas.microsoft.com/office/drawing/2014/main" id="{FABEDBC6-0C02-44E1-A417-59F2303FCD95}"/>
              </a:ext>
            </a:extLst>
          </p:cNvPr>
          <p:cNvSpPr>
            <a:spLocks noGrp="1"/>
          </p:cNvSpPr>
          <p:nvPr/>
        </p:nvSpPr>
        <p:spPr>
          <a:xfrm>
            <a:off x="3000375" y="4095750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38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313" b="0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4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态度</a:t>
            </a:r>
            <a:r>
              <a:rPr sz="1400" b="1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潜变量</a:t>
            </a:r>
            <a:r>
              <a:rPr lang="zh-CN" altLang="en-US" sz="14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识别</a:t>
            </a:r>
            <a:endParaRPr sz="1400" b="1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0" name="C-s1-model">
            <a:extLst>
              <a:ext uri="{FF2B5EF4-FFF2-40B4-BE49-F238E27FC236}">
                <a16:creationId xmlns:a16="http://schemas.microsoft.com/office/drawing/2014/main" id="{7DABAD46-9FD7-4E28-9EAE-FCE15454EA9C}"/>
              </a:ext>
            </a:extLst>
          </p:cNvPr>
          <p:cNvSpPr>
            <a:spLocks noGrp="1"/>
          </p:cNvSpPr>
          <p:nvPr/>
        </p:nvSpPr>
        <p:spPr>
          <a:xfrm>
            <a:off x="3000375" y="4914519"/>
            <a:ext cx="209550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38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/>
            <a:r>
              <a:rPr lang="zh-CN" altLang="zh-CN" sz="1500" b="1" dirty="0">
                <a:solidFill>
                  <a:srgbClr val="20242A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混合潜在分类模型</a:t>
            </a:r>
          </a:p>
        </p:txBody>
      </p:sp>
      <p:sp>
        <p:nvSpPr>
          <p:cNvPr id="21" name="C-s2-latent">
            <a:extLst>
              <a:ext uri="{FF2B5EF4-FFF2-40B4-BE49-F238E27FC236}">
                <a16:creationId xmlns:a16="http://schemas.microsoft.com/office/drawing/2014/main" id="{3E6686B6-395E-4B23-869C-034A0CB1AD62}"/>
              </a:ext>
            </a:extLst>
          </p:cNvPr>
          <p:cNvSpPr>
            <a:spLocks noGrp="1"/>
          </p:cNvSpPr>
          <p:nvPr/>
        </p:nvSpPr>
        <p:spPr>
          <a:xfrm>
            <a:off x="6334125" y="4095750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38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313" b="0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sz="1400" b="1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态度潜变量</a:t>
            </a:r>
            <a:r>
              <a:rPr lang="zh-CN" altLang="en-US" sz="1400" b="1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识别</a:t>
            </a:r>
            <a:endParaRPr sz="1400" b="1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2" name="C-s2-model">
            <a:extLst>
              <a:ext uri="{FF2B5EF4-FFF2-40B4-BE49-F238E27FC236}">
                <a16:creationId xmlns:a16="http://schemas.microsoft.com/office/drawing/2014/main" id="{7C7E3028-2556-4CA3-9736-50DBB690A382}"/>
              </a:ext>
            </a:extLst>
          </p:cNvPr>
          <p:cNvSpPr>
            <a:spLocks noGrp="1"/>
          </p:cNvSpPr>
          <p:nvPr/>
        </p:nvSpPr>
        <p:spPr>
          <a:xfrm>
            <a:off x="6334125" y="4905375"/>
            <a:ext cx="209550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38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313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5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考虑属性无视的混合潜在分类模型</a:t>
            </a:r>
          </a:p>
        </p:txBody>
      </p:sp>
      <p:cxnSp>
        <p:nvCxnSpPr>
          <p:cNvPr id="63" name="直线箭头连接符 62"/>
          <p:cNvCxnSpPr>
            <a:cxnSpLocks/>
            <a:stCxn id="16" idx="3"/>
            <a:endCxn id="18" idx="1"/>
          </p:cNvCxnSpPr>
          <p:nvPr/>
        </p:nvCxnSpPr>
        <p:spPr>
          <a:xfrm>
            <a:off x="4691062" y="2295525"/>
            <a:ext cx="161924" cy="0"/>
          </a:xfrm>
          <a:prstGeom prst="straightConnector1">
            <a:avLst/>
          </a:prstGeom>
          <a:ln w="20955">
            <a:solidFill>
              <a:srgbClr val="D29A29"/>
            </a:solidFill>
            <a:prstDash val="solid"/>
            <a:tailEnd type="triangle" w="sm" len="sm"/>
          </a:ln>
        </p:spPr>
      </p:cxnSp>
      <p:cxnSp>
        <p:nvCxnSpPr>
          <p:cNvPr id="64" name="直线箭头连接符 63"/>
          <p:cNvCxnSpPr>
            <a:cxnSpLocks/>
            <a:stCxn id="18" idx="3"/>
            <a:endCxn id="17" idx="1"/>
          </p:cNvCxnSpPr>
          <p:nvPr/>
        </p:nvCxnSpPr>
        <p:spPr>
          <a:xfrm>
            <a:off x="6480808" y="2295525"/>
            <a:ext cx="238125" cy="0"/>
          </a:xfrm>
          <a:prstGeom prst="straightConnector1">
            <a:avLst/>
          </a:prstGeom>
          <a:ln w="20955">
            <a:solidFill>
              <a:srgbClr val="D29A29"/>
            </a:solidFill>
            <a:prstDash val="solid"/>
            <a:tailEnd type="triangle" w="sm" len="sm"/>
          </a:ln>
        </p:spPr>
      </p:cxnSp>
      <p:cxnSp>
        <p:nvCxnSpPr>
          <p:cNvPr id="65" name="肘形连接符 64"/>
          <p:cNvCxnSpPr>
            <a:stCxn id="16" idx="2"/>
            <a:endCxn id="19" idx="0"/>
          </p:cNvCxnSpPr>
          <p:nvPr/>
        </p:nvCxnSpPr>
        <p:spPr>
          <a:xfrm rot="16200000" flipH="1">
            <a:off x="3152775" y="3200400"/>
            <a:ext cx="1409700" cy="381000"/>
          </a:xfrm>
          <a:prstGeom prst="bentConnector3">
            <a:avLst>
              <a:gd name="adj1" fmla="val 50000"/>
            </a:avLst>
          </a:prstGeom>
          <a:ln w="17145">
            <a:solidFill>
              <a:srgbClr val="255C92"/>
            </a:solidFill>
            <a:prstDash val="solid"/>
            <a:tailEnd type="triangle" w="sm" len="sm"/>
          </a:ln>
        </p:spPr>
      </p:cxnSp>
      <p:cxnSp>
        <p:nvCxnSpPr>
          <p:cNvPr id="66" name="直线箭头连接符 65"/>
          <p:cNvCxnSpPr>
            <a:stCxn id="19" idx="2"/>
            <a:endCxn id="20" idx="0"/>
          </p:cNvCxnSpPr>
          <p:nvPr/>
        </p:nvCxnSpPr>
        <p:spPr>
          <a:xfrm>
            <a:off x="4048125" y="4667250"/>
            <a:ext cx="0" cy="247269"/>
          </a:xfrm>
          <a:prstGeom prst="straightConnector1">
            <a:avLst/>
          </a:prstGeom>
          <a:ln w="17145">
            <a:solidFill>
              <a:srgbClr val="255C92"/>
            </a:solidFill>
            <a:prstDash val="solid"/>
            <a:tailEnd type="triangle" w="sm" len="sm"/>
          </a:ln>
        </p:spPr>
      </p:cxnSp>
      <p:cxnSp>
        <p:nvCxnSpPr>
          <p:cNvPr id="67" name="肘形连接符 66"/>
          <p:cNvCxnSpPr>
            <a:stCxn id="17" idx="2"/>
            <a:endCxn id="21" idx="0"/>
          </p:cNvCxnSpPr>
          <p:nvPr/>
        </p:nvCxnSpPr>
        <p:spPr>
          <a:xfrm rot="5400000">
            <a:off x="6857523" y="3210402"/>
            <a:ext cx="1409700" cy="360996"/>
          </a:xfrm>
          <a:prstGeom prst="bentConnector3">
            <a:avLst>
              <a:gd name="adj1" fmla="val 50000"/>
            </a:avLst>
          </a:prstGeom>
          <a:ln w="17145">
            <a:solidFill>
              <a:srgbClr val="255C92"/>
            </a:solidFill>
            <a:prstDash val="solid"/>
            <a:tailEnd type="triangle" w="sm" len="sm"/>
          </a:ln>
        </p:spPr>
      </p:cxnSp>
      <p:cxnSp>
        <p:nvCxnSpPr>
          <p:cNvPr id="68" name="直线箭头连接符 67"/>
          <p:cNvCxnSpPr>
            <a:stCxn id="21" idx="2"/>
            <a:endCxn id="22" idx="0"/>
          </p:cNvCxnSpPr>
          <p:nvPr/>
        </p:nvCxnSpPr>
        <p:spPr>
          <a:xfrm>
            <a:off x="7381875" y="4667250"/>
            <a:ext cx="0" cy="238125"/>
          </a:xfrm>
          <a:prstGeom prst="straightConnector1">
            <a:avLst/>
          </a:prstGeom>
          <a:ln w="17145">
            <a:solidFill>
              <a:srgbClr val="255C92"/>
            </a:solidFill>
            <a:prstDash val="solid"/>
            <a:tailEnd type="triangle" w="sm" len="sm"/>
          </a:ln>
        </p:spPr>
      </p:cxnSp>
      <p:cxnSp>
        <p:nvCxnSpPr>
          <p:cNvPr id="69" name="肘形连接符 68"/>
          <p:cNvCxnSpPr>
            <a:cxnSpLocks/>
            <a:stCxn id="18" idx="2"/>
            <a:endCxn id="22" idx="1"/>
          </p:cNvCxnSpPr>
          <p:nvPr/>
        </p:nvCxnSpPr>
        <p:spPr>
          <a:xfrm rot="16200000" flipH="1">
            <a:off x="4733686" y="3619261"/>
            <a:ext cx="2533650" cy="667228"/>
          </a:xfrm>
          <a:prstGeom prst="bentConnector2">
            <a:avLst/>
          </a:prstGeom>
          <a:ln w="17145">
            <a:solidFill>
              <a:srgbClr val="D29A29"/>
            </a:solidFill>
            <a:prstDash val="dash"/>
            <a:tailEnd type="triangle" w="sm" len="sm"/>
          </a:ln>
        </p:spPr>
      </p:cxnSp>
      <p:cxnSp>
        <p:nvCxnSpPr>
          <p:cNvPr id="70" name="直线箭头连接符 69"/>
          <p:cNvCxnSpPr>
            <a:cxnSpLocks/>
            <a:stCxn id="6" idx="3"/>
            <a:endCxn id="5" idx="1"/>
          </p:cNvCxnSpPr>
          <p:nvPr/>
        </p:nvCxnSpPr>
        <p:spPr>
          <a:xfrm>
            <a:off x="9096375" y="3525965"/>
            <a:ext cx="285750" cy="0"/>
          </a:xfrm>
          <a:prstGeom prst="straightConnector1">
            <a:avLst/>
          </a:prstGeom>
          <a:ln w="17145">
            <a:solidFill>
              <a:srgbClr val="255C92"/>
            </a:solidFill>
            <a:prstDash val="solid"/>
            <a:tailEnd type="triangle" w="sm" len="sm"/>
          </a:ln>
        </p:spPr>
      </p:cxnSp>
      <p:sp>
        <p:nvSpPr>
          <p:cNvPr id="28" name="C-t1">
            <a:extLst>
              <a:ext uri="{FF2B5EF4-FFF2-40B4-BE49-F238E27FC236}">
                <a16:creationId xmlns:a16="http://schemas.microsoft.com/office/drawing/2014/main" id="{4E852F71-E282-A258-6786-8FE01E823C33}"/>
              </a:ext>
            </a:extLst>
          </p:cNvPr>
          <p:cNvSpPr>
            <a:spLocks noGrp="1"/>
          </p:cNvSpPr>
          <p:nvPr/>
        </p:nvSpPr>
        <p:spPr>
          <a:xfrm>
            <a:off x="404813" y="1656208"/>
            <a:ext cx="1524001" cy="535305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19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调查简介与社会经济属性调查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9" name="C-t1">
            <a:extLst>
              <a:ext uri="{FF2B5EF4-FFF2-40B4-BE49-F238E27FC236}">
                <a16:creationId xmlns:a16="http://schemas.microsoft.com/office/drawing/2014/main" id="{A343ADDA-650D-85FF-DEA1-000ECC32EBC6}"/>
              </a:ext>
            </a:extLst>
          </p:cNvPr>
          <p:cNvSpPr>
            <a:spLocks noGrp="1"/>
          </p:cNvSpPr>
          <p:nvPr/>
        </p:nvSpPr>
        <p:spPr>
          <a:xfrm>
            <a:off x="404811" y="2360105"/>
            <a:ext cx="1524001" cy="535305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19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受访者出行模式调查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30" name="C-t1">
            <a:extLst>
              <a:ext uri="{FF2B5EF4-FFF2-40B4-BE49-F238E27FC236}">
                <a16:creationId xmlns:a16="http://schemas.microsoft.com/office/drawing/2014/main" id="{FB283191-7ABE-1488-86D8-079BC817AC6D}"/>
              </a:ext>
            </a:extLst>
          </p:cNvPr>
          <p:cNvSpPr>
            <a:spLocks noGrp="1"/>
          </p:cNvSpPr>
          <p:nvPr/>
        </p:nvSpPr>
        <p:spPr>
          <a:xfrm>
            <a:off x="392905" y="3018283"/>
            <a:ext cx="1524001" cy="770574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19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单次出行情境下</a:t>
            </a: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MaaS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转移意愿调查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31" name="C-t1">
            <a:extLst>
              <a:ext uri="{FF2B5EF4-FFF2-40B4-BE49-F238E27FC236}">
                <a16:creationId xmlns:a16="http://schemas.microsoft.com/office/drawing/2014/main" id="{0EC57FEC-A14D-2641-5E33-1F4775B1E2A1}"/>
              </a:ext>
            </a:extLst>
          </p:cNvPr>
          <p:cNvSpPr>
            <a:spLocks noGrp="1"/>
          </p:cNvSpPr>
          <p:nvPr/>
        </p:nvSpPr>
        <p:spPr>
          <a:xfrm>
            <a:off x="404811" y="3886009"/>
            <a:ext cx="1524001" cy="770574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19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4.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受访者月度出行需求与出行成本调查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33" name="C-t1">
            <a:extLst>
              <a:ext uri="{FF2B5EF4-FFF2-40B4-BE49-F238E27FC236}">
                <a16:creationId xmlns:a16="http://schemas.microsoft.com/office/drawing/2014/main" id="{F4CB0D91-59A3-131D-C59A-49DEBB480FC6}"/>
              </a:ext>
            </a:extLst>
          </p:cNvPr>
          <p:cNvSpPr>
            <a:spLocks noGrp="1"/>
          </p:cNvSpPr>
          <p:nvPr/>
        </p:nvSpPr>
        <p:spPr>
          <a:xfrm>
            <a:off x="404811" y="4790884"/>
            <a:ext cx="1524001" cy="770574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19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5.MaaS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套餐订阅意愿调查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34" name="C-t1">
            <a:extLst>
              <a:ext uri="{FF2B5EF4-FFF2-40B4-BE49-F238E27FC236}">
                <a16:creationId xmlns:a16="http://schemas.microsoft.com/office/drawing/2014/main" id="{114EAD9F-08E6-550C-F297-C0C283A16E8E}"/>
              </a:ext>
            </a:extLst>
          </p:cNvPr>
          <p:cNvSpPr>
            <a:spLocks noGrp="1"/>
          </p:cNvSpPr>
          <p:nvPr/>
        </p:nvSpPr>
        <p:spPr>
          <a:xfrm>
            <a:off x="400050" y="5647182"/>
            <a:ext cx="1524001" cy="535305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19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6.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态度调查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5B9886D-37F7-8DF5-01FD-9F498026F24B}"/>
              </a:ext>
            </a:extLst>
          </p:cNvPr>
          <p:cNvSpPr txBox="1"/>
          <p:nvPr/>
        </p:nvSpPr>
        <p:spPr>
          <a:xfrm>
            <a:off x="2571750" y="1362075"/>
            <a:ext cx="15887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13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" sz="15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阶段划分</a:t>
            </a:r>
            <a:r>
              <a:rPr lang="zh-CN" altLang="en-US" sz="15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与联系</a:t>
            </a:r>
            <a:endParaRPr lang="en" altLang="zh-CN" sz="15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cxnSp>
        <p:nvCxnSpPr>
          <p:cNvPr id="55" name="肘形连接符 54">
            <a:extLst>
              <a:ext uri="{FF2B5EF4-FFF2-40B4-BE49-F238E27FC236}">
                <a16:creationId xmlns:a16="http://schemas.microsoft.com/office/drawing/2014/main" id="{D8C25F80-D4FE-8A0A-4356-631B33C596E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047875" y="3525965"/>
            <a:ext cx="285750" cy="2667"/>
          </a:xfrm>
          <a:prstGeom prst="bentConnector3">
            <a:avLst>
              <a:gd name="adj1" fmla="val 50000"/>
            </a:avLst>
          </a:prstGeom>
          <a:ln w="17145">
            <a:solidFill>
              <a:srgbClr val="555A60"/>
            </a:solidFill>
            <a:prstDash val="solid"/>
            <a:tailEnd type="triangle" w="sm" len="sm"/>
          </a:ln>
        </p:spPr>
      </p:cxnSp>
      <p:cxnSp>
        <p:nvCxnSpPr>
          <p:cNvPr id="90" name="肘形连接符 89">
            <a:extLst>
              <a:ext uri="{FF2B5EF4-FFF2-40B4-BE49-F238E27FC236}">
                <a16:creationId xmlns:a16="http://schemas.microsoft.com/office/drawing/2014/main" id="{B79FB7A3-F832-362F-F618-16A11459AB31}"/>
              </a:ext>
            </a:extLst>
          </p:cNvPr>
          <p:cNvCxnSpPr>
            <a:cxnSpLocks/>
          </p:cNvCxnSpPr>
          <p:nvPr/>
        </p:nvCxnSpPr>
        <p:spPr>
          <a:xfrm flipV="1">
            <a:off x="5095875" y="5329618"/>
            <a:ext cx="1238250" cy="9144"/>
          </a:xfrm>
          <a:prstGeom prst="straightConnector1">
            <a:avLst/>
          </a:prstGeom>
          <a:ln w="17145">
            <a:solidFill>
              <a:srgbClr val="555A60"/>
            </a:solidFill>
            <a:prstDash val="solid"/>
            <a:tailEnd type="triangle" w="sm" len="sm"/>
          </a:ln>
        </p:spPr>
      </p:cxnSp>
      <p:sp>
        <p:nvSpPr>
          <p:cNvPr id="97" name="C-input-title">
            <a:extLst>
              <a:ext uri="{FF2B5EF4-FFF2-40B4-BE49-F238E27FC236}">
                <a16:creationId xmlns:a16="http://schemas.microsoft.com/office/drawing/2014/main" id="{EF12C834-2E5F-0F90-30D5-28C01C9BC7B5}"/>
              </a:ext>
            </a:extLst>
          </p:cNvPr>
          <p:cNvSpPr>
            <a:spLocks noGrp="1"/>
          </p:cNvSpPr>
          <p:nvPr/>
        </p:nvSpPr>
        <p:spPr>
          <a:xfrm>
            <a:off x="9456516" y="1189483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725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MaaS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多阶段采纳意愿结果分析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98" name="C-t1">
            <a:extLst>
              <a:ext uri="{FF2B5EF4-FFF2-40B4-BE49-F238E27FC236}">
                <a16:creationId xmlns:a16="http://schemas.microsoft.com/office/drawing/2014/main" id="{059B3FF6-4ED8-EF57-597B-CF638F467788}"/>
              </a:ext>
            </a:extLst>
          </p:cNvPr>
          <p:cNvSpPr>
            <a:spLocks noGrp="1"/>
          </p:cNvSpPr>
          <p:nvPr/>
        </p:nvSpPr>
        <p:spPr>
          <a:xfrm>
            <a:off x="9456515" y="1806702"/>
            <a:ext cx="1524001" cy="2006413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19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单次出行场景下的采纳意愿</a:t>
            </a:r>
            <a:endParaRPr lang="en-US" altLang="zh-CN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endParaRPr lang="en-US" altLang="zh-CN" sz="10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3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模型估计结果分析</a:t>
            </a:r>
            <a:endParaRPr lang="en-US" altLang="zh-CN" sz="13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3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转移意愿指标构建</a:t>
            </a:r>
            <a:endParaRPr lang="en-US" altLang="zh-CN" sz="13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3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转移意愿灵敏度分析</a:t>
            </a:r>
            <a:endParaRPr sz="13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99" name="C-t1">
            <a:extLst>
              <a:ext uri="{FF2B5EF4-FFF2-40B4-BE49-F238E27FC236}">
                <a16:creationId xmlns:a16="http://schemas.microsoft.com/office/drawing/2014/main" id="{53EA3D12-6058-E90E-2FE7-F3FB17C09F2B}"/>
              </a:ext>
            </a:extLst>
          </p:cNvPr>
          <p:cNvSpPr>
            <a:spLocks noGrp="1"/>
          </p:cNvSpPr>
          <p:nvPr/>
        </p:nvSpPr>
        <p:spPr>
          <a:xfrm>
            <a:off x="9456515" y="4095750"/>
            <a:ext cx="1524001" cy="2006417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193">
            <a:solidFill>
              <a:srgbClr val="255C92"/>
            </a:solidFill>
            <a:prstDash val="solid"/>
          </a:ln>
        </p:spPr>
        <p:txBody>
          <a:bodyPr wrap="square" lIns="76200" tIns="38100" rIns="76200" bIns="38100" anchor="t">
            <a:noAutofit/>
          </a:bodyPr>
          <a:lstStyle/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套餐订阅意愿</a:t>
            </a:r>
            <a:endParaRPr lang="en-US" altLang="zh-CN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endParaRPr lang="en-US" altLang="zh-CN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3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模型估计结果分析</a:t>
            </a:r>
            <a:endParaRPr lang="en-US" altLang="zh-CN" sz="13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3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价格灵敏度分析</a:t>
            </a:r>
            <a:endParaRPr lang="en-US" altLang="zh-CN" sz="13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500" b="1" i="0">
                <a:solidFill>
                  <a:srgbClr val="20242A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3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非价格变量弹性分析</a:t>
            </a:r>
            <a:endParaRPr sz="13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3728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Macintosh PowerPoint</Application>
  <DocSecurity>0</DocSecurity>
  <PresentationFormat>自定义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SimSun</vt:lpstr>
      <vt:lpstr>Arial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赫 郝</cp:lastModifiedBy>
  <cp:revision>1</cp:revision>
  <dcterms:created xsi:type="dcterms:W3CDTF">2026-08-10T03:14:30Z</dcterms:created>
  <dcterms:modified xsi:type="dcterms:W3CDTF">2026-08-11T03:10:17Z</dcterms:modified>
</cp:coreProperties>
</file>