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ink/ink1.xml" ContentType="application/inkml+xml"/>
  <Override PartName="/ppt/ink/ink2.xml" ContentType="application/inkml+xml"/>
  <Override PartName="/ppt/media/image11.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06" r:id="rId2"/>
    <p:sldId id="307" r:id="rId3"/>
    <p:sldId id="309" r:id="rId4"/>
    <p:sldId id="308" r:id="rId5"/>
    <p:sldId id="266" r:id="rId6"/>
    <p:sldId id="271" r:id="rId7"/>
    <p:sldId id="272" r:id="rId8"/>
    <p:sldId id="273" r:id="rId9"/>
    <p:sldId id="274" r:id="rId10"/>
    <p:sldId id="275" r:id="rId11"/>
    <p:sldId id="276" r:id="rId12"/>
    <p:sldId id="277" r:id="rId13"/>
    <p:sldId id="265" r:id="rId14"/>
    <p:sldId id="278" r:id="rId15"/>
    <p:sldId id="279" r:id="rId16"/>
    <p:sldId id="280" r:id="rId17"/>
    <p:sldId id="281" r:id="rId18"/>
    <p:sldId id="282" r:id="rId19"/>
    <p:sldId id="283" r:id="rId20"/>
    <p:sldId id="284" r:id="rId21"/>
    <p:sldId id="267" r:id="rId22"/>
    <p:sldId id="268" r:id="rId23"/>
    <p:sldId id="285" r:id="rId24"/>
    <p:sldId id="286" r:id="rId25"/>
    <p:sldId id="287" r:id="rId26"/>
    <p:sldId id="288" r:id="rId27"/>
    <p:sldId id="289" r:id="rId28"/>
    <p:sldId id="290" r:id="rId29"/>
    <p:sldId id="269" r:id="rId30"/>
    <p:sldId id="298" r:id="rId31"/>
    <p:sldId id="299" r:id="rId32"/>
    <p:sldId id="300" r:id="rId33"/>
    <p:sldId id="301" r:id="rId34"/>
    <p:sldId id="302" r:id="rId35"/>
    <p:sldId id="303" r:id="rId36"/>
    <p:sldId id="304" r:id="rId37"/>
    <p:sldId id="270" r:id="rId38"/>
    <p:sldId id="291" r:id="rId39"/>
    <p:sldId id="292" r:id="rId40"/>
    <p:sldId id="293" r:id="rId41"/>
    <p:sldId id="294" r:id="rId42"/>
    <p:sldId id="295" r:id="rId43"/>
    <p:sldId id="296" r:id="rId44"/>
    <p:sldId id="297" r:id="rId45"/>
    <p:sldId id="305"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d="{63230562-0ED8-4833-A9B9-60A12C1F0699}">
          <p14:sldIdLst>
            <p14:sldId id="306"/>
            <p14:sldId id="307"/>
            <p14:sldId id="309"/>
            <p14:sldId id="308"/>
            <p14:sldId id="266"/>
            <p14:sldId id="271"/>
            <p14:sldId id="272"/>
            <p14:sldId id="273"/>
            <p14:sldId id="274"/>
            <p14:sldId id="275"/>
            <p14:sldId id="276"/>
            <p14:sldId id="277"/>
          </p14:sldIdLst>
        </p14:section>
        <p14:section name="2" id="{19543C28-A20F-4A39-BEDF-2924AA8D7F9D}">
          <p14:sldIdLst>
            <p14:sldId id="265"/>
            <p14:sldId id="278"/>
            <p14:sldId id="279"/>
            <p14:sldId id="280"/>
            <p14:sldId id="281"/>
            <p14:sldId id="282"/>
            <p14:sldId id="283"/>
            <p14:sldId id="284"/>
          </p14:sldIdLst>
        </p14:section>
        <p14:section name="3" id="{1EEB5853-6540-407B-903E-AE626650D0F4}">
          <p14:sldIdLst>
            <p14:sldId id="267"/>
            <p14:sldId id="268"/>
            <p14:sldId id="285"/>
            <p14:sldId id="286"/>
            <p14:sldId id="287"/>
            <p14:sldId id="288"/>
            <p14:sldId id="289"/>
            <p14:sldId id="290"/>
          </p14:sldIdLst>
        </p14:section>
        <p14:section name="4" id="{9913468D-428B-4AE2-98DB-863452D5FB54}">
          <p14:sldIdLst>
            <p14:sldId id="269"/>
            <p14:sldId id="298"/>
            <p14:sldId id="299"/>
            <p14:sldId id="300"/>
            <p14:sldId id="301"/>
            <p14:sldId id="302"/>
            <p14:sldId id="303"/>
            <p14:sldId id="304"/>
          </p14:sldIdLst>
        </p14:section>
        <p14:section name="5" id="{CF0CC43A-318D-41C8-866D-6FF0E00C5970}">
          <p14:sldIdLst>
            <p14:sldId id="270"/>
            <p14:sldId id="291"/>
            <p14:sldId id="292"/>
            <p14:sldId id="293"/>
            <p14:sldId id="294"/>
            <p14:sldId id="295"/>
            <p14:sldId id="296"/>
            <p14:sldId id="297"/>
          </p14:sldIdLst>
        </p14:section>
        <p14:section name="标志线" id="{8E630A21-95EC-4179-9213-CE86CFAAED39}">
          <p14:sldIdLst>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04" autoAdjust="0"/>
    <p:restoredTop sz="82440" autoAdjust="0"/>
  </p:normalViewPr>
  <p:slideViewPr>
    <p:cSldViewPr snapToGrid="0">
      <p:cViewPr>
        <p:scale>
          <a:sx n="74" d="100"/>
          <a:sy n="74" d="100"/>
        </p:scale>
        <p:origin x="1760" y="864"/>
      </p:cViewPr>
      <p:guideLst/>
    </p:cSldViewPr>
  </p:slideViewPr>
  <p:notesTextViewPr>
    <p:cViewPr>
      <p:scale>
        <a:sx n="1" d="1"/>
        <a:sy n="1" d="1"/>
      </p:scale>
      <p:origin x="0" y="0"/>
    </p:cViewPr>
  </p:notesTextViewPr>
  <p:notesViewPr>
    <p:cSldViewPr snapToGrid="0" showGuides="1">
      <p:cViewPr varScale="1">
        <p:scale>
          <a:sx n="100" d="100"/>
          <a:sy n="100" d="100"/>
        </p:scale>
        <p:origin x="3859"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王月" userId="9d7c2960-20f1-43a9-b353-abcb8eec574b" providerId="ADAL" clId="{4F783465-A1C9-F14F-94A2-5B7CA1E8F343}"/>
    <pc:docChg chg="undo custSel addSld modSld sldOrd">
      <pc:chgData name="王月" userId="9d7c2960-20f1-43a9-b353-abcb8eec574b" providerId="ADAL" clId="{4F783465-A1C9-F14F-94A2-5B7CA1E8F343}" dt="2023-08-09T14:21:56.234" v="688" actId="478"/>
      <pc:docMkLst>
        <pc:docMk/>
      </pc:docMkLst>
      <pc:sldChg chg="modSp mod">
        <pc:chgData name="王月" userId="9d7c2960-20f1-43a9-b353-abcb8eec574b" providerId="ADAL" clId="{4F783465-A1C9-F14F-94A2-5B7CA1E8F343}" dt="2023-08-09T14:07:51.158" v="0" actId="1076"/>
        <pc:sldMkLst>
          <pc:docMk/>
          <pc:sldMk cId="3109380657" sldId="266"/>
        </pc:sldMkLst>
        <pc:spChg chg="mod">
          <ac:chgData name="王月" userId="9d7c2960-20f1-43a9-b353-abcb8eec574b" providerId="ADAL" clId="{4F783465-A1C9-F14F-94A2-5B7CA1E8F343}" dt="2023-08-09T14:07:51.158" v="0" actId="1076"/>
          <ac:spMkLst>
            <pc:docMk/>
            <pc:sldMk cId="3109380657" sldId="266"/>
            <ac:spMk id="66" creationId="{36599A47-F2A6-48BF-BAB4-8173E5970BD8}"/>
          </ac:spMkLst>
        </pc:spChg>
      </pc:sldChg>
      <pc:sldChg chg="addSp delSp modSp add mod ord">
        <pc:chgData name="王月" userId="9d7c2960-20f1-43a9-b353-abcb8eec574b" providerId="ADAL" clId="{4F783465-A1C9-F14F-94A2-5B7CA1E8F343}" dt="2023-08-09T14:21:56.234" v="688" actId="478"/>
        <pc:sldMkLst>
          <pc:docMk/>
          <pc:sldMk cId="2685881528" sldId="306"/>
        </pc:sldMkLst>
        <pc:spChg chg="add del mod">
          <ac:chgData name="王月" userId="9d7c2960-20f1-43a9-b353-abcb8eec574b" providerId="ADAL" clId="{4F783465-A1C9-F14F-94A2-5B7CA1E8F343}" dt="2023-08-09T14:21:56.234" v="688" actId="478"/>
          <ac:spMkLst>
            <pc:docMk/>
            <pc:sldMk cId="2685881528" sldId="306"/>
            <ac:spMk id="2" creationId="{E56F5B3B-9038-24DA-68AB-F96512E219B5}"/>
          </ac:spMkLst>
        </pc:spChg>
        <pc:spChg chg="add mod">
          <ac:chgData name="王月" userId="9d7c2960-20f1-43a9-b353-abcb8eec574b" providerId="ADAL" clId="{4F783465-A1C9-F14F-94A2-5B7CA1E8F343}" dt="2023-08-09T14:21:07.687" v="680" actId="403"/>
          <ac:spMkLst>
            <pc:docMk/>
            <pc:sldMk cId="2685881528" sldId="306"/>
            <ac:spMk id="3" creationId="{5475D71D-DD55-D247-3230-D043AE5E628A}"/>
          </ac:spMkLst>
        </pc:spChg>
        <pc:spChg chg="add mod">
          <ac:chgData name="王月" userId="9d7c2960-20f1-43a9-b353-abcb8eec574b" providerId="ADAL" clId="{4F783465-A1C9-F14F-94A2-5B7CA1E8F343}" dt="2023-08-09T14:21:22.438" v="683" actId="1076"/>
          <ac:spMkLst>
            <pc:docMk/>
            <pc:sldMk cId="2685881528" sldId="306"/>
            <ac:spMk id="4" creationId="{1FD579F9-75A7-E49E-8CED-8510B11744A2}"/>
          </ac:spMkLst>
        </pc:spChg>
        <pc:spChg chg="mod">
          <ac:chgData name="王月" userId="9d7c2960-20f1-43a9-b353-abcb8eec574b" providerId="ADAL" clId="{4F783465-A1C9-F14F-94A2-5B7CA1E8F343}" dt="2023-08-09T14:21:17.466" v="682" actId="1076"/>
          <ac:spMkLst>
            <pc:docMk/>
            <pc:sldMk cId="2685881528" sldId="306"/>
            <ac:spMk id="12" creationId="{F9314EFA-AF60-4761-8084-919F9F4F5245}"/>
          </ac:spMkLst>
        </pc:spChg>
        <pc:spChg chg="mod">
          <ac:chgData name="王月" userId="9d7c2960-20f1-43a9-b353-abcb8eec574b" providerId="ADAL" clId="{4F783465-A1C9-F14F-94A2-5B7CA1E8F343}" dt="2023-08-09T14:21:07.687" v="680" actId="403"/>
          <ac:spMkLst>
            <pc:docMk/>
            <pc:sldMk cId="2685881528" sldId="306"/>
            <ac:spMk id="13" creationId="{C23B3362-041F-4B14-979A-49BCF3B9942A}"/>
          </ac:spMkLst>
        </pc:spChg>
        <pc:spChg chg="mod">
          <ac:chgData name="王月" userId="9d7c2960-20f1-43a9-b353-abcb8eec574b" providerId="ADAL" clId="{4F783465-A1C9-F14F-94A2-5B7CA1E8F343}" dt="2023-08-09T14:21:07.687" v="680" actId="403"/>
          <ac:spMkLst>
            <pc:docMk/>
            <pc:sldMk cId="2685881528" sldId="306"/>
            <ac:spMk id="50" creationId="{66847DD7-8192-42CC-8653-B15DEB1CDDF1}"/>
          </ac:spMkLst>
        </pc:spChg>
        <pc:spChg chg="mod">
          <ac:chgData name="王月" userId="9d7c2960-20f1-43a9-b353-abcb8eec574b" providerId="ADAL" clId="{4F783465-A1C9-F14F-94A2-5B7CA1E8F343}" dt="2023-08-09T14:21:07.687" v="680" actId="403"/>
          <ac:spMkLst>
            <pc:docMk/>
            <pc:sldMk cId="2685881528" sldId="306"/>
            <ac:spMk id="51" creationId="{71C01716-E2A5-4C05-B52D-E254612AC421}"/>
          </ac:spMkLst>
        </pc:spChg>
        <pc:spChg chg="mod">
          <ac:chgData name="王月" userId="9d7c2960-20f1-43a9-b353-abcb8eec574b" providerId="ADAL" clId="{4F783465-A1C9-F14F-94A2-5B7CA1E8F343}" dt="2023-08-09T14:21:46.390" v="687" actId="1076"/>
          <ac:spMkLst>
            <pc:docMk/>
            <pc:sldMk cId="2685881528" sldId="306"/>
            <ac:spMk id="66" creationId="{36599A47-F2A6-48BF-BAB4-8173E5970BD8}"/>
          </ac:spMkLst>
        </pc:spChg>
        <pc:spChg chg="mod">
          <ac:chgData name="王月" userId="9d7c2960-20f1-43a9-b353-abcb8eec574b" providerId="ADAL" clId="{4F783465-A1C9-F14F-94A2-5B7CA1E8F343}" dt="2023-08-09T14:21:07.687" v="680" actId="403"/>
          <ac:spMkLst>
            <pc:docMk/>
            <pc:sldMk cId="2685881528" sldId="306"/>
            <ac:spMk id="81" creationId="{F89B8A19-76DF-4F9E-8259-E3C19A136E75}"/>
          </ac:spMkLst>
        </pc:spChg>
        <pc:spChg chg="mod">
          <ac:chgData name="王月" userId="9d7c2960-20f1-43a9-b353-abcb8eec574b" providerId="ADAL" clId="{4F783465-A1C9-F14F-94A2-5B7CA1E8F343}" dt="2023-08-09T14:21:07.687" v="680" actId="403"/>
          <ac:spMkLst>
            <pc:docMk/>
            <pc:sldMk cId="2685881528" sldId="306"/>
            <ac:spMk id="84" creationId="{F9FF11C2-A82E-4EEB-9B80-0057D1411863}"/>
          </ac:spMkLst>
        </pc:spChg>
        <pc:spChg chg="mod">
          <ac:chgData name="王月" userId="9d7c2960-20f1-43a9-b353-abcb8eec574b" providerId="ADAL" clId="{4F783465-A1C9-F14F-94A2-5B7CA1E8F343}" dt="2023-08-09T14:21:07.687" v="680" actId="403"/>
          <ac:spMkLst>
            <pc:docMk/>
            <pc:sldMk cId="2685881528" sldId="306"/>
            <ac:spMk id="95" creationId="{369A930F-ABAD-4039-B968-D504AE085F02}"/>
          </ac:spMkLst>
        </pc:spChg>
        <pc:spChg chg="mod">
          <ac:chgData name="王月" userId="9d7c2960-20f1-43a9-b353-abcb8eec574b" providerId="ADAL" clId="{4F783465-A1C9-F14F-94A2-5B7CA1E8F343}" dt="2023-08-09T14:21:07.687" v="680" actId="403"/>
          <ac:spMkLst>
            <pc:docMk/>
            <pc:sldMk cId="2685881528" sldId="306"/>
            <ac:spMk id="107" creationId="{3A85F6E0-6448-469F-96E0-A90346E27D9B}"/>
          </ac:spMkLst>
        </pc:spChg>
        <pc:spChg chg="mod">
          <ac:chgData name="王月" userId="9d7c2960-20f1-43a9-b353-abcb8eec574b" providerId="ADAL" clId="{4F783465-A1C9-F14F-94A2-5B7CA1E8F343}" dt="2023-08-09T14:21:07.687" v="680" actId="403"/>
          <ac:spMkLst>
            <pc:docMk/>
            <pc:sldMk cId="2685881528" sldId="306"/>
            <ac:spMk id="108" creationId="{D8A007D8-5334-4C6B-9A1D-DDF3CC453C49}"/>
          </ac:spMkLst>
        </pc:spChg>
        <pc:spChg chg="mod">
          <ac:chgData name="王月" userId="9d7c2960-20f1-43a9-b353-abcb8eec574b" providerId="ADAL" clId="{4F783465-A1C9-F14F-94A2-5B7CA1E8F343}" dt="2023-08-09T14:21:07.687" v="680" actId="403"/>
          <ac:spMkLst>
            <pc:docMk/>
            <pc:sldMk cId="2685881528" sldId="306"/>
            <ac:spMk id="110" creationId="{8480F601-C2CE-4792-A324-8DB9474AF0DA}"/>
          </ac:spMkLst>
        </pc:spChg>
        <pc:spChg chg="mod">
          <ac:chgData name="王月" userId="9d7c2960-20f1-43a9-b353-abcb8eec574b" providerId="ADAL" clId="{4F783465-A1C9-F14F-94A2-5B7CA1E8F343}" dt="2023-08-09T14:21:07.687" v="680" actId="403"/>
          <ac:spMkLst>
            <pc:docMk/>
            <pc:sldMk cId="2685881528" sldId="306"/>
            <ac:spMk id="112" creationId="{D656F76B-3FE2-4688-802A-A5A5B361FBA6}"/>
          </ac:spMkLst>
        </pc:spChg>
        <pc:spChg chg="mod">
          <ac:chgData name="王月" userId="9d7c2960-20f1-43a9-b353-abcb8eec574b" providerId="ADAL" clId="{4F783465-A1C9-F14F-94A2-5B7CA1E8F343}" dt="2023-08-09T14:21:07.687" v="680" actId="403"/>
          <ac:spMkLst>
            <pc:docMk/>
            <pc:sldMk cId="2685881528" sldId="306"/>
            <ac:spMk id="122" creationId="{C89B6A37-EC5B-42DC-886B-F74301457626}"/>
          </ac:spMkLst>
        </pc:spChg>
        <pc:spChg chg="del mod">
          <ac:chgData name="王月" userId="9d7c2960-20f1-43a9-b353-abcb8eec574b" providerId="ADAL" clId="{4F783465-A1C9-F14F-94A2-5B7CA1E8F343}" dt="2023-08-09T14:10:46.940" v="158" actId="478"/>
          <ac:spMkLst>
            <pc:docMk/>
            <pc:sldMk cId="2685881528" sldId="306"/>
            <ac:spMk id="123" creationId="{A5331EED-9771-4872-B0EC-25B21A2F9EAD}"/>
          </ac:spMkLst>
        </pc:spChg>
        <pc:spChg chg="del mod">
          <ac:chgData name="王月" userId="9d7c2960-20f1-43a9-b353-abcb8eec574b" providerId="ADAL" clId="{4F783465-A1C9-F14F-94A2-5B7CA1E8F343}" dt="2023-08-09T14:10:38.359" v="155" actId="478"/>
          <ac:spMkLst>
            <pc:docMk/>
            <pc:sldMk cId="2685881528" sldId="306"/>
            <ac:spMk id="124" creationId="{BE4F99BA-1853-4A66-B719-15D25D96D9BE}"/>
          </ac:spMkLst>
        </pc:spChg>
        <pc:spChg chg="mod">
          <ac:chgData name="王月" userId="9d7c2960-20f1-43a9-b353-abcb8eec574b" providerId="ADAL" clId="{4F783465-A1C9-F14F-94A2-5B7CA1E8F343}" dt="2023-08-09T14:21:07.687" v="680" actId="403"/>
          <ac:spMkLst>
            <pc:docMk/>
            <pc:sldMk cId="2685881528" sldId="306"/>
            <ac:spMk id="128" creationId="{48F6861E-B7A5-438A-A380-685E615EE9E4}"/>
          </ac:spMkLst>
        </pc:spChg>
        <pc:spChg chg="mod">
          <ac:chgData name="王月" userId="9d7c2960-20f1-43a9-b353-abcb8eec574b" providerId="ADAL" clId="{4F783465-A1C9-F14F-94A2-5B7CA1E8F343}" dt="2023-08-09T14:21:07.687" v="680" actId="403"/>
          <ac:spMkLst>
            <pc:docMk/>
            <pc:sldMk cId="2685881528" sldId="306"/>
            <ac:spMk id="129" creationId="{543E95A0-06A8-4573-BE35-2330E12EB58E}"/>
          </ac:spMkLst>
        </pc:spChg>
        <pc:spChg chg="mod">
          <ac:chgData name="王月" userId="9d7c2960-20f1-43a9-b353-abcb8eec574b" providerId="ADAL" clId="{4F783465-A1C9-F14F-94A2-5B7CA1E8F343}" dt="2023-08-09T14:21:07.687" v="680" actId="403"/>
          <ac:spMkLst>
            <pc:docMk/>
            <pc:sldMk cId="2685881528" sldId="306"/>
            <ac:spMk id="133" creationId="{40E38CB7-4C0D-4A2B-B0A6-CE734CFEED1C}"/>
          </ac:spMkLst>
        </pc:spChg>
        <pc:spChg chg="mod">
          <ac:chgData name="王月" userId="9d7c2960-20f1-43a9-b353-abcb8eec574b" providerId="ADAL" clId="{4F783465-A1C9-F14F-94A2-5B7CA1E8F343}" dt="2023-08-09T14:21:31.003" v="684" actId="1076"/>
          <ac:spMkLst>
            <pc:docMk/>
            <pc:sldMk cId="2685881528" sldId="306"/>
            <ac:spMk id="135" creationId="{344DA240-E4E7-424C-8E79-9B08090ACB5A}"/>
          </ac:spMkLst>
        </pc:spChg>
        <pc:spChg chg="mod">
          <ac:chgData name="王月" userId="9d7c2960-20f1-43a9-b353-abcb8eec574b" providerId="ADAL" clId="{4F783465-A1C9-F14F-94A2-5B7CA1E8F343}" dt="2023-08-09T14:21:07.687" v="680" actId="403"/>
          <ac:spMkLst>
            <pc:docMk/>
            <pc:sldMk cId="2685881528" sldId="306"/>
            <ac:spMk id="139" creationId="{81E61676-5481-49BF-833A-3445830B0FAA}"/>
          </ac:spMkLst>
        </pc:spChg>
      </pc:sldChg>
    </pc:docChg>
  </pc:docChgLst>
  <pc:docChgLst>
    <pc:chgData name="王月" userId="9d7c2960-20f1-43a9-b353-abcb8eec574b" providerId="ADAL" clId="{28D517C4-3A8A-44D2-9B3D-408962D98F68}"/>
    <pc:docChg chg="undo redo custSel addSld delSld modSld sldOrd addSection delSection modSection">
      <pc:chgData name="王月" userId="9d7c2960-20f1-43a9-b353-abcb8eec574b" providerId="ADAL" clId="{28D517C4-3A8A-44D2-9B3D-408962D98F68}" dt="2022-01-05T12:01:54.270" v="8191" actId="478"/>
      <pc:docMkLst>
        <pc:docMk/>
      </pc:docMkLst>
      <pc:sldChg chg="modSp del mod ord">
        <pc:chgData name="王月" userId="9d7c2960-20f1-43a9-b353-abcb8eec574b" providerId="ADAL" clId="{28D517C4-3A8A-44D2-9B3D-408962D98F68}" dt="2022-01-03T06:57:21.993" v="4470" actId="47"/>
        <pc:sldMkLst>
          <pc:docMk/>
          <pc:sldMk cId="3130572318" sldId="256"/>
        </pc:sldMkLst>
        <pc:grpChg chg="mod">
          <ac:chgData name="王月" userId="9d7c2960-20f1-43a9-b353-abcb8eec574b" providerId="ADAL" clId="{28D517C4-3A8A-44D2-9B3D-408962D98F68}" dt="2021-12-04T08:25:07.627" v="24" actId="1076"/>
          <ac:grpSpMkLst>
            <pc:docMk/>
            <pc:sldMk cId="3130572318" sldId="256"/>
            <ac:grpSpMk id="31" creationId="{895316AF-11F7-4C47-9174-D421B012E23B}"/>
          </ac:grpSpMkLst>
        </pc:grpChg>
        <pc:grpChg chg="mod">
          <ac:chgData name="王月" userId="9d7c2960-20f1-43a9-b353-abcb8eec574b" providerId="ADAL" clId="{28D517C4-3A8A-44D2-9B3D-408962D98F68}" dt="2021-12-04T07:51:14.062" v="3" actId="1076"/>
          <ac:grpSpMkLst>
            <pc:docMk/>
            <pc:sldMk cId="3130572318" sldId="256"/>
            <ac:grpSpMk id="38" creationId="{0703320F-F797-40F7-89B6-8F42033F49BB}"/>
          </ac:grpSpMkLst>
        </pc:grpChg>
        <pc:grpChg chg="mod">
          <ac:chgData name="王月" userId="9d7c2960-20f1-43a9-b353-abcb8eec574b" providerId="ADAL" clId="{28D517C4-3A8A-44D2-9B3D-408962D98F68}" dt="2021-12-04T07:51:12.005" v="2" actId="1076"/>
          <ac:grpSpMkLst>
            <pc:docMk/>
            <pc:sldMk cId="3130572318" sldId="256"/>
            <ac:grpSpMk id="41" creationId="{4DF74F58-2465-4FA7-A338-F180358B3732}"/>
          </ac:grpSpMkLst>
        </pc:grpChg>
        <pc:picChg chg="mod">
          <ac:chgData name="王月" userId="9d7c2960-20f1-43a9-b353-abcb8eec574b" providerId="ADAL" clId="{28D517C4-3A8A-44D2-9B3D-408962D98F68}" dt="2021-12-04T08:29:01.621" v="69" actId="1076"/>
          <ac:picMkLst>
            <pc:docMk/>
            <pc:sldMk cId="3130572318" sldId="256"/>
            <ac:picMk id="30" creationId="{8CE99785-0753-4F66-A131-3714B59EB1FA}"/>
          </ac:picMkLst>
        </pc:picChg>
        <pc:picChg chg="mod">
          <ac:chgData name="王月" userId="9d7c2960-20f1-43a9-b353-abcb8eec574b" providerId="ADAL" clId="{28D517C4-3A8A-44D2-9B3D-408962D98F68}" dt="2021-12-04T08:29:07.635" v="70" actId="1076"/>
          <ac:picMkLst>
            <pc:docMk/>
            <pc:sldMk cId="3130572318" sldId="256"/>
            <ac:picMk id="33" creationId="{B3110AF7-1D3A-4928-BED6-02F4E0F6D08A}"/>
          </ac:picMkLst>
        </pc:picChg>
        <pc:picChg chg="mod">
          <ac:chgData name="王月" userId="9d7c2960-20f1-43a9-b353-abcb8eec574b" providerId="ADAL" clId="{28D517C4-3A8A-44D2-9B3D-408962D98F68}" dt="2021-12-04T08:28:57.581" v="68" actId="1076"/>
          <ac:picMkLst>
            <pc:docMk/>
            <pc:sldMk cId="3130572318" sldId="256"/>
            <ac:picMk id="35" creationId="{81587228-92A1-4CBC-A890-402DDFBC7F73}"/>
          </ac:picMkLst>
        </pc:picChg>
      </pc:sldChg>
      <pc:sldChg chg="del ord">
        <pc:chgData name="王月" userId="9d7c2960-20f1-43a9-b353-abcb8eec574b" providerId="ADAL" clId="{28D517C4-3A8A-44D2-9B3D-408962D98F68}" dt="2022-01-03T06:57:22.793" v="4471" actId="47"/>
        <pc:sldMkLst>
          <pc:docMk/>
          <pc:sldMk cId="2545199163" sldId="257"/>
        </pc:sldMkLst>
      </pc:sldChg>
      <pc:sldChg chg="addSp modSp del mod">
        <pc:chgData name="王月" userId="9d7c2960-20f1-43a9-b353-abcb8eec574b" providerId="ADAL" clId="{28D517C4-3A8A-44D2-9B3D-408962D98F68}" dt="2022-01-03T08:17:41.711" v="4580" actId="47"/>
        <pc:sldMkLst>
          <pc:docMk/>
          <pc:sldMk cId="1107512234" sldId="258"/>
        </pc:sldMkLst>
        <pc:spChg chg="mod">
          <ac:chgData name="王月" userId="9d7c2960-20f1-43a9-b353-abcb8eec574b" providerId="ADAL" clId="{28D517C4-3A8A-44D2-9B3D-408962D98F68}" dt="2021-12-04T14:49:02.546" v="2194"/>
          <ac:spMkLst>
            <pc:docMk/>
            <pc:sldMk cId="1107512234" sldId="258"/>
            <ac:spMk id="5" creationId="{EDEE769F-024B-4164-A27B-A5F84954A141}"/>
          </ac:spMkLst>
        </pc:spChg>
        <pc:grpChg chg="add mod">
          <ac:chgData name="王月" userId="9d7c2960-20f1-43a9-b353-abcb8eec574b" providerId="ADAL" clId="{28D517C4-3A8A-44D2-9B3D-408962D98F68}" dt="2021-12-04T14:14:50.618" v="2118" actId="1076"/>
          <ac:grpSpMkLst>
            <pc:docMk/>
            <pc:sldMk cId="1107512234" sldId="258"/>
            <ac:grpSpMk id="2" creationId="{AAB659EC-B571-4F1F-AEF3-55382EB95B74}"/>
          </ac:grpSpMkLst>
        </pc:grpChg>
        <pc:grpChg chg="add mod ord">
          <ac:chgData name="王月" userId="9d7c2960-20f1-43a9-b353-abcb8eec574b" providerId="ADAL" clId="{28D517C4-3A8A-44D2-9B3D-408962D98F68}" dt="2022-01-02T08:29:44.990" v="2741" actId="1076"/>
          <ac:grpSpMkLst>
            <pc:docMk/>
            <pc:sldMk cId="1107512234" sldId="258"/>
            <ac:grpSpMk id="3" creationId="{BB5CAB45-6445-4F71-8C7B-42CE445D6F3E}"/>
          </ac:grpSpMkLst>
        </pc:grpChg>
        <pc:picChg chg="mod ord">
          <ac:chgData name="王月" userId="9d7c2960-20f1-43a9-b353-abcb8eec574b" providerId="ADAL" clId="{28D517C4-3A8A-44D2-9B3D-408962D98F68}" dt="2022-01-02T08:00:56.791" v="2735" actId="14100"/>
          <ac:picMkLst>
            <pc:docMk/>
            <pc:sldMk cId="1107512234" sldId="258"/>
            <ac:picMk id="7" creationId="{1FA8C8D1-9E6E-4B88-AE64-326E6A9C13B9}"/>
          </ac:picMkLst>
        </pc:picChg>
        <pc:picChg chg="mod">
          <ac:chgData name="王月" userId="9d7c2960-20f1-43a9-b353-abcb8eec574b" providerId="ADAL" clId="{28D517C4-3A8A-44D2-9B3D-408962D98F68}" dt="2022-01-02T07:55:29.590" v="2729" actId="1076"/>
          <ac:picMkLst>
            <pc:docMk/>
            <pc:sldMk cId="1107512234" sldId="258"/>
            <ac:picMk id="11" creationId="{A6F5AEFF-6C0B-4A54-A390-FBF2867A7D37}"/>
          </ac:picMkLst>
        </pc:picChg>
        <pc:picChg chg="add mod">
          <ac:chgData name="王月" userId="9d7c2960-20f1-43a9-b353-abcb8eec574b" providerId="ADAL" clId="{28D517C4-3A8A-44D2-9B3D-408962D98F68}" dt="2022-01-02T08:29:46.477" v="2742" actId="1076"/>
          <ac:picMkLst>
            <pc:docMk/>
            <pc:sldMk cId="1107512234" sldId="258"/>
            <ac:picMk id="12" creationId="{C77FB484-A6EB-4F01-B643-E1B5DC247770}"/>
          </ac:picMkLst>
        </pc:picChg>
        <pc:picChg chg="mod">
          <ac:chgData name="王月" userId="9d7c2960-20f1-43a9-b353-abcb8eec574b" providerId="ADAL" clId="{28D517C4-3A8A-44D2-9B3D-408962D98F68}" dt="2021-12-04T14:12:04.660" v="2116" actId="164"/>
          <ac:picMkLst>
            <pc:docMk/>
            <pc:sldMk cId="1107512234" sldId="258"/>
            <ac:picMk id="13" creationId="{3BEEA611-5338-41C7-AB76-16F7EC2A1E1C}"/>
          </ac:picMkLst>
        </pc:picChg>
        <pc:picChg chg="mod">
          <ac:chgData name="王月" userId="9d7c2960-20f1-43a9-b353-abcb8eec574b" providerId="ADAL" clId="{28D517C4-3A8A-44D2-9B3D-408962D98F68}" dt="2021-12-04T14:12:04.660" v="2116" actId="164"/>
          <ac:picMkLst>
            <pc:docMk/>
            <pc:sldMk cId="1107512234" sldId="258"/>
            <ac:picMk id="15" creationId="{6167F69B-E517-487B-8572-F3AA8638134C}"/>
          </ac:picMkLst>
        </pc:picChg>
        <pc:picChg chg="mod">
          <ac:chgData name="王月" userId="9d7c2960-20f1-43a9-b353-abcb8eec574b" providerId="ADAL" clId="{28D517C4-3A8A-44D2-9B3D-408962D98F68}" dt="2021-12-04T14:11:05.636" v="2098" actId="164"/>
          <ac:picMkLst>
            <pc:docMk/>
            <pc:sldMk cId="1107512234" sldId="258"/>
            <ac:picMk id="17" creationId="{3F8EB5E1-AEF1-4CFC-A30F-D8957866A65B}"/>
          </ac:picMkLst>
        </pc:picChg>
        <pc:picChg chg="mod">
          <ac:chgData name="王月" userId="9d7c2960-20f1-43a9-b353-abcb8eec574b" providerId="ADAL" clId="{28D517C4-3A8A-44D2-9B3D-408962D98F68}" dt="2021-12-04T14:11:05.636" v="2098" actId="164"/>
          <ac:picMkLst>
            <pc:docMk/>
            <pc:sldMk cId="1107512234" sldId="258"/>
            <ac:picMk id="19" creationId="{69F0D95F-1492-4B3B-8419-BAFFEA5086D2}"/>
          </ac:picMkLst>
        </pc:picChg>
      </pc:sldChg>
      <pc:sldChg chg="del">
        <pc:chgData name="王月" userId="9d7c2960-20f1-43a9-b353-abcb8eec574b" providerId="ADAL" clId="{28D517C4-3A8A-44D2-9B3D-408962D98F68}" dt="2022-01-03T08:17:42.839" v="4581" actId="47"/>
        <pc:sldMkLst>
          <pc:docMk/>
          <pc:sldMk cId="2524463980" sldId="259"/>
        </pc:sldMkLst>
      </pc:sldChg>
      <pc:sldChg chg="del">
        <pc:chgData name="王月" userId="9d7c2960-20f1-43a9-b353-abcb8eec574b" providerId="ADAL" clId="{28D517C4-3A8A-44D2-9B3D-408962D98F68}" dt="2022-01-03T09:29:53.975" v="4865" actId="47"/>
        <pc:sldMkLst>
          <pc:docMk/>
          <pc:sldMk cId="1894044320" sldId="260"/>
        </pc:sldMkLst>
      </pc:sldChg>
      <pc:sldChg chg="del">
        <pc:chgData name="王月" userId="9d7c2960-20f1-43a9-b353-abcb8eec574b" providerId="ADAL" clId="{28D517C4-3A8A-44D2-9B3D-408962D98F68}" dt="2022-01-03T09:29:53.975" v="4865" actId="47"/>
        <pc:sldMkLst>
          <pc:docMk/>
          <pc:sldMk cId="1632169346" sldId="261"/>
        </pc:sldMkLst>
      </pc:sldChg>
      <pc:sldChg chg="del">
        <pc:chgData name="王月" userId="9d7c2960-20f1-43a9-b353-abcb8eec574b" providerId="ADAL" clId="{28D517C4-3A8A-44D2-9B3D-408962D98F68}" dt="2022-01-03T09:29:55.065" v="4866" actId="47"/>
        <pc:sldMkLst>
          <pc:docMk/>
          <pc:sldMk cId="1534092447" sldId="262"/>
        </pc:sldMkLst>
      </pc:sldChg>
      <pc:sldChg chg="modSp del mod">
        <pc:chgData name="王月" userId="9d7c2960-20f1-43a9-b353-abcb8eec574b" providerId="ADAL" clId="{28D517C4-3A8A-44D2-9B3D-408962D98F68}" dt="2022-01-03T09:29:46.563" v="4864" actId="47"/>
        <pc:sldMkLst>
          <pc:docMk/>
          <pc:sldMk cId="1635899450" sldId="263"/>
        </pc:sldMkLst>
        <pc:picChg chg="mod">
          <ac:chgData name="王月" userId="9d7c2960-20f1-43a9-b353-abcb8eec574b" providerId="ADAL" clId="{28D517C4-3A8A-44D2-9B3D-408962D98F68}" dt="2021-12-30T13:27:44.703" v="2664" actId="1076"/>
          <ac:picMkLst>
            <pc:docMk/>
            <pc:sldMk cId="1635899450" sldId="263"/>
            <ac:picMk id="5" creationId="{F2720B28-9737-47C6-BA17-A3F335FBC144}"/>
          </ac:picMkLst>
        </pc:picChg>
      </pc:sldChg>
      <pc:sldChg chg="addSp delSp modSp new del mod ord modNotesTx">
        <pc:chgData name="王月" userId="9d7c2960-20f1-43a9-b353-abcb8eec574b" providerId="ADAL" clId="{28D517C4-3A8A-44D2-9B3D-408962D98F68}" dt="2022-01-03T08:13:05.208" v="4547" actId="47"/>
        <pc:sldMkLst>
          <pc:docMk/>
          <pc:sldMk cId="1179375126" sldId="264"/>
        </pc:sldMkLst>
        <pc:spChg chg="del">
          <ac:chgData name="王月" userId="9d7c2960-20f1-43a9-b353-abcb8eec574b" providerId="ADAL" clId="{28D517C4-3A8A-44D2-9B3D-408962D98F68}" dt="2021-12-04T08:21:23.275" v="14" actId="478"/>
          <ac:spMkLst>
            <pc:docMk/>
            <pc:sldMk cId="1179375126" sldId="264"/>
            <ac:spMk id="2" creationId="{82AB61CF-DBCB-4D5E-B8DC-49BD1CC919A5}"/>
          </ac:spMkLst>
        </pc:spChg>
        <pc:spChg chg="del">
          <ac:chgData name="王月" userId="9d7c2960-20f1-43a9-b353-abcb8eec574b" providerId="ADAL" clId="{28D517C4-3A8A-44D2-9B3D-408962D98F68}" dt="2021-12-04T08:21:23.275" v="14" actId="478"/>
          <ac:spMkLst>
            <pc:docMk/>
            <pc:sldMk cId="1179375126" sldId="264"/>
            <ac:spMk id="3" creationId="{F35D0CF2-47BA-4763-B993-7C0477DF75A6}"/>
          </ac:spMkLst>
        </pc:spChg>
        <pc:spChg chg="add del mod">
          <ac:chgData name="王月" userId="9d7c2960-20f1-43a9-b353-abcb8eec574b" providerId="ADAL" clId="{28D517C4-3A8A-44D2-9B3D-408962D98F68}" dt="2022-01-02T14:44:01.340" v="3776" actId="478"/>
          <ac:spMkLst>
            <pc:docMk/>
            <pc:sldMk cId="1179375126" sldId="264"/>
            <ac:spMk id="6" creationId="{FAA89687-E637-4A2C-AABD-6267C050B046}"/>
          </ac:spMkLst>
        </pc:spChg>
        <pc:spChg chg="add mod">
          <ac:chgData name="王月" userId="9d7c2960-20f1-43a9-b353-abcb8eec574b" providerId="ADAL" clId="{28D517C4-3A8A-44D2-9B3D-408962D98F68}" dt="2021-12-04T08:25:26.364" v="29" actId="571"/>
          <ac:spMkLst>
            <pc:docMk/>
            <pc:sldMk cId="1179375126" sldId="264"/>
            <ac:spMk id="10" creationId="{11C2EA88-A293-425A-856D-A7ACD147A20E}"/>
          </ac:spMkLst>
        </pc:spChg>
        <pc:spChg chg="add del mod ord">
          <ac:chgData name="王月" userId="9d7c2960-20f1-43a9-b353-abcb8eec574b" providerId="ADAL" clId="{28D517C4-3A8A-44D2-9B3D-408962D98F68}" dt="2022-01-02T14:44:01.340" v="3776" actId="478"/>
          <ac:spMkLst>
            <pc:docMk/>
            <pc:sldMk cId="1179375126" sldId="264"/>
            <ac:spMk id="11" creationId="{8E51874F-042D-440A-AFC8-5925A6BD96AB}"/>
          </ac:spMkLst>
        </pc:spChg>
        <pc:spChg chg="add del mod">
          <ac:chgData name="王月" userId="9d7c2960-20f1-43a9-b353-abcb8eec574b" providerId="ADAL" clId="{28D517C4-3A8A-44D2-9B3D-408962D98F68}" dt="2022-01-02T14:44:01.340" v="3776" actId="478"/>
          <ac:spMkLst>
            <pc:docMk/>
            <pc:sldMk cId="1179375126" sldId="264"/>
            <ac:spMk id="12" creationId="{F9314EFA-AF60-4761-8084-919F9F4F5245}"/>
          </ac:spMkLst>
        </pc:spChg>
        <pc:spChg chg="add del mod">
          <ac:chgData name="王月" userId="9d7c2960-20f1-43a9-b353-abcb8eec574b" providerId="ADAL" clId="{28D517C4-3A8A-44D2-9B3D-408962D98F68}" dt="2022-01-02T14:44:01.340" v="3776" actId="478"/>
          <ac:spMkLst>
            <pc:docMk/>
            <pc:sldMk cId="1179375126" sldId="264"/>
            <ac:spMk id="13" creationId="{C23B3362-041F-4B14-979A-49BCF3B9942A}"/>
          </ac:spMkLst>
        </pc:spChg>
        <pc:spChg chg="add del mod">
          <ac:chgData name="王月" userId="9d7c2960-20f1-43a9-b353-abcb8eec574b" providerId="ADAL" clId="{28D517C4-3A8A-44D2-9B3D-408962D98F68}" dt="2021-12-04T08:36:32.270" v="159" actId="478"/>
          <ac:spMkLst>
            <pc:docMk/>
            <pc:sldMk cId="1179375126" sldId="264"/>
            <ac:spMk id="27" creationId="{93903537-8A7D-4B4A-9A5B-5EE7E6638EA3}"/>
          </ac:spMkLst>
        </pc:spChg>
        <pc:spChg chg="add del mod ord">
          <ac:chgData name="王月" userId="9d7c2960-20f1-43a9-b353-abcb8eec574b" providerId="ADAL" clId="{28D517C4-3A8A-44D2-9B3D-408962D98F68}" dt="2022-01-02T14:44:01.340" v="3776" actId="478"/>
          <ac:spMkLst>
            <pc:docMk/>
            <pc:sldMk cId="1179375126" sldId="264"/>
            <ac:spMk id="54" creationId="{337D72A6-06E9-45B0-A410-C73860163548}"/>
          </ac:spMkLst>
        </pc:spChg>
        <pc:spChg chg="add mod">
          <ac:chgData name="王月" userId="9d7c2960-20f1-43a9-b353-abcb8eec574b" providerId="ADAL" clId="{28D517C4-3A8A-44D2-9B3D-408962D98F68}" dt="2022-01-02T14:44:01.681" v="3777"/>
          <ac:spMkLst>
            <pc:docMk/>
            <pc:sldMk cId="1179375126" sldId="264"/>
            <ac:spMk id="55" creationId="{D168FDB6-6058-4E35-B1B3-F3D185B1BCC9}"/>
          </ac:spMkLst>
        </pc:spChg>
        <pc:spChg chg="add mod">
          <ac:chgData name="王月" userId="9d7c2960-20f1-43a9-b353-abcb8eec574b" providerId="ADAL" clId="{28D517C4-3A8A-44D2-9B3D-408962D98F68}" dt="2022-01-02T14:44:01.681" v="3777"/>
          <ac:spMkLst>
            <pc:docMk/>
            <pc:sldMk cId="1179375126" sldId="264"/>
            <ac:spMk id="56" creationId="{6CDFFB6B-6445-477D-9C31-1B098B45E7A0}"/>
          </ac:spMkLst>
        </pc:spChg>
        <pc:spChg chg="mod">
          <ac:chgData name="王月" userId="9d7c2960-20f1-43a9-b353-abcb8eec574b" providerId="ADAL" clId="{28D517C4-3A8A-44D2-9B3D-408962D98F68}" dt="2021-12-04T08:38:03.194" v="189" actId="27803"/>
          <ac:spMkLst>
            <pc:docMk/>
            <pc:sldMk cId="1179375126" sldId="264"/>
            <ac:spMk id="56" creationId="{A170BFCC-5D96-418C-A772-2C151BF7FA50}"/>
          </ac:spMkLst>
        </pc:spChg>
        <pc:spChg chg="add mod">
          <ac:chgData name="王月" userId="9d7c2960-20f1-43a9-b353-abcb8eec574b" providerId="ADAL" clId="{28D517C4-3A8A-44D2-9B3D-408962D98F68}" dt="2022-01-03T05:38:17.610" v="4278" actId="113"/>
          <ac:spMkLst>
            <pc:docMk/>
            <pc:sldMk cId="1179375126" sldId="264"/>
            <ac:spMk id="57" creationId="{02C7C3E2-65F5-4B95-87BE-00ACD445F8B1}"/>
          </ac:spMkLst>
        </pc:spChg>
        <pc:spChg chg="mod">
          <ac:chgData name="王月" userId="9d7c2960-20f1-43a9-b353-abcb8eec574b" providerId="ADAL" clId="{28D517C4-3A8A-44D2-9B3D-408962D98F68}" dt="2021-12-04T08:38:03.194" v="189" actId="27803"/>
          <ac:spMkLst>
            <pc:docMk/>
            <pc:sldMk cId="1179375126" sldId="264"/>
            <ac:spMk id="57" creationId="{2254AB96-505A-4805-8E29-B651BC2743B9}"/>
          </ac:spMkLst>
        </pc:spChg>
        <pc:spChg chg="add del mod">
          <ac:chgData name="王月" userId="9d7c2960-20f1-43a9-b353-abcb8eec574b" providerId="ADAL" clId="{28D517C4-3A8A-44D2-9B3D-408962D98F68}" dt="2021-12-04T08:39:50.543" v="254" actId="478"/>
          <ac:spMkLst>
            <pc:docMk/>
            <pc:sldMk cId="1179375126" sldId="264"/>
            <ac:spMk id="58" creationId="{86E0C9CD-BD0B-4EBA-A255-2CDBFCED901B}"/>
          </ac:spMkLst>
        </pc:spChg>
        <pc:spChg chg="add del mod ord">
          <ac:chgData name="王月" userId="9d7c2960-20f1-43a9-b353-abcb8eec574b" providerId="ADAL" clId="{28D517C4-3A8A-44D2-9B3D-408962D98F68}" dt="2022-01-02T13:58:41.648" v="2744" actId="478"/>
          <ac:spMkLst>
            <pc:docMk/>
            <pc:sldMk cId="1179375126" sldId="264"/>
            <ac:spMk id="59" creationId="{EFE1C588-936E-4FD6-84C7-3ED90EEB2F08}"/>
          </ac:spMkLst>
        </pc:spChg>
        <pc:spChg chg="add del mod">
          <ac:chgData name="王月" userId="9d7c2960-20f1-43a9-b353-abcb8eec574b" providerId="ADAL" clId="{28D517C4-3A8A-44D2-9B3D-408962D98F68}" dt="2021-12-04T08:41:16.383" v="277"/>
          <ac:spMkLst>
            <pc:docMk/>
            <pc:sldMk cId="1179375126" sldId="264"/>
            <ac:spMk id="60" creationId="{7687C976-52F0-4BFE-BA2F-ED325D76801A}"/>
          </ac:spMkLst>
        </pc:spChg>
        <pc:spChg chg="add mod">
          <ac:chgData name="王月" userId="9d7c2960-20f1-43a9-b353-abcb8eec574b" providerId="ADAL" clId="{28D517C4-3A8A-44D2-9B3D-408962D98F68}" dt="2022-01-02T14:44:38.652" v="3795" actId="20577"/>
          <ac:spMkLst>
            <pc:docMk/>
            <pc:sldMk cId="1179375126" sldId="264"/>
            <ac:spMk id="60" creationId="{882CEF3E-2C6B-419B-B5F9-9405642C65EA}"/>
          </ac:spMkLst>
        </pc:spChg>
        <pc:spChg chg="add mod">
          <ac:chgData name="王月" userId="9d7c2960-20f1-43a9-b353-abcb8eec574b" providerId="ADAL" clId="{28D517C4-3A8A-44D2-9B3D-408962D98F68}" dt="2022-01-02T14:44:01.681" v="3777"/>
          <ac:spMkLst>
            <pc:docMk/>
            <pc:sldMk cId="1179375126" sldId="264"/>
            <ac:spMk id="61" creationId="{3715E243-9B1C-4B63-9930-899AB9EF11EF}"/>
          </ac:spMkLst>
        </pc:spChg>
        <pc:spChg chg="add mod">
          <ac:chgData name="王月" userId="9d7c2960-20f1-43a9-b353-abcb8eec574b" providerId="ADAL" clId="{28D517C4-3A8A-44D2-9B3D-408962D98F68}" dt="2021-12-04T08:41:47.713" v="284" actId="164"/>
          <ac:spMkLst>
            <pc:docMk/>
            <pc:sldMk cId="1179375126" sldId="264"/>
            <ac:spMk id="61" creationId="{D079FC78-47EE-4012-9D78-63F26FD3CC4F}"/>
          </ac:spMkLst>
        </pc:spChg>
        <pc:spChg chg="add mod">
          <ac:chgData name="王月" userId="9d7c2960-20f1-43a9-b353-abcb8eec574b" providerId="ADAL" clId="{28D517C4-3A8A-44D2-9B3D-408962D98F68}" dt="2022-01-02T14:44:01.681" v="3777"/>
          <ac:spMkLst>
            <pc:docMk/>
            <pc:sldMk cId="1179375126" sldId="264"/>
            <ac:spMk id="62" creationId="{BE3785C8-80F9-420E-9CB8-3F9F08990AF5}"/>
          </ac:spMkLst>
        </pc:spChg>
        <pc:spChg chg="add mod">
          <ac:chgData name="王月" userId="9d7c2960-20f1-43a9-b353-abcb8eec574b" providerId="ADAL" clId="{28D517C4-3A8A-44D2-9B3D-408962D98F68}" dt="2021-12-04T08:41:47.713" v="284" actId="164"/>
          <ac:spMkLst>
            <pc:docMk/>
            <pc:sldMk cId="1179375126" sldId="264"/>
            <ac:spMk id="62" creationId="{D4B8EB7E-35B6-4620-B43A-6704D7B6280C}"/>
          </ac:spMkLst>
        </pc:spChg>
        <pc:spChg chg="add mod">
          <ac:chgData name="王月" userId="9d7c2960-20f1-43a9-b353-abcb8eec574b" providerId="ADAL" clId="{28D517C4-3A8A-44D2-9B3D-408962D98F68}" dt="2022-01-02T14:44:01.681" v="3777"/>
          <ac:spMkLst>
            <pc:docMk/>
            <pc:sldMk cId="1179375126" sldId="264"/>
            <ac:spMk id="63" creationId="{4E88753D-AAFB-48CD-A5FB-0B754CB659EA}"/>
          </ac:spMkLst>
        </pc:spChg>
        <pc:spChg chg="add del mod">
          <ac:chgData name="王月" userId="9d7c2960-20f1-43a9-b353-abcb8eec574b" providerId="ADAL" clId="{28D517C4-3A8A-44D2-9B3D-408962D98F68}" dt="2022-01-02T14:44:01.340" v="3776" actId="478"/>
          <ac:spMkLst>
            <pc:docMk/>
            <pc:sldMk cId="1179375126" sldId="264"/>
            <ac:spMk id="64" creationId="{F23B43AB-826F-4B2B-AAE2-4ED29E8796D5}"/>
          </ac:spMkLst>
        </pc:spChg>
        <pc:spChg chg="add del mod">
          <ac:chgData name="王月" userId="9d7c2960-20f1-43a9-b353-abcb8eec574b" providerId="ADAL" clId="{28D517C4-3A8A-44D2-9B3D-408962D98F68}" dt="2022-01-02T14:44:01.340" v="3776" actId="478"/>
          <ac:spMkLst>
            <pc:docMk/>
            <pc:sldMk cId="1179375126" sldId="264"/>
            <ac:spMk id="65" creationId="{E86D20C2-09E1-48A6-AF17-1E0EBBAE163A}"/>
          </ac:spMkLst>
        </pc:spChg>
        <pc:spChg chg="add mod">
          <ac:chgData name="王月" userId="9d7c2960-20f1-43a9-b353-abcb8eec574b" providerId="ADAL" clId="{28D517C4-3A8A-44D2-9B3D-408962D98F68}" dt="2022-01-02T15:13:27.081" v="4178" actId="113"/>
          <ac:spMkLst>
            <pc:docMk/>
            <pc:sldMk cId="1179375126" sldId="264"/>
            <ac:spMk id="66" creationId="{36599A47-F2A6-48BF-BAB4-8173E5970BD8}"/>
          </ac:spMkLst>
        </pc:spChg>
        <pc:spChg chg="add mod">
          <ac:chgData name="王月" userId="9d7c2960-20f1-43a9-b353-abcb8eec574b" providerId="ADAL" clId="{28D517C4-3A8A-44D2-9B3D-408962D98F68}" dt="2022-01-02T14:44:01.681" v="3777"/>
          <ac:spMkLst>
            <pc:docMk/>
            <pc:sldMk cId="1179375126" sldId="264"/>
            <ac:spMk id="74" creationId="{7C030B32-1B3C-4174-B452-C7D10F9A3CA4}"/>
          </ac:spMkLst>
        </pc:spChg>
        <pc:spChg chg="add mod">
          <ac:chgData name="王月" userId="9d7c2960-20f1-43a9-b353-abcb8eec574b" providerId="ADAL" clId="{28D517C4-3A8A-44D2-9B3D-408962D98F68}" dt="2022-01-03T06:45:45.839" v="4365" actId="20577"/>
          <ac:spMkLst>
            <pc:docMk/>
            <pc:sldMk cId="1179375126" sldId="264"/>
            <ac:spMk id="75" creationId="{B6FD49AF-D245-4643-BC94-5EE166954325}"/>
          </ac:spMkLst>
        </pc:spChg>
        <pc:spChg chg="add mod">
          <ac:chgData name="王月" userId="9d7c2960-20f1-43a9-b353-abcb8eec574b" providerId="ADAL" clId="{28D517C4-3A8A-44D2-9B3D-408962D98F68}" dt="2022-01-02T14:44:01.681" v="3777"/>
          <ac:spMkLst>
            <pc:docMk/>
            <pc:sldMk cId="1179375126" sldId="264"/>
            <ac:spMk id="77" creationId="{CAE95AE7-E307-4326-94E5-AC51C3EC2F90}"/>
          </ac:spMkLst>
        </pc:spChg>
        <pc:spChg chg="add mod">
          <ac:chgData name="王月" userId="9d7c2960-20f1-43a9-b353-abcb8eec574b" providerId="ADAL" clId="{28D517C4-3A8A-44D2-9B3D-408962D98F68}" dt="2022-01-03T06:49:08.770" v="4408" actId="113"/>
          <ac:spMkLst>
            <pc:docMk/>
            <pc:sldMk cId="1179375126" sldId="264"/>
            <ac:spMk id="78" creationId="{B649900F-856C-4220-9C5B-5A648A97B031}"/>
          </ac:spMkLst>
        </pc:spChg>
        <pc:spChg chg="add del mod">
          <ac:chgData name="王月" userId="9d7c2960-20f1-43a9-b353-abcb8eec574b" providerId="ADAL" clId="{28D517C4-3A8A-44D2-9B3D-408962D98F68}" dt="2022-01-02T14:44:01.340" v="3776" actId="478"/>
          <ac:spMkLst>
            <pc:docMk/>
            <pc:sldMk cId="1179375126" sldId="264"/>
            <ac:spMk id="83" creationId="{E7821991-CAE4-4296-9FE9-05741C4EA27E}"/>
          </ac:spMkLst>
        </pc:spChg>
        <pc:spChg chg="add del mod">
          <ac:chgData name="王月" userId="9d7c2960-20f1-43a9-b353-abcb8eec574b" providerId="ADAL" clId="{28D517C4-3A8A-44D2-9B3D-408962D98F68}" dt="2022-01-02T14:44:01.340" v="3776" actId="478"/>
          <ac:spMkLst>
            <pc:docMk/>
            <pc:sldMk cId="1179375126" sldId="264"/>
            <ac:spMk id="84" creationId="{F9FF11C2-A82E-4EEB-9B80-0057D1411863}"/>
          </ac:spMkLst>
        </pc:spChg>
        <pc:spChg chg="add mod">
          <ac:chgData name="王月" userId="9d7c2960-20f1-43a9-b353-abcb8eec574b" providerId="ADAL" clId="{28D517C4-3A8A-44D2-9B3D-408962D98F68}" dt="2022-01-02T14:44:01.681" v="3777"/>
          <ac:spMkLst>
            <pc:docMk/>
            <pc:sldMk cId="1179375126" sldId="264"/>
            <ac:spMk id="88" creationId="{4F089877-94AB-4CFB-87BB-98FF68FB994C}"/>
          </ac:spMkLst>
        </pc:spChg>
        <pc:spChg chg="add mod">
          <ac:chgData name="王月" userId="9d7c2960-20f1-43a9-b353-abcb8eec574b" providerId="ADAL" clId="{28D517C4-3A8A-44D2-9B3D-408962D98F68}" dt="2022-01-02T14:44:01.681" v="3777"/>
          <ac:spMkLst>
            <pc:docMk/>
            <pc:sldMk cId="1179375126" sldId="264"/>
            <ac:spMk id="89" creationId="{0C4C53CD-6FF6-4994-A90A-16BBF66547FF}"/>
          </ac:spMkLst>
        </pc:spChg>
        <pc:spChg chg="add mod">
          <ac:chgData name="王月" userId="9d7c2960-20f1-43a9-b353-abcb8eec574b" providerId="ADAL" clId="{28D517C4-3A8A-44D2-9B3D-408962D98F68}" dt="2022-01-02T14:44:01.681" v="3777"/>
          <ac:spMkLst>
            <pc:docMk/>
            <pc:sldMk cId="1179375126" sldId="264"/>
            <ac:spMk id="91" creationId="{2B5CB373-CEC7-45B9-8D77-F0E887A1B698}"/>
          </ac:spMkLst>
        </pc:spChg>
        <pc:spChg chg="add mod">
          <ac:chgData name="王月" userId="9d7c2960-20f1-43a9-b353-abcb8eec574b" providerId="ADAL" clId="{28D517C4-3A8A-44D2-9B3D-408962D98F68}" dt="2022-01-02T15:11:45.178" v="4177" actId="113"/>
          <ac:spMkLst>
            <pc:docMk/>
            <pc:sldMk cId="1179375126" sldId="264"/>
            <ac:spMk id="95" creationId="{F0D0EA0C-1F57-42D5-B451-95F65CA98C7B}"/>
          </ac:spMkLst>
        </pc:spChg>
        <pc:spChg chg="add mod">
          <ac:chgData name="王月" userId="9d7c2960-20f1-43a9-b353-abcb8eec574b" providerId="ADAL" clId="{28D517C4-3A8A-44D2-9B3D-408962D98F68}" dt="2022-01-02T15:09:59.321" v="4138" actId="113"/>
          <ac:spMkLst>
            <pc:docMk/>
            <pc:sldMk cId="1179375126" sldId="264"/>
            <ac:spMk id="96" creationId="{D8D5B7E1-1E05-4672-A30B-E867DC8D5075}"/>
          </ac:spMkLst>
        </pc:spChg>
        <pc:spChg chg="add mod">
          <ac:chgData name="王月" userId="9d7c2960-20f1-43a9-b353-abcb8eec574b" providerId="ADAL" clId="{28D517C4-3A8A-44D2-9B3D-408962D98F68}" dt="2022-01-02T15:10:59.210" v="4157" actId="113"/>
          <ac:spMkLst>
            <pc:docMk/>
            <pc:sldMk cId="1179375126" sldId="264"/>
            <ac:spMk id="98" creationId="{D9246298-A033-421B-B234-BE2EB49DDAF2}"/>
          </ac:spMkLst>
        </pc:spChg>
        <pc:spChg chg="add mod">
          <ac:chgData name="王月" userId="9d7c2960-20f1-43a9-b353-abcb8eec574b" providerId="ADAL" clId="{28D517C4-3A8A-44D2-9B3D-408962D98F68}" dt="2022-01-02T14:44:01.681" v="3777"/>
          <ac:spMkLst>
            <pc:docMk/>
            <pc:sldMk cId="1179375126" sldId="264"/>
            <ac:spMk id="99" creationId="{A64BAE6F-A374-4041-9210-B7161818ECFA}"/>
          </ac:spMkLst>
        </pc:spChg>
        <pc:spChg chg="add del mod">
          <ac:chgData name="王月" userId="9d7c2960-20f1-43a9-b353-abcb8eec574b" providerId="ADAL" clId="{28D517C4-3A8A-44D2-9B3D-408962D98F68}" dt="2021-12-04T12:54:14.122" v="1978" actId="22"/>
          <ac:spMkLst>
            <pc:docMk/>
            <pc:sldMk cId="1179375126" sldId="264"/>
            <ac:spMk id="100" creationId="{D7196BDD-0303-4144-A6B6-639750FDDDF0}"/>
          </ac:spMkLst>
        </pc:spChg>
        <pc:spChg chg="add mod">
          <ac:chgData name="王月" userId="9d7c2960-20f1-43a9-b353-abcb8eec574b" providerId="ADAL" clId="{28D517C4-3A8A-44D2-9B3D-408962D98F68}" dt="2021-12-04T12:57:35.487" v="2054" actId="114"/>
          <ac:spMkLst>
            <pc:docMk/>
            <pc:sldMk cId="1179375126" sldId="264"/>
            <ac:spMk id="102" creationId="{8B9FAF63-EA3E-4541-883D-3525606AE914}"/>
          </ac:spMkLst>
        </pc:spChg>
        <pc:spChg chg="add mod">
          <ac:chgData name="王月" userId="9d7c2960-20f1-43a9-b353-abcb8eec574b" providerId="ADAL" clId="{28D517C4-3A8A-44D2-9B3D-408962D98F68}" dt="2022-01-02T14:44:01.681" v="3777"/>
          <ac:spMkLst>
            <pc:docMk/>
            <pc:sldMk cId="1179375126" sldId="264"/>
            <ac:spMk id="103" creationId="{44BD2544-BD4D-4264-962F-B49F0203AB97}"/>
          </ac:spMkLst>
        </pc:spChg>
        <pc:spChg chg="add mod">
          <ac:chgData name="王月" userId="9d7c2960-20f1-43a9-b353-abcb8eec574b" providerId="ADAL" clId="{28D517C4-3A8A-44D2-9B3D-408962D98F68}" dt="2021-12-04T12:58:50.886" v="2059" actId="20577"/>
          <ac:spMkLst>
            <pc:docMk/>
            <pc:sldMk cId="1179375126" sldId="264"/>
            <ac:spMk id="104" creationId="{55EF15C1-FE7E-44E0-B795-3142C1FBB56D}"/>
          </ac:spMkLst>
        </pc:spChg>
        <pc:spChg chg="add mod">
          <ac:chgData name="王月" userId="9d7c2960-20f1-43a9-b353-abcb8eec574b" providerId="ADAL" clId="{28D517C4-3A8A-44D2-9B3D-408962D98F68}" dt="2021-12-04T12:57:37.911" v="2055" actId="114"/>
          <ac:spMkLst>
            <pc:docMk/>
            <pc:sldMk cId="1179375126" sldId="264"/>
            <ac:spMk id="106" creationId="{DBE38015-62FC-42AF-9650-9B0230A612CB}"/>
          </ac:spMkLst>
        </pc:spChg>
        <pc:spChg chg="add del mod">
          <ac:chgData name="王月" userId="9d7c2960-20f1-43a9-b353-abcb8eec574b" providerId="ADAL" clId="{28D517C4-3A8A-44D2-9B3D-408962D98F68}" dt="2021-12-04T12:58:51.937" v="2061"/>
          <ac:spMkLst>
            <pc:docMk/>
            <pc:sldMk cId="1179375126" sldId="264"/>
            <ac:spMk id="108" creationId="{333D71CB-B16E-475F-8644-CFE2EF8B8BD4}"/>
          </ac:spMkLst>
        </pc:spChg>
        <pc:spChg chg="add mod">
          <ac:chgData name="王月" userId="9d7c2960-20f1-43a9-b353-abcb8eec574b" providerId="ADAL" clId="{28D517C4-3A8A-44D2-9B3D-408962D98F68}" dt="2022-01-02T14:44:01.681" v="3777"/>
          <ac:spMkLst>
            <pc:docMk/>
            <pc:sldMk cId="1179375126" sldId="264"/>
            <ac:spMk id="109" creationId="{89329A01-3ABE-4DEB-A021-18DDC53B7738}"/>
          </ac:spMkLst>
        </pc:spChg>
        <pc:spChg chg="add del mod">
          <ac:chgData name="王月" userId="9d7c2960-20f1-43a9-b353-abcb8eec574b" providerId="ADAL" clId="{28D517C4-3A8A-44D2-9B3D-408962D98F68}" dt="2022-01-02T14:44:01.340" v="3776" actId="478"/>
          <ac:spMkLst>
            <pc:docMk/>
            <pc:sldMk cId="1179375126" sldId="264"/>
            <ac:spMk id="110" creationId="{8480F601-C2CE-4792-A324-8DB9474AF0DA}"/>
          </ac:spMkLst>
        </pc:spChg>
        <pc:spChg chg="add del mod">
          <ac:chgData name="王月" userId="9d7c2960-20f1-43a9-b353-abcb8eec574b" providerId="ADAL" clId="{28D517C4-3A8A-44D2-9B3D-408962D98F68}" dt="2022-01-02T14:44:01.340" v="3776" actId="478"/>
          <ac:spMkLst>
            <pc:docMk/>
            <pc:sldMk cId="1179375126" sldId="264"/>
            <ac:spMk id="111" creationId="{236A9DFB-9061-4658-8389-2FB7BD1A79BF}"/>
          </ac:spMkLst>
        </pc:spChg>
        <pc:spChg chg="add del mod">
          <ac:chgData name="王月" userId="9d7c2960-20f1-43a9-b353-abcb8eec574b" providerId="ADAL" clId="{28D517C4-3A8A-44D2-9B3D-408962D98F68}" dt="2022-01-02T14:44:01.340" v="3776" actId="478"/>
          <ac:spMkLst>
            <pc:docMk/>
            <pc:sldMk cId="1179375126" sldId="264"/>
            <ac:spMk id="112" creationId="{D656F76B-3FE2-4688-802A-A5A5B361FBA6}"/>
          </ac:spMkLst>
        </pc:spChg>
        <pc:spChg chg="add del mod">
          <ac:chgData name="王月" userId="9d7c2960-20f1-43a9-b353-abcb8eec574b" providerId="ADAL" clId="{28D517C4-3A8A-44D2-9B3D-408962D98F68}" dt="2022-01-02T14:44:01.340" v="3776" actId="478"/>
          <ac:spMkLst>
            <pc:docMk/>
            <pc:sldMk cId="1179375126" sldId="264"/>
            <ac:spMk id="122" creationId="{C89B6A37-EC5B-42DC-886B-F74301457626}"/>
          </ac:spMkLst>
        </pc:spChg>
        <pc:spChg chg="add del mod">
          <ac:chgData name="王月" userId="9d7c2960-20f1-43a9-b353-abcb8eec574b" providerId="ADAL" clId="{28D517C4-3A8A-44D2-9B3D-408962D98F68}" dt="2022-01-02T14:44:01.340" v="3776" actId="478"/>
          <ac:spMkLst>
            <pc:docMk/>
            <pc:sldMk cId="1179375126" sldId="264"/>
            <ac:spMk id="123" creationId="{A5331EED-9771-4872-B0EC-25B21A2F9EAD}"/>
          </ac:spMkLst>
        </pc:spChg>
        <pc:spChg chg="add del mod">
          <ac:chgData name="王月" userId="9d7c2960-20f1-43a9-b353-abcb8eec574b" providerId="ADAL" clId="{28D517C4-3A8A-44D2-9B3D-408962D98F68}" dt="2022-01-02T14:44:01.340" v="3776" actId="478"/>
          <ac:spMkLst>
            <pc:docMk/>
            <pc:sldMk cId="1179375126" sldId="264"/>
            <ac:spMk id="124" creationId="{BE4F99BA-1853-4A66-B719-15D25D96D9BE}"/>
          </ac:spMkLst>
        </pc:spChg>
        <pc:spChg chg="add del mod">
          <ac:chgData name="王月" userId="9d7c2960-20f1-43a9-b353-abcb8eec574b" providerId="ADAL" clId="{28D517C4-3A8A-44D2-9B3D-408962D98F68}" dt="2022-01-02T14:44:01.340" v="3776" actId="478"/>
          <ac:spMkLst>
            <pc:docMk/>
            <pc:sldMk cId="1179375126" sldId="264"/>
            <ac:spMk id="128" creationId="{48F6861E-B7A5-438A-A380-685E615EE9E4}"/>
          </ac:spMkLst>
        </pc:spChg>
        <pc:spChg chg="add del mod">
          <ac:chgData name="王月" userId="9d7c2960-20f1-43a9-b353-abcb8eec574b" providerId="ADAL" clId="{28D517C4-3A8A-44D2-9B3D-408962D98F68}" dt="2022-01-02T14:44:01.340" v="3776" actId="478"/>
          <ac:spMkLst>
            <pc:docMk/>
            <pc:sldMk cId="1179375126" sldId="264"/>
            <ac:spMk id="129" creationId="{543E95A0-06A8-4573-BE35-2330E12EB58E}"/>
          </ac:spMkLst>
        </pc:spChg>
        <pc:spChg chg="add del mod">
          <ac:chgData name="王月" userId="9d7c2960-20f1-43a9-b353-abcb8eec574b" providerId="ADAL" clId="{28D517C4-3A8A-44D2-9B3D-408962D98F68}" dt="2021-12-04T12:57:05.510" v="2039" actId="20577"/>
          <ac:spMkLst>
            <pc:docMk/>
            <pc:sldMk cId="1179375126" sldId="264"/>
            <ac:spMk id="133" creationId="{40E38CB7-4C0D-4A2B-B0A6-CE734CFEED1C}"/>
          </ac:spMkLst>
        </pc:spChg>
        <pc:spChg chg="add del mod">
          <ac:chgData name="王月" userId="9d7c2960-20f1-43a9-b353-abcb8eec574b" providerId="ADAL" clId="{28D517C4-3A8A-44D2-9B3D-408962D98F68}" dt="2022-01-02T14:44:01.340" v="3776" actId="478"/>
          <ac:spMkLst>
            <pc:docMk/>
            <pc:sldMk cId="1179375126" sldId="264"/>
            <ac:spMk id="134" creationId="{11C1D1CA-B096-44A4-A9BC-D7D8A2B150B0}"/>
          </ac:spMkLst>
        </pc:spChg>
        <pc:spChg chg="add del mod">
          <ac:chgData name="王月" userId="9d7c2960-20f1-43a9-b353-abcb8eec574b" providerId="ADAL" clId="{28D517C4-3A8A-44D2-9B3D-408962D98F68}" dt="2022-01-02T14:44:01.340" v="3776" actId="478"/>
          <ac:spMkLst>
            <pc:docMk/>
            <pc:sldMk cId="1179375126" sldId="264"/>
            <ac:spMk id="135" creationId="{344DA240-E4E7-424C-8E79-9B08090ACB5A}"/>
          </ac:spMkLst>
        </pc:spChg>
        <pc:spChg chg="add del mod ord">
          <ac:chgData name="王月" userId="9d7c2960-20f1-43a9-b353-abcb8eec574b" providerId="ADAL" clId="{28D517C4-3A8A-44D2-9B3D-408962D98F68}" dt="2022-01-02T14:44:01.340" v="3776" actId="478"/>
          <ac:spMkLst>
            <pc:docMk/>
            <pc:sldMk cId="1179375126" sldId="264"/>
            <ac:spMk id="139" creationId="{81E61676-5481-49BF-833A-3445830B0FAA}"/>
          </ac:spMkLst>
        </pc:spChg>
        <pc:spChg chg="add del mod">
          <ac:chgData name="王月" userId="9d7c2960-20f1-43a9-b353-abcb8eec574b" providerId="ADAL" clId="{28D517C4-3A8A-44D2-9B3D-408962D98F68}" dt="2021-12-04T09:24:51.737" v="1111" actId="478"/>
          <ac:spMkLst>
            <pc:docMk/>
            <pc:sldMk cId="1179375126" sldId="264"/>
            <ac:spMk id="140" creationId="{7FCFE78F-D86E-460A-B642-32274481DBB8}"/>
          </ac:spMkLst>
        </pc:spChg>
        <pc:spChg chg="add mod">
          <ac:chgData name="王月" userId="9d7c2960-20f1-43a9-b353-abcb8eec574b" providerId="ADAL" clId="{28D517C4-3A8A-44D2-9B3D-408962D98F68}" dt="2022-01-02T14:44:01.681" v="3777"/>
          <ac:spMkLst>
            <pc:docMk/>
            <pc:sldMk cId="1179375126" sldId="264"/>
            <ac:spMk id="140" creationId="{EF344B79-1BE0-4303-8CC1-8428836ACA45}"/>
          </ac:spMkLst>
        </pc:spChg>
        <pc:spChg chg="add mod">
          <ac:chgData name="王月" userId="9d7c2960-20f1-43a9-b353-abcb8eec574b" providerId="ADAL" clId="{28D517C4-3A8A-44D2-9B3D-408962D98F68}" dt="2022-01-02T14:44:01.681" v="3777"/>
          <ac:spMkLst>
            <pc:docMk/>
            <pc:sldMk cId="1179375126" sldId="264"/>
            <ac:spMk id="141" creationId="{2D7DDCAB-F284-4CD7-B214-090818539FE9}"/>
          </ac:spMkLst>
        </pc:spChg>
        <pc:grpChg chg="add del mod">
          <ac:chgData name="王月" userId="9d7c2960-20f1-43a9-b353-abcb8eec574b" providerId="ADAL" clId="{28D517C4-3A8A-44D2-9B3D-408962D98F68}" dt="2021-12-04T08:25:12.047" v="27" actId="478"/>
          <ac:grpSpMkLst>
            <pc:docMk/>
            <pc:sldMk cId="1179375126" sldId="264"/>
            <ac:grpSpMk id="7" creationId="{477CEDD2-2341-433B-8455-DA1753147227}"/>
          </ac:grpSpMkLst>
        </pc:grpChg>
        <pc:grpChg chg="add del mod">
          <ac:chgData name="王月" userId="9d7c2960-20f1-43a9-b353-abcb8eec574b" providerId="ADAL" clId="{28D517C4-3A8A-44D2-9B3D-408962D98F68}" dt="2021-12-04T08:52:52.477" v="563" actId="478"/>
          <ac:grpSpMkLst>
            <pc:docMk/>
            <pc:sldMk cId="1179375126" sldId="264"/>
            <ac:grpSpMk id="14" creationId="{BF61FAF5-07FD-4B19-9814-C5238A2A19A3}"/>
          </ac:grpSpMkLst>
        </pc:grpChg>
        <pc:grpChg chg="add del mod">
          <ac:chgData name="王月" userId="9d7c2960-20f1-43a9-b353-abcb8eec574b" providerId="ADAL" clId="{28D517C4-3A8A-44D2-9B3D-408962D98F68}" dt="2021-12-04T08:34:54.175" v="148"/>
          <ac:grpSpMkLst>
            <pc:docMk/>
            <pc:sldMk cId="1179375126" sldId="264"/>
            <ac:grpSpMk id="35" creationId="{628DBF22-0A20-4C07-A98E-780649A365B9}"/>
          </ac:grpSpMkLst>
        </pc:grpChg>
        <pc:grpChg chg="add del mod">
          <ac:chgData name="王月" userId="9d7c2960-20f1-43a9-b353-abcb8eec574b" providerId="ADAL" clId="{28D517C4-3A8A-44D2-9B3D-408962D98F68}" dt="2021-12-04T08:38:03.194" v="189" actId="27803"/>
          <ac:grpSpMkLst>
            <pc:docMk/>
            <pc:sldMk cId="1179375126" sldId="264"/>
            <ac:grpSpMk id="55" creationId="{24B72D1E-19C2-4D3B-8123-6EA1DA194210}"/>
          </ac:grpSpMkLst>
        </pc:grpChg>
        <pc:grpChg chg="add mod">
          <ac:chgData name="王月" userId="9d7c2960-20f1-43a9-b353-abcb8eec574b" providerId="ADAL" clId="{28D517C4-3A8A-44D2-9B3D-408962D98F68}" dt="2021-12-04T08:38:59.597" v="202" actId="164"/>
          <ac:grpSpMkLst>
            <pc:docMk/>
            <pc:sldMk cId="1179375126" sldId="264"/>
            <ac:grpSpMk id="59" creationId="{57F90CCF-83B2-4AD7-A59E-3B04ACB81761}"/>
          </ac:grpSpMkLst>
        </pc:grpChg>
        <pc:grpChg chg="add del mod">
          <ac:chgData name="王月" userId="9d7c2960-20f1-43a9-b353-abcb8eec574b" providerId="ADAL" clId="{28D517C4-3A8A-44D2-9B3D-408962D98F68}" dt="2021-12-04T08:42:01.902" v="286" actId="478"/>
          <ac:grpSpMkLst>
            <pc:docMk/>
            <pc:sldMk cId="1179375126" sldId="264"/>
            <ac:grpSpMk id="63" creationId="{B9487035-A8B1-4302-970E-11058EFFD32F}"/>
          </ac:grpSpMkLst>
        </pc:grpChg>
        <pc:grpChg chg="add del mod">
          <ac:chgData name="王月" userId="9d7c2960-20f1-43a9-b353-abcb8eec574b" providerId="ADAL" clId="{28D517C4-3A8A-44D2-9B3D-408962D98F68}" dt="2022-01-02T14:44:01.340" v="3776" actId="478"/>
          <ac:grpSpMkLst>
            <pc:docMk/>
            <pc:sldMk cId="1179375126" sldId="264"/>
            <ac:grpSpMk id="69" creationId="{A2BDE0CF-1473-4E0C-A730-94C6AA53BE05}"/>
          </ac:grpSpMkLst>
        </pc:grpChg>
        <pc:grpChg chg="add del mod">
          <ac:chgData name="王月" userId="9d7c2960-20f1-43a9-b353-abcb8eec574b" providerId="ADAL" clId="{28D517C4-3A8A-44D2-9B3D-408962D98F68}" dt="2021-12-04T09:16:24.795" v="874" actId="478"/>
          <ac:grpSpMkLst>
            <pc:docMk/>
            <pc:sldMk cId="1179375126" sldId="264"/>
            <ac:grpSpMk id="71" creationId="{0C68CB05-D3D0-4E05-978D-9A14A5EF448B}"/>
          </ac:grpSpMkLst>
        </pc:grpChg>
        <pc:picChg chg="add del mod modCrop">
          <ac:chgData name="王月" userId="9d7c2960-20f1-43a9-b353-abcb8eec574b" providerId="ADAL" clId="{28D517C4-3A8A-44D2-9B3D-408962D98F68}" dt="2021-12-04T08:41:50.044" v="285" actId="478"/>
          <ac:picMkLst>
            <pc:docMk/>
            <pc:sldMk cId="1179375126" sldId="264"/>
            <ac:picMk id="5" creationId="{68B70679-388F-4807-8996-94D4287084D1}"/>
          </ac:picMkLst>
        </pc:picChg>
        <pc:picChg chg="add del mod topLvl">
          <ac:chgData name="王月" userId="9d7c2960-20f1-43a9-b353-abcb8eec574b" providerId="ADAL" clId="{28D517C4-3A8A-44D2-9B3D-408962D98F68}" dt="2021-12-04T08:52:59.067" v="565" actId="478"/>
          <ac:picMkLst>
            <pc:docMk/>
            <pc:sldMk cId="1179375126" sldId="264"/>
            <ac:picMk id="8" creationId="{4104B776-5099-4BC9-9461-B7504D0F5E37}"/>
          </ac:picMkLst>
        </pc:picChg>
        <pc:picChg chg="del mod topLvl">
          <ac:chgData name="王月" userId="9d7c2960-20f1-43a9-b353-abcb8eec574b" providerId="ADAL" clId="{28D517C4-3A8A-44D2-9B3D-408962D98F68}" dt="2021-12-04T08:25:12.047" v="27" actId="478"/>
          <ac:picMkLst>
            <pc:docMk/>
            <pc:sldMk cId="1179375126" sldId="264"/>
            <ac:picMk id="9" creationId="{D7E8B1B3-0794-45FA-8377-4138A06BDF59}"/>
          </ac:picMkLst>
        </pc:picChg>
        <pc:picChg chg="mod">
          <ac:chgData name="王月" userId="9d7c2960-20f1-43a9-b353-abcb8eec574b" providerId="ADAL" clId="{28D517C4-3A8A-44D2-9B3D-408962D98F68}" dt="2021-12-04T08:31:40.050" v="71"/>
          <ac:picMkLst>
            <pc:docMk/>
            <pc:sldMk cId="1179375126" sldId="264"/>
            <ac:picMk id="15" creationId="{6521A32D-0B94-46F8-8930-56275AB3D1F9}"/>
          </ac:picMkLst>
        </pc:picChg>
        <pc:picChg chg="mod">
          <ac:chgData name="王月" userId="9d7c2960-20f1-43a9-b353-abcb8eec574b" providerId="ADAL" clId="{28D517C4-3A8A-44D2-9B3D-408962D98F68}" dt="2021-12-04T08:31:40.050" v="71"/>
          <ac:picMkLst>
            <pc:docMk/>
            <pc:sldMk cId="1179375126" sldId="264"/>
            <ac:picMk id="16" creationId="{55F91E54-C9BC-4938-A93A-075F91328479}"/>
          </ac:picMkLst>
        </pc:picChg>
        <pc:picChg chg="mod">
          <ac:chgData name="王月" userId="9d7c2960-20f1-43a9-b353-abcb8eec574b" providerId="ADAL" clId="{28D517C4-3A8A-44D2-9B3D-408962D98F68}" dt="2021-12-04T08:34:53.490" v="147"/>
          <ac:picMkLst>
            <pc:docMk/>
            <pc:sldMk cId="1179375126" sldId="264"/>
            <ac:picMk id="36" creationId="{4D4A15B9-BFEB-4EEE-9351-5B2F2BC261BB}"/>
          </ac:picMkLst>
        </pc:picChg>
        <pc:picChg chg="mod">
          <ac:chgData name="王月" userId="9d7c2960-20f1-43a9-b353-abcb8eec574b" providerId="ADAL" clId="{28D517C4-3A8A-44D2-9B3D-408962D98F68}" dt="2021-12-04T08:34:53.490" v="147"/>
          <ac:picMkLst>
            <pc:docMk/>
            <pc:sldMk cId="1179375126" sldId="264"/>
            <ac:picMk id="37" creationId="{766147EB-2CF5-4F0E-8C3E-29E7A2240736}"/>
          </ac:picMkLst>
        </pc:picChg>
        <pc:picChg chg="add del mod">
          <ac:chgData name="王月" userId="9d7c2960-20f1-43a9-b353-abcb8eec574b" providerId="ADAL" clId="{28D517C4-3A8A-44D2-9B3D-408962D98F68}" dt="2021-12-04T08:40:17.806" v="261" actId="21"/>
          <ac:picMkLst>
            <pc:docMk/>
            <pc:sldMk cId="1179375126" sldId="264"/>
            <ac:picMk id="46" creationId="{1A038611-F8FE-49C2-9ADD-3229A5BA44F7}"/>
          </ac:picMkLst>
        </pc:picChg>
        <pc:picChg chg="add del mod ord">
          <ac:chgData name="王月" userId="9d7c2960-20f1-43a9-b353-abcb8eec574b" providerId="ADAL" clId="{28D517C4-3A8A-44D2-9B3D-408962D98F68}" dt="2021-12-04T08:51:31.787" v="547" actId="478"/>
          <ac:picMkLst>
            <pc:docMk/>
            <pc:sldMk cId="1179375126" sldId="264"/>
            <ac:picMk id="68" creationId="{A559D8E4-3E8C-4C0F-85E8-8C4BA389B120}"/>
          </ac:picMkLst>
        </pc:picChg>
        <pc:picChg chg="add del mod ord">
          <ac:chgData name="王月" userId="9d7c2960-20f1-43a9-b353-abcb8eec574b" providerId="ADAL" clId="{28D517C4-3A8A-44D2-9B3D-408962D98F68}" dt="2022-01-02T13:58:38.062" v="2743" actId="478"/>
          <ac:picMkLst>
            <pc:docMk/>
            <pc:sldMk cId="1179375126" sldId="264"/>
            <ac:picMk id="70" creationId="{52F655CB-90AF-45EE-A50A-D8AB664AF657}"/>
          </ac:picMkLst>
        </pc:picChg>
        <pc:picChg chg="mod">
          <ac:chgData name="王月" userId="9d7c2960-20f1-43a9-b353-abcb8eec574b" providerId="ADAL" clId="{28D517C4-3A8A-44D2-9B3D-408962D98F68}" dt="2021-12-04T08:53:02.752" v="566"/>
          <ac:picMkLst>
            <pc:docMk/>
            <pc:sldMk cId="1179375126" sldId="264"/>
            <ac:picMk id="72" creationId="{80CFBC58-A435-4BE9-BD44-D80AF00AE2D7}"/>
          </ac:picMkLst>
        </pc:picChg>
        <pc:picChg chg="mod">
          <ac:chgData name="王月" userId="9d7c2960-20f1-43a9-b353-abcb8eec574b" providerId="ADAL" clId="{28D517C4-3A8A-44D2-9B3D-408962D98F68}" dt="2021-12-04T08:53:02.752" v="566"/>
          <ac:picMkLst>
            <pc:docMk/>
            <pc:sldMk cId="1179375126" sldId="264"/>
            <ac:picMk id="73" creationId="{DE2F7F56-10AD-46AF-A7D1-8FF18A74B8AA}"/>
          </ac:picMkLst>
        </pc:picChg>
        <pc:picChg chg="add del mod ord">
          <ac:chgData name="王月" userId="9d7c2960-20f1-43a9-b353-abcb8eec574b" providerId="ADAL" clId="{28D517C4-3A8A-44D2-9B3D-408962D98F68}" dt="2022-01-02T13:58:38.062" v="2743" actId="478"/>
          <ac:picMkLst>
            <pc:docMk/>
            <pc:sldMk cId="1179375126" sldId="264"/>
            <ac:picMk id="121" creationId="{487D6E19-F222-49E8-ABD5-713277EF5AFB}"/>
          </ac:picMkLst>
        </pc:picChg>
        <pc:cxnChg chg="add del mod">
          <ac:chgData name="王月" userId="9d7c2960-20f1-43a9-b353-abcb8eec574b" providerId="ADAL" clId="{28D517C4-3A8A-44D2-9B3D-408962D98F68}" dt="2022-01-02T14:44:01.340" v="3776" actId="478"/>
          <ac:cxnSpMkLst>
            <pc:docMk/>
            <pc:sldMk cId="1179375126" sldId="264"/>
            <ac:cxnSpMk id="18" creationId="{2B21E2FB-B45C-4A30-8149-7DBC1CD2C772}"/>
          </ac:cxnSpMkLst>
        </pc:cxnChg>
        <pc:cxnChg chg="add del mod">
          <ac:chgData name="王月" userId="9d7c2960-20f1-43a9-b353-abcb8eec574b" providerId="ADAL" clId="{28D517C4-3A8A-44D2-9B3D-408962D98F68}" dt="2022-01-02T14:44:01.340" v="3776" actId="478"/>
          <ac:cxnSpMkLst>
            <pc:docMk/>
            <pc:sldMk cId="1179375126" sldId="264"/>
            <ac:cxnSpMk id="21" creationId="{D6FA59F2-112F-4323-AD78-9B6BDDB8310A}"/>
          </ac:cxnSpMkLst>
        </pc:cxnChg>
        <pc:cxnChg chg="add del mod">
          <ac:chgData name="王月" userId="9d7c2960-20f1-43a9-b353-abcb8eec574b" providerId="ADAL" clId="{28D517C4-3A8A-44D2-9B3D-408962D98F68}" dt="2021-12-04T08:37:06.606" v="167" actId="478"/>
          <ac:cxnSpMkLst>
            <pc:docMk/>
            <pc:sldMk cId="1179375126" sldId="264"/>
            <ac:cxnSpMk id="29" creationId="{CFC9644C-86ED-4A78-8726-5B3524DB7F32}"/>
          </ac:cxnSpMkLst>
        </pc:cxnChg>
        <pc:cxnChg chg="add del mod">
          <ac:chgData name="王月" userId="9d7c2960-20f1-43a9-b353-abcb8eec574b" providerId="ADAL" clId="{28D517C4-3A8A-44D2-9B3D-408962D98F68}" dt="2021-12-04T08:37:04.590" v="166" actId="478"/>
          <ac:cxnSpMkLst>
            <pc:docMk/>
            <pc:sldMk cId="1179375126" sldId="264"/>
            <ac:cxnSpMk id="33" creationId="{437E563E-2A1D-49CB-8107-EC2548088AE2}"/>
          </ac:cxnSpMkLst>
        </pc:cxnChg>
        <pc:cxnChg chg="add del mod">
          <ac:chgData name="王月" userId="9d7c2960-20f1-43a9-b353-abcb8eec574b" providerId="ADAL" clId="{28D517C4-3A8A-44D2-9B3D-408962D98F68}" dt="2021-12-04T08:37:03.085" v="165" actId="478"/>
          <ac:cxnSpMkLst>
            <pc:docMk/>
            <pc:sldMk cId="1179375126" sldId="264"/>
            <ac:cxnSpMk id="38" creationId="{63FA7633-4CB4-4EC4-9A81-DB48671C9892}"/>
          </ac:cxnSpMkLst>
        </pc:cxnChg>
        <pc:cxnChg chg="add del mod">
          <ac:chgData name="王月" userId="9d7c2960-20f1-43a9-b353-abcb8eec574b" providerId="ADAL" clId="{28D517C4-3A8A-44D2-9B3D-408962D98F68}" dt="2021-12-04T12:35:42.646" v="1684" actId="478"/>
          <ac:cxnSpMkLst>
            <pc:docMk/>
            <pc:sldMk cId="1179375126" sldId="264"/>
            <ac:cxnSpMk id="48" creationId="{8349E197-4631-456C-A449-D7E183271660}"/>
          </ac:cxnSpMkLst>
        </pc:cxnChg>
        <pc:cxnChg chg="add del mod">
          <ac:chgData name="王月" userId="9d7c2960-20f1-43a9-b353-abcb8eec574b" providerId="ADAL" clId="{28D517C4-3A8A-44D2-9B3D-408962D98F68}" dt="2022-01-02T14:44:01.340" v="3776" actId="478"/>
          <ac:cxnSpMkLst>
            <pc:docMk/>
            <pc:sldMk cId="1179375126" sldId="264"/>
            <ac:cxnSpMk id="53" creationId="{21706909-A7B9-47F3-86CC-2E5A92AA7F3F}"/>
          </ac:cxnSpMkLst>
        </pc:cxnChg>
        <pc:cxnChg chg="add del mod">
          <ac:chgData name="王月" userId="9d7c2960-20f1-43a9-b353-abcb8eec574b" providerId="ADAL" clId="{28D517C4-3A8A-44D2-9B3D-408962D98F68}" dt="2022-01-02T14:44:01.340" v="3776" actId="478"/>
          <ac:cxnSpMkLst>
            <pc:docMk/>
            <pc:sldMk cId="1179375126" sldId="264"/>
            <ac:cxnSpMk id="58" creationId="{45F58DF9-FFF3-4DCB-9BDA-532DB2B4F62E}"/>
          </ac:cxnSpMkLst>
        </pc:cxnChg>
        <pc:cxnChg chg="add del mod">
          <ac:chgData name="王月" userId="9d7c2960-20f1-43a9-b353-abcb8eec574b" providerId="ADAL" clId="{28D517C4-3A8A-44D2-9B3D-408962D98F68}" dt="2022-01-02T14:44:01.340" v="3776" actId="478"/>
          <ac:cxnSpMkLst>
            <pc:docMk/>
            <pc:sldMk cId="1179375126" sldId="264"/>
            <ac:cxnSpMk id="67" creationId="{EF9AB22C-CF11-4EA1-B83D-FCB49CEEC3CA}"/>
          </ac:cxnSpMkLst>
        </pc:cxnChg>
        <pc:cxnChg chg="add mod">
          <ac:chgData name="王月" userId="9d7c2960-20f1-43a9-b353-abcb8eec574b" providerId="ADAL" clId="{28D517C4-3A8A-44D2-9B3D-408962D98F68}" dt="2022-01-02T14:44:01.681" v="3777"/>
          <ac:cxnSpMkLst>
            <pc:docMk/>
            <pc:sldMk cId="1179375126" sldId="264"/>
            <ac:cxnSpMk id="68" creationId="{E54BFAAC-736F-47C4-850F-FBA154AA792A}"/>
          </ac:cxnSpMkLst>
        </pc:cxnChg>
        <pc:cxnChg chg="add mod">
          <ac:chgData name="王月" userId="9d7c2960-20f1-43a9-b353-abcb8eec574b" providerId="ADAL" clId="{28D517C4-3A8A-44D2-9B3D-408962D98F68}" dt="2022-01-02T14:44:01.681" v="3777"/>
          <ac:cxnSpMkLst>
            <pc:docMk/>
            <pc:sldMk cId="1179375126" sldId="264"/>
            <ac:cxnSpMk id="71" creationId="{C970DDF3-2D52-4EA3-BEF4-D2915DA5AC7A}"/>
          </ac:cxnSpMkLst>
        </pc:cxnChg>
        <pc:cxnChg chg="add mod">
          <ac:chgData name="王月" userId="9d7c2960-20f1-43a9-b353-abcb8eec574b" providerId="ADAL" clId="{28D517C4-3A8A-44D2-9B3D-408962D98F68}" dt="2022-01-02T14:44:01.681" v="3777"/>
          <ac:cxnSpMkLst>
            <pc:docMk/>
            <pc:sldMk cId="1179375126" sldId="264"/>
            <ac:cxnSpMk id="72" creationId="{4BD7C00F-DF05-418C-BD70-1A417850DC15}"/>
          </ac:cxnSpMkLst>
        </pc:cxnChg>
        <pc:cxnChg chg="add del mod">
          <ac:chgData name="王月" userId="9d7c2960-20f1-43a9-b353-abcb8eec574b" providerId="ADAL" clId="{28D517C4-3A8A-44D2-9B3D-408962D98F68}" dt="2022-01-02T14:44:01.340" v="3776" actId="478"/>
          <ac:cxnSpMkLst>
            <pc:docMk/>
            <pc:sldMk cId="1179375126" sldId="264"/>
            <ac:cxnSpMk id="73" creationId="{AC3561D8-3A07-4C0A-8DF4-469A58A10CC3}"/>
          </ac:cxnSpMkLst>
        </pc:cxnChg>
        <pc:cxnChg chg="add del mod">
          <ac:chgData name="王月" userId="9d7c2960-20f1-43a9-b353-abcb8eec574b" providerId="ADAL" clId="{28D517C4-3A8A-44D2-9B3D-408962D98F68}" dt="2021-12-04T08:53:57.467" v="578" actId="478"/>
          <ac:cxnSpMkLst>
            <pc:docMk/>
            <pc:sldMk cId="1179375126" sldId="264"/>
            <ac:cxnSpMk id="75" creationId="{041953B5-AAAD-440D-9F53-224BCC794166}"/>
          </ac:cxnSpMkLst>
        </pc:cxnChg>
        <pc:cxnChg chg="add del mod">
          <ac:chgData name="王月" userId="9d7c2960-20f1-43a9-b353-abcb8eec574b" providerId="ADAL" clId="{28D517C4-3A8A-44D2-9B3D-408962D98F68}" dt="2021-12-04T08:53:57.467" v="578" actId="478"/>
          <ac:cxnSpMkLst>
            <pc:docMk/>
            <pc:sldMk cId="1179375126" sldId="264"/>
            <ac:cxnSpMk id="76" creationId="{529B836C-10B3-4E2B-AF13-CC1409208815}"/>
          </ac:cxnSpMkLst>
        </pc:cxnChg>
        <pc:cxnChg chg="add mod">
          <ac:chgData name="王月" userId="9d7c2960-20f1-43a9-b353-abcb8eec574b" providerId="ADAL" clId="{28D517C4-3A8A-44D2-9B3D-408962D98F68}" dt="2022-01-02T14:44:01.681" v="3777"/>
          <ac:cxnSpMkLst>
            <pc:docMk/>
            <pc:sldMk cId="1179375126" sldId="264"/>
            <ac:cxnSpMk id="76" creationId="{6BC49481-2F4A-4435-975A-635685590969}"/>
          </ac:cxnSpMkLst>
        </pc:cxnChg>
        <pc:cxnChg chg="add del mod">
          <ac:chgData name="王月" userId="9d7c2960-20f1-43a9-b353-abcb8eec574b" providerId="ADAL" clId="{28D517C4-3A8A-44D2-9B3D-408962D98F68}" dt="2021-12-04T08:53:52.333" v="576" actId="478"/>
          <ac:cxnSpMkLst>
            <pc:docMk/>
            <pc:sldMk cId="1179375126" sldId="264"/>
            <ac:cxnSpMk id="79" creationId="{33B76556-6246-4BDC-A4E2-E0AB06E1F44B}"/>
          </ac:cxnSpMkLst>
        </pc:cxnChg>
        <pc:cxnChg chg="add mod">
          <ac:chgData name="王月" userId="9d7c2960-20f1-43a9-b353-abcb8eec574b" providerId="ADAL" clId="{28D517C4-3A8A-44D2-9B3D-408962D98F68}" dt="2022-01-02T14:44:01.681" v="3777"/>
          <ac:cxnSpMkLst>
            <pc:docMk/>
            <pc:sldMk cId="1179375126" sldId="264"/>
            <ac:cxnSpMk id="79" creationId="{E2E83296-A3D9-4499-BFEA-080C9BF722DC}"/>
          </ac:cxnSpMkLst>
        </pc:cxnChg>
        <pc:cxnChg chg="add del mod">
          <ac:chgData name="王月" userId="9d7c2960-20f1-43a9-b353-abcb8eec574b" providerId="ADAL" clId="{28D517C4-3A8A-44D2-9B3D-408962D98F68}" dt="2021-12-04T08:55:19.996" v="615" actId="478"/>
          <ac:cxnSpMkLst>
            <pc:docMk/>
            <pc:sldMk cId="1179375126" sldId="264"/>
            <ac:cxnSpMk id="80" creationId="{B7B17DBC-B6E1-4974-95C3-1F590BBCDF2C}"/>
          </ac:cxnSpMkLst>
        </pc:cxnChg>
        <pc:cxnChg chg="add mod">
          <ac:chgData name="王月" userId="9d7c2960-20f1-43a9-b353-abcb8eec574b" providerId="ADAL" clId="{28D517C4-3A8A-44D2-9B3D-408962D98F68}" dt="2022-01-02T14:44:01.681" v="3777"/>
          <ac:cxnSpMkLst>
            <pc:docMk/>
            <pc:sldMk cId="1179375126" sldId="264"/>
            <ac:cxnSpMk id="80" creationId="{F73BD763-10AA-47A1-BEF1-3B01CA6E188C}"/>
          </ac:cxnSpMkLst>
        </pc:cxnChg>
        <pc:cxnChg chg="add mod">
          <ac:chgData name="王月" userId="9d7c2960-20f1-43a9-b353-abcb8eec574b" providerId="ADAL" clId="{28D517C4-3A8A-44D2-9B3D-408962D98F68}" dt="2022-01-02T14:44:01.681" v="3777"/>
          <ac:cxnSpMkLst>
            <pc:docMk/>
            <pc:sldMk cId="1179375126" sldId="264"/>
            <ac:cxnSpMk id="81" creationId="{402B7D80-4C98-471F-9F65-FD874B1E1670}"/>
          </ac:cxnSpMkLst>
        </pc:cxnChg>
        <pc:cxnChg chg="add del mod">
          <ac:chgData name="王月" userId="9d7c2960-20f1-43a9-b353-abcb8eec574b" providerId="ADAL" clId="{28D517C4-3A8A-44D2-9B3D-408962D98F68}" dt="2022-01-02T14:44:01.340" v="3776" actId="478"/>
          <ac:cxnSpMkLst>
            <pc:docMk/>
            <pc:sldMk cId="1179375126" sldId="264"/>
            <ac:cxnSpMk id="82" creationId="{CE597CA8-942F-4E51-81DC-F5C4BA25C368}"/>
          </ac:cxnSpMkLst>
        </pc:cxnChg>
        <pc:cxnChg chg="add del mod ord">
          <ac:chgData name="王月" userId="9d7c2960-20f1-43a9-b353-abcb8eec574b" providerId="ADAL" clId="{28D517C4-3A8A-44D2-9B3D-408962D98F68}" dt="2022-01-02T14:44:01.340" v="3776" actId="478"/>
          <ac:cxnSpMkLst>
            <pc:docMk/>
            <pc:sldMk cId="1179375126" sldId="264"/>
            <ac:cxnSpMk id="85" creationId="{320E94CB-DD03-4B9D-97DB-BA9B0F8E276B}"/>
          </ac:cxnSpMkLst>
        </pc:cxnChg>
        <pc:cxnChg chg="add mod">
          <ac:chgData name="王月" userId="9d7c2960-20f1-43a9-b353-abcb8eec574b" providerId="ADAL" clId="{28D517C4-3A8A-44D2-9B3D-408962D98F68}" dt="2022-01-02T14:44:01.681" v="3777"/>
          <ac:cxnSpMkLst>
            <pc:docMk/>
            <pc:sldMk cId="1179375126" sldId="264"/>
            <ac:cxnSpMk id="86" creationId="{73FF3BD5-C808-4EA7-9E3F-F2030C598C31}"/>
          </ac:cxnSpMkLst>
        </pc:cxnChg>
        <pc:cxnChg chg="add mod">
          <ac:chgData name="王月" userId="9d7c2960-20f1-43a9-b353-abcb8eec574b" providerId="ADAL" clId="{28D517C4-3A8A-44D2-9B3D-408962D98F68}" dt="2022-01-02T14:44:01.681" v="3777"/>
          <ac:cxnSpMkLst>
            <pc:docMk/>
            <pc:sldMk cId="1179375126" sldId="264"/>
            <ac:cxnSpMk id="87" creationId="{B6FB9116-B13F-4C86-B801-5F882324DEA2}"/>
          </ac:cxnSpMkLst>
        </pc:cxnChg>
        <pc:cxnChg chg="add mod">
          <ac:chgData name="王月" userId="9d7c2960-20f1-43a9-b353-abcb8eec574b" providerId="ADAL" clId="{28D517C4-3A8A-44D2-9B3D-408962D98F68}" dt="2022-01-02T14:44:01.681" v="3777"/>
          <ac:cxnSpMkLst>
            <pc:docMk/>
            <pc:sldMk cId="1179375126" sldId="264"/>
            <ac:cxnSpMk id="90" creationId="{905CDDDB-B99C-4210-B55D-4389E31CBC92}"/>
          </ac:cxnSpMkLst>
        </pc:cxnChg>
        <pc:cxnChg chg="add del mod">
          <ac:chgData name="王月" userId="9d7c2960-20f1-43a9-b353-abcb8eec574b" providerId="ADAL" clId="{28D517C4-3A8A-44D2-9B3D-408962D98F68}" dt="2022-01-02T14:44:01.340" v="3776" actId="478"/>
          <ac:cxnSpMkLst>
            <pc:docMk/>
            <pc:sldMk cId="1179375126" sldId="264"/>
            <ac:cxnSpMk id="92" creationId="{B4B6D527-C7BF-463E-AFA4-7F1B3FDDE604}"/>
          </ac:cxnSpMkLst>
        </pc:cxnChg>
        <pc:cxnChg chg="add del mod">
          <ac:chgData name="王月" userId="9d7c2960-20f1-43a9-b353-abcb8eec574b" providerId="ADAL" clId="{28D517C4-3A8A-44D2-9B3D-408962D98F68}" dt="2022-01-02T14:44:01.340" v="3776" actId="478"/>
          <ac:cxnSpMkLst>
            <pc:docMk/>
            <pc:sldMk cId="1179375126" sldId="264"/>
            <ac:cxnSpMk id="93" creationId="{CB35396A-FB67-44F4-BC2D-62EE9AB961C6}"/>
          </ac:cxnSpMkLst>
        </pc:cxnChg>
        <pc:cxnChg chg="add del mod">
          <ac:chgData name="王月" userId="9d7c2960-20f1-43a9-b353-abcb8eec574b" providerId="ADAL" clId="{28D517C4-3A8A-44D2-9B3D-408962D98F68}" dt="2022-01-02T14:44:01.340" v="3776" actId="478"/>
          <ac:cxnSpMkLst>
            <pc:docMk/>
            <pc:sldMk cId="1179375126" sldId="264"/>
            <ac:cxnSpMk id="94" creationId="{B533078C-C09E-4F10-9B56-4E205CA2F7B2}"/>
          </ac:cxnSpMkLst>
        </pc:cxnChg>
        <pc:cxnChg chg="add del mod">
          <ac:chgData name="王月" userId="9d7c2960-20f1-43a9-b353-abcb8eec574b" providerId="ADAL" clId="{28D517C4-3A8A-44D2-9B3D-408962D98F68}" dt="2022-01-02T14:44:01.340" v="3776" actId="478"/>
          <ac:cxnSpMkLst>
            <pc:docMk/>
            <pc:sldMk cId="1179375126" sldId="264"/>
            <ac:cxnSpMk id="97" creationId="{8A7185DC-E970-4643-A67A-BE044D8DAB70}"/>
          </ac:cxnSpMkLst>
        </pc:cxnChg>
        <pc:cxnChg chg="add mod">
          <ac:chgData name="王月" userId="9d7c2960-20f1-43a9-b353-abcb8eec574b" providerId="ADAL" clId="{28D517C4-3A8A-44D2-9B3D-408962D98F68}" dt="2022-01-02T14:44:01.681" v="3777"/>
          <ac:cxnSpMkLst>
            <pc:docMk/>
            <pc:sldMk cId="1179375126" sldId="264"/>
            <ac:cxnSpMk id="100" creationId="{4D5F6211-1CB1-42B3-9642-78457F6F787B}"/>
          </ac:cxnSpMkLst>
        </pc:cxnChg>
        <pc:cxnChg chg="add mod">
          <ac:chgData name="王月" userId="9d7c2960-20f1-43a9-b353-abcb8eec574b" providerId="ADAL" clId="{28D517C4-3A8A-44D2-9B3D-408962D98F68}" dt="2022-01-02T14:44:01.681" v="3777"/>
          <ac:cxnSpMkLst>
            <pc:docMk/>
            <pc:sldMk cId="1179375126" sldId="264"/>
            <ac:cxnSpMk id="101" creationId="{1BBDE886-9C51-4D23-8607-57DEC7026B55}"/>
          </ac:cxnSpMkLst>
        </pc:cxnChg>
        <pc:cxnChg chg="add mod">
          <ac:chgData name="王月" userId="9d7c2960-20f1-43a9-b353-abcb8eec574b" providerId="ADAL" clId="{28D517C4-3A8A-44D2-9B3D-408962D98F68}" dt="2022-01-02T14:44:01.681" v="3777"/>
          <ac:cxnSpMkLst>
            <pc:docMk/>
            <pc:sldMk cId="1179375126" sldId="264"/>
            <ac:cxnSpMk id="105" creationId="{8AA36498-58E8-4C16-AED3-EBCE13070B43}"/>
          </ac:cxnSpMkLst>
        </pc:cxnChg>
        <pc:cxnChg chg="add mod">
          <ac:chgData name="王月" userId="9d7c2960-20f1-43a9-b353-abcb8eec574b" providerId="ADAL" clId="{28D517C4-3A8A-44D2-9B3D-408962D98F68}" dt="2022-01-02T14:44:01.681" v="3777"/>
          <ac:cxnSpMkLst>
            <pc:docMk/>
            <pc:sldMk cId="1179375126" sldId="264"/>
            <ac:cxnSpMk id="107" creationId="{8E29563B-D273-465E-83E1-D44C50E5BACC}"/>
          </ac:cxnSpMkLst>
        </pc:cxnChg>
        <pc:cxnChg chg="add mod">
          <ac:chgData name="王月" userId="9d7c2960-20f1-43a9-b353-abcb8eec574b" providerId="ADAL" clId="{28D517C4-3A8A-44D2-9B3D-408962D98F68}" dt="2022-01-02T14:44:01.681" v="3777"/>
          <ac:cxnSpMkLst>
            <pc:docMk/>
            <pc:sldMk cId="1179375126" sldId="264"/>
            <ac:cxnSpMk id="108" creationId="{414EB401-DB89-4A65-8E99-20E701AB35BE}"/>
          </ac:cxnSpMkLst>
        </pc:cxnChg>
        <pc:cxnChg chg="add del mod">
          <ac:chgData name="王月" userId="9d7c2960-20f1-43a9-b353-abcb8eec574b" providerId="ADAL" clId="{28D517C4-3A8A-44D2-9B3D-408962D98F68}" dt="2022-01-02T14:44:01.340" v="3776" actId="478"/>
          <ac:cxnSpMkLst>
            <pc:docMk/>
            <pc:sldMk cId="1179375126" sldId="264"/>
            <ac:cxnSpMk id="113" creationId="{A2456FB3-519E-4BFE-B52F-DD6D33701F1D}"/>
          </ac:cxnSpMkLst>
        </pc:cxnChg>
        <pc:cxnChg chg="add del mod">
          <ac:chgData name="王月" userId="9d7c2960-20f1-43a9-b353-abcb8eec574b" providerId="ADAL" clId="{28D517C4-3A8A-44D2-9B3D-408962D98F68}" dt="2022-01-02T14:44:01.340" v="3776" actId="478"/>
          <ac:cxnSpMkLst>
            <pc:docMk/>
            <pc:sldMk cId="1179375126" sldId="264"/>
            <ac:cxnSpMk id="114" creationId="{6B4E7F5B-55DE-4E40-A67F-D66A94A4AF8C}"/>
          </ac:cxnSpMkLst>
        </pc:cxnChg>
        <pc:cxnChg chg="add del mod">
          <ac:chgData name="王月" userId="9d7c2960-20f1-43a9-b353-abcb8eec574b" providerId="ADAL" clId="{28D517C4-3A8A-44D2-9B3D-408962D98F68}" dt="2022-01-02T14:44:01.340" v="3776" actId="478"/>
          <ac:cxnSpMkLst>
            <pc:docMk/>
            <pc:sldMk cId="1179375126" sldId="264"/>
            <ac:cxnSpMk id="115" creationId="{D525314C-81B2-4C59-B6C9-56E4522D4C25}"/>
          </ac:cxnSpMkLst>
        </pc:cxnChg>
        <pc:cxnChg chg="add mod">
          <ac:chgData name="王月" userId="9d7c2960-20f1-43a9-b353-abcb8eec574b" providerId="ADAL" clId="{28D517C4-3A8A-44D2-9B3D-408962D98F68}" dt="2022-01-02T14:44:01.681" v="3777"/>
          <ac:cxnSpMkLst>
            <pc:docMk/>
            <pc:sldMk cId="1179375126" sldId="264"/>
            <ac:cxnSpMk id="116" creationId="{825CBE51-E013-44BA-87EC-AC5E2E0C3987}"/>
          </ac:cxnSpMkLst>
        </pc:cxnChg>
        <pc:cxnChg chg="add mod">
          <ac:chgData name="王月" userId="9d7c2960-20f1-43a9-b353-abcb8eec574b" providerId="ADAL" clId="{28D517C4-3A8A-44D2-9B3D-408962D98F68}" dt="2022-01-02T14:44:01.681" v="3777"/>
          <ac:cxnSpMkLst>
            <pc:docMk/>
            <pc:sldMk cId="1179375126" sldId="264"/>
            <ac:cxnSpMk id="117" creationId="{406E6C53-B6A0-4849-8E65-A96F1C665A63}"/>
          </ac:cxnSpMkLst>
        </pc:cxnChg>
        <pc:cxnChg chg="add mod">
          <ac:chgData name="王月" userId="9d7c2960-20f1-43a9-b353-abcb8eec574b" providerId="ADAL" clId="{28D517C4-3A8A-44D2-9B3D-408962D98F68}" dt="2022-01-02T14:44:01.681" v="3777"/>
          <ac:cxnSpMkLst>
            <pc:docMk/>
            <pc:sldMk cId="1179375126" sldId="264"/>
            <ac:cxnSpMk id="118" creationId="{8656EC1B-D6E1-4A0E-A789-CE01057531A1}"/>
          </ac:cxnSpMkLst>
        </pc:cxnChg>
        <pc:cxnChg chg="add mod">
          <ac:chgData name="王月" userId="9d7c2960-20f1-43a9-b353-abcb8eec574b" providerId="ADAL" clId="{28D517C4-3A8A-44D2-9B3D-408962D98F68}" dt="2022-01-02T14:44:01.681" v="3777"/>
          <ac:cxnSpMkLst>
            <pc:docMk/>
            <pc:sldMk cId="1179375126" sldId="264"/>
            <ac:cxnSpMk id="119" creationId="{704AA482-E37F-4599-B584-289008CCA281}"/>
          </ac:cxnSpMkLst>
        </pc:cxnChg>
        <pc:cxnChg chg="add mod">
          <ac:chgData name="王月" userId="9d7c2960-20f1-43a9-b353-abcb8eec574b" providerId="ADAL" clId="{28D517C4-3A8A-44D2-9B3D-408962D98F68}" dt="2022-01-02T14:44:01.681" v="3777"/>
          <ac:cxnSpMkLst>
            <pc:docMk/>
            <pc:sldMk cId="1179375126" sldId="264"/>
            <ac:cxnSpMk id="120" creationId="{1AC59EDC-2375-4E97-B84C-0BD57A73C46B}"/>
          </ac:cxnSpMkLst>
        </pc:cxnChg>
        <pc:cxnChg chg="add del mod">
          <ac:chgData name="王月" userId="9d7c2960-20f1-43a9-b353-abcb8eec574b" providerId="ADAL" clId="{28D517C4-3A8A-44D2-9B3D-408962D98F68}" dt="2022-01-02T14:44:01.340" v="3776" actId="478"/>
          <ac:cxnSpMkLst>
            <pc:docMk/>
            <pc:sldMk cId="1179375126" sldId="264"/>
            <ac:cxnSpMk id="125" creationId="{8BA60F25-306A-4902-BC8F-965DDDDAB96D}"/>
          </ac:cxnSpMkLst>
        </pc:cxnChg>
        <pc:cxnChg chg="add del mod">
          <ac:chgData name="王月" userId="9d7c2960-20f1-43a9-b353-abcb8eec574b" providerId="ADAL" clId="{28D517C4-3A8A-44D2-9B3D-408962D98F68}" dt="2022-01-02T14:44:01.340" v="3776" actId="478"/>
          <ac:cxnSpMkLst>
            <pc:docMk/>
            <pc:sldMk cId="1179375126" sldId="264"/>
            <ac:cxnSpMk id="126" creationId="{78AE6E6C-8AE6-423E-8FD8-46EC8A2A7B40}"/>
          </ac:cxnSpMkLst>
        </pc:cxnChg>
        <pc:cxnChg chg="add del mod">
          <ac:chgData name="王月" userId="9d7c2960-20f1-43a9-b353-abcb8eec574b" providerId="ADAL" clId="{28D517C4-3A8A-44D2-9B3D-408962D98F68}" dt="2022-01-02T14:44:01.340" v="3776" actId="478"/>
          <ac:cxnSpMkLst>
            <pc:docMk/>
            <pc:sldMk cId="1179375126" sldId="264"/>
            <ac:cxnSpMk id="127" creationId="{20BF8F9F-BFD5-4CD8-8764-1203BBC5BBA4}"/>
          </ac:cxnSpMkLst>
        </pc:cxnChg>
        <pc:cxnChg chg="add del mod">
          <ac:chgData name="王月" userId="9d7c2960-20f1-43a9-b353-abcb8eec574b" providerId="ADAL" clId="{28D517C4-3A8A-44D2-9B3D-408962D98F68}" dt="2022-01-02T14:44:01.340" v="3776" actId="478"/>
          <ac:cxnSpMkLst>
            <pc:docMk/>
            <pc:sldMk cId="1179375126" sldId="264"/>
            <ac:cxnSpMk id="130" creationId="{AD9465FA-9515-4E18-AFBC-E684EA9EE8A3}"/>
          </ac:cxnSpMkLst>
        </pc:cxnChg>
        <pc:cxnChg chg="add del mod ord">
          <ac:chgData name="王月" userId="9d7c2960-20f1-43a9-b353-abcb8eec574b" providerId="ADAL" clId="{28D517C4-3A8A-44D2-9B3D-408962D98F68}" dt="2021-12-04T12:40:54.101" v="1764" actId="478"/>
          <ac:cxnSpMkLst>
            <pc:docMk/>
            <pc:sldMk cId="1179375126" sldId="264"/>
            <ac:cxnSpMk id="131" creationId="{E6B46BEF-F23C-480F-9626-75416EB5F420}"/>
          </ac:cxnSpMkLst>
        </pc:cxnChg>
        <pc:cxnChg chg="add mod">
          <ac:chgData name="王月" userId="9d7c2960-20f1-43a9-b353-abcb8eec574b" providerId="ADAL" clId="{28D517C4-3A8A-44D2-9B3D-408962D98F68}" dt="2022-01-02T14:44:01.681" v="3777"/>
          <ac:cxnSpMkLst>
            <pc:docMk/>
            <pc:sldMk cId="1179375126" sldId="264"/>
            <ac:cxnSpMk id="131" creationId="{FC404797-A815-4BA3-BD76-E5E40116684D}"/>
          </ac:cxnSpMkLst>
        </pc:cxnChg>
        <pc:cxnChg chg="add del mod">
          <ac:chgData name="王月" userId="9d7c2960-20f1-43a9-b353-abcb8eec574b" providerId="ADAL" clId="{28D517C4-3A8A-44D2-9B3D-408962D98F68}" dt="2021-12-04T12:44:26.632" v="1793" actId="478"/>
          <ac:cxnSpMkLst>
            <pc:docMk/>
            <pc:sldMk cId="1179375126" sldId="264"/>
            <ac:cxnSpMk id="132" creationId="{291D0487-3497-4996-B723-57778BC183E3}"/>
          </ac:cxnSpMkLst>
        </pc:cxnChg>
        <pc:cxnChg chg="add mod">
          <ac:chgData name="王月" userId="9d7c2960-20f1-43a9-b353-abcb8eec574b" providerId="ADAL" clId="{28D517C4-3A8A-44D2-9B3D-408962D98F68}" dt="2022-01-02T14:44:01.681" v="3777"/>
          <ac:cxnSpMkLst>
            <pc:docMk/>
            <pc:sldMk cId="1179375126" sldId="264"/>
            <ac:cxnSpMk id="132" creationId="{CD086913-F774-4651-849D-8380D0065109}"/>
          </ac:cxnSpMkLst>
        </pc:cxnChg>
        <pc:cxnChg chg="add del mod">
          <ac:chgData name="王月" userId="9d7c2960-20f1-43a9-b353-abcb8eec574b" providerId="ADAL" clId="{28D517C4-3A8A-44D2-9B3D-408962D98F68}" dt="2022-01-02T14:44:01.340" v="3776" actId="478"/>
          <ac:cxnSpMkLst>
            <pc:docMk/>
            <pc:sldMk cId="1179375126" sldId="264"/>
            <ac:cxnSpMk id="136" creationId="{0686C081-1F1E-4133-A1DC-DD82387496AE}"/>
          </ac:cxnSpMkLst>
        </pc:cxnChg>
        <pc:cxnChg chg="add del mod">
          <ac:chgData name="王月" userId="9d7c2960-20f1-43a9-b353-abcb8eec574b" providerId="ADAL" clId="{28D517C4-3A8A-44D2-9B3D-408962D98F68}" dt="2022-01-02T14:44:01.340" v="3776" actId="478"/>
          <ac:cxnSpMkLst>
            <pc:docMk/>
            <pc:sldMk cId="1179375126" sldId="264"/>
            <ac:cxnSpMk id="137" creationId="{5F415FAA-147F-4252-B6F3-A94E91B4EF4A}"/>
          </ac:cxnSpMkLst>
        </pc:cxnChg>
        <pc:cxnChg chg="add del mod">
          <ac:chgData name="王月" userId="9d7c2960-20f1-43a9-b353-abcb8eec574b" providerId="ADAL" clId="{28D517C4-3A8A-44D2-9B3D-408962D98F68}" dt="2022-01-02T14:44:01.340" v="3776" actId="478"/>
          <ac:cxnSpMkLst>
            <pc:docMk/>
            <pc:sldMk cId="1179375126" sldId="264"/>
            <ac:cxnSpMk id="138" creationId="{CC25CDD6-A680-4273-9FCD-16399F64EFF8}"/>
          </ac:cxnSpMkLst>
        </pc:cxnChg>
      </pc:sldChg>
      <pc:sldChg chg="addSp delSp modSp new del mod">
        <pc:chgData name="王月" userId="9d7c2960-20f1-43a9-b353-abcb8eec574b" providerId="ADAL" clId="{28D517C4-3A8A-44D2-9B3D-408962D98F68}" dt="2021-12-04T14:00:07.156" v="2063" actId="47"/>
        <pc:sldMkLst>
          <pc:docMk/>
          <pc:sldMk cId="1015259552" sldId="265"/>
        </pc:sldMkLst>
        <pc:spChg chg="del">
          <ac:chgData name="王月" userId="9d7c2960-20f1-43a9-b353-abcb8eec574b" providerId="ADAL" clId="{28D517C4-3A8A-44D2-9B3D-408962D98F68}" dt="2021-12-04T08:40:22.941" v="263" actId="478"/>
          <ac:spMkLst>
            <pc:docMk/>
            <pc:sldMk cId="1015259552" sldId="265"/>
            <ac:spMk id="2" creationId="{6320988C-209C-4184-8FDA-0E4959A476C8}"/>
          </ac:spMkLst>
        </pc:spChg>
        <pc:spChg chg="del">
          <ac:chgData name="王月" userId="9d7c2960-20f1-43a9-b353-abcb8eec574b" providerId="ADAL" clId="{28D517C4-3A8A-44D2-9B3D-408962D98F68}" dt="2021-12-04T08:40:22.941" v="263" actId="478"/>
          <ac:spMkLst>
            <pc:docMk/>
            <pc:sldMk cId="1015259552" sldId="265"/>
            <ac:spMk id="3" creationId="{201A0DCE-7EBF-44E0-96B0-673BED8CED2F}"/>
          </ac:spMkLst>
        </pc:spChg>
        <pc:spChg chg="mod">
          <ac:chgData name="王月" userId="9d7c2960-20f1-43a9-b353-abcb8eec574b" providerId="ADAL" clId="{28D517C4-3A8A-44D2-9B3D-408962D98F68}" dt="2021-12-04T08:41:30.617" v="281" actId="1076"/>
          <ac:spMkLst>
            <pc:docMk/>
            <pc:sldMk cId="1015259552" sldId="265"/>
            <ac:spMk id="6" creationId="{F09ADADE-6913-4AF5-8ABB-AF181A03D757}"/>
          </ac:spMkLst>
        </pc:spChg>
        <pc:spChg chg="mod ord">
          <ac:chgData name="王月" userId="9d7c2960-20f1-43a9-b353-abcb8eec574b" providerId="ADAL" clId="{28D517C4-3A8A-44D2-9B3D-408962D98F68}" dt="2021-12-04T08:41:04.693" v="273" actId="166"/>
          <ac:spMkLst>
            <pc:docMk/>
            <pc:sldMk cId="1015259552" sldId="265"/>
            <ac:spMk id="7" creationId="{85195588-E68A-412F-AE65-BFB93D5F4094}"/>
          </ac:spMkLst>
        </pc:spChg>
        <pc:spChg chg="add del mod">
          <ac:chgData name="王月" userId="9d7c2960-20f1-43a9-b353-abcb8eec574b" providerId="ADAL" clId="{28D517C4-3A8A-44D2-9B3D-408962D98F68}" dt="2021-12-04T08:40:48.254" v="269" actId="478"/>
          <ac:spMkLst>
            <pc:docMk/>
            <pc:sldMk cId="1015259552" sldId="265"/>
            <ac:spMk id="8" creationId="{BAEC0A93-F9AF-419E-806E-2F7C54292B8E}"/>
          </ac:spMkLst>
        </pc:spChg>
        <pc:spChg chg="add ord">
          <ac:chgData name="王月" userId="9d7c2960-20f1-43a9-b353-abcb8eec574b" providerId="ADAL" clId="{28D517C4-3A8A-44D2-9B3D-408962D98F68}" dt="2021-12-04T08:41:26.234" v="280" actId="167"/>
          <ac:spMkLst>
            <pc:docMk/>
            <pc:sldMk cId="1015259552" sldId="265"/>
            <ac:spMk id="9" creationId="{076090D8-9DD2-450E-B00C-8BC209840FD7}"/>
          </ac:spMkLst>
        </pc:spChg>
        <pc:grpChg chg="del mod">
          <ac:chgData name="王月" userId="9d7c2960-20f1-43a9-b353-abcb8eec574b" providerId="ADAL" clId="{28D517C4-3A8A-44D2-9B3D-408962D98F68}" dt="2021-12-04T08:40:31.699" v="265" actId="27803"/>
          <ac:grpSpMkLst>
            <pc:docMk/>
            <pc:sldMk cId="1015259552" sldId="265"/>
            <ac:grpSpMk id="5" creationId="{21A5FC44-78F6-4CDE-ABFE-40D4A790B574}"/>
          </ac:grpSpMkLst>
        </pc:grpChg>
        <pc:picChg chg="add del mod">
          <ac:chgData name="王月" userId="9d7c2960-20f1-43a9-b353-abcb8eec574b" providerId="ADAL" clId="{28D517C4-3A8A-44D2-9B3D-408962D98F68}" dt="2021-12-04T08:40:31.699" v="265" actId="27803"/>
          <ac:picMkLst>
            <pc:docMk/>
            <pc:sldMk cId="1015259552" sldId="265"/>
            <ac:picMk id="4" creationId="{27ED0B17-8136-4C16-B669-BA541BB4452C}"/>
          </ac:picMkLst>
        </pc:picChg>
      </pc:sldChg>
      <pc:sldChg chg="addSp delSp modSp new mod">
        <pc:chgData name="王月" userId="9d7c2960-20f1-43a9-b353-abcb8eec574b" providerId="ADAL" clId="{28D517C4-3A8A-44D2-9B3D-408962D98F68}" dt="2022-01-05T07:42:58.820" v="7352" actId="20577"/>
        <pc:sldMkLst>
          <pc:docMk/>
          <pc:sldMk cId="2379760615" sldId="265"/>
        </pc:sldMkLst>
        <pc:spChg chg="del">
          <ac:chgData name="王月" userId="9d7c2960-20f1-43a9-b353-abcb8eec574b" providerId="ADAL" clId="{28D517C4-3A8A-44D2-9B3D-408962D98F68}" dt="2021-12-04T14:03:22.815" v="2069" actId="478"/>
          <ac:spMkLst>
            <pc:docMk/>
            <pc:sldMk cId="2379760615" sldId="265"/>
            <ac:spMk id="2" creationId="{F999D664-A1C3-4A75-B26F-5DBC87EC9B26}"/>
          </ac:spMkLst>
        </pc:spChg>
        <pc:spChg chg="del">
          <ac:chgData name="王月" userId="9d7c2960-20f1-43a9-b353-abcb8eec574b" providerId="ADAL" clId="{28D517C4-3A8A-44D2-9B3D-408962D98F68}" dt="2021-12-04T14:03:22.815" v="2069" actId="478"/>
          <ac:spMkLst>
            <pc:docMk/>
            <pc:sldMk cId="2379760615" sldId="265"/>
            <ac:spMk id="3" creationId="{04350A5D-8333-4B86-B60B-235D2151FB9E}"/>
          </ac:spMkLst>
        </pc:spChg>
        <pc:spChg chg="add mod ord">
          <ac:chgData name="王月" userId="9d7c2960-20f1-43a9-b353-abcb8eec574b" providerId="ADAL" clId="{28D517C4-3A8A-44D2-9B3D-408962D98F68}" dt="2022-01-05T03:03:23.526" v="5058" actId="1036"/>
          <ac:spMkLst>
            <pc:docMk/>
            <pc:sldMk cId="2379760615" sldId="265"/>
            <ac:spMk id="6" creationId="{52409091-3FDF-4436-9C5F-F7989FE87B7D}"/>
          </ac:spMkLst>
        </pc:spChg>
        <pc:spChg chg="add mod ord">
          <ac:chgData name="王月" userId="9d7c2960-20f1-43a9-b353-abcb8eec574b" providerId="ADAL" clId="{28D517C4-3A8A-44D2-9B3D-408962D98F68}" dt="2022-01-05T03:03:23.526" v="5058" actId="1036"/>
          <ac:spMkLst>
            <pc:docMk/>
            <pc:sldMk cId="2379760615" sldId="265"/>
            <ac:spMk id="7" creationId="{8CF21405-785F-40F2-9690-8251D1F8AB2F}"/>
          </ac:spMkLst>
        </pc:spChg>
        <pc:spChg chg="add mod">
          <ac:chgData name="王月" userId="9d7c2960-20f1-43a9-b353-abcb8eec574b" providerId="ADAL" clId="{28D517C4-3A8A-44D2-9B3D-408962D98F68}" dt="2022-01-05T03:14:03.907" v="5191" actId="1076"/>
          <ac:spMkLst>
            <pc:docMk/>
            <pc:sldMk cId="2379760615" sldId="265"/>
            <ac:spMk id="8" creationId="{EAD05449-A6E2-4EF2-8D6B-411B105ED5AE}"/>
          </ac:spMkLst>
        </pc:spChg>
        <pc:spChg chg="add del mod">
          <ac:chgData name="王月" userId="9d7c2960-20f1-43a9-b353-abcb8eec574b" providerId="ADAL" clId="{28D517C4-3A8A-44D2-9B3D-408962D98F68}" dt="2021-12-04T15:03:01.801" v="2347" actId="478"/>
          <ac:spMkLst>
            <pc:docMk/>
            <pc:sldMk cId="2379760615" sldId="265"/>
            <ac:spMk id="11" creationId="{D0916A73-0CF0-4712-886C-D3A98C12217B}"/>
          </ac:spMkLst>
        </pc:spChg>
        <pc:spChg chg="add del mod">
          <ac:chgData name="王月" userId="9d7c2960-20f1-43a9-b353-abcb8eec574b" providerId="ADAL" clId="{28D517C4-3A8A-44D2-9B3D-408962D98F68}" dt="2022-01-03T08:24:03.656" v="4634" actId="478"/>
          <ac:spMkLst>
            <pc:docMk/>
            <pc:sldMk cId="2379760615" sldId="265"/>
            <ac:spMk id="12" creationId="{1DA6E65D-EFB7-496D-939A-BF909E3ABFD1}"/>
          </ac:spMkLst>
        </pc:spChg>
        <pc:spChg chg="add del mod">
          <ac:chgData name="王月" userId="9d7c2960-20f1-43a9-b353-abcb8eec574b" providerId="ADAL" clId="{28D517C4-3A8A-44D2-9B3D-408962D98F68}" dt="2021-12-04T15:03:01.801" v="2347" actId="478"/>
          <ac:spMkLst>
            <pc:docMk/>
            <pc:sldMk cId="2379760615" sldId="265"/>
            <ac:spMk id="16" creationId="{F02D261C-703D-44DF-9232-27375A8B0BCC}"/>
          </ac:spMkLst>
        </pc:spChg>
        <pc:spChg chg="add del mod">
          <ac:chgData name="王月" userId="9d7c2960-20f1-43a9-b353-abcb8eec574b" providerId="ADAL" clId="{28D517C4-3A8A-44D2-9B3D-408962D98F68}" dt="2021-12-04T15:03:01.801" v="2347" actId="478"/>
          <ac:spMkLst>
            <pc:docMk/>
            <pc:sldMk cId="2379760615" sldId="265"/>
            <ac:spMk id="17" creationId="{7C3579D0-F779-4FDD-973A-225E732EB790}"/>
          </ac:spMkLst>
        </pc:spChg>
        <pc:spChg chg="add del mod">
          <ac:chgData name="王月" userId="9d7c2960-20f1-43a9-b353-abcb8eec574b" providerId="ADAL" clId="{28D517C4-3A8A-44D2-9B3D-408962D98F68}" dt="2021-12-04T15:03:01.801" v="2347" actId="478"/>
          <ac:spMkLst>
            <pc:docMk/>
            <pc:sldMk cId="2379760615" sldId="265"/>
            <ac:spMk id="18" creationId="{E2CC4AA6-F34C-4584-83CD-CFCFD064264A}"/>
          </ac:spMkLst>
        </pc:spChg>
        <pc:spChg chg="add del mod">
          <ac:chgData name="王月" userId="9d7c2960-20f1-43a9-b353-abcb8eec574b" providerId="ADAL" clId="{28D517C4-3A8A-44D2-9B3D-408962D98F68}" dt="2021-12-04T15:03:01.801" v="2347" actId="478"/>
          <ac:spMkLst>
            <pc:docMk/>
            <pc:sldMk cId="2379760615" sldId="265"/>
            <ac:spMk id="26" creationId="{44B34796-1480-4575-BECB-6662694E9097}"/>
          </ac:spMkLst>
        </pc:spChg>
        <pc:spChg chg="add mod ord">
          <ac:chgData name="王月" userId="9d7c2960-20f1-43a9-b353-abcb8eec574b" providerId="ADAL" clId="{28D517C4-3A8A-44D2-9B3D-408962D98F68}" dt="2022-01-05T03:08:48.550" v="5100" actId="166"/>
          <ac:spMkLst>
            <pc:docMk/>
            <pc:sldMk cId="2379760615" sldId="265"/>
            <ac:spMk id="27" creationId="{58744EF7-52E8-4DD1-BD05-1348847C15FE}"/>
          </ac:spMkLst>
        </pc:spChg>
        <pc:spChg chg="add mod">
          <ac:chgData name="王月" userId="9d7c2960-20f1-43a9-b353-abcb8eec574b" providerId="ADAL" clId="{28D517C4-3A8A-44D2-9B3D-408962D98F68}" dt="2022-01-05T03:06:20.793" v="5068" actId="1076"/>
          <ac:spMkLst>
            <pc:docMk/>
            <pc:sldMk cId="2379760615" sldId="265"/>
            <ac:spMk id="52" creationId="{9F8E9849-1E62-4013-AB01-BA147BE36A23}"/>
          </ac:spMkLst>
        </pc:spChg>
        <pc:spChg chg="add del mod ord">
          <ac:chgData name="王月" userId="9d7c2960-20f1-43a9-b353-abcb8eec574b" providerId="ADAL" clId="{28D517C4-3A8A-44D2-9B3D-408962D98F68}" dt="2022-01-05T03:07:04.601" v="5078" actId="478"/>
          <ac:spMkLst>
            <pc:docMk/>
            <pc:sldMk cId="2379760615" sldId="265"/>
            <ac:spMk id="53" creationId="{97256969-1D99-42A0-BA9B-5C7CC63D517F}"/>
          </ac:spMkLst>
        </pc:spChg>
        <pc:spChg chg="add del mod">
          <ac:chgData name="王月" userId="9d7c2960-20f1-43a9-b353-abcb8eec574b" providerId="ADAL" clId="{28D517C4-3A8A-44D2-9B3D-408962D98F68}" dt="2022-01-05T03:06:04.213" v="5067" actId="478"/>
          <ac:spMkLst>
            <pc:docMk/>
            <pc:sldMk cId="2379760615" sldId="265"/>
            <ac:spMk id="54" creationId="{EE17E906-6CCF-46DB-A2BB-40E84765FC9F}"/>
          </ac:spMkLst>
        </pc:spChg>
        <pc:spChg chg="add del mod">
          <ac:chgData name="王月" userId="9d7c2960-20f1-43a9-b353-abcb8eec574b" providerId="ADAL" clId="{28D517C4-3A8A-44D2-9B3D-408962D98F68}" dt="2021-12-04T14:52:57.020" v="2195" actId="478"/>
          <ac:spMkLst>
            <pc:docMk/>
            <pc:sldMk cId="2379760615" sldId="265"/>
            <ac:spMk id="55" creationId="{3A5952BD-305B-45A5-B8BA-17AEAA31E8BE}"/>
          </ac:spMkLst>
        </pc:spChg>
        <pc:spChg chg="add del mod">
          <ac:chgData name="王月" userId="9d7c2960-20f1-43a9-b353-abcb8eec574b" providerId="ADAL" clId="{28D517C4-3A8A-44D2-9B3D-408962D98F68}" dt="2022-01-05T03:02:36.039" v="5045" actId="478"/>
          <ac:spMkLst>
            <pc:docMk/>
            <pc:sldMk cId="2379760615" sldId="265"/>
            <ac:spMk id="57" creationId="{2DFA499A-0E80-4C97-B043-3D4E2CD95877}"/>
          </ac:spMkLst>
        </pc:spChg>
        <pc:spChg chg="add mod">
          <ac:chgData name="王月" userId="9d7c2960-20f1-43a9-b353-abcb8eec574b" providerId="ADAL" clId="{28D517C4-3A8A-44D2-9B3D-408962D98F68}" dt="2022-01-05T03:09:33.401" v="5110" actId="1076"/>
          <ac:spMkLst>
            <pc:docMk/>
            <pc:sldMk cId="2379760615" sldId="265"/>
            <ac:spMk id="58" creationId="{700416C5-9311-4AF0-B9CE-2817BFE082A3}"/>
          </ac:spMkLst>
        </pc:spChg>
        <pc:spChg chg="add mod">
          <ac:chgData name="王月" userId="9d7c2960-20f1-43a9-b353-abcb8eec574b" providerId="ADAL" clId="{28D517C4-3A8A-44D2-9B3D-408962D98F68}" dt="2022-01-05T03:09:29.691" v="5109" actId="14100"/>
          <ac:spMkLst>
            <pc:docMk/>
            <pc:sldMk cId="2379760615" sldId="265"/>
            <ac:spMk id="60" creationId="{FC23E375-8F08-47A2-8426-7F2ACA61681F}"/>
          </ac:spMkLst>
        </pc:spChg>
        <pc:spChg chg="add mod topLvl">
          <ac:chgData name="王月" userId="9d7c2960-20f1-43a9-b353-abcb8eec574b" providerId="ADAL" clId="{28D517C4-3A8A-44D2-9B3D-408962D98F68}" dt="2022-01-05T03:50:38.298" v="5559" actId="1076"/>
          <ac:spMkLst>
            <pc:docMk/>
            <pc:sldMk cId="2379760615" sldId="265"/>
            <ac:spMk id="61" creationId="{A6FD4D9C-6308-43C3-82F7-DB169E86CA85}"/>
          </ac:spMkLst>
        </pc:spChg>
        <pc:spChg chg="add del mod">
          <ac:chgData name="王月" userId="9d7c2960-20f1-43a9-b353-abcb8eec574b" providerId="ADAL" clId="{28D517C4-3A8A-44D2-9B3D-408962D98F68}" dt="2022-01-05T03:11:02.901" v="5152" actId="478"/>
          <ac:spMkLst>
            <pc:docMk/>
            <pc:sldMk cId="2379760615" sldId="265"/>
            <ac:spMk id="63" creationId="{6FDB6290-8ADA-4F71-AFEF-FCB45F2B346B}"/>
          </ac:spMkLst>
        </pc:spChg>
        <pc:spChg chg="add mod topLvl">
          <ac:chgData name="王月" userId="9d7c2960-20f1-43a9-b353-abcb8eec574b" providerId="ADAL" clId="{28D517C4-3A8A-44D2-9B3D-408962D98F68}" dt="2022-01-05T03:21:15.687" v="5289" actId="20577"/>
          <ac:spMkLst>
            <pc:docMk/>
            <pc:sldMk cId="2379760615" sldId="265"/>
            <ac:spMk id="64" creationId="{B717A050-05F2-4F7B-934C-7A6E3AB34BAD}"/>
          </ac:spMkLst>
        </pc:spChg>
        <pc:spChg chg="add mod">
          <ac:chgData name="王月" userId="9d7c2960-20f1-43a9-b353-abcb8eec574b" providerId="ADAL" clId="{28D517C4-3A8A-44D2-9B3D-408962D98F68}" dt="2022-01-05T07:42:58.820" v="7352" actId="20577"/>
          <ac:spMkLst>
            <pc:docMk/>
            <pc:sldMk cId="2379760615" sldId="265"/>
            <ac:spMk id="66" creationId="{FE23F55C-F7C7-45C7-87DA-E5C684B7B090}"/>
          </ac:spMkLst>
        </pc:spChg>
        <pc:spChg chg="add mod">
          <ac:chgData name="王月" userId="9d7c2960-20f1-43a9-b353-abcb8eec574b" providerId="ADAL" clId="{28D517C4-3A8A-44D2-9B3D-408962D98F68}" dt="2022-01-05T07:42:57.152" v="7351" actId="20577"/>
          <ac:spMkLst>
            <pc:docMk/>
            <pc:sldMk cId="2379760615" sldId="265"/>
            <ac:spMk id="67" creationId="{86C77210-7B6E-4F86-902B-899993E2B935}"/>
          </ac:spMkLst>
        </pc:spChg>
        <pc:spChg chg="add mod">
          <ac:chgData name="王月" userId="9d7c2960-20f1-43a9-b353-abcb8eec574b" providerId="ADAL" clId="{28D517C4-3A8A-44D2-9B3D-408962D98F68}" dt="2021-12-04T14:55:22.928" v="2225" actId="571"/>
          <ac:spMkLst>
            <pc:docMk/>
            <pc:sldMk cId="2379760615" sldId="265"/>
            <ac:spMk id="68" creationId="{4F679C8E-9CE6-4036-AC2D-E1900266D817}"/>
          </ac:spMkLst>
        </pc:spChg>
        <pc:spChg chg="add mod">
          <ac:chgData name="王月" userId="9d7c2960-20f1-43a9-b353-abcb8eec574b" providerId="ADAL" clId="{28D517C4-3A8A-44D2-9B3D-408962D98F68}" dt="2022-01-05T07:29:52.612" v="7184" actId="20577"/>
          <ac:spMkLst>
            <pc:docMk/>
            <pc:sldMk cId="2379760615" sldId="265"/>
            <ac:spMk id="68" creationId="{7EA69B6D-3639-4610-8CA9-DE0E49CF3F0C}"/>
          </ac:spMkLst>
        </pc:spChg>
        <pc:spChg chg="add del mod">
          <ac:chgData name="王月" userId="9d7c2960-20f1-43a9-b353-abcb8eec574b" providerId="ADAL" clId="{28D517C4-3A8A-44D2-9B3D-408962D98F68}" dt="2021-12-04T14:59:02.972" v="2300" actId="478"/>
          <ac:spMkLst>
            <pc:docMk/>
            <pc:sldMk cId="2379760615" sldId="265"/>
            <ac:spMk id="75" creationId="{D617338E-9ED1-4B3E-BB41-53C5F7D47A6F}"/>
          </ac:spMkLst>
        </pc:spChg>
        <pc:spChg chg="add mod">
          <ac:chgData name="王月" userId="9d7c2960-20f1-43a9-b353-abcb8eec574b" providerId="ADAL" clId="{28D517C4-3A8A-44D2-9B3D-408962D98F68}" dt="2022-01-05T03:08:09.510" v="5092" actId="1076"/>
          <ac:spMkLst>
            <pc:docMk/>
            <pc:sldMk cId="2379760615" sldId="265"/>
            <ac:spMk id="75" creationId="{F033E56A-65CC-420E-B5F1-B994DC97C539}"/>
          </ac:spMkLst>
        </pc:spChg>
        <pc:spChg chg="add del mod">
          <ac:chgData name="王月" userId="9d7c2960-20f1-43a9-b353-abcb8eec574b" providerId="ADAL" clId="{28D517C4-3A8A-44D2-9B3D-408962D98F68}" dt="2022-01-03T08:22:38.903" v="4608" actId="478"/>
          <ac:spMkLst>
            <pc:docMk/>
            <pc:sldMk cId="2379760615" sldId="265"/>
            <ac:spMk id="76" creationId="{9AF5EC88-0EE6-4DE0-A13C-1F58C67B0A4C}"/>
          </ac:spMkLst>
        </pc:spChg>
        <pc:spChg chg="add mod">
          <ac:chgData name="王月" userId="9d7c2960-20f1-43a9-b353-abcb8eec574b" providerId="ADAL" clId="{28D517C4-3A8A-44D2-9B3D-408962D98F68}" dt="2022-01-05T07:42:51.891" v="7348" actId="20577"/>
          <ac:spMkLst>
            <pc:docMk/>
            <pc:sldMk cId="2379760615" sldId="265"/>
            <ac:spMk id="77" creationId="{676152F3-72A6-4159-94DF-7945B35B0690}"/>
          </ac:spMkLst>
        </pc:spChg>
        <pc:spChg chg="add del mod">
          <ac:chgData name="王月" userId="9d7c2960-20f1-43a9-b353-abcb8eec574b" providerId="ADAL" clId="{28D517C4-3A8A-44D2-9B3D-408962D98F68}" dt="2022-01-03T08:22:38.903" v="4608" actId="478"/>
          <ac:spMkLst>
            <pc:docMk/>
            <pc:sldMk cId="2379760615" sldId="265"/>
            <ac:spMk id="77" creationId="{E355D6E9-FA1B-4EB1-B825-6312B9794CE3}"/>
          </ac:spMkLst>
        </pc:spChg>
        <pc:spChg chg="add mod">
          <ac:chgData name="王月" userId="9d7c2960-20f1-43a9-b353-abcb8eec574b" providerId="ADAL" clId="{28D517C4-3A8A-44D2-9B3D-408962D98F68}" dt="2022-01-05T03:19:32.584" v="5278" actId="1076"/>
          <ac:spMkLst>
            <pc:docMk/>
            <pc:sldMk cId="2379760615" sldId="265"/>
            <ac:spMk id="79" creationId="{9974F7C0-A4BC-41F4-B8A3-845A34476286}"/>
          </ac:spMkLst>
        </pc:spChg>
        <pc:spChg chg="add del mod">
          <ac:chgData name="王月" userId="9d7c2960-20f1-43a9-b353-abcb8eec574b" providerId="ADAL" clId="{28D517C4-3A8A-44D2-9B3D-408962D98F68}" dt="2021-12-04T15:06:12.362" v="2360" actId="478"/>
          <ac:spMkLst>
            <pc:docMk/>
            <pc:sldMk cId="2379760615" sldId="265"/>
            <ac:spMk id="81" creationId="{2641BE4B-B323-4214-B2AC-442DC7D03A8A}"/>
          </ac:spMkLst>
        </pc:spChg>
        <pc:spChg chg="add del mod topLvl">
          <ac:chgData name="王月" userId="9d7c2960-20f1-43a9-b353-abcb8eec574b" providerId="ADAL" clId="{28D517C4-3A8A-44D2-9B3D-408962D98F68}" dt="2022-01-05T03:18:49.861" v="5277" actId="478"/>
          <ac:spMkLst>
            <pc:docMk/>
            <pc:sldMk cId="2379760615" sldId="265"/>
            <ac:spMk id="81" creationId="{D7976158-D8A3-41FE-8324-6C3AEC1B651D}"/>
          </ac:spMkLst>
        </pc:spChg>
        <pc:spChg chg="add mod ord">
          <ac:chgData name="王月" userId="9d7c2960-20f1-43a9-b353-abcb8eec574b" providerId="ADAL" clId="{28D517C4-3A8A-44D2-9B3D-408962D98F68}" dt="2022-01-05T03:03:23.526" v="5058" actId="1036"/>
          <ac:spMkLst>
            <pc:docMk/>
            <pc:sldMk cId="2379760615" sldId="265"/>
            <ac:spMk id="83" creationId="{18C9A173-36FE-4B7F-A571-71325101F3E9}"/>
          </ac:spMkLst>
        </pc:spChg>
        <pc:spChg chg="add mod ord">
          <ac:chgData name="王月" userId="9d7c2960-20f1-43a9-b353-abcb8eec574b" providerId="ADAL" clId="{28D517C4-3A8A-44D2-9B3D-408962D98F68}" dt="2022-01-05T03:03:23.526" v="5058" actId="1036"/>
          <ac:spMkLst>
            <pc:docMk/>
            <pc:sldMk cId="2379760615" sldId="265"/>
            <ac:spMk id="84" creationId="{1931BD1C-C56F-44AB-A520-CF0AF3004602}"/>
          </ac:spMkLst>
        </pc:spChg>
        <pc:spChg chg="add del mod ord">
          <ac:chgData name="王月" userId="9d7c2960-20f1-43a9-b353-abcb8eec574b" providerId="ADAL" clId="{28D517C4-3A8A-44D2-9B3D-408962D98F68}" dt="2022-01-05T03:28:41.260" v="5367" actId="1076"/>
          <ac:spMkLst>
            <pc:docMk/>
            <pc:sldMk cId="2379760615" sldId="265"/>
            <ac:spMk id="87" creationId="{BDCB23FA-3737-4CD7-85B7-689F6E983444}"/>
          </ac:spMkLst>
        </pc:spChg>
        <pc:spChg chg="add mod">
          <ac:chgData name="王月" userId="9d7c2960-20f1-43a9-b353-abcb8eec574b" providerId="ADAL" clId="{28D517C4-3A8A-44D2-9B3D-408962D98F68}" dt="2022-01-05T03:25:51.954" v="5338" actId="1076"/>
          <ac:spMkLst>
            <pc:docMk/>
            <pc:sldMk cId="2379760615" sldId="265"/>
            <ac:spMk id="88" creationId="{5EE0C992-8C7D-44A7-863F-4DF1BD45E3F4}"/>
          </ac:spMkLst>
        </pc:spChg>
        <pc:spChg chg="add mod ord">
          <ac:chgData name="王月" userId="9d7c2960-20f1-43a9-b353-abcb8eec574b" providerId="ADAL" clId="{28D517C4-3A8A-44D2-9B3D-408962D98F68}" dt="2022-01-05T03:30:39.788" v="5396" actId="1076"/>
          <ac:spMkLst>
            <pc:docMk/>
            <pc:sldMk cId="2379760615" sldId="265"/>
            <ac:spMk id="89" creationId="{01227717-B3DC-4027-924A-E95886D81EEE}"/>
          </ac:spMkLst>
        </pc:spChg>
        <pc:spChg chg="add mod">
          <ac:chgData name="王月" userId="9d7c2960-20f1-43a9-b353-abcb8eec574b" providerId="ADAL" clId="{28D517C4-3A8A-44D2-9B3D-408962D98F68}" dt="2022-01-05T03:30:22.555" v="5392" actId="1076"/>
          <ac:spMkLst>
            <pc:docMk/>
            <pc:sldMk cId="2379760615" sldId="265"/>
            <ac:spMk id="90" creationId="{AF52C901-45F0-4A06-8AA9-FC22B17A6825}"/>
          </ac:spMkLst>
        </pc:spChg>
        <pc:spChg chg="add del mod topLvl">
          <ac:chgData name="王月" userId="9d7c2960-20f1-43a9-b353-abcb8eec574b" providerId="ADAL" clId="{28D517C4-3A8A-44D2-9B3D-408962D98F68}" dt="2022-01-05T03:17:33.381" v="5244" actId="478"/>
          <ac:spMkLst>
            <pc:docMk/>
            <pc:sldMk cId="2379760615" sldId="265"/>
            <ac:spMk id="94" creationId="{1E284A16-138E-46F2-9E28-691C15E64761}"/>
          </ac:spMkLst>
        </pc:spChg>
        <pc:spChg chg="add del mod">
          <ac:chgData name="王月" userId="9d7c2960-20f1-43a9-b353-abcb8eec574b" providerId="ADAL" clId="{28D517C4-3A8A-44D2-9B3D-408962D98F68}" dt="2022-01-05T03:18:02.683" v="5261"/>
          <ac:spMkLst>
            <pc:docMk/>
            <pc:sldMk cId="2379760615" sldId="265"/>
            <ac:spMk id="95" creationId="{8D57FCE4-997A-48C8-99FF-51CA8077F557}"/>
          </ac:spMkLst>
        </pc:spChg>
        <pc:spChg chg="add del mod">
          <ac:chgData name="王月" userId="9d7c2960-20f1-43a9-b353-abcb8eec574b" providerId="ADAL" clId="{28D517C4-3A8A-44D2-9B3D-408962D98F68}" dt="2021-12-04T15:10:04.683" v="2411" actId="478"/>
          <ac:spMkLst>
            <pc:docMk/>
            <pc:sldMk cId="2379760615" sldId="265"/>
            <ac:spMk id="97" creationId="{CBC44CAC-D3CA-4DCA-9516-9EB06D0251BD}"/>
          </ac:spMkLst>
        </pc:spChg>
        <pc:spChg chg="add del mod">
          <ac:chgData name="王月" userId="9d7c2960-20f1-43a9-b353-abcb8eec574b" providerId="ADAL" clId="{28D517C4-3A8A-44D2-9B3D-408962D98F68}" dt="2021-12-04T15:10:04.683" v="2411" actId="478"/>
          <ac:spMkLst>
            <pc:docMk/>
            <pc:sldMk cId="2379760615" sldId="265"/>
            <ac:spMk id="98" creationId="{D7099CB1-A644-4206-8378-D7E70F36A1C6}"/>
          </ac:spMkLst>
        </pc:spChg>
        <pc:spChg chg="add del mod">
          <ac:chgData name="王月" userId="9d7c2960-20f1-43a9-b353-abcb8eec574b" providerId="ADAL" clId="{28D517C4-3A8A-44D2-9B3D-408962D98F68}" dt="2021-12-04T15:11:05.370" v="2417" actId="478"/>
          <ac:spMkLst>
            <pc:docMk/>
            <pc:sldMk cId="2379760615" sldId="265"/>
            <ac:spMk id="99" creationId="{9629022B-BD78-42DC-9C01-2EAA8F4FF6E5}"/>
          </ac:spMkLst>
        </pc:spChg>
        <pc:spChg chg="add del mod">
          <ac:chgData name="王月" userId="9d7c2960-20f1-43a9-b353-abcb8eec574b" providerId="ADAL" clId="{28D517C4-3A8A-44D2-9B3D-408962D98F68}" dt="2021-12-04T15:11:05.370" v="2417" actId="478"/>
          <ac:spMkLst>
            <pc:docMk/>
            <pc:sldMk cId="2379760615" sldId="265"/>
            <ac:spMk id="100" creationId="{9DA139BF-61DB-41A2-BF3F-6A6959499D58}"/>
          </ac:spMkLst>
        </pc:spChg>
        <pc:spChg chg="add del mod">
          <ac:chgData name="王月" userId="9d7c2960-20f1-43a9-b353-abcb8eec574b" providerId="ADAL" clId="{28D517C4-3A8A-44D2-9B3D-408962D98F68}" dt="2021-12-04T15:11:05.370" v="2417" actId="478"/>
          <ac:spMkLst>
            <pc:docMk/>
            <pc:sldMk cId="2379760615" sldId="265"/>
            <ac:spMk id="101" creationId="{DE7F5B8D-0DAB-4BC2-9932-35E71D5A295D}"/>
          </ac:spMkLst>
        </pc:spChg>
        <pc:spChg chg="add del mod">
          <ac:chgData name="王月" userId="9d7c2960-20f1-43a9-b353-abcb8eec574b" providerId="ADAL" clId="{28D517C4-3A8A-44D2-9B3D-408962D98F68}" dt="2021-12-04T15:11:05.370" v="2417" actId="478"/>
          <ac:spMkLst>
            <pc:docMk/>
            <pc:sldMk cId="2379760615" sldId="265"/>
            <ac:spMk id="105" creationId="{4915E216-6E73-4F77-B662-971436AA39F8}"/>
          </ac:spMkLst>
        </pc:spChg>
        <pc:spChg chg="add del mod">
          <ac:chgData name="王月" userId="9d7c2960-20f1-43a9-b353-abcb8eec574b" providerId="ADAL" clId="{28D517C4-3A8A-44D2-9B3D-408962D98F68}" dt="2022-01-03T08:27:49.387" v="4705" actId="478"/>
          <ac:spMkLst>
            <pc:docMk/>
            <pc:sldMk cId="2379760615" sldId="265"/>
            <ac:spMk id="106" creationId="{1DD14824-97C7-4831-8DAF-3B8A3CFF5A54}"/>
          </ac:spMkLst>
        </pc:spChg>
        <pc:spChg chg="add del mod">
          <ac:chgData name="王月" userId="9d7c2960-20f1-43a9-b353-abcb8eec574b" providerId="ADAL" clId="{28D517C4-3A8A-44D2-9B3D-408962D98F68}" dt="2021-12-04T15:11:05.370" v="2417" actId="478"/>
          <ac:spMkLst>
            <pc:docMk/>
            <pc:sldMk cId="2379760615" sldId="265"/>
            <ac:spMk id="108" creationId="{F09C5A6E-7D95-42F6-907A-48248FA3123B}"/>
          </ac:spMkLst>
        </pc:spChg>
        <pc:spChg chg="add del mod">
          <ac:chgData name="王月" userId="9d7c2960-20f1-43a9-b353-abcb8eec574b" providerId="ADAL" clId="{28D517C4-3A8A-44D2-9B3D-408962D98F68}" dt="2022-01-03T08:27:49.387" v="4705" actId="478"/>
          <ac:spMkLst>
            <pc:docMk/>
            <pc:sldMk cId="2379760615" sldId="265"/>
            <ac:spMk id="109" creationId="{06AEE4CE-B0A4-429C-9CD1-56D779C7D6EF}"/>
          </ac:spMkLst>
        </pc:spChg>
        <pc:spChg chg="add del mod">
          <ac:chgData name="王月" userId="9d7c2960-20f1-43a9-b353-abcb8eec574b" providerId="ADAL" clId="{28D517C4-3A8A-44D2-9B3D-408962D98F68}" dt="2021-12-04T15:11:05.370" v="2417" actId="478"/>
          <ac:spMkLst>
            <pc:docMk/>
            <pc:sldMk cId="2379760615" sldId="265"/>
            <ac:spMk id="115" creationId="{226282E7-E3A7-4174-92E6-85F35FAC1052}"/>
          </ac:spMkLst>
        </pc:spChg>
        <pc:spChg chg="add del mod">
          <ac:chgData name="王月" userId="9d7c2960-20f1-43a9-b353-abcb8eec574b" providerId="ADAL" clId="{28D517C4-3A8A-44D2-9B3D-408962D98F68}" dt="2021-12-04T15:11:05.370" v="2417" actId="478"/>
          <ac:spMkLst>
            <pc:docMk/>
            <pc:sldMk cId="2379760615" sldId="265"/>
            <ac:spMk id="116" creationId="{D5C312A4-8C61-4864-857E-423B3188593E}"/>
          </ac:spMkLst>
        </pc:spChg>
        <pc:spChg chg="add del mod">
          <ac:chgData name="王月" userId="9d7c2960-20f1-43a9-b353-abcb8eec574b" providerId="ADAL" clId="{28D517C4-3A8A-44D2-9B3D-408962D98F68}" dt="2021-12-04T15:11:05.370" v="2417" actId="478"/>
          <ac:spMkLst>
            <pc:docMk/>
            <pc:sldMk cId="2379760615" sldId="265"/>
            <ac:spMk id="118" creationId="{744135F9-ED17-4D12-BF91-B907E2D01D8E}"/>
          </ac:spMkLst>
        </pc:spChg>
        <pc:spChg chg="mod">
          <ac:chgData name="王月" userId="9d7c2960-20f1-43a9-b353-abcb8eec574b" providerId="ADAL" clId="{28D517C4-3A8A-44D2-9B3D-408962D98F68}" dt="2021-12-04T15:10:18.780" v="2413" actId="208"/>
          <ac:spMkLst>
            <pc:docMk/>
            <pc:sldMk cId="2379760615" sldId="265"/>
            <ac:spMk id="120" creationId="{352993F3-7B3C-421B-BDBE-92BD64B98032}"/>
          </ac:spMkLst>
        </pc:spChg>
        <pc:spChg chg="mod">
          <ac:chgData name="王月" userId="9d7c2960-20f1-43a9-b353-abcb8eec574b" providerId="ADAL" clId="{28D517C4-3A8A-44D2-9B3D-408962D98F68}" dt="2021-12-04T15:03:45.664" v="2354"/>
          <ac:spMkLst>
            <pc:docMk/>
            <pc:sldMk cId="2379760615" sldId="265"/>
            <ac:spMk id="121" creationId="{B2E3B59C-2DA2-49DB-8F59-BD2999123E34}"/>
          </ac:spMkLst>
        </pc:spChg>
        <pc:spChg chg="mod">
          <ac:chgData name="王月" userId="9d7c2960-20f1-43a9-b353-abcb8eec574b" providerId="ADAL" clId="{28D517C4-3A8A-44D2-9B3D-408962D98F68}" dt="2021-12-04T15:03:45.664" v="2354"/>
          <ac:spMkLst>
            <pc:docMk/>
            <pc:sldMk cId="2379760615" sldId="265"/>
            <ac:spMk id="122" creationId="{832CBA66-CD6A-42B3-8D71-6EB3957D2A6B}"/>
          </ac:spMkLst>
        </pc:spChg>
        <pc:spChg chg="mod">
          <ac:chgData name="王月" userId="9d7c2960-20f1-43a9-b353-abcb8eec574b" providerId="ADAL" clId="{28D517C4-3A8A-44D2-9B3D-408962D98F68}" dt="2021-12-04T15:03:45.664" v="2354"/>
          <ac:spMkLst>
            <pc:docMk/>
            <pc:sldMk cId="2379760615" sldId="265"/>
            <ac:spMk id="123" creationId="{612F204F-5630-4A58-A98E-E15AEC451EC9}"/>
          </ac:spMkLst>
        </pc:spChg>
        <pc:spChg chg="add del mod">
          <ac:chgData name="王月" userId="9d7c2960-20f1-43a9-b353-abcb8eec574b" providerId="ADAL" clId="{28D517C4-3A8A-44D2-9B3D-408962D98F68}" dt="2021-12-04T15:06:14.124" v="2362"/>
          <ac:spMkLst>
            <pc:docMk/>
            <pc:sldMk cId="2379760615" sldId="265"/>
            <ac:spMk id="124" creationId="{D76A4A51-B300-4BBC-9E59-B20ECBC7656A}"/>
          </ac:spMkLst>
        </pc:spChg>
        <pc:spChg chg="add mod">
          <ac:chgData name="王月" userId="9d7c2960-20f1-43a9-b353-abcb8eec574b" providerId="ADAL" clId="{28D517C4-3A8A-44D2-9B3D-408962D98F68}" dt="2022-01-05T03:24:44.366" v="5325" actId="1076"/>
          <ac:spMkLst>
            <pc:docMk/>
            <pc:sldMk cId="2379760615" sldId="265"/>
            <ac:spMk id="138" creationId="{A8A28F1A-AB39-45E9-8540-17E53D19CAB5}"/>
          </ac:spMkLst>
        </pc:spChg>
        <pc:spChg chg="add mod">
          <ac:chgData name="王月" userId="9d7c2960-20f1-43a9-b353-abcb8eec574b" providerId="ADAL" clId="{28D517C4-3A8A-44D2-9B3D-408962D98F68}" dt="2022-01-05T03:29:55.237" v="5387" actId="1038"/>
          <ac:spMkLst>
            <pc:docMk/>
            <pc:sldMk cId="2379760615" sldId="265"/>
            <ac:spMk id="139" creationId="{0568C151-86B2-4411-AA43-F9CC0E4C49E6}"/>
          </ac:spMkLst>
        </pc:spChg>
        <pc:spChg chg="add del mod ord">
          <ac:chgData name="王月" userId="9d7c2960-20f1-43a9-b353-abcb8eec574b" providerId="ADAL" clId="{28D517C4-3A8A-44D2-9B3D-408962D98F68}" dt="2022-01-03T08:17:45.916" v="4582" actId="478"/>
          <ac:spMkLst>
            <pc:docMk/>
            <pc:sldMk cId="2379760615" sldId="265"/>
            <ac:spMk id="144" creationId="{C96DC30B-6CDF-44D1-A4DE-F50D93697077}"/>
          </ac:spMkLst>
        </pc:spChg>
        <pc:spChg chg="add del mod">
          <ac:chgData name="王月" userId="9d7c2960-20f1-43a9-b353-abcb8eec574b" providerId="ADAL" clId="{28D517C4-3A8A-44D2-9B3D-408962D98F68}" dt="2022-01-05T03:07:02.601" v="5077" actId="478"/>
          <ac:spMkLst>
            <pc:docMk/>
            <pc:sldMk cId="2379760615" sldId="265"/>
            <ac:spMk id="174" creationId="{31AA9B07-42B2-4588-9833-D70E70A917FD}"/>
          </ac:spMkLst>
        </pc:spChg>
        <pc:spChg chg="add mod">
          <ac:chgData name="王月" userId="9d7c2960-20f1-43a9-b353-abcb8eec574b" providerId="ADAL" clId="{28D517C4-3A8A-44D2-9B3D-408962D98F68}" dt="2022-01-05T03:26:12.432" v="5341" actId="1076"/>
          <ac:spMkLst>
            <pc:docMk/>
            <pc:sldMk cId="2379760615" sldId="265"/>
            <ac:spMk id="179" creationId="{B95FBC11-4D33-44BF-A7BF-9631F058547E}"/>
          </ac:spMkLst>
        </pc:spChg>
        <pc:grpChg chg="add del mod">
          <ac:chgData name="王月" userId="9d7c2960-20f1-43a9-b353-abcb8eec574b" providerId="ADAL" clId="{28D517C4-3A8A-44D2-9B3D-408962D98F68}" dt="2022-01-05T03:18:36.167" v="5273" actId="165"/>
          <ac:grpSpMkLst>
            <pc:docMk/>
            <pc:sldMk cId="2379760615" sldId="265"/>
            <ac:grpSpMk id="30" creationId="{A068B266-4DDF-4FF2-BF23-EA0E160B40A2}"/>
          </ac:grpSpMkLst>
        </pc:grpChg>
        <pc:grpChg chg="add del mod">
          <ac:chgData name="王月" userId="9d7c2960-20f1-43a9-b353-abcb8eec574b" providerId="ADAL" clId="{28D517C4-3A8A-44D2-9B3D-408962D98F68}" dt="2022-01-05T03:17:33.381" v="5244" actId="478"/>
          <ac:grpSpMkLst>
            <pc:docMk/>
            <pc:sldMk cId="2379760615" sldId="265"/>
            <ac:grpSpMk id="36" creationId="{FC885357-35BC-479F-829A-9E302C4A0385}"/>
          </ac:grpSpMkLst>
        </pc:grpChg>
        <pc:grpChg chg="add del mod">
          <ac:chgData name="王月" userId="9d7c2960-20f1-43a9-b353-abcb8eec574b" providerId="ADAL" clId="{28D517C4-3A8A-44D2-9B3D-408962D98F68}" dt="2021-12-04T15:02:57.914" v="2346" actId="478"/>
          <ac:grpSpMkLst>
            <pc:docMk/>
            <pc:sldMk cId="2379760615" sldId="265"/>
            <ac:grpSpMk id="49" creationId="{E780586A-56E3-47F2-B2C3-A042D263C868}"/>
          </ac:grpSpMkLst>
        </pc:grpChg>
        <pc:grpChg chg="add del mod">
          <ac:chgData name="王月" userId="9d7c2960-20f1-43a9-b353-abcb8eec574b" providerId="ADAL" clId="{28D517C4-3A8A-44D2-9B3D-408962D98F68}" dt="2022-01-03T08:27:49.387" v="4705" actId="478"/>
          <ac:grpSpMkLst>
            <pc:docMk/>
            <pc:sldMk cId="2379760615" sldId="265"/>
            <ac:grpSpMk id="119" creationId="{90484E04-6952-41B3-BD16-0673A51F3097}"/>
          </ac:grpSpMkLst>
        </pc:grpChg>
        <pc:picChg chg="add del mod">
          <ac:chgData name="王月" userId="9d7c2960-20f1-43a9-b353-abcb8eec574b" providerId="ADAL" clId="{28D517C4-3A8A-44D2-9B3D-408962D98F68}" dt="2022-01-02T07:53:39.967" v="2725" actId="21"/>
          <ac:picMkLst>
            <pc:docMk/>
            <pc:sldMk cId="2379760615" sldId="265"/>
            <ac:picMk id="3" creationId="{AA4EEDF2-E83C-4DE6-BEBA-DE83D367CE5E}"/>
          </ac:picMkLst>
        </pc:picChg>
        <pc:picChg chg="add del mod">
          <ac:chgData name="王月" userId="9d7c2960-20f1-43a9-b353-abcb8eec574b" providerId="ADAL" clId="{28D517C4-3A8A-44D2-9B3D-408962D98F68}" dt="2021-12-04T14:16:07.998" v="2119" actId="478"/>
          <ac:picMkLst>
            <pc:docMk/>
            <pc:sldMk cId="2379760615" sldId="265"/>
            <ac:picMk id="5" creationId="{D5C888AC-EBA1-43A2-B055-CD3454E2E86D}"/>
          </ac:picMkLst>
        </pc:picChg>
        <pc:picChg chg="add del mod ord">
          <ac:chgData name="王月" userId="9d7c2960-20f1-43a9-b353-abcb8eec574b" providerId="ADAL" clId="{28D517C4-3A8A-44D2-9B3D-408962D98F68}" dt="2021-12-04T14:25:41.644" v="2128" actId="478"/>
          <ac:picMkLst>
            <pc:docMk/>
            <pc:sldMk cId="2379760615" sldId="265"/>
            <ac:picMk id="30" creationId="{8C5835A9-179E-4E1F-A569-CE9D8D38490F}"/>
          </ac:picMkLst>
        </pc:picChg>
        <pc:picChg chg="add del mod ord modCrop">
          <ac:chgData name="王月" userId="9d7c2960-20f1-43a9-b353-abcb8eec574b" providerId="ADAL" clId="{28D517C4-3A8A-44D2-9B3D-408962D98F68}" dt="2022-01-03T08:17:47.066" v="4583" actId="478"/>
          <ac:picMkLst>
            <pc:docMk/>
            <pc:sldMk cId="2379760615" sldId="265"/>
            <ac:picMk id="33" creationId="{3BDE12FC-48B2-4430-9802-BFCC550B8B13}"/>
          </ac:picMkLst>
        </pc:picChg>
        <pc:picChg chg="mod">
          <ac:chgData name="王月" userId="9d7c2960-20f1-43a9-b353-abcb8eec574b" providerId="ADAL" clId="{28D517C4-3A8A-44D2-9B3D-408962D98F68}" dt="2021-12-04T14:42:24.560" v="2171"/>
          <ac:picMkLst>
            <pc:docMk/>
            <pc:sldMk cId="2379760615" sldId="265"/>
            <ac:picMk id="50" creationId="{C1064D9E-B08A-40A0-84BF-A8C382B69916}"/>
          </ac:picMkLst>
        </pc:picChg>
        <pc:picChg chg="mod">
          <ac:chgData name="王月" userId="9d7c2960-20f1-43a9-b353-abcb8eec574b" providerId="ADAL" clId="{28D517C4-3A8A-44D2-9B3D-408962D98F68}" dt="2021-12-04T14:42:24.560" v="2171"/>
          <ac:picMkLst>
            <pc:docMk/>
            <pc:sldMk cId="2379760615" sldId="265"/>
            <ac:picMk id="51" creationId="{044DB380-3130-46AE-B679-7B2471AF7AB9}"/>
          </ac:picMkLst>
        </pc:picChg>
        <pc:picChg chg="add del mod ord">
          <ac:chgData name="王月" userId="9d7c2960-20f1-43a9-b353-abcb8eec574b" providerId="ADAL" clId="{28D517C4-3A8A-44D2-9B3D-408962D98F68}" dt="2022-01-03T08:17:48.311" v="4584" actId="478"/>
          <ac:picMkLst>
            <pc:docMk/>
            <pc:sldMk cId="2379760615" sldId="265"/>
            <ac:picMk id="78" creationId="{6974F522-E96A-4177-A686-FCDA6452C617}"/>
          </ac:picMkLst>
        </pc:picChg>
        <pc:cxnChg chg="add del mod">
          <ac:chgData name="王月" userId="9d7c2960-20f1-43a9-b353-abcb8eec574b" providerId="ADAL" clId="{28D517C4-3A8A-44D2-9B3D-408962D98F68}" dt="2021-12-04T15:03:01.801" v="2347" actId="478"/>
          <ac:cxnSpMkLst>
            <pc:docMk/>
            <pc:sldMk cId="2379760615" sldId="265"/>
            <ac:cxnSpMk id="9" creationId="{010B8278-F5B3-4154-81C4-7F21F1931285}"/>
          </ac:cxnSpMkLst>
        </pc:cxnChg>
        <pc:cxnChg chg="add mod">
          <ac:chgData name="王月" userId="9d7c2960-20f1-43a9-b353-abcb8eec574b" providerId="ADAL" clId="{28D517C4-3A8A-44D2-9B3D-408962D98F68}" dt="2022-01-05T03:13:49.999" v="5189" actId="14100"/>
          <ac:cxnSpMkLst>
            <pc:docMk/>
            <pc:sldMk cId="2379760615" sldId="265"/>
            <ac:cxnSpMk id="10" creationId="{FE1229D0-33AE-452A-96B8-4AD91A07A8D8}"/>
          </ac:cxnSpMkLst>
        </pc:cxnChg>
        <pc:cxnChg chg="add del mod">
          <ac:chgData name="王月" userId="9d7c2960-20f1-43a9-b353-abcb8eec574b" providerId="ADAL" clId="{28D517C4-3A8A-44D2-9B3D-408962D98F68}" dt="2021-12-04T15:03:01.801" v="2347" actId="478"/>
          <ac:cxnSpMkLst>
            <pc:docMk/>
            <pc:sldMk cId="2379760615" sldId="265"/>
            <ac:cxnSpMk id="13" creationId="{27BB9844-B5FF-46AB-BE55-723F0C75497D}"/>
          </ac:cxnSpMkLst>
        </pc:cxnChg>
        <pc:cxnChg chg="add del mod">
          <ac:chgData name="王月" userId="9d7c2960-20f1-43a9-b353-abcb8eec574b" providerId="ADAL" clId="{28D517C4-3A8A-44D2-9B3D-408962D98F68}" dt="2021-12-04T15:03:01.801" v="2347" actId="478"/>
          <ac:cxnSpMkLst>
            <pc:docMk/>
            <pc:sldMk cId="2379760615" sldId="265"/>
            <ac:cxnSpMk id="14" creationId="{C2D92AC0-B578-48D2-987D-18485FDCDA54}"/>
          </ac:cxnSpMkLst>
        </pc:cxnChg>
        <pc:cxnChg chg="add del mod">
          <ac:chgData name="王月" userId="9d7c2960-20f1-43a9-b353-abcb8eec574b" providerId="ADAL" clId="{28D517C4-3A8A-44D2-9B3D-408962D98F68}" dt="2021-12-04T15:03:01.801" v="2347" actId="478"/>
          <ac:cxnSpMkLst>
            <pc:docMk/>
            <pc:sldMk cId="2379760615" sldId="265"/>
            <ac:cxnSpMk id="15" creationId="{2B11796D-2DF3-4B5D-A24E-1C6F059B1161}"/>
          </ac:cxnSpMkLst>
        </pc:cxnChg>
        <pc:cxnChg chg="add del mod">
          <ac:chgData name="王月" userId="9d7c2960-20f1-43a9-b353-abcb8eec574b" providerId="ADAL" clId="{28D517C4-3A8A-44D2-9B3D-408962D98F68}" dt="2021-12-04T15:03:01.801" v="2347" actId="478"/>
          <ac:cxnSpMkLst>
            <pc:docMk/>
            <pc:sldMk cId="2379760615" sldId="265"/>
            <ac:cxnSpMk id="19" creationId="{7205538D-A755-436A-94A2-653E89F24BBA}"/>
          </ac:cxnSpMkLst>
        </pc:cxnChg>
        <pc:cxnChg chg="add del mod">
          <ac:chgData name="王月" userId="9d7c2960-20f1-43a9-b353-abcb8eec574b" providerId="ADAL" clId="{28D517C4-3A8A-44D2-9B3D-408962D98F68}" dt="2021-12-04T15:03:01.801" v="2347" actId="478"/>
          <ac:cxnSpMkLst>
            <pc:docMk/>
            <pc:sldMk cId="2379760615" sldId="265"/>
            <ac:cxnSpMk id="20" creationId="{5E381A3E-E91A-404B-A629-19CFF1FA11C9}"/>
          </ac:cxnSpMkLst>
        </pc:cxnChg>
        <pc:cxnChg chg="add del mod">
          <ac:chgData name="王月" userId="9d7c2960-20f1-43a9-b353-abcb8eec574b" providerId="ADAL" clId="{28D517C4-3A8A-44D2-9B3D-408962D98F68}" dt="2021-12-04T15:03:01.801" v="2347" actId="478"/>
          <ac:cxnSpMkLst>
            <pc:docMk/>
            <pc:sldMk cId="2379760615" sldId="265"/>
            <ac:cxnSpMk id="21" creationId="{E206F576-4B2E-408A-A396-1DE125D228CF}"/>
          </ac:cxnSpMkLst>
        </pc:cxnChg>
        <pc:cxnChg chg="add mod">
          <ac:chgData name="王月" userId="9d7c2960-20f1-43a9-b353-abcb8eec574b" providerId="ADAL" clId="{28D517C4-3A8A-44D2-9B3D-408962D98F68}" dt="2022-01-05T03:03:23.526" v="5058" actId="1036"/>
          <ac:cxnSpMkLst>
            <pc:docMk/>
            <pc:sldMk cId="2379760615" sldId="265"/>
            <ac:cxnSpMk id="22" creationId="{77D20C79-13BF-4802-82EE-C440F77123B8}"/>
          </ac:cxnSpMkLst>
        </pc:cxnChg>
        <pc:cxnChg chg="add del mod">
          <ac:chgData name="王月" userId="9d7c2960-20f1-43a9-b353-abcb8eec574b" providerId="ADAL" clId="{28D517C4-3A8A-44D2-9B3D-408962D98F68}" dt="2021-12-04T15:03:01.801" v="2347" actId="478"/>
          <ac:cxnSpMkLst>
            <pc:docMk/>
            <pc:sldMk cId="2379760615" sldId="265"/>
            <ac:cxnSpMk id="23" creationId="{9582FE31-8E9E-4078-8AA3-495F1449CDE1}"/>
          </ac:cxnSpMkLst>
        </pc:cxnChg>
        <pc:cxnChg chg="add del mod">
          <ac:chgData name="王月" userId="9d7c2960-20f1-43a9-b353-abcb8eec574b" providerId="ADAL" clId="{28D517C4-3A8A-44D2-9B3D-408962D98F68}" dt="2021-12-04T15:03:01.801" v="2347" actId="478"/>
          <ac:cxnSpMkLst>
            <pc:docMk/>
            <pc:sldMk cId="2379760615" sldId="265"/>
            <ac:cxnSpMk id="24" creationId="{38B7D925-34ED-497D-B0E6-1FD01BE1CE1F}"/>
          </ac:cxnSpMkLst>
        </pc:cxnChg>
        <pc:cxnChg chg="add del mod">
          <ac:chgData name="王月" userId="9d7c2960-20f1-43a9-b353-abcb8eec574b" providerId="ADAL" clId="{28D517C4-3A8A-44D2-9B3D-408962D98F68}" dt="2021-12-04T15:03:01.801" v="2347" actId="478"/>
          <ac:cxnSpMkLst>
            <pc:docMk/>
            <pc:sldMk cId="2379760615" sldId="265"/>
            <ac:cxnSpMk id="25" creationId="{EF3E073D-EBEB-4944-A15C-70705A2CEEF9}"/>
          </ac:cxnSpMkLst>
        </pc:cxnChg>
        <pc:cxnChg chg="add mod">
          <ac:chgData name="王月" userId="9d7c2960-20f1-43a9-b353-abcb8eec574b" providerId="ADAL" clId="{28D517C4-3A8A-44D2-9B3D-408962D98F68}" dt="2022-01-05T03:13:52.313" v="5190" actId="14100"/>
          <ac:cxnSpMkLst>
            <pc:docMk/>
            <pc:sldMk cId="2379760615" sldId="265"/>
            <ac:cxnSpMk id="38" creationId="{110DE3C2-A436-4D56-9405-AF598A5BD50F}"/>
          </ac:cxnSpMkLst>
        </pc:cxnChg>
        <pc:cxnChg chg="add del mod">
          <ac:chgData name="王月" userId="9d7c2960-20f1-43a9-b353-abcb8eec574b" providerId="ADAL" clId="{28D517C4-3A8A-44D2-9B3D-408962D98F68}" dt="2021-12-04T14:52:59.193" v="2196" actId="478"/>
          <ac:cxnSpMkLst>
            <pc:docMk/>
            <pc:sldMk cId="2379760615" sldId="265"/>
            <ac:cxnSpMk id="42" creationId="{24DE4DED-235E-48D5-915B-AB3C22EEF315}"/>
          </ac:cxnSpMkLst>
        </pc:cxnChg>
        <pc:cxnChg chg="add del mod">
          <ac:chgData name="王月" userId="9d7c2960-20f1-43a9-b353-abcb8eec574b" providerId="ADAL" clId="{28D517C4-3A8A-44D2-9B3D-408962D98F68}" dt="2022-01-05T03:05:59.188" v="5066" actId="478"/>
          <ac:cxnSpMkLst>
            <pc:docMk/>
            <pc:sldMk cId="2379760615" sldId="265"/>
            <ac:cxnSpMk id="45" creationId="{FA59C27E-3D19-4C0A-8E5D-873AA5E9C14A}"/>
          </ac:cxnSpMkLst>
        </pc:cxnChg>
        <pc:cxnChg chg="add mod">
          <ac:chgData name="王月" userId="9d7c2960-20f1-43a9-b353-abcb8eec574b" providerId="ADAL" clId="{28D517C4-3A8A-44D2-9B3D-408962D98F68}" dt="2022-01-05T03:03:23.526" v="5058" actId="1036"/>
          <ac:cxnSpMkLst>
            <pc:docMk/>
            <pc:sldMk cId="2379760615" sldId="265"/>
            <ac:cxnSpMk id="59" creationId="{A33095B9-24AE-43F5-9BF6-F7D3AD7F7914}"/>
          </ac:cxnSpMkLst>
        </pc:cxnChg>
        <pc:cxnChg chg="add mod">
          <ac:chgData name="王月" userId="9d7c2960-20f1-43a9-b353-abcb8eec574b" providerId="ADAL" clId="{28D517C4-3A8A-44D2-9B3D-408962D98F68}" dt="2022-01-05T03:08:37.221" v="5097" actId="14100"/>
          <ac:cxnSpMkLst>
            <pc:docMk/>
            <pc:sldMk cId="2379760615" sldId="265"/>
            <ac:cxnSpMk id="62" creationId="{59C53261-41A7-467A-ADCE-D2C574D3918D}"/>
          </ac:cxnSpMkLst>
        </pc:cxnChg>
        <pc:cxnChg chg="add mod">
          <ac:chgData name="王月" userId="9d7c2960-20f1-43a9-b353-abcb8eec574b" providerId="ADAL" clId="{28D517C4-3A8A-44D2-9B3D-408962D98F68}" dt="2022-01-05T03:08:33.256" v="5096" actId="1076"/>
          <ac:cxnSpMkLst>
            <pc:docMk/>
            <pc:sldMk cId="2379760615" sldId="265"/>
            <ac:cxnSpMk id="65" creationId="{D1A2F1F2-3BE4-4319-8D51-0A844AA69871}"/>
          </ac:cxnSpMkLst>
        </pc:cxnChg>
        <pc:cxnChg chg="add mod">
          <ac:chgData name="王月" userId="9d7c2960-20f1-43a9-b353-abcb8eec574b" providerId="ADAL" clId="{28D517C4-3A8A-44D2-9B3D-408962D98F68}" dt="2022-01-05T03:07:44.980" v="5086" actId="14100"/>
          <ac:cxnSpMkLst>
            <pc:docMk/>
            <pc:sldMk cId="2379760615" sldId="265"/>
            <ac:cxnSpMk id="69" creationId="{E43536FC-5BBB-47D0-AE75-6589307647B0}"/>
          </ac:cxnSpMkLst>
        </pc:cxnChg>
        <pc:cxnChg chg="add mod">
          <ac:chgData name="王月" userId="9d7c2960-20f1-43a9-b353-abcb8eec574b" providerId="ADAL" clId="{28D517C4-3A8A-44D2-9B3D-408962D98F68}" dt="2022-01-05T03:03:23.526" v="5058" actId="1036"/>
          <ac:cxnSpMkLst>
            <pc:docMk/>
            <pc:sldMk cId="2379760615" sldId="265"/>
            <ac:cxnSpMk id="70" creationId="{2F641818-B7D1-4660-AA46-3FE2945BF066}"/>
          </ac:cxnSpMkLst>
        </pc:cxnChg>
        <pc:cxnChg chg="add mod">
          <ac:chgData name="王月" userId="9d7c2960-20f1-43a9-b353-abcb8eec574b" providerId="ADAL" clId="{28D517C4-3A8A-44D2-9B3D-408962D98F68}" dt="2022-01-05T03:03:23.526" v="5058" actId="1036"/>
          <ac:cxnSpMkLst>
            <pc:docMk/>
            <pc:sldMk cId="2379760615" sldId="265"/>
            <ac:cxnSpMk id="71" creationId="{AA9D191E-8437-416B-9856-AEC52D0B3B49}"/>
          </ac:cxnSpMkLst>
        </pc:cxnChg>
        <pc:cxnChg chg="add mod">
          <ac:chgData name="王月" userId="9d7c2960-20f1-43a9-b353-abcb8eec574b" providerId="ADAL" clId="{28D517C4-3A8A-44D2-9B3D-408962D98F68}" dt="2022-01-05T03:08:41.585" v="5098" actId="1076"/>
          <ac:cxnSpMkLst>
            <pc:docMk/>
            <pc:sldMk cId="2379760615" sldId="265"/>
            <ac:cxnSpMk id="72" creationId="{6764DC0F-DBE1-4060-B541-E617BB43DF63}"/>
          </ac:cxnSpMkLst>
        </pc:cxnChg>
        <pc:cxnChg chg="add mod">
          <ac:chgData name="王月" userId="9d7c2960-20f1-43a9-b353-abcb8eec574b" providerId="ADAL" clId="{28D517C4-3A8A-44D2-9B3D-408962D98F68}" dt="2022-01-05T03:07:57.486" v="5090" actId="14100"/>
          <ac:cxnSpMkLst>
            <pc:docMk/>
            <pc:sldMk cId="2379760615" sldId="265"/>
            <ac:cxnSpMk id="73" creationId="{1B51D365-2772-499D-8E86-DFCD467F16F3}"/>
          </ac:cxnSpMkLst>
        </pc:cxnChg>
        <pc:cxnChg chg="add mod">
          <ac:chgData name="王月" userId="9d7c2960-20f1-43a9-b353-abcb8eec574b" providerId="ADAL" clId="{28D517C4-3A8A-44D2-9B3D-408962D98F68}" dt="2022-01-05T03:27:18.269" v="5348" actId="108"/>
          <ac:cxnSpMkLst>
            <pc:docMk/>
            <pc:sldMk cId="2379760615" sldId="265"/>
            <ac:cxnSpMk id="80" creationId="{914C476E-551B-40EC-9439-44625A262668}"/>
          </ac:cxnSpMkLst>
        </pc:cxnChg>
        <pc:cxnChg chg="add mod">
          <ac:chgData name="王月" userId="9d7c2960-20f1-43a9-b353-abcb8eec574b" providerId="ADAL" clId="{28D517C4-3A8A-44D2-9B3D-408962D98F68}" dt="2022-01-05T03:26:04.003" v="5340" actId="693"/>
          <ac:cxnSpMkLst>
            <pc:docMk/>
            <pc:sldMk cId="2379760615" sldId="265"/>
            <ac:cxnSpMk id="82" creationId="{231776A8-F2FD-4357-BCE3-6B0715275CD9}"/>
          </ac:cxnSpMkLst>
        </pc:cxnChg>
        <pc:cxnChg chg="add mod">
          <ac:chgData name="王月" userId="9d7c2960-20f1-43a9-b353-abcb8eec574b" providerId="ADAL" clId="{28D517C4-3A8A-44D2-9B3D-408962D98F68}" dt="2022-01-05T03:30:39.788" v="5396" actId="1076"/>
          <ac:cxnSpMkLst>
            <pc:docMk/>
            <pc:sldMk cId="2379760615" sldId="265"/>
            <ac:cxnSpMk id="85" creationId="{3512FA4D-B8B6-4BEA-999C-AAA7BD83F950}"/>
          </ac:cxnSpMkLst>
        </pc:cxnChg>
        <pc:cxnChg chg="add mod">
          <ac:chgData name="王月" userId="9d7c2960-20f1-43a9-b353-abcb8eec574b" providerId="ADAL" clId="{28D517C4-3A8A-44D2-9B3D-408962D98F68}" dt="2022-01-05T03:30:22.555" v="5392" actId="1076"/>
          <ac:cxnSpMkLst>
            <pc:docMk/>
            <pc:sldMk cId="2379760615" sldId="265"/>
            <ac:cxnSpMk id="86" creationId="{514D83E6-3AF9-434D-8C65-B03A355B78FC}"/>
          </ac:cxnSpMkLst>
        </pc:cxnChg>
        <pc:cxnChg chg="add mod">
          <ac:chgData name="王月" userId="9d7c2960-20f1-43a9-b353-abcb8eec574b" providerId="ADAL" clId="{28D517C4-3A8A-44D2-9B3D-408962D98F68}" dt="2022-01-05T03:30:11.050" v="5390" actId="1076"/>
          <ac:cxnSpMkLst>
            <pc:docMk/>
            <pc:sldMk cId="2379760615" sldId="265"/>
            <ac:cxnSpMk id="91" creationId="{CD1219AD-C597-4A4A-9894-9483BCEE5BB5}"/>
          </ac:cxnSpMkLst>
        </pc:cxnChg>
        <pc:cxnChg chg="add mod">
          <ac:chgData name="王月" userId="9d7c2960-20f1-43a9-b353-abcb8eec574b" providerId="ADAL" clId="{28D517C4-3A8A-44D2-9B3D-408962D98F68}" dt="2022-01-05T03:03:23.526" v="5058" actId="1036"/>
          <ac:cxnSpMkLst>
            <pc:docMk/>
            <pc:sldMk cId="2379760615" sldId="265"/>
            <ac:cxnSpMk id="92" creationId="{AC9F6E13-3850-4E23-A95F-DA30E2CAF6F3}"/>
          </ac:cxnSpMkLst>
        </pc:cxnChg>
        <pc:cxnChg chg="add mod">
          <ac:chgData name="王月" userId="9d7c2960-20f1-43a9-b353-abcb8eec574b" providerId="ADAL" clId="{28D517C4-3A8A-44D2-9B3D-408962D98F68}" dt="2022-01-05T03:29:21.220" v="5375" actId="14100"/>
          <ac:cxnSpMkLst>
            <pc:docMk/>
            <pc:sldMk cId="2379760615" sldId="265"/>
            <ac:cxnSpMk id="93" creationId="{3AB7523B-E386-4952-A4ED-F8DB6151690C}"/>
          </ac:cxnSpMkLst>
        </pc:cxnChg>
        <pc:cxnChg chg="add del mod">
          <ac:chgData name="王月" userId="9d7c2960-20f1-43a9-b353-abcb8eec574b" providerId="ADAL" clId="{28D517C4-3A8A-44D2-9B3D-408962D98F68}" dt="2021-12-04T15:06:54.583" v="2369" actId="478"/>
          <ac:cxnSpMkLst>
            <pc:docMk/>
            <pc:sldMk cId="2379760615" sldId="265"/>
            <ac:cxnSpMk id="94" creationId="{3DAA3ED2-C986-46FC-8F7B-E04FEFA6350F}"/>
          </ac:cxnSpMkLst>
        </pc:cxnChg>
        <pc:cxnChg chg="add del mod">
          <ac:chgData name="王月" userId="9d7c2960-20f1-43a9-b353-abcb8eec574b" providerId="ADAL" clId="{28D517C4-3A8A-44D2-9B3D-408962D98F68}" dt="2021-12-04T15:06:53.160" v="2368" actId="478"/>
          <ac:cxnSpMkLst>
            <pc:docMk/>
            <pc:sldMk cId="2379760615" sldId="265"/>
            <ac:cxnSpMk id="95" creationId="{2449B0BD-DBE2-478D-A635-E8DEDFA0B726}"/>
          </ac:cxnSpMkLst>
        </pc:cxnChg>
        <pc:cxnChg chg="add del mod">
          <ac:chgData name="王月" userId="9d7c2960-20f1-43a9-b353-abcb8eec574b" providerId="ADAL" clId="{28D517C4-3A8A-44D2-9B3D-408962D98F68}" dt="2021-12-04T15:06:55.961" v="2370" actId="478"/>
          <ac:cxnSpMkLst>
            <pc:docMk/>
            <pc:sldMk cId="2379760615" sldId="265"/>
            <ac:cxnSpMk id="96" creationId="{4F83CFC0-BB53-425D-BC52-C29FDF5E79BB}"/>
          </ac:cxnSpMkLst>
        </pc:cxnChg>
        <pc:cxnChg chg="add del mod">
          <ac:chgData name="王月" userId="9d7c2960-20f1-43a9-b353-abcb8eec574b" providerId="ADAL" clId="{28D517C4-3A8A-44D2-9B3D-408962D98F68}" dt="2021-12-04T15:11:05.370" v="2417" actId="478"/>
          <ac:cxnSpMkLst>
            <pc:docMk/>
            <pc:sldMk cId="2379760615" sldId="265"/>
            <ac:cxnSpMk id="102" creationId="{EA4CD0A2-784B-49F8-8CC8-52AAA7E04EFF}"/>
          </ac:cxnSpMkLst>
        </pc:cxnChg>
        <pc:cxnChg chg="add del mod">
          <ac:chgData name="王月" userId="9d7c2960-20f1-43a9-b353-abcb8eec574b" providerId="ADAL" clId="{28D517C4-3A8A-44D2-9B3D-408962D98F68}" dt="2021-12-04T15:11:05.370" v="2417" actId="478"/>
          <ac:cxnSpMkLst>
            <pc:docMk/>
            <pc:sldMk cId="2379760615" sldId="265"/>
            <ac:cxnSpMk id="103" creationId="{045BB89B-979B-4FC1-8601-AD240763A5D3}"/>
          </ac:cxnSpMkLst>
        </pc:cxnChg>
        <pc:cxnChg chg="add del mod">
          <ac:chgData name="王月" userId="9d7c2960-20f1-43a9-b353-abcb8eec574b" providerId="ADAL" clId="{28D517C4-3A8A-44D2-9B3D-408962D98F68}" dt="2021-12-04T15:11:05.370" v="2417" actId="478"/>
          <ac:cxnSpMkLst>
            <pc:docMk/>
            <pc:sldMk cId="2379760615" sldId="265"/>
            <ac:cxnSpMk id="104" creationId="{BA49D0F8-939C-4B97-A2B1-E2DCFB7BDA9B}"/>
          </ac:cxnSpMkLst>
        </pc:cxnChg>
        <pc:cxnChg chg="add del mod">
          <ac:chgData name="王月" userId="9d7c2960-20f1-43a9-b353-abcb8eec574b" providerId="ADAL" clId="{28D517C4-3A8A-44D2-9B3D-408962D98F68}" dt="2021-12-04T15:11:05.370" v="2417" actId="478"/>
          <ac:cxnSpMkLst>
            <pc:docMk/>
            <pc:sldMk cId="2379760615" sldId="265"/>
            <ac:cxnSpMk id="107" creationId="{8573039B-09A2-4A01-A3AC-3B8EA0272BA5}"/>
          </ac:cxnSpMkLst>
        </pc:cxnChg>
        <pc:cxnChg chg="add del mod">
          <ac:chgData name="王月" userId="9d7c2960-20f1-43a9-b353-abcb8eec574b" providerId="ADAL" clId="{28D517C4-3A8A-44D2-9B3D-408962D98F68}" dt="2021-12-04T15:11:05.370" v="2417" actId="478"/>
          <ac:cxnSpMkLst>
            <pc:docMk/>
            <pc:sldMk cId="2379760615" sldId="265"/>
            <ac:cxnSpMk id="110" creationId="{31100782-DECB-4CDD-82AC-AD87CE2C381A}"/>
          </ac:cxnSpMkLst>
        </pc:cxnChg>
        <pc:cxnChg chg="add del mod">
          <ac:chgData name="王月" userId="9d7c2960-20f1-43a9-b353-abcb8eec574b" providerId="ADAL" clId="{28D517C4-3A8A-44D2-9B3D-408962D98F68}" dt="2021-12-04T15:11:05.370" v="2417" actId="478"/>
          <ac:cxnSpMkLst>
            <pc:docMk/>
            <pc:sldMk cId="2379760615" sldId="265"/>
            <ac:cxnSpMk id="111" creationId="{C1DA10CE-396D-46F3-B7FC-9A667C5D3E77}"/>
          </ac:cxnSpMkLst>
        </pc:cxnChg>
        <pc:cxnChg chg="add del mod">
          <ac:chgData name="王月" userId="9d7c2960-20f1-43a9-b353-abcb8eec574b" providerId="ADAL" clId="{28D517C4-3A8A-44D2-9B3D-408962D98F68}" dt="2021-12-04T15:11:05.370" v="2417" actId="478"/>
          <ac:cxnSpMkLst>
            <pc:docMk/>
            <pc:sldMk cId="2379760615" sldId="265"/>
            <ac:cxnSpMk id="112" creationId="{F98C8BC5-FAFA-4070-A667-FDD3FAD43D5D}"/>
          </ac:cxnSpMkLst>
        </pc:cxnChg>
        <pc:cxnChg chg="add mod">
          <ac:chgData name="王月" userId="9d7c2960-20f1-43a9-b353-abcb8eec574b" providerId="ADAL" clId="{28D517C4-3A8A-44D2-9B3D-408962D98F68}" dt="2022-01-05T03:30:13.763" v="5391" actId="1076"/>
          <ac:cxnSpMkLst>
            <pc:docMk/>
            <pc:sldMk cId="2379760615" sldId="265"/>
            <ac:cxnSpMk id="113" creationId="{5DCBD1C6-5797-46B9-991D-9379890E4930}"/>
          </ac:cxnSpMkLst>
        </pc:cxnChg>
        <pc:cxnChg chg="add mod">
          <ac:chgData name="王月" userId="9d7c2960-20f1-43a9-b353-abcb8eec574b" providerId="ADAL" clId="{28D517C4-3A8A-44D2-9B3D-408962D98F68}" dt="2022-01-05T03:29:55.237" v="5387" actId="1038"/>
          <ac:cxnSpMkLst>
            <pc:docMk/>
            <pc:sldMk cId="2379760615" sldId="265"/>
            <ac:cxnSpMk id="114" creationId="{3495B156-E26B-4272-A6BD-2CC3E8269B4E}"/>
          </ac:cxnSpMkLst>
        </pc:cxnChg>
        <pc:cxnChg chg="add del mod">
          <ac:chgData name="王月" userId="9d7c2960-20f1-43a9-b353-abcb8eec574b" providerId="ADAL" clId="{28D517C4-3A8A-44D2-9B3D-408962D98F68}" dt="2021-12-04T15:11:05.370" v="2417" actId="478"/>
          <ac:cxnSpMkLst>
            <pc:docMk/>
            <pc:sldMk cId="2379760615" sldId="265"/>
            <ac:cxnSpMk id="117" creationId="{36E1D113-C49B-4546-9694-2ABC5FC8FE4B}"/>
          </ac:cxnSpMkLst>
        </pc:cxnChg>
        <pc:cxnChg chg="add mod">
          <ac:chgData name="王月" userId="9d7c2960-20f1-43a9-b353-abcb8eec574b" providerId="ADAL" clId="{28D517C4-3A8A-44D2-9B3D-408962D98F68}" dt="2022-01-05T03:24:49.459" v="5326" actId="1076"/>
          <ac:cxnSpMkLst>
            <pc:docMk/>
            <pc:sldMk cId="2379760615" sldId="265"/>
            <ac:cxnSpMk id="128" creationId="{A7845375-0DBE-4093-B611-BBDE3D70A3ED}"/>
          </ac:cxnSpMkLst>
        </pc:cxnChg>
        <pc:cxnChg chg="add mod">
          <ac:chgData name="王月" userId="9d7c2960-20f1-43a9-b353-abcb8eec574b" providerId="ADAL" clId="{28D517C4-3A8A-44D2-9B3D-408962D98F68}" dt="2022-01-05T03:24:52.171" v="5327" actId="14100"/>
          <ac:cxnSpMkLst>
            <pc:docMk/>
            <pc:sldMk cId="2379760615" sldId="265"/>
            <ac:cxnSpMk id="130" creationId="{6DA42AC8-A0B1-41C1-AD83-5E55DC71A44F}"/>
          </ac:cxnSpMkLst>
        </pc:cxnChg>
        <pc:cxnChg chg="add mod">
          <ac:chgData name="王月" userId="9d7c2960-20f1-43a9-b353-abcb8eec574b" providerId="ADAL" clId="{28D517C4-3A8A-44D2-9B3D-408962D98F68}" dt="2022-01-05T03:29:55.237" v="5387" actId="1038"/>
          <ac:cxnSpMkLst>
            <pc:docMk/>
            <pc:sldMk cId="2379760615" sldId="265"/>
            <ac:cxnSpMk id="134" creationId="{89553271-EAD3-4123-9C20-1799DA944227}"/>
          </ac:cxnSpMkLst>
        </pc:cxnChg>
        <pc:cxnChg chg="add del mod">
          <ac:chgData name="王月" userId="9d7c2960-20f1-43a9-b353-abcb8eec574b" providerId="ADAL" clId="{28D517C4-3A8A-44D2-9B3D-408962D98F68}" dt="2021-12-04T15:09:47.544" v="2406" actId="478"/>
          <ac:cxnSpMkLst>
            <pc:docMk/>
            <pc:sldMk cId="2379760615" sldId="265"/>
            <ac:cxnSpMk id="141" creationId="{9C197C45-8BE8-4AEF-BECC-5E9612018B51}"/>
          </ac:cxnSpMkLst>
        </pc:cxnChg>
        <pc:cxnChg chg="add mod">
          <ac:chgData name="王月" userId="9d7c2960-20f1-43a9-b353-abcb8eec574b" providerId="ADAL" clId="{28D517C4-3A8A-44D2-9B3D-408962D98F68}" dt="2022-01-05T03:07:10.900" v="5080" actId="14100"/>
          <ac:cxnSpMkLst>
            <pc:docMk/>
            <pc:sldMk cId="2379760615" sldId="265"/>
            <ac:cxnSpMk id="171" creationId="{06559C6D-A95E-4473-80F1-9BDD70875706}"/>
          </ac:cxnSpMkLst>
        </pc:cxnChg>
        <pc:cxnChg chg="add mod">
          <ac:chgData name="王月" userId="9d7c2960-20f1-43a9-b353-abcb8eec574b" providerId="ADAL" clId="{28D517C4-3A8A-44D2-9B3D-408962D98F68}" dt="2022-01-05T03:30:39.788" v="5396" actId="1076"/>
          <ac:cxnSpMkLst>
            <pc:docMk/>
            <pc:sldMk cId="2379760615" sldId="265"/>
            <ac:cxnSpMk id="176" creationId="{52AE1DBD-0A08-4D18-BCFC-B66AD4455E0D}"/>
          </ac:cxnSpMkLst>
        </pc:cxnChg>
      </pc:sldChg>
      <pc:sldChg chg="addSp delSp modSp add mod">
        <pc:chgData name="王月" userId="9d7c2960-20f1-43a9-b353-abcb8eec574b" providerId="ADAL" clId="{28D517C4-3A8A-44D2-9B3D-408962D98F68}" dt="2022-01-05T12:01:54.270" v="8191" actId="478"/>
        <pc:sldMkLst>
          <pc:docMk/>
          <pc:sldMk cId="3109380657" sldId="266"/>
        </pc:sldMkLst>
        <pc:spChg chg="add del mod">
          <ac:chgData name="王月" userId="9d7c2960-20f1-43a9-b353-abcb8eec574b" providerId="ADAL" clId="{28D517C4-3A8A-44D2-9B3D-408962D98F68}" dt="2022-01-05T12:01:54.270" v="8191" actId="478"/>
          <ac:spMkLst>
            <pc:docMk/>
            <pc:sldMk cId="3109380657" sldId="266"/>
            <ac:spMk id="2" creationId="{4ED0A9FA-C5B4-4097-8EDB-EA60FED23C80}"/>
          </ac:spMkLst>
        </pc:spChg>
        <pc:spChg chg="del">
          <ac:chgData name="王月" userId="9d7c2960-20f1-43a9-b353-abcb8eec574b" providerId="ADAL" clId="{28D517C4-3A8A-44D2-9B3D-408962D98F68}" dt="2022-01-02T14:22:07.647" v="3223" actId="478"/>
          <ac:spMkLst>
            <pc:docMk/>
            <pc:sldMk cId="3109380657" sldId="266"/>
            <ac:spMk id="6" creationId="{FAA89687-E637-4A2C-AABD-6267C050B046}"/>
          </ac:spMkLst>
        </pc:spChg>
        <pc:spChg chg="del mod ord">
          <ac:chgData name="王月" userId="9d7c2960-20f1-43a9-b353-abcb8eec574b" providerId="ADAL" clId="{28D517C4-3A8A-44D2-9B3D-408962D98F68}" dt="2022-01-02T14:22:07.647" v="3223" actId="478"/>
          <ac:spMkLst>
            <pc:docMk/>
            <pc:sldMk cId="3109380657" sldId="266"/>
            <ac:spMk id="11" creationId="{8E51874F-042D-440A-AFC8-5925A6BD96AB}"/>
          </ac:spMkLst>
        </pc:spChg>
        <pc:spChg chg="add mod">
          <ac:chgData name="王月" userId="9d7c2960-20f1-43a9-b353-abcb8eec574b" providerId="ADAL" clId="{28D517C4-3A8A-44D2-9B3D-408962D98F68}" dt="2022-01-05T03:50:23.298" v="5550" actId="20577"/>
          <ac:spMkLst>
            <pc:docMk/>
            <pc:sldMk cId="3109380657" sldId="266"/>
            <ac:spMk id="50" creationId="{66847DD7-8192-42CC-8653-B15DEB1CDDF1}"/>
          </ac:spMkLst>
        </pc:spChg>
        <pc:spChg chg="add mod">
          <ac:chgData name="王月" userId="9d7c2960-20f1-43a9-b353-abcb8eec574b" providerId="ADAL" clId="{28D517C4-3A8A-44D2-9B3D-408962D98F68}" dt="2022-01-05T02:58:15.993" v="5014"/>
          <ac:spMkLst>
            <pc:docMk/>
            <pc:sldMk cId="3109380657" sldId="266"/>
            <ac:spMk id="51" creationId="{71C01716-E2A5-4C05-B52D-E254612AC421}"/>
          </ac:spMkLst>
        </pc:spChg>
        <pc:spChg chg="add del mod">
          <ac:chgData name="王月" userId="9d7c2960-20f1-43a9-b353-abcb8eec574b" providerId="ADAL" clId="{28D517C4-3A8A-44D2-9B3D-408962D98F68}" dt="2022-01-02T14:03:02.064" v="2823" actId="22"/>
          <ac:spMkLst>
            <pc:docMk/>
            <pc:sldMk cId="3109380657" sldId="266"/>
            <ac:spMk id="52" creationId="{870AE763-0AE4-46AD-9A6F-7FBB7CD927F0}"/>
          </ac:spMkLst>
        </pc:spChg>
        <pc:spChg chg="del mod">
          <ac:chgData name="王月" userId="9d7c2960-20f1-43a9-b353-abcb8eec574b" providerId="ADAL" clId="{28D517C4-3A8A-44D2-9B3D-408962D98F68}" dt="2022-01-02T14:22:07.647" v="3223" actId="478"/>
          <ac:spMkLst>
            <pc:docMk/>
            <pc:sldMk cId="3109380657" sldId="266"/>
            <ac:spMk id="54" creationId="{337D72A6-06E9-45B0-A410-C73860163548}"/>
          </ac:spMkLst>
        </pc:spChg>
        <pc:spChg chg="add mod">
          <ac:chgData name="王月" userId="9d7c2960-20f1-43a9-b353-abcb8eec574b" providerId="ADAL" clId="{28D517C4-3A8A-44D2-9B3D-408962D98F68}" dt="2022-01-02T14:04:05.474" v="2862" actId="571"/>
          <ac:spMkLst>
            <pc:docMk/>
            <pc:sldMk cId="3109380657" sldId="266"/>
            <ac:spMk id="55" creationId="{AD6AA8C7-A26D-42FE-86DA-B6AA39D87F3E}"/>
          </ac:spMkLst>
        </pc:spChg>
        <pc:spChg chg="add mod">
          <ac:chgData name="王月" userId="9d7c2960-20f1-43a9-b353-abcb8eec574b" providerId="ADAL" clId="{28D517C4-3A8A-44D2-9B3D-408962D98F68}" dt="2022-01-02T14:04:05.474" v="2862" actId="571"/>
          <ac:spMkLst>
            <pc:docMk/>
            <pc:sldMk cId="3109380657" sldId="266"/>
            <ac:spMk id="56" creationId="{CB55CD24-47EA-4704-A257-DB7B759D0D21}"/>
          </ac:spMkLst>
        </pc:spChg>
        <pc:spChg chg="add del mod">
          <ac:chgData name="王月" userId="9d7c2960-20f1-43a9-b353-abcb8eec574b" providerId="ADAL" clId="{28D517C4-3A8A-44D2-9B3D-408962D98F68}" dt="2022-01-05T02:51:00.440" v="4925" actId="478"/>
          <ac:spMkLst>
            <pc:docMk/>
            <pc:sldMk cId="3109380657" sldId="266"/>
            <ac:spMk id="57" creationId="{46A828C2-3D74-4E6B-B17F-60F7EEE7BE6A}"/>
          </ac:spMkLst>
        </pc:spChg>
        <pc:spChg chg="del">
          <ac:chgData name="王月" userId="9d7c2960-20f1-43a9-b353-abcb8eec574b" providerId="ADAL" clId="{28D517C4-3A8A-44D2-9B3D-408962D98F68}" dt="2022-01-02T14:22:07.647" v="3223" actId="478"/>
          <ac:spMkLst>
            <pc:docMk/>
            <pc:sldMk cId="3109380657" sldId="266"/>
            <ac:spMk id="64" creationId="{F23B43AB-826F-4B2B-AAE2-4ED29E8796D5}"/>
          </ac:spMkLst>
        </pc:spChg>
        <pc:spChg chg="del mod">
          <ac:chgData name="王月" userId="9d7c2960-20f1-43a9-b353-abcb8eec574b" providerId="ADAL" clId="{28D517C4-3A8A-44D2-9B3D-408962D98F68}" dt="2022-01-02T14:21:58.062" v="3222" actId="478"/>
          <ac:spMkLst>
            <pc:docMk/>
            <pc:sldMk cId="3109380657" sldId="266"/>
            <ac:spMk id="65" creationId="{E86D20C2-09E1-48A6-AF17-1E0EBBAE163A}"/>
          </ac:spMkLst>
        </pc:spChg>
        <pc:spChg chg="mod">
          <ac:chgData name="王月" userId="9d7c2960-20f1-43a9-b353-abcb8eec574b" providerId="ADAL" clId="{28D517C4-3A8A-44D2-9B3D-408962D98F68}" dt="2022-01-05T03:02:41.857" v="5047" actId="1076"/>
          <ac:spMkLst>
            <pc:docMk/>
            <pc:sldMk cId="3109380657" sldId="266"/>
            <ac:spMk id="66" creationId="{36599A47-F2A6-48BF-BAB4-8173E5970BD8}"/>
          </ac:spMkLst>
        </pc:spChg>
        <pc:spChg chg="add del mod">
          <ac:chgData name="王月" userId="9d7c2960-20f1-43a9-b353-abcb8eec574b" providerId="ADAL" clId="{28D517C4-3A8A-44D2-9B3D-408962D98F68}" dt="2022-01-02T14:19:30.257" v="3142" actId="22"/>
          <ac:spMkLst>
            <pc:docMk/>
            <pc:sldMk cId="3109380657" sldId="266"/>
            <ac:spMk id="80" creationId="{654793F5-51E4-4A71-993F-F87C7B7371BC}"/>
          </ac:spMkLst>
        </pc:spChg>
        <pc:spChg chg="add mod">
          <ac:chgData name="王月" userId="9d7c2960-20f1-43a9-b353-abcb8eec574b" providerId="ADAL" clId="{28D517C4-3A8A-44D2-9B3D-408962D98F68}" dt="2022-01-02T14:22:08.209" v="3224"/>
          <ac:spMkLst>
            <pc:docMk/>
            <pc:sldMk cId="3109380657" sldId="266"/>
            <ac:spMk id="81" creationId="{F89B8A19-76DF-4F9E-8259-E3C19A136E75}"/>
          </ac:spMkLst>
        </pc:spChg>
        <pc:spChg chg="del mod">
          <ac:chgData name="王月" userId="9d7c2960-20f1-43a9-b353-abcb8eec574b" providerId="ADAL" clId="{28D517C4-3A8A-44D2-9B3D-408962D98F68}" dt="2022-01-05T02:57:34.694" v="5002" actId="478"/>
          <ac:spMkLst>
            <pc:docMk/>
            <pc:sldMk cId="3109380657" sldId="266"/>
            <ac:spMk id="83" creationId="{E7821991-CAE4-4296-9FE9-05741C4EA27E}"/>
          </ac:spMkLst>
        </pc:spChg>
        <pc:spChg chg="mod">
          <ac:chgData name="王月" userId="9d7c2960-20f1-43a9-b353-abcb8eec574b" providerId="ADAL" clId="{28D517C4-3A8A-44D2-9B3D-408962D98F68}" dt="2022-01-02T14:43:42.093" v="3775" actId="1037"/>
          <ac:spMkLst>
            <pc:docMk/>
            <pc:sldMk cId="3109380657" sldId="266"/>
            <ac:spMk id="84" creationId="{F9FF11C2-A82E-4EEB-9B80-0057D1411863}"/>
          </ac:spMkLst>
        </pc:spChg>
        <pc:spChg chg="add del mod">
          <ac:chgData name="王月" userId="9d7c2960-20f1-43a9-b353-abcb8eec574b" providerId="ADAL" clId="{28D517C4-3A8A-44D2-9B3D-408962D98F68}" dt="2022-01-05T02:48:30.483" v="4898" actId="478"/>
          <ac:spMkLst>
            <pc:docMk/>
            <pc:sldMk cId="3109380657" sldId="266"/>
            <ac:spMk id="88" creationId="{350F19AA-7ABA-47F9-88EF-D407F91CEC42}"/>
          </ac:spMkLst>
        </pc:spChg>
        <pc:spChg chg="add mod">
          <ac:chgData name="王月" userId="9d7c2960-20f1-43a9-b353-abcb8eec574b" providerId="ADAL" clId="{28D517C4-3A8A-44D2-9B3D-408962D98F68}" dt="2022-01-02T14:22:08.209" v="3224"/>
          <ac:spMkLst>
            <pc:docMk/>
            <pc:sldMk cId="3109380657" sldId="266"/>
            <ac:spMk id="95" creationId="{369A930F-ABAD-4039-B968-D504AE085F02}"/>
          </ac:spMkLst>
        </pc:spChg>
        <pc:spChg chg="del mod">
          <ac:chgData name="王月" userId="9d7c2960-20f1-43a9-b353-abcb8eec574b" providerId="ADAL" clId="{28D517C4-3A8A-44D2-9B3D-408962D98F68}" dt="2022-01-02T14:40:26.366" v="3699" actId="478"/>
          <ac:spMkLst>
            <pc:docMk/>
            <pc:sldMk cId="3109380657" sldId="266"/>
            <ac:spMk id="102" creationId="{8B9FAF63-EA3E-4541-883D-3525606AE914}"/>
          </ac:spMkLst>
        </pc:spChg>
        <pc:spChg chg="del mod">
          <ac:chgData name="王月" userId="9d7c2960-20f1-43a9-b353-abcb8eec574b" providerId="ADAL" clId="{28D517C4-3A8A-44D2-9B3D-408962D98F68}" dt="2022-01-02T14:40:26.366" v="3699" actId="478"/>
          <ac:spMkLst>
            <pc:docMk/>
            <pc:sldMk cId="3109380657" sldId="266"/>
            <ac:spMk id="104" creationId="{55EF15C1-FE7E-44E0-B795-3142C1FBB56D}"/>
          </ac:spMkLst>
        </pc:spChg>
        <pc:spChg chg="del mod">
          <ac:chgData name="王月" userId="9d7c2960-20f1-43a9-b353-abcb8eec574b" providerId="ADAL" clId="{28D517C4-3A8A-44D2-9B3D-408962D98F68}" dt="2022-01-02T14:40:26.366" v="3699" actId="478"/>
          <ac:spMkLst>
            <pc:docMk/>
            <pc:sldMk cId="3109380657" sldId="266"/>
            <ac:spMk id="106" creationId="{DBE38015-62FC-42AF-9650-9B0230A612CB}"/>
          </ac:spMkLst>
        </pc:spChg>
        <pc:spChg chg="add mod">
          <ac:chgData name="王月" userId="9d7c2960-20f1-43a9-b353-abcb8eec574b" providerId="ADAL" clId="{28D517C4-3A8A-44D2-9B3D-408962D98F68}" dt="2022-01-02T14:22:08.209" v="3224"/>
          <ac:spMkLst>
            <pc:docMk/>
            <pc:sldMk cId="3109380657" sldId="266"/>
            <ac:spMk id="107" creationId="{3A85F6E0-6448-469F-96E0-A90346E27D9B}"/>
          </ac:spMkLst>
        </pc:spChg>
        <pc:spChg chg="add mod">
          <ac:chgData name="王月" userId="9d7c2960-20f1-43a9-b353-abcb8eec574b" providerId="ADAL" clId="{28D517C4-3A8A-44D2-9B3D-408962D98F68}" dt="2022-01-02T14:22:08.209" v="3224"/>
          <ac:spMkLst>
            <pc:docMk/>
            <pc:sldMk cId="3109380657" sldId="266"/>
            <ac:spMk id="108" creationId="{D8A007D8-5334-4C6B-9A1D-DDF3CC453C49}"/>
          </ac:spMkLst>
        </pc:spChg>
        <pc:spChg chg="add del mod topLvl">
          <ac:chgData name="王月" userId="9d7c2960-20f1-43a9-b353-abcb8eec574b" providerId="ADAL" clId="{28D517C4-3A8A-44D2-9B3D-408962D98F68}" dt="2022-01-02T14:40:43.450" v="3703" actId="478"/>
          <ac:spMkLst>
            <pc:docMk/>
            <pc:sldMk cId="3109380657" sldId="266"/>
            <ac:spMk id="109" creationId="{CC1CFC3A-A405-441B-A885-B3DBB076EE30}"/>
          </ac:spMkLst>
        </pc:spChg>
        <pc:spChg chg="mod">
          <ac:chgData name="王月" userId="9d7c2960-20f1-43a9-b353-abcb8eec574b" providerId="ADAL" clId="{28D517C4-3A8A-44D2-9B3D-408962D98F68}" dt="2022-01-05T02:48:05.893" v="4895" actId="20577"/>
          <ac:spMkLst>
            <pc:docMk/>
            <pc:sldMk cId="3109380657" sldId="266"/>
            <ac:spMk id="110" creationId="{8480F601-C2CE-4792-A324-8DB9474AF0DA}"/>
          </ac:spMkLst>
        </pc:spChg>
        <pc:spChg chg="del mod">
          <ac:chgData name="王月" userId="9d7c2960-20f1-43a9-b353-abcb8eec574b" providerId="ADAL" clId="{28D517C4-3A8A-44D2-9B3D-408962D98F68}" dt="2022-01-02T14:22:07.647" v="3223" actId="478"/>
          <ac:spMkLst>
            <pc:docMk/>
            <pc:sldMk cId="3109380657" sldId="266"/>
            <ac:spMk id="111" creationId="{236A9DFB-9061-4658-8389-2FB7BD1A79BF}"/>
          </ac:spMkLst>
        </pc:spChg>
        <pc:spChg chg="mod">
          <ac:chgData name="王月" userId="9d7c2960-20f1-43a9-b353-abcb8eec574b" providerId="ADAL" clId="{28D517C4-3A8A-44D2-9B3D-408962D98F68}" dt="2022-01-05T02:47:48.470" v="4887" actId="20577"/>
          <ac:spMkLst>
            <pc:docMk/>
            <pc:sldMk cId="3109380657" sldId="266"/>
            <ac:spMk id="112" creationId="{D656F76B-3FE2-4688-802A-A5A5B361FBA6}"/>
          </ac:spMkLst>
        </pc:spChg>
        <pc:spChg chg="mod">
          <ac:chgData name="王月" userId="9d7c2960-20f1-43a9-b353-abcb8eec574b" providerId="ADAL" clId="{28D517C4-3A8A-44D2-9B3D-408962D98F68}" dt="2022-01-02T14:43:42.093" v="3775" actId="1037"/>
          <ac:spMkLst>
            <pc:docMk/>
            <pc:sldMk cId="3109380657" sldId="266"/>
            <ac:spMk id="122" creationId="{C89B6A37-EC5B-42DC-886B-F74301457626}"/>
          </ac:spMkLst>
        </pc:spChg>
        <pc:spChg chg="mod">
          <ac:chgData name="王月" userId="9d7c2960-20f1-43a9-b353-abcb8eec574b" providerId="ADAL" clId="{28D517C4-3A8A-44D2-9B3D-408962D98F68}" dt="2022-01-02T14:43:42.093" v="3775" actId="1037"/>
          <ac:spMkLst>
            <pc:docMk/>
            <pc:sldMk cId="3109380657" sldId="266"/>
            <ac:spMk id="123" creationId="{A5331EED-9771-4872-B0EC-25B21A2F9EAD}"/>
          </ac:spMkLst>
        </pc:spChg>
        <pc:spChg chg="mod">
          <ac:chgData name="王月" userId="9d7c2960-20f1-43a9-b353-abcb8eec574b" providerId="ADAL" clId="{28D517C4-3A8A-44D2-9B3D-408962D98F68}" dt="2022-01-02T14:43:42.093" v="3775" actId="1037"/>
          <ac:spMkLst>
            <pc:docMk/>
            <pc:sldMk cId="3109380657" sldId="266"/>
            <ac:spMk id="124" creationId="{BE4F99BA-1853-4A66-B719-15D25D96D9BE}"/>
          </ac:spMkLst>
        </pc:spChg>
        <pc:spChg chg="mod">
          <ac:chgData name="王月" userId="9d7c2960-20f1-43a9-b353-abcb8eec574b" providerId="ADAL" clId="{28D517C4-3A8A-44D2-9B3D-408962D98F68}" dt="2022-01-02T14:43:42.093" v="3775" actId="1037"/>
          <ac:spMkLst>
            <pc:docMk/>
            <pc:sldMk cId="3109380657" sldId="266"/>
            <ac:spMk id="128" creationId="{48F6861E-B7A5-438A-A380-685E615EE9E4}"/>
          </ac:spMkLst>
        </pc:spChg>
        <pc:spChg chg="mod">
          <ac:chgData name="王月" userId="9d7c2960-20f1-43a9-b353-abcb8eec574b" providerId="ADAL" clId="{28D517C4-3A8A-44D2-9B3D-408962D98F68}" dt="2022-01-05T02:58:12.297" v="5010"/>
          <ac:spMkLst>
            <pc:docMk/>
            <pc:sldMk cId="3109380657" sldId="266"/>
            <ac:spMk id="129" creationId="{543E95A0-06A8-4573-BE35-2330E12EB58E}"/>
          </ac:spMkLst>
        </pc:spChg>
        <pc:spChg chg="mod topLvl">
          <ac:chgData name="王月" userId="9d7c2960-20f1-43a9-b353-abcb8eec574b" providerId="ADAL" clId="{28D517C4-3A8A-44D2-9B3D-408962D98F68}" dt="2022-01-05T03:32:05.196" v="5402" actId="207"/>
          <ac:spMkLst>
            <pc:docMk/>
            <pc:sldMk cId="3109380657" sldId="266"/>
            <ac:spMk id="133" creationId="{40E38CB7-4C0D-4A2B-B0A6-CE734CFEED1C}"/>
          </ac:spMkLst>
        </pc:spChg>
        <pc:spChg chg="del mod">
          <ac:chgData name="王月" userId="9d7c2960-20f1-43a9-b353-abcb8eec574b" providerId="ADAL" clId="{28D517C4-3A8A-44D2-9B3D-408962D98F68}" dt="2022-01-05T02:57:11.382" v="5000" actId="478"/>
          <ac:spMkLst>
            <pc:docMk/>
            <pc:sldMk cId="3109380657" sldId="266"/>
            <ac:spMk id="134" creationId="{11C1D1CA-B096-44A4-A9BC-D7D8A2B150B0}"/>
          </ac:spMkLst>
        </pc:spChg>
        <pc:spChg chg="mod">
          <ac:chgData name="王月" userId="9d7c2960-20f1-43a9-b353-abcb8eec574b" providerId="ADAL" clId="{28D517C4-3A8A-44D2-9B3D-408962D98F68}" dt="2022-01-05T03:00:03.384" v="5023" actId="14100"/>
          <ac:spMkLst>
            <pc:docMk/>
            <pc:sldMk cId="3109380657" sldId="266"/>
            <ac:spMk id="135" creationId="{344DA240-E4E7-424C-8E79-9B08090ACB5A}"/>
          </ac:spMkLst>
        </pc:spChg>
        <pc:spChg chg="mod">
          <ac:chgData name="王月" userId="9d7c2960-20f1-43a9-b353-abcb8eec574b" providerId="ADAL" clId="{28D517C4-3A8A-44D2-9B3D-408962D98F68}" dt="2022-01-02T14:43:42.093" v="3775" actId="1037"/>
          <ac:spMkLst>
            <pc:docMk/>
            <pc:sldMk cId="3109380657" sldId="266"/>
            <ac:spMk id="139" creationId="{81E61676-5481-49BF-833A-3445830B0FAA}"/>
          </ac:spMkLst>
        </pc:spChg>
        <pc:grpChg chg="del mod">
          <ac:chgData name="王月" userId="9d7c2960-20f1-43a9-b353-abcb8eec574b" providerId="ADAL" clId="{28D517C4-3A8A-44D2-9B3D-408962D98F68}" dt="2022-01-02T14:40:43.450" v="3703" actId="478"/>
          <ac:grpSpMkLst>
            <pc:docMk/>
            <pc:sldMk cId="3109380657" sldId="266"/>
            <ac:grpSpMk id="69" creationId="{A2BDE0CF-1473-4E0C-A730-94C6AA53BE05}"/>
          </ac:grpSpMkLst>
        </pc:grpChg>
        <pc:cxnChg chg="del mod">
          <ac:chgData name="王月" userId="9d7c2960-20f1-43a9-b353-abcb8eec574b" providerId="ADAL" clId="{28D517C4-3A8A-44D2-9B3D-408962D98F68}" dt="2022-01-02T14:22:07.647" v="3223" actId="478"/>
          <ac:cxnSpMkLst>
            <pc:docMk/>
            <pc:sldMk cId="3109380657" sldId="266"/>
            <ac:cxnSpMk id="18" creationId="{2B21E2FB-B45C-4A30-8149-7DBC1CD2C772}"/>
          </ac:cxnSpMkLst>
        </pc:cxnChg>
        <pc:cxnChg chg="del mod">
          <ac:chgData name="王月" userId="9d7c2960-20f1-43a9-b353-abcb8eec574b" providerId="ADAL" clId="{28D517C4-3A8A-44D2-9B3D-408962D98F68}" dt="2022-01-02T14:22:07.647" v="3223" actId="478"/>
          <ac:cxnSpMkLst>
            <pc:docMk/>
            <pc:sldMk cId="3109380657" sldId="266"/>
            <ac:cxnSpMk id="21" creationId="{D6FA59F2-112F-4323-AD78-9B6BDDB8310A}"/>
          </ac:cxnSpMkLst>
        </pc:cxnChg>
        <pc:cxnChg chg="del mod">
          <ac:chgData name="王月" userId="9d7c2960-20f1-43a9-b353-abcb8eec574b" providerId="ADAL" clId="{28D517C4-3A8A-44D2-9B3D-408962D98F68}" dt="2022-01-02T14:22:07.647" v="3223" actId="478"/>
          <ac:cxnSpMkLst>
            <pc:docMk/>
            <pc:sldMk cId="3109380657" sldId="266"/>
            <ac:cxnSpMk id="53" creationId="{21706909-A7B9-47F3-86CC-2E5A92AA7F3F}"/>
          </ac:cxnSpMkLst>
        </pc:cxnChg>
        <pc:cxnChg chg="del mod">
          <ac:chgData name="王月" userId="9d7c2960-20f1-43a9-b353-abcb8eec574b" providerId="ADAL" clId="{28D517C4-3A8A-44D2-9B3D-408962D98F68}" dt="2022-01-02T14:22:07.647" v="3223" actId="478"/>
          <ac:cxnSpMkLst>
            <pc:docMk/>
            <pc:sldMk cId="3109380657" sldId="266"/>
            <ac:cxnSpMk id="58" creationId="{45F58DF9-FFF3-4DCB-9BDA-532DB2B4F62E}"/>
          </ac:cxnSpMkLst>
        </pc:cxnChg>
        <pc:cxnChg chg="add del mod">
          <ac:chgData name="王月" userId="9d7c2960-20f1-43a9-b353-abcb8eec574b" providerId="ADAL" clId="{28D517C4-3A8A-44D2-9B3D-408962D98F68}" dt="2022-01-02T14:22:07.647" v="3223" actId="478"/>
          <ac:cxnSpMkLst>
            <pc:docMk/>
            <pc:sldMk cId="3109380657" sldId="266"/>
            <ac:cxnSpMk id="59" creationId="{90C292D1-4180-4F7C-B963-84480FEECB3C}"/>
          </ac:cxnSpMkLst>
        </pc:cxnChg>
        <pc:cxnChg chg="add del mod">
          <ac:chgData name="王月" userId="9d7c2960-20f1-43a9-b353-abcb8eec574b" providerId="ADAL" clId="{28D517C4-3A8A-44D2-9B3D-408962D98F68}" dt="2022-01-02T14:22:07.647" v="3223" actId="478"/>
          <ac:cxnSpMkLst>
            <pc:docMk/>
            <pc:sldMk cId="3109380657" sldId="266"/>
            <ac:cxnSpMk id="60" creationId="{88ACE81B-B723-4523-9824-9FE1907A023D}"/>
          </ac:cxnSpMkLst>
        </pc:cxnChg>
        <pc:cxnChg chg="del mod">
          <ac:chgData name="王月" userId="9d7c2960-20f1-43a9-b353-abcb8eec574b" providerId="ADAL" clId="{28D517C4-3A8A-44D2-9B3D-408962D98F68}" dt="2022-01-02T14:22:07.647" v="3223" actId="478"/>
          <ac:cxnSpMkLst>
            <pc:docMk/>
            <pc:sldMk cId="3109380657" sldId="266"/>
            <ac:cxnSpMk id="67" creationId="{EF9AB22C-CF11-4EA1-B83D-FCB49CEEC3CA}"/>
          </ac:cxnSpMkLst>
        </pc:cxnChg>
        <pc:cxnChg chg="add del mod">
          <ac:chgData name="王月" userId="9d7c2960-20f1-43a9-b353-abcb8eec574b" providerId="ADAL" clId="{28D517C4-3A8A-44D2-9B3D-408962D98F68}" dt="2022-01-02T14:22:07.647" v="3223" actId="478"/>
          <ac:cxnSpMkLst>
            <pc:docMk/>
            <pc:sldMk cId="3109380657" sldId="266"/>
            <ac:cxnSpMk id="70" creationId="{C35DF4B4-4F93-46E2-87DE-E555460E1923}"/>
          </ac:cxnSpMkLst>
        </pc:cxnChg>
        <pc:cxnChg chg="del mod">
          <ac:chgData name="王月" userId="9d7c2960-20f1-43a9-b353-abcb8eec574b" providerId="ADAL" clId="{28D517C4-3A8A-44D2-9B3D-408962D98F68}" dt="2022-01-02T14:22:07.647" v="3223" actId="478"/>
          <ac:cxnSpMkLst>
            <pc:docMk/>
            <pc:sldMk cId="3109380657" sldId="266"/>
            <ac:cxnSpMk id="73" creationId="{AC3561D8-3A07-4C0A-8DF4-469A58A10CC3}"/>
          </ac:cxnSpMkLst>
        </pc:cxnChg>
        <pc:cxnChg chg="add del mod">
          <ac:chgData name="王月" userId="9d7c2960-20f1-43a9-b353-abcb8eec574b" providerId="ADAL" clId="{28D517C4-3A8A-44D2-9B3D-408962D98F68}" dt="2022-01-02T14:22:07.647" v="3223" actId="478"/>
          <ac:cxnSpMkLst>
            <pc:docMk/>
            <pc:sldMk cId="3109380657" sldId="266"/>
            <ac:cxnSpMk id="74" creationId="{656CDE75-9D70-4EB7-8756-70FB574993F3}"/>
          </ac:cxnSpMkLst>
        </pc:cxnChg>
        <pc:cxnChg chg="add del mod">
          <ac:chgData name="王月" userId="9d7c2960-20f1-43a9-b353-abcb8eec574b" providerId="ADAL" clId="{28D517C4-3A8A-44D2-9B3D-408962D98F68}" dt="2022-01-02T14:22:07.647" v="3223" actId="478"/>
          <ac:cxnSpMkLst>
            <pc:docMk/>
            <pc:sldMk cId="3109380657" sldId="266"/>
            <ac:cxnSpMk id="76" creationId="{67868AC0-A614-48E7-83FE-8FF29E01BC68}"/>
          </ac:cxnSpMkLst>
        </pc:cxnChg>
        <pc:cxnChg chg="mod">
          <ac:chgData name="王月" userId="9d7c2960-20f1-43a9-b353-abcb8eec574b" providerId="ADAL" clId="{28D517C4-3A8A-44D2-9B3D-408962D98F68}" dt="2022-01-02T14:43:42.093" v="3775" actId="1037"/>
          <ac:cxnSpMkLst>
            <pc:docMk/>
            <pc:sldMk cId="3109380657" sldId="266"/>
            <ac:cxnSpMk id="82" creationId="{CE597CA8-942F-4E51-81DC-F5C4BA25C368}"/>
          </ac:cxnSpMkLst>
        </pc:cxnChg>
        <pc:cxnChg chg="mod">
          <ac:chgData name="王月" userId="9d7c2960-20f1-43a9-b353-abcb8eec574b" providerId="ADAL" clId="{28D517C4-3A8A-44D2-9B3D-408962D98F68}" dt="2022-01-02T14:43:42.093" v="3775" actId="1037"/>
          <ac:cxnSpMkLst>
            <pc:docMk/>
            <pc:sldMk cId="3109380657" sldId="266"/>
            <ac:cxnSpMk id="85" creationId="{320E94CB-DD03-4B9D-97DB-BA9B0F8E276B}"/>
          </ac:cxnSpMkLst>
        </pc:cxnChg>
        <pc:cxnChg chg="add mod">
          <ac:chgData name="王月" userId="9d7c2960-20f1-43a9-b353-abcb8eec574b" providerId="ADAL" clId="{28D517C4-3A8A-44D2-9B3D-408962D98F68}" dt="2022-01-02T14:22:08.209" v="3224"/>
          <ac:cxnSpMkLst>
            <pc:docMk/>
            <pc:sldMk cId="3109380657" sldId="266"/>
            <ac:cxnSpMk id="86" creationId="{C5C1BDEA-EB85-4511-87CF-27413B5710FA}"/>
          </ac:cxnSpMkLst>
        </pc:cxnChg>
        <pc:cxnChg chg="add mod">
          <ac:chgData name="王月" userId="9d7c2960-20f1-43a9-b353-abcb8eec574b" providerId="ADAL" clId="{28D517C4-3A8A-44D2-9B3D-408962D98F68}" dt="2022-01-05T02:49:05.155" v="4905" actId="14100"/>
          <ac:cxnSpMkLst>
            <pc:docMk/>
            <pc:sldMk cId="3109380657" sldId="266"/>
            <ac:cxnSpMk id="87" creationId="{6DF221A0-C7BD-4E0D-BD0A-463AB16F7196}"/>
          </ac:cxnSpMkLst>
        </pc:cxnChg>
        <pc:cxnChg chg="add mod">
          <ac:chgData name="王月" userId="9d7c2960-20f1-43a9-b353-abcb8eec574b" providerId="ADAL" clId="{28D517C4-3A8A-44D2-9B3D-408962D98F68}" dt="2022-01-02T14:22:08.209" v="3224"/>
          <ac:cxnSpMkLst>
            <pc:docMk/>
            <pc:sldMk cId="3109380657" sldId="266"/>
            <ac:cxnSpMk id="89" creationId="{8A4B2F9A-FDF6-46F7-BE9B-1E9393CB8DB8}"/>
          </ac:cxnSpMkLst>
        </pc:cxnChg>
        <pc:cxnChg chg="add mod">
          <ac:chgData name="王月" userId="9d7c2960-20f1-43a9-b353-abcb8eec574b" providerId="ADAL" clId="{28D517C4-3A8A-44D2-9B3D-408962D98F68}" dt="2022-01-02T14:22:08.209" v="3224"/>
          <ac:cxnSpMkLst>
            <pc:docMk/>
            <pc:sldMk cId="3109380657" sldId="266"/>
            <ac:cxnSpMk id="90" creationId="{E9A9CD55-6FDA-43DD-8B6C-EA4707A2747F}"/>
          </ac:cxnSpMkLst>
        </pc:cxnChg>
        <pc:cxnChg chg="add mod">
          <ac:chgData name="王月" userId="9d7c2960-20f1-43a9-b353-abcb8eec574b" providerId="ADAL" clId="{28D517C4-3A8A-44D2-9B3D-408962D98F68}" dt="2022-01-02T14:22:08.209" v="3224"/>
          <ac:cxnSpMkLst>
            <pc:docMk/>
            <pc:sldMk cId="3109380657" sldId="266"/>
            <ac:cxnSpMk id="91" creationId="{C38A44A0-B998-4CB7-A545-CA7A485AA919}"/>
          </ac:cxnSpMkLst>
        </pc:cxnChg>
        <pc:cxnChg chg="del">
          <ac:chgData name="王月" userId="9d7c2960-20f1-43a9-b353-abcb8eec574b" providerId="ADAL" clId="{28D517C4-3A8A-44D2-9B3D-408962D98F68}" dt="2022-01-02T14:22:07.647" v="3223" actId="478"/>
          <ac:cxnSpMkLst>
            <pc:docMk/>
            <pc:sldMk cId="3109380657" sldId="266"/>
            <ac:cxnSpMk id="92" creationId="{B4B6D527-C7BF-463E-AFA4-7F1B3FDDE604}"/>
          </ac:cxnSpMkLst>
        </pc:cxnChg>
        <pc:cxnChg chg="mod">
          <ac:chgData name="王月" userId="9d7c2960-20f1-43a9-b353-abcb8eec574b" providerId="ADAL" clId="{28D517C4-3A8A-44D2-9B3D-408962D98F68}" dt="2022-01-02T14:43:42.093" v="3775" actId="1037"/>
          <ac:cxnSpMkLst>
            <pc:docMk/>
            <pc:sldMk cId="3109380657" sldId="266"/>
            <ac:cxnSpMk id="93" creationId="{CB35396A-FB67-44F4-BC2D-62EE9AB961C6}"/>
          </ac:cxnSpMkLst>
        </pc:cxnChg>
        <pc:cxnChg chg="del">
          <ac:chgData name="王月" userId="9d7c2960-20f1-43a9-b353-abcb8eec574b" providerId="ADAL" clId="{28D517C4-3A8A-44D2-9B3D-408962D98F68}" dt="2022-01-02T14:22:07.647" v="3223" actId="478"/>
          <ac:cxnSpMkLst>
            <pc:docMk/>
            <pc:sldMk cId="3109380657" sldId="266"/>
            <ac:cxnSpMk id="94" creationId="{B533078C-C09E-4F10-9B56-4E205CA2F7B2}"/>
          </ac:cxnSpMkLst>
        </pc:cxnChg>
        <pc:cxnChg chg="add mod">
          <ac:chgData name="王月" userId="9d7c2960-20f1-43a9-b353-abcb8eec574b" providerId="ADAL" clId="{28D517C4-3A8A-44D2-9B3D-408962D98F68}" dt="2022-01-02T14:22:08.209" v="3224"/>
          <ac:cxnSpMkLst>
            <pc:docMk/>
            <pc:sldMk cId="3109380657" sldId="266"/>
            <ac:cxnSpMk id="96" creationId="{8B1D8D97-D823-432F-9A4D-97DD9FA81ED1}"/>
          </ac:cxnSpMkLst>
        </pc:cxnChg>
        <pc:cxnChg chg="del">
          <ac:chgData name="王月" userId="9d7c2960-20f1-43a9-b353-abcb8eec574b" providerId="ADAL" clId="{28D517C4-3A8A-44D2-9B3D-408962D98F68}" dt="2022-01-02T14:22:07.647" v="3223" actId="478"/>
          <ac:cxnSpMkLst>
            <pc:docMk/>
            <pc:sldMk cId="3109380657" sldId="266"/>
            <ac:cxnSpMk id="97" creationId="{8A7185DC-E970-4643-A67A-BE044D8DAB70}"/>
          </ac:cxnSpMkLst>
        </pc:cxnChg>
        <pc:cxnChg chg="add mod">
          <ac:chgData name="王月" userId="9d7c2960-20f1-43a9-b353-abcb8eec574b" providerId="ADAL" clId="{28D517C4-3A8A-44D2-9B3D-408962D98F68}" dt="2022-01-02T14:22:08.209" v="3224"/>
          <ac:cxnSpMkLst>
            <pc:docMk/>
            <pc:sldMk cId="3109380657" sldId="266"/>
            <ac:cxnSpMk id="98" creationId="{0CF44857-F4FC-4733-B6EB-29EC3D1000BB}"/>
          </ac:cxnSpMkLst>
        </pc:cxnChg>
        <pc:cxnChg chg="add mod">
          <ac:chgData name="王月" userId="9d7c2960-20f1-43a9-b353-abcb8eec574b" providerId="ADAL" clId="{28D517C4-3A8A-44D2-9B3D-408962D98F68}" dt="2022-01-02T14:22:08.209" v="3224"/>
          <ac:cxnSpMkLst>
            <pc:docMk/>
            <pc:sldMk cId="3109380657" sldId="266"/>
            <ac:cxnSpMk id="99" creationId="{A4472668-41D9-4EF5-A33B-3BDAF898FEFC}"/>
          </ac:cxnSpMkLst>
        </pc:cxnChg>
        <pc:cxnChg chg="add mod">
          <ac:chgData name="王月" userId="9d7c2960-20f1-43a9-b353-abcb8eec574b" providerId="ADAL" clId="{28D517C4-3A8A-44D2-9B3D-408962D98F68}" dt="2022-01-02T14:22:08.209" v="3224"/>
          <ac:cxnSpMkLst>
            <pc:docMk/>
            <pc:sldMk cId="3109380657" sldId="266"/>
            <ac:cxnSpMk id="100" creationId="{A79CD6B0-A27B-4FE1-95BF-70B67A4701B1}"/>
          </ac:cxnSpMkLst>
        </pc:cxnChg>
        <pc:cxnChg chg="add mod">
          <ac:chgData name="王月" userId="9d7c2960-20f1-43a9-b353-abcb8eec574b" providerId="ADAL" clId="{28D517C4-3A8A-44D2-9B3D-408962D98F68}" dt="2022-01-05T02:49:18.246" v="4908" actId="14100"/>
          <ac:cxnSpMkLst>
            <pc:docMk/>
            <pc:sldMk cId="3109380657" sldId="266"/>
            <ac:cxnSpMk id="101" creationId="{7868FD0C-59B7-4ED4-8C79-7124A463350C}"/>
          </ac:cxnSpMkLst>
        </pc:cxnChg>
        <pc:cxnChg chg="add mod">
          <ac:chgData name="王月" userId="9d7c2960-20f1-43a9-b353-abcb8eec574b" providerId="ADAL" clId="{28D517C4-3A8A-44D2-9B3D-408962D98F68}" dt="2022-01-02T14:22:08.209" v="3224"/>
          <ac:cxnSpMkLst>
            <pc:docMk/>
            <pc:sldMk cId="3109380657" sldId="266"/>
            <ac:cxnSpMk id="103" creationId="{E8AAC2AD-59FB-4413-930F-F5053E771FC9}"/>
          </ac:cxnSpMkLst>
        </pc:cxnChg>
        <pc:cxnChg chg="add mod">
          <ac:chgData name="王月" userId="9d7c2960-20f1-43a9-b353-abcb8eec574b" providerId="ADAL" clId="{28D517C4-3A8A-44D2-9B3D-408962D98F68}" dt="2022-01-02T14:22:08.209" v="3224"/>
          <ac:cxnSpMkLst>
            <pc:docMk/>
            <pc:sldMk cId="3109380657" sldId="266"/>
            <ac:cxnSpMk id="105" creationId="{E259391D-CA85-43CA-8E4E-4903019AD314}"/>
          </ac:cxnSpMkLst>
        </pc:cxnChg>
        <pc:cxnChg chg="del">
          <ac:chgData name="王月" userId="9d7c2960-20f1-43a9-b353-abcb8eec574b" providerId="ADAL" clId="{28D517C4-3A8A-44D2-9B3D-408962D98F68}" dt="2022-01-02T14:22:07.647" v="3223" actId="478"/>
          <ac:cxnSpMkLst>
            <pc:docMk/>
            <pc:sldMk cId="3109380657" sldId="266"/>
            <ac:cxnSpMk id="113" creationId="{A2456FB3-519E-4BFE-B52F-DD6D33701F1D}"/>
          </ac:cxnSpMkLst>
        </pc:cxnChg>
        <pc:cxnChg chg="del">
          <ac:chgData name="王月" userId="9d7c2960-20f1-43a9-b353-abcb8eec574b" providerId="ADAL" clId="{28D517C4-3A8A-44D2-9B3D-408962D98F68}" dt="2022-01-02T14:22:07.647" v="3223" actId="478"/>
          <ac:cxnSpMkLst>
            <pc:docMk/>
            <pc:sldMk cId="3109380657" sldId="266"/>
            <ac:cxnSpMk id="114" creationId="{6B4E7F5B-55DE-4E40-A67F-D66A94A4AF8C}"/>
          </ac:cxnSpMkLst>
        </pc:cxnChg>
        <pc:cxnChg chg="del">
          <ac:chgData name="王月" userId="9d7c2960-20f1-43a9-b353-abcb8eec574b" providerId="ADAL" clId="{28D517C4-3A8A-44D2-9B3D-408962D98F68}" dt="2022-01-02T14:22:07.647" v="3223" actId="478"/>
          <ac:cxnSpMkLst>
            <pc:docMk/>
            <pc:sldMk cId="3109380657" sldId="266"/>
            <ac:cxnSpMk id="115" creationId="{D525314C-81B2-4C59-B6C9-56E4522D4C25}"/>
          </ac:cxnSpMkLst>
        </pc:cxnChg>
        <pc:cxnChg chg="mod">
          <ac:chgData name="王月" userId="9d7c2960-20f1-43a9-b353-abcb8eec574b" providerId="ADAL" clId="{28D517C4-3A8A-44D2-9B3D-408962D98F68}" dt="2022-01-05T02:57:25.528" v="5001" actId="693"/>
          <ac:cxnSpMkLst>
            <pc:docMk/>
            <pc:sldMk cId="3109380657" sldId="266"/>
            <ac:cxnSpMk id="125" creationId="{8BA60F25-306A-4902-BC8F-965DDDDAB96D}"/>
          </ac:cxnSpMkLst>
        </pc:cxnChg>
        <pc:cxnChg chg="mod">
          <ac:chgData name="王月" userId="9d7c2960-20f1-43a9-b353-abcb8eec574b" providerId="ADAL" clId="{28D517C4-3A8A-44D2-9B3D-408962D98F68}" dt="2022-01-02T14:43:42.093" v="3775" actId="1037"/>
          <ac:cxnSpMkLst>
            <pc:docMk/>
            <pc:sldMk cId="3109380657" sldId="266"/>
            <ac:cxnSpMk id="126" creationId="{78AE6E6C-8AE6-423E-8FD8-46EC8A2A7B40}"/>
          </ac:cxnSpMkLst>
        </pc:cxnChg>
        <pc:cxnChg chg="mod">
          <ac:chgData name="王月" userId="9d7c2960-20f1-43a9-b353-abcb8eec574b" providerId="ADAL" clId="{28D517C4-3A8A-44D2-9B3D-408962D98F68}" dt="2022-01-02T14:43:42.093" v="3775" actId="1037"/>
          <ac:cxnSpMkLst>
            <pc:docMk/>
            <pc:sldMk cId="3109380657" sldId="266"/>
            <ac:cxnSpMk id="127" creationId="{20BF8F9F-BFD5-4CD8-8764-1203BBC5BBA4}"/>
          </ac:cxnSpMkLst>
        </pc:cxnChg>
        <pc:cxnChg chg="mod">
          <ac:chgData name="王月" userId="9d7c2960-20f1-43a9-b353-abcb8eec574b" providerId="ADAL" clId="{28D517C4-3A8A-44D2-9B3D-408962D98F68}" dt="2022-01-05T02:57:40.349" v="5003" actId="693"/>
          <ac:cxnSpMkLst>
            <pc:docMk/>
            <pc:sldMk cId="3109380657" sldId="266"/>
            <ac:cxnSpMk id="130" creationId="{AD9465FA-9515-4E18-AFBC-E684EA9EE8A3}"/>
          </ac:cxnSpMkLst>
        </pc:cxnChg>
        <pc:cxnChg chg="mod">
          <ac:chgData name="王月" userId="9d7c2960-20f1-43a9-b353-abcb8eec574b" providerId="ADAL" clId="{28D517C4-3A8A-44D2-9B3D-408962D98F68}" dt="2022-01-02T14:43:42.093" v="3775" actId="1037"/>
          <ac:cxnSpMkLst>
            <pc:docMk/>
            <pc:sldMk cId="3109380657" sldId="266"/>
            <ac:cxnSpMk id="136" creationId="{0686C081-1F1E-4133-A1DC-DD82387496AE}"/>
          </ac:cxnSpMkLst>
        </pc:cxnChg>
        <pc:cxnChg chg="mod">
          <ac:chgData name="王月" userId="9d7c2960-20f1-43a9-b353-abcb8eec574b" providerId="ADAL" clId="{28D517C4-3A8A-44D2-9B3D-408962D98F68}" dt="2022-01-02T14:43:42.093" v="3775" actId="1037"/>
          <ac:cxnSpMkLst>
            <pc:docMk/>
            <pc:sldMk cId="3109380657" sldId="266"/>
            <ac:cxnSpMk id="137" creationId="{5F415FAA-147F-4252-B6F3-A94E91B4EF4A}"/>
          </ac:cxnSpMkLst>
        </pc:cxnChg>
        <pc:cxnChg chg="mod">
          <ac:chgData name="王月" userId="9d7c2960-20f1-43a9-b353-abcb8eec574b" providerId="ADAL" clId="{28D517C4-3A8A-44D2-9B3D-408962D98F68}" dt="2022-01-02T14:43:42.093" v="3775" actId="1037"/>
          <ac:cxnSpMkLst>
            <pc:docMk/>
            <pc:sldMk cId="3109380657" sldId="266"/>
            <ac:cxnSpMk id="138" creationId="{CC25CDD6-A680-4273-9FCD-16399F64EFF8}"/>
          </ac:cxnSpMkLst>
        </pc:cxnChg>
      </pc:sldChg>
      <pc:sldChg chg="addSp delSp modSp add mod ord">
        <pc:chgData name="王月" userId="9d7c2960-20f1-43a9-b353-abcb8eec574b" providerId="ADAL" clId="{28D517C4-3A8A-44D2-9B3D-408962D98F68}" dt="2022-01-05T09:33:28.376" v="7661" actId="20577"/>
        <pc:sldMkLst>
          <pc:docMk/>
          <pc:sldMk cId="2522639901" sldId="267"/>
        </pc:sldMkLst>
        <pc:spChg chg="del">
          <ac:chgData name="王月" userId="9d7c2960-20f1-43a9-b353-abcb8eec574b" providerId="ADAL" clId="{28D517C4-3A8A-44D2-9B3D-408962D98F68}" dt="2022-01-05T03:34:21.380" v="5421" actId="478"/>
          <ac:spMkLst>
            <pc:docMk/>
            <pc:sldMk cId="2522639901" sldId="267"/>
            <ac:spMk id="6" creationId="{52409091-3FDF-4436-9C5F-F7989FE87B7D}"/>
          </ac:spMkLst>
        </pc:spChg>
        <pc:spChg chg="del">
          <ac:chgData name="王月" userId="9d7c2960-20f1-43a9-b353-abcb8eec574b" providerId="ADAL" clId="{28D517C4-3A8A-44D2-9B3D-408962D98F68}" dt="2022-01-05T03:34:21.380" v="5421" actId="478"/>
          <ac:spMkLst>
            <pc:docMk/>
            <pc:sldMk cId="2522639901" sldId="267"/>
            <ac:spMk id="7" creationId="{8CF21405-785F-40F2-9690-8251D1F8AB2F}"/>
          </ac:spMkLst>
        </pc:spChg>
        <pc:spChg chg="del">
          <ac:chgData name="王月" userId="9d7c2960-20f1-43a9-b353-abcb8eec574b" providerId="ADAL" clId="{28D517C4-3A8A-44D2-9B3D-408962D98F68}" dt="2022-01-05T03:34:21.380" v="5421" actId="478"/>
          <ac:spMkLst>
            <pc:docMk/>
            <pc:sldMk cId="2522639901" sldId="267"/>
            <ac:spMk id="8" creationId="{EAD05449-A6E2-4EF2-8D6B-411B105ED5AE}"/>
          </ac:spMkLst>
        </pc:spChg>
        <pc:spChg chg="del">
          <ac:chgData name="王月" userId="9d7c2960-20f1-43a9-b353-abcb8eec574b" providerId="ADAL" clId="{28D517C4-3A8A-44D2-9B3D-408962D98F68}" dt="2022-01-05T03:34:21.380" v="5421" actId="478"/>
          <ac:spMkLst>
            <pc:docMk/>
            <pc:sldMk cId="2522639901" sldId="267"/>
            <ac:spMk id="27" creationId="{58744EF7-52E8-4DD1-BD05-1348847C15FE}"/>
          </ac:spMkLst>
        </pc:spChg>
        <pc:spChg chg="add del mod">
          <ac:chgData name="王月" userId="9d7c2960-20f1-43a9-b353-abcb8eec574b" providerId="ADAL" clId="{28D517C4-3A8A-44D2-9B3D-408962D98F68}" dt="2022-01-05T04:20:51.185" v="6015" actId="478"/>
          <ac:spMkLst>
            <pc:docMk/>
            <pc:sldMk cId="2522639901" sldId="267"/>
            <ac:spMk id="51" creationId="{78969C98-11FE-449C-A3E1-E79893E65C98}"/>
          </ac:spMkLst>
        </pc:spChg>
        <pc:spChg chg="del">
          <ac:chgData name="王月" userId="9d7c2960-20f1-43a9-b353-abcb8eec574b" providerId="ADAL" clId="{28D517C4-3A8A-44D2-9B3D-408962D98F68}" dt="2022-01-05T03:34:21.380" v="5421" actId="478"/>
          <ac:spMkLst>
            <pc:docMk/>
            <pc:sldMk cId="2522639901" sldId="267"/>
            <ac:spMk id="52" creationId="{9F8E9849-1E62-4013-AB01-BA147BE36A23}"/>
          </ac:spMkLst>
        </pc:spChg>
        <pc:spChg chg="add del mod">
          <ac:chgData name="王月" userId="9d7c2960-20f1-43a9-b353-abcb8eec574b" providerId="ADAL" clId="{28D517C4-3A8A-44D2-9B3D-408962D98F68}" dt="2022-01-05T04:20:51.185" v="6015" actId="478"/>
          <ac:spMkLst>
            <pc:docMk/>
            <pc:sldMk cId="2522639901" sldId="267"/>
            <ac:spMk id="53" creationId="{EA4D96B6-04D3-4A21-B45F-1D3319C92190}"/>
          </ac:spMkLst>
        </pc:spChg>
        <pc:spChg chg="add mod">
          <ac:chgData name="王月" userId="9d7c2960-20f1-43a9-b353-abcb8eec574b" providerId="ADAL" clId="{28D517C4-3A8A-44D2-9B3D-408962D98F68}" dt="2022-01-05T04:21:32.994" v="6023" actId="1076"/>
          <ac:spMkLst>
            <pc:docMk/>
            <pc:sldMk cId="2522639901" sldId="267"/>
            <ac:spMk id="54" creationId="{25FD9017-67F8-4290-A168-2CB68C008ABC}"/>
          </ac:spMkLst>
        </pc:spChg>
        <pc:spChg chg="add mod">
          <ac:chgData name="王月" userId="9d7c2960-20f1-43a9-b353-abcb8eec574b" providerId="ADAL" clId="{28D517C4-3A8A-44D2-9B3D-408962D98F68}" dt="2022-01-05T04:21:32.994" v="6023" actId="1076"/>
          <ac:spMkLst>
            <pc:docMk/>
            <pc:sldMk cId="2522639901" sldId="267"/>
            <ac:spMk id="55" creationId="{7885B0FD-18FC-4EFE-BCC2-050DE760B313}"/>
          </ac:spMkLst>
        </pc:spChg>
        <pc:spChg chg="add del mod">
          <ac:chgData name="王月" userId="9d7c2960-20f1-43a9-b353-abcb8eec574b" providerId="ADAL" clId="{28D517C4-3A8A-44D2-9B3D-408962D98F68}" dt="2022-01-05T03:52:33.379" v="5580" actId="478"/>
          <ac:spMkLst>
            <pc:docMk/>
            <pc:sldMk cId="2522639901" sldId="267"/>
            <ac:spMk id="56" creationId="{965D23BB-15D5-4828-A9EF-D0E183B3B27C}"/>
          </ac:spMkLst>
        </pc:spChg>
        <pc:spChg chg="add del mod">
          <ac:chgData name="王月" userId="9d7c2960-20f1-43a9-b353-abcb8eec574b" providerId="ADAL" clId="{28D517C4-3A8A-44D2-9B3D-408962D98F68}" dt="2022-01-05T03:52:31.203" v="5579" actId="478"/>
          <ac:spMkLst>
            <pc:docMk/>
            <pc:sldMk cId="2522639901" sldId="267"/>
            <ac:spMk id="57" creationId="{7D6A6D1E-397D-4070-B823-CF459378CAFF}"/>
          </ac:spMkLst>
        </pc:spChg>
        <pc:spChg chg="del">
          <ac:chgData name="王月" userId="9d7c2960-20f1-43a9-b353-abcb8eec574b" providerId="ADAL" clId="{28D517C4-3A8A-44D2-9B3D-408962D98F68}" dt="2022-01-05T03:34:21.380" v="5421" actId="478"/>
          <ac:spMkLst>
            <pc:docMk/>
            <pc:sldMk cId="2522639901" sldId="267"/>
            <ac:spMk id="58" creationId="{700416C5-9311-4AF0-B9CE-2817BFE082A3}"/>
          </ac:spMkLst>
        </pc:spChg>
        <pc:spChg chg="del">
          <ac:chgData name="王月" userId="9d7c2960-20f1-43a9-b353-abcb8eec574b" providerId="ADAL" clId="{28D517C4-3A8A-44D2-9B3D-408962D98F68}" dt="2022-01-05T03:34:21.380" v="5421" actId="478"/>
          <ac:spMkLst>
            <pc:docMk/>
            <pc:sldMk cId="2522639901" sldId="267"/>
            <ac:spMk id="60" creationId="{FC23E375-8F08-47A2-8426-7F2ACA61681F}"/>
          </ac:spMkLst>
        </pc:spChg>
        <pc:spChg chg="del">
          <ac:chgData name="王月" userId="9d7c2960-20f1-43a9-b353-abcb8eec574b" providerId="ADAL" clId="{28D517C4-3A8A-44D2-9B3D-408962D98F68}" dt="2022-01-05T03:34:21.380" v="5421" actId="478"/>
          <ac:spMkLst>
            <pc:docMk/>
            <pc:sldMk cId="2522639901" sldId="267"/>
            <ac:spMk id="61" creationId="{A6FD4D9C-6308-43C3-82F7-DB169E86CA85}"/>
          </ac:spMkLst>
        </pc:spChg>
        <pc:spChg chg="add del mod">
          <ac:chgData name="王月" userId="9d7c2960-20f1-43a9-b353-abcb8eec574b" providerId="ADAL" clId="{28D517C4-3A8A-44D2-9B3D-408962D98F68}" dt="2022-01-05T03:52:24.784" v="5576" actId="478"/>
          <ac:spMkLst>
            <pc:docMk/>
            <pc:sldMk cId="2522639901" sldId="267"/>
            <ac:spMk id="63" creationId="{3571F663-4958-4A70-918C-6C654E65ABFA}"/>
          </ac:spMkLst>
        </pc:spChg>
        <pc:spChg chg="del">
          <ac:chgData name="王月" userId="9d7c2960-20f1-43a9-b353-abcb8eec574b" providerId="ADAL" clId="{28D517C4-3A8A-44D2-9B3D-408962D98F68}" dt="2022-01-05T03:34:21.380" v="5421" actId="478"/>
          <ac:spMkLst>
            <pc:docMk/>
            <pc:sldMk cId="2522639901" sldId="267"/>
            <ac:spMk id="64" creationId="{B717A050-05F2-4F7B-934C-7A6E3AB34BAD}"/>
          </ac:spMkLst>
        </pc:spChg>
        <pc:spChg chg="del">
          <ac:chgData name="王月" userId="9d7c2960-20f1-43a9-b353-abcb8eec574b" providerId="ADAL" clId="{28D517C4-3A8A-44D2-9B3D-408962D98F68}" dt="2022-01-05T03:34:21.380" v="5421" actId="478"/>
          <ac:spMkLst>
            <pc:docMk/>
            <pc:sldMk cId="2522639901" sldId="267"/>
            <ac:spMk id="66" creationId="{FE23F55C-F7C7-45C7-87DA-E5C684B7B090}"/>
          </ac:spMkLst>
        </pc:spChg>
        <pc:spChg chg="del">
          <ac:chgData name="王月" userId="9d7c2960-20f1-43a9-b353-abcb8eec574b" providerId="ADAL" clId="{28D517C4-3A8A-44D2-9B3D-408962D98F68}" dt="2022-01-05T03:34:21.380" v="5421" actId="478"/>
          <ac:spMkLst>
            <pc:docMk/>
            <pc:sldMk cId="2522639901" sldId="267"/>
            <ac:spMk id="67" creationId="{86C77210-7B6E-4F86-902B-899993E2B935}"/>
          </ac:spMkLst>
        </pc:spChg>
        <pc:spChg chg="mod">
          <ac:chgData name="王月" userId="9d7c2960-20f1-43a9-b353-abcb8eec574b" providerId="ADAL" clId="{28D517C4-3A8A-44D2-9B3D-408962D98F68}" dt="2022-01-05T03:59:36.050" v="5597" actId="20577"/>
          <ac:spMkLst>
            <pc:docMk/>
            <pc:sldMk cId="2522639901" sldId="267"/>
            <ac:spMk id="68" creationId="{7EA69B6D-3639-4610-8CA9-DE0E49CF3F0C}"/>
          </ac:spMkLst>
        </pc:spChg>
        <pc:spChg chg="del">
          <ac:chgData name="王月" userId="9d7c2960-20f1-43a9-b353-abcb8eec574b" providerId="ADAL" clId="{28D517C4-3A8A-44D2-9B3D-408962D98F68}" dt="2022-01-05T03:34:21.380" v="5421" actId="478"/>
          <ac:spMkLst>
            <pc:docMk/>
            <pc:sldMk cId="2522639901" sldId="267"/>
            <ac:spMk id="75" creationId="{F033E56A-65CC-420E-B5F1-B994DC97C539}"/>
          </ac:spMkLst>
        </pc:spChg>
        <pc:spChg chg="del">
          <ac:chgData name="王月" userId="9d7c2960-20f1-43a9-b353-abcb8eec574b" providerId="ADAL" clId="{28D517C4-3A8A-44D2-9B3D-408962D98F68}" dt="2022-01-05T03:34:21.380" v="5421" actId="478"/>
          <ac:spMkLst>
            <pc:docMk/>
            <pc:sldMk cId="2522639901" sldId="267"/>
            <ac:spMk id="77" creationId="{676152F3-72A6-4159-94DF-7945B35B0690}"/>
          </ac:spMkLst>
        </pc:spChg>
        <pc:spChg chg="del">
          <ac:chgData name="王月" userId="9d7c2960-20f1-43a9-b353-abcb8eec574b" providerId="ADAL" clId="{28D517C4-3A8A-44D2-9B3D-408962D98F68}" dt="2022-01-05T03:34:21.380" v="5421" actId="478"/>
          <ac:spMkLst>
            <pc:docMk/>
            <pc:sldMk cId="2522639901" sldId="267"/>
            <ac:spMk id="79" creationId="{9974F7C0-A4BC-41F4-B8A3-845A34476286}"/>
          </ac:spMkLst>
        </pc:spChg>
        <pc:spChg chg="add del mod">
          <ac:chgData name="王月" userId="9d7c2960-20f1-43a9-b353-abcb8eec574b" providerId="ADAL" clId="{28D517C4-3A8A-44D2-9B3D-408962D98F68}" dt="2022-01-05T04:20:30.368" v="6014" actId="478"/>
          <ac:spMkLst>
            <pc:docMk/>
            <pc:sldMk cId="2522639901" sldId="267"/>
            <ac:spMk id="81" creationId="{E92E4DD6-7A0C-49A5-97A9-4A2192019E8C}"/>
          </ac:spMkLst>
        </pc:spChg>
        <pc:spChg chg="del">
          <ac:chgData name="王月" userId="9d7c2960-20f1-43a9-b353-abcb8eec574b" providerId="ADAL" clId="{28D517C4-3A8A-44D2-9B3D-408962D98F68}" dt="2022-01-05T03:34:21.380" v="5421" actId="478"/>
          <ac:spMkLst>
            <pc:docMk/>
            <pc:sldMk cId="2522639901" sldId="267"/>
            <ac:spMk id="83" creationId="{18C9A173-36FE-4B7F-A571-71325101F3E9}"/>
          </ac:spMkLst>
        </pc:spChg>
        <pc:spChg chg="del">
          <ac:chgData name="王月" userId="9d7c2960-20f1-43a9-b353-abcb8eec574b" providerId="ADAL" clId="{28D517C4-3A8A-44D2-9B3D-408962D98F68}" dt="2022-01-05T03:34:21.380" v="5421" actId="478"/>
          <ac:spMkLst>
            <pc:docMk/>
            <pc:sldMk cId="2522639901" sldId="267"/>
            <ac:spMk id="84" creationId="{1931BD1C-C56F-44AB-A520-CF0AF3004602}"/>
          </ac:spMkLst>
        </pc:spChg>
        <pc:spChg chg="del">
          <ac:chgData name="王月" userId="9d7c2960-20f1-43a9-b353-abcb8eec574b" providerId="ADAL" clId="{28D517C4-3A8A-44D2-9B3D-408962D98F68}" dt="2022-01-05T03:34:21.380" v="5421" actId="478"/>
          <ac:spMkLst>
            <pc:docMk/>
            <pc:sldMk cId="2522639901" sldId="267"/>
            <ac:spMk id="87" creationId="{BDCB23FA-3737-4CD7-85B7-689F6E983444}"/>
          </ac:spMkLst>
        </pc:spChg>
        <pc:spChg chg="del">
          <ac:chgData name="王月" userId="9d7c2960-20f1-43a9-b353-abcb8eec574b" providerId="ADAL" clId="{28D517C4-3A8A-44D2-9B3D-408962D98F68}" dt="2022-01-05T03:34:21.380" v="5421" actId="478"/>
          <ac:spMkLst>
            <pc:docMk/>
            <pc:sldMk cId="2522639901" sldId="267"/>
            <ac:spMk id="88" creationId="{5EE0C992-8C7D-44A7-863F-4DF1BD45E3F4}"/>
          </ac:spMkLst>
        </pc:spChg>
        <pc:spChg chg="del">
          <ac:chgData name="王月" userId="9d7c2960-20f1-43a9-b353-abcb8eec574b" providerId="ADAL" clId="{28D517C4-3A8A-44D2-9B3D-408962D98F68}" dt="2022-01-05T03:34:21.380" v="5421" actId="478"/>
          <ac:spMkLst>
            <pc:docMk/>
            <pc:sldMk cId="2522639901" sldId="267"/>
            <ac:spMk id="89" creationId="{01227717-B3DC-4027-924A-E95886D81EEE}"/>
          </ac:spMkLst>
        </pc:spChg>
        <pc:spChg chg="del">
          <ac:chgData name="王月" userId="9d7c2960-20f1-43a9-b353-abcb8eec574b" providerId="ADAL" clId="{28D517C4-3A8A-44D2-9B3D-408962D98F68}" dt="2022-01-05T03:34:21.380" v="5421" actId="478"/>
          <ac:spMkLst>
            <pc:docMk/>
            <pc:sldMk cId="2522639901" sldId="267"/>
            <ac:spMk id="90" creationId="{AF52C901-45F0-4A06-8AA9-FC22B17A6825}"/>
          </ac:spMkLst>
        </pc:spChg>
        <pc:spChg chg="add mod">
          <ac:chgData name="王月" userId="9d7c2960-20f1-43a9-b353-abcb8eec574b" providerId="ADAL" clId="{28D517C4-3A8A-44D2-9B3D-408962D98F68}" dt="2022-01-05T04:25:17.845" v="6075" actId="1076"/>
          <ac:spMkLst>
            <pc:docMk/>
            <pc:sldMk cId="2522639901" sldId="267"/>
            <ac:spMk id="94" creationId="{DA99C221-B936-4EB0-93AB-B90799578D6F}"/>
          </ac:spMkLst>
        </pc:spChg>
        <pc:spChg chg="add mod">
          <ac:chgData name="王月" userId="9d7c2960-20f1-43a9-b353-abcb8eec574b" providerId="ADAL" clId="{28D517C4-3A8A-44D2-9B3D-408962D98F68}" dt="2022-01-05T09:33:28.376" v="7661" actId="20577"/>
          <ac:spMkLst>
            <pc:docMk/>
            <pc:sldMk cId="2522639901" sldId="267"/>
            <ac:spMk id="96" creationId="{57E1B1EE-749A-4171-925B-C9A2808D85A2}"/>
          </ac:spMkLst>
        </pc:spChg>
        <pc:spChg chg="add del mod">
          <ac:chgData name="王月" userId="9d7c2960-20f1-43a9-b353-abcb8eec574b" providerId="ADAL" clId="{28D517C4-3A8A-44D2-9B3D-408962D98F68}" dt="2022-01-05T04:20:30.368" v="6014" actId="478"/>
          <ac:spMkLst>
            <pc:docMk/>
            <pc:sldMk cId="2522639901" sldId="267"/>
            <ac:spMk id="102" creationId="{5EB3F74E-CDB7-46AC-8626-199E2109C488}"/>
          </ac:spMkLst>
        </pc:spChg>
        <pc:spChg chg="add del mod">
          <ac:chgData name="王月" userId="9d7c2960-20f1-43a9-b353-abcb8eec574b" providerId="ADAL" clId="{28D517C4-3A8A-44D2-9B3D-408962D98F68}" dt="2022-01-05T03:52:24.784" v="5576" actId="478"/>
          <ac:spMkLst>
            <pc:docMk/>
            <pc:sldMk cId="2522639901" sldId="267"/>
            <ac:spMk id="104" creationId="{BE5206D5-4B26-4D64-A0F8-60E1D8507914}"/>
          </ac:spMkLst>
        </pc:spChg>
        <pc:spChg chg="add mod">
          <ac:chgData name="王月" userId="9d7c2960-20f1-43a9-b353-abcb8eec574b" providerId="ADAL" clId="{28D517C4-3A8A-44D2-9B3D-408962D98F68}" dt="2022-01-05T04:24:28.767" v="6056" actId="1038"/>
          <ac:spMkLst>
            <pc:docMk/>
            <pc:sldMk cId="2522639901" sldId="267"/>
            <ac:spMk id="105" creationId="{BFDD6873-C5A1-45EA-A48C-AF6FF7DA7985}"/>
          </ac:spMkLst>
        </pc:spChg>
        <pc:spChg chg="add mod">
          <ac:chgData name="王月" userId="9d7c2960-20f1-43a9-b353-abcb8eec574b" providerId="ADAL" clId="{28D517C4-3A8A-44D2-9B3D-408962D98F68}" dt="2022-01-05T04:21:49.125" v="6026" actId="1076"/>
          <ac:spMkLst>
            <pc:docMk/>
            <pc:sldMk cId="2522639901" sldId="267"/>
            <ac:spMk id="106" creationId="{AB97843F-1EE7-4862-A5E2-505706CDBA18}"/>
          </ac:spMkLst>
        </pc:spChg>
        <pc:spChg chg="add del mod">
          <ac:chgData name="王月" userId="9d7c2960-20f1-43a9-b353-abcb8eec574b" providerId="ADAL" clId="{28D517C4-3A8A-44D2-9B3D-408962D98F68}" dt="2022-01-05T04:20:51.185" v="6015" actId="478"/>
          <ac:spMkLst>
            <pc:docMk/>
            <pc:sldMk cId="2522639901" sldId="267"/>
            <ac:spMk id="107" creationId="{5B39A151-7BDF-4812-9237-66B496ED2238}"/>
          </ac:spMkLst>
        </pc:spChg>
        <pc:spChg chg="add del mod">
          <ac:chgData name="王月" userId="9d7c2960-20f1-43a9-b353-abcb8eec574b" providerId="ADAL" clId="{28D517C4-3A8A-44D2-9B3D-408962D98F68}" dt="2022-01-05T04:20:51.185" v="6015" actId="478"/>
          <ac:spMkLst>
            <pc:docMk/>
            <pc:sldMk cId="2522639901" sldId="267"/>
            <ac:spMk id="115" creationId="{7F7992E1-E2A1-49A3-93CD-87CF72091AD0}"/>
          </ac:spMkLst>
        </pc:spChg>
        <pc:spChg chg="add del mod">
          <ac:chgData name="王月" userId="9d7c2960-20f1-43a9-b353-abcb8eec574b" providerId="ADAL" clId="{28D517C4-3A8A-44D2-9B3D-408962D98F68}" dt="2022-01-05T03:48:08.596" v="5524" actId="478"/>
          <ac:spMkLst>
            <pc:docMk/>
            <pc:sldMk cId="2522639901" sldId="267"/>
            <ac:spMk id="123" creationId="{9A3D4DFD-5AD8-45BC-86A4-1D6DA2A7CB78}"/>
          </ac:spMkLst>
        </pc:spChg>
        <pc:spChg chg="add del mod ord">
          <ac:chgData name="王月" userId="9d7c2960-20f1-43a9-b353-abcb8eec574b" providerId="ADAL" clId="{28D517C4-3A8A-44D2-9B3D-408962D98F68}" dt="2022-01-05T04:20:51.185" v="6015" actId="478"/>
          <ac:spMkLst>
            <pc:docMk/>
            <pc:sldMk cId="2522639901" sldId="267"/>
            <ac:spMk id="124" creationId="{731217B6-8308-4D1E-ABAC-2CDB47F86CB9}"/>
          </ac:spMkLst>
        </pc:spChg>
        <pc:spChg chg="add mod">
          <ac:chgData name="王月" userId="9d7c2960-20f1-43a9-b353-abcb8eec574b" providerId="ADAL" clId="{28D517C4-3A8A-44D2-9B3D-408962D98F68}" dt="2022-01-05T04:25:17.845" v="6075" actId="1076"/>
          <ac:spMkLst>
            <pc:docMk/>
            <pc:sldMk cId="2522639901" sldId="267"/>
            <ac:spMk id="125" creationId="{D62C2337-0792-4AF0-B075-E0156D9321F8}"/>
          </ac:spMkLst>
        </pc:spChg>
        <pc:spChg chg="add del mod">
          <ac:chgData name="王月" userId="9d7c2960-20f1-43a9-b353-abcb8eec574b" providerId="ADAL" clId="{28D517C4-3A8A-44D2-9B3D-408962D98F68}" dt="2022-01-05T04:20:51.185" v="6015" actId="478"/>
          <ac:spMkLst>
            <pc:docMk/>
            <pc:sldMk cId="2522639901" sldId="267"/>
            <ac:spMk id="129" creationId="{DD9738C5-0D77-4FAF-B913-6A7FB6162F9E}"/>
          </ac:spMkLst>
        </pc:spChg>
        <pc:spChg chg="add del mod">
          <ac:chgData name="王月" userId="9d7c2960-20f1-43a9-b353-abcb8eec574b" providerId="ADAL" clId="{28D517C4-3A8A-44D2-9B3D-408962D98F68}" dt="2022-01-05T04:20:51.185" v="6015" actId="478"/>
          <ac:spMkLst>
            <pc:docMk/>
            <pc:sldMk cId="2522639901" sldId="267"/>
            <ac:spMk id="137" creationId="{C7490265-A8C4-4B07-9BC5-2AA03CF4BE55}"/>
          </ac:spMkLst>
        </pc:spChg>
        <pc:spChg chg="del">
          <ac:chgData name="王月" userId="9d7c2960-20f1-43a9-b353-abcb8eec574b" providerId="ADAL" clId="{28D517C4-3A8A-44D2-9B3D-408962D98F68}" dt="2022-01-05T03:34:21.380" v="5421" actId="478"/>
          <ac:spMkLst>
            <pc:docMk/>
            <pc:sldMk cId="2522639901" sldId="267"/>
            <ac:spMk id="138" creationId="{A8A28F1A-AB39-45E9-8540-17E53D19CAB5}"/>
          </ac:spMkLst>
        </pc:spChg>
        <pc:spChg chg="del">
          <ac:chgData name="王月" userId="9d7c2960-20f1-43a9-b353-abcb8eec574b" providerId="ADAL" clId="{28D517C4-3A8A-44D2-9B3D-408962D98F68}" dt="2022-01-05T03:34:21.380" v="5421" actId="478"/>
          <ac:spMkLst>
            <pc:docMk/>
            <pc:sldMk cId="2522639901" sldId="267"/>
            <ac:spMk id="139" creationId="{0568C151-86B2-4411-AA43-F9CC0E4C49E6}"/>
          </ac:spMkLst>
        </pc:spChg>
        <pc:spChg chg="add del mod">
          <ac:chgData name="王月" userId="9d7c2960-20f1-43a9-b353-abcb8eec574b" providerId="ADAL" clId="{28D517C4-3A8A-44D2-9B3D-408962D98F68}" dt="2022-01-05T04:24:05.985" v="6045" actId="478"/>
          <ac:spMkLst>
            <pc:docMk/>
            <pc:sldMk cId="2522639901" sldId="267"/>
            <ac:spMk id="150" creationId="{36C07F6F-A367-4535-AD19-D678B14F45A2}"/>
          </ac:spMkLst>
        </pc:spChg>
        <pc:spChg chg="add del mod">
          <ac:chgData name="王月" userId="9d7c2960-20f1-43a9-b353-abcb8eec574b" providerId="ADAL" clId="{28D517C4-3A8A-44D2-9B3D-408962D98F68}" dt="2022-01-05T04:24:05.985" v="6045" actId="478"/>
          <ac:spMkLst>
            <pc:docMk/>
            <pc:sldMk cId="2522639901" sldId="267"/>
            <ac:spMk id="151" creationId="{9C38DAFE-0158-488B-94E8-7BA63330824C}"/>
          </ac:spMkLst>
        </pc:spChg>
        <pc:spChg chg="add del mod">
          <ac:chgData name="王月" userId="9d7c2960-20f1-43a9-b353-abcb8eec574b" providerId="ADAL" clId="{28D517C4-3A8A-44D2-9B3D-408962D98F68}" dt="2022-01-05T04:24:05.985" v="6045" actId="478"/>
          <ac:spMkLst>
            <pc:docMk/>
            <pc:sldMk cId="2522639901" sldId="267"/>
            <ac:spMk id="152" creationId="{2C907063-B41A-4C2F-BCF2-0BD872E9E44B}"/>
          </ac:spMkLst>
        </pc:spChg>
        <pc:spChg chg="add del mod">
          <ac:chgData name="王月" userId="9d7c2960-20f1-43a9-b353-abcb8eec574b" providerId="ADAL" clId="{28D517C4-3A8A-44D2-9B3D-408962D98F68}" dt="2022-01-05T04:24:05.985" v="6045" actId="478"/>
          <ac:spMkLst>
            <pc:docMk/>
            <pc:sldMk cId="2522639901" sldId="267"/>
            <ac:spMk id="157" creationId="{EC367CE1-3FC0-426E-A3A5-9BFEB93738A2}"/>
          </ac:spMkLst>
        </pc:spChg>
        <pc:spChg chg="add del mod">
          <ac:chgData name="王月" userId="9d7c2960-20f1-43a9-b353-abcb8eec574b" providerId="ADAL" clId="{28D517C4-3A8A-44D2-9B3D-408962D98F68}" dt="2022-01-05T04:24:05.985" v="6045" actId="478"/>
          <ac:spMkLst>
            <pc:docMk/>
            <pc:sldMk cId="2522639901" sldId="267"/>
            <ac:spMk id="162" creationId="{620DE8E3-4299-47E4-BDA6-758E563D253D}"/>
          </ac:spMkLst>
        </pc:spChg>
        <pc:spChg chg="add del mod">
          <ac:chgData name="王月" userId="9d7c2960-20f1-43a9-b353-abcb8eec574b" providerId="ADAL" clId="{28D517C4-3A8A-44D2-9B3D-408962D98F68}" dt="2022-01-05T04:24:05.985" v="6045" actId="478"/>
          <ac:spMkLst>
            <pc:docMk/>
            <pc:sldMk cId="2522639901" sldId="267"/>
            <ac:spMk id="164" creationId="{8E6E4F38-9313-4461-B39F-1BF7876F86CD}"/>
          </ac:spMkLst>
        </pc:spChg>
        <pc:spChg chg="add del mod">
          <ac:chgData name="王月" userId="9d7c2960-20f1-43a9-b353-abcb8eec574b" providerId="ADAL" clId="{28D517C4-3A8A-44D2-9B3D-408962D98F68}" dt="2022-01-05T04:24:05.985" v="6045" actId="478"/>
          <ac:spMkLst>
            <pc:docMk/>
            <pc:sldMk cId="2522639901" sldId="267"/>
            <ac:spMk id="166" creationId="{648CA0F3-27B5-41F8-B2D2-610BA9B5C3EE}"/>
          </ac:spMkLst>
        </pc:spChg>
        <pc:spChg chg="add mod">
          <ac:chgData name="王月" userId="9d7c2960-20f1-43a9-b353-abcb8eec574b" providerId="ADAL" clId="{28D517C4-3A8A-44D2-9B3D-408962D98F68}" dt="2022-01-05T04:20:51.554" v="6016"/>
          <ac:spMkLst>
            <pc:docMk/>
            <pc:sldMk cId="2522639901" sldId="267"/>
            <ac:spMk id="167" creationId="{4E535D1C-08CD-47B9-AF82-ADBF9C966305}"/>
          </ac:spMkLst>
        </pc:spChg>
        <pc:spChg chg="add mod">
          <ac:chgData name="王月" userId="9d7c2960-20f1-43a9-b353-abcb8eec574b" providerId="ADAL" clId="{28D517C4-3A8A-44D2-9B3D-408962D98F68}" dt="2022-01-05T04:20:51.554" v="6016"/>
          <ac:spMkLst>
            <pc:docMk/>
            <pc:sldMk cId="2522639901" sldId="267"/>
            <ac:spMk id="168" creationId="{75D0627B-F05F-4927-A1E5-F031160F4602}"/>
          </ac:spMkLst>
        </pc:spChg>
        <pc:spChg chg="add mod">
          <ac:chgData name="王月" userId="9d7c2960-20f1-43a9-b353-abcb8eec574b" providerId="ADAL" clId="{28D517C4-3A8A-44D2-9B3D-408962D98F68}" dt="2022-01-05T04:20:51.554" v="6016"/>
          <ac:spMkLst>
            <pc:docMk/>
            <pc:sldMk cId="2522639901" sldId="267"/>
            <ac:spMk id="169" creationId="{89402096-B635-4AF5-8EF4-69644188010D}"/>
          </ac:spMkLst>
        </pc:spChg>
        <pc:spChg chg="add mod">
          <ac:chgData name="王月" userId="9d7c2960-20f1-43a9-b353-abcb8eec574b" providerId="ADAL" clId="{28D517C4-3A8A-44D2-9B3D-408962D98F68}" dt="2022-01-05T04:20:51.554" v="6016"/>
          <ac:spMkLst>
            <pc:docMk/>
            <pc:sldMk cId="2522639901" sldId="267"/>
            <ac:spMk id="175" creationId="{443FFD3E-C9D9-4F02-8D94-164B2B533AEC}"/>
          </ac:spMkLst>
        </pc:spChg>
        <pc:spChg chg="del">
          <ac:chgData name="王月" userId="9d7c2960-20f1-43a9-b353-abcb8eec574b" providerId="ADAL" clId="{28D517C4-3A8A-44D2-9B3D-408962D98F68}" dt="2022-01-05T03:34:21.380" v="5421" actId="478"/>
          <ac:spMkLst>
            <pc:docMk/>
            <pc:sldMk cId="2522639901" sldId="267"/>
            <ac:spMk id="179" creationId="{B95FBC11-4D33-44BF-A7BF-9631F058547E}"/>
          </ac:spMkLst>
        </pc:spChg>
        <pc:spChg chg="add mod">
          <ac:chgData name="王月" userId="9d7c2960-20f1-43a9-b353-abcb8eec574b" providerId="ADAL" clId="{28D517C4-3A8A-44D2-9B3D-408962D98F68}" dt="2022-01-05T04:20:51.554" v="6016"/>
          <ac:spMkLst>
            <pc:docMk/>
            <pc:sldMk cId="2522639901" sldId="267"/>
            <ac:spMk id="182" creationId="{33F24E99-5FEE-4D8D-9B94-BCE93D26FEF6}"/>
          </ac:spMkLst>
        </pc:spChg>
        <pc:spChg chg="add mod">
          <ac:chgData name="王月" userId="9d7c2960-20f1-43a9-b353-abcb8eec574b" providerId="ADAL" clId="{28D517C4-3A8A-44D2-9B3D-408962D98F68}" dt="2022-01-05T04:20:51.554" v="6016"/>
          <ac:spMkLst>
            <pc:docMk/>
            <pc:sldMk cId="2522639901" sldId="267"/>
            <ac:spMk id="184" creationId="{6C526BDD-42BC-40E8-9652-B24043A54BFE}"/>
          </ac:spMkLst>
        </pc:spChg>
        <pc:spChg chg="add mod">
          <ac:chgData name="王月" userId="9d7c2960-20f1-43a9-b353-abcb8eec574b" providerId="ADAL" clId="{28D517C4-3A8A-44D2-9B3D-408962D98F68}" dt="2022-01-05T04:20:51.554" v="6016"/>
          <ac:spMkLst>
            <pc:docMk/>
            <pc:sldMk cId="2522639901" sldId="267"/>
            <ac:spMk id="186" creationId="{261756BD-5716-43F8-A654-923FDF473243}"/>
          </ac:spMkLst>
        </pc:spChg>
        <pc:spChg chg="add mod">
          <ac:chgData name="王月" userId="9d7c2960-20f1-43a9-b353-abcb8eec574b" providerId="ADAL" clId="{28D517C4-3A8A-44D2-9B3D-408962D98F68}" dt="2022-01-05T04:24:06.357" v="6046"/>
          <ac:spMkLst>
            <pc:docMk/>
            <pc:sldMk cId="2522639901" sldId="267"/>
            <ac:spMk id="191" creationId="{16F10DA4-4113-4DA8-88C2-02CAFA6C4336}"/>
          </ac:spMkLst>
        </pc:spChg>
        <pc:spChg chg="add mod">
          <ac:chgData name="王月" userId="9d7c2960-20f1-43a9-b353-abcb8eec574b" providerId="ADAL" clId="{28D517C4-3A8A-44D2-9B3D-408962D98F68}" dt="2022-01-05T04:24:06.357" v="6046"/>
          <ac:spMkLst>
            <pc:docMk/>
            <pc:sldMk cId="2522639901" sldId="267"/>
            <ac:spMk id="193" creationId="{09D1D19D-E083-48A5-A7D5-08F04EB5E342}"/>
          </ac:spMkLst>
        </pc:spChg>
        <pc:spChg chg="add mod">
          <ac:chgData name="王月" userId="9d7c2960-20f1-43a9-b353-abcb8eec574b" providerId="ADAL" clId="{28D517C4-3A8A-44D2-9B3D-408962D98F68}" dt="2022-01-05T04:24:06.357" v="6046"/>
          <ac:spMkLst>
            <pc:docMk/>
            <pc:sldMk cId="2522639901" sldId="267"/>
            <ac:spMk id="195" creationId="{1EB9DDC3-6D37-42B7-B929-CA9D5D4402DC}"/>
          </ac:spMkLst>
        </pc:spChg>
        <pc:spChg chg="add mod">
          <ac:chgData name="王月" userId="9d7c2960-20f1-43a9-b353-abcb8eec574b" providerId="ADAL" clId="{28D517C4-3A8A-44D2-9B3D-408962D98F68}" dt="2022-01-05T04:24:06.357" v="6046"/>
          <ac:spMkLst>
            <pc:docMk/>
            <pc:sldMk cId="2522639901" sldId="267"/>
            <ac:spMk id="196" creationId="{D48CF66E-4D04-4FC2-9B0F-2D3AC844F77B}"/>
          </ac:spMkLst>
        </pc:spChg>
        <pc:spChg chg="add mod">
          <ac:chgData name="王月" userId="9d7c2960-20f1-43a9-b353-abcb8eec574b" providerId="ADAL" clId="{28D517C4-3A8A-44D2-9B3D-408962D98F68}" dt="2022-01-05T04:24:06.357" v="6046"/>
          <ac:spMkLst>
            <pc:docMk/>
            <pc:sldMk cId="2522639901" sldId="267"/>
            <ac:spMk id="198" creationId="{3B16085E-C803-4673-B575-CB0A25E5F58D}"/>
          </ac:spMkLst>
        </pc:spChg>
        <pc:spChg chg="add mod">
          <ac:chgData name="王月" userId="9d7c2960-20f1-43a9-b353-abcb8eec574b" providerId="ADAL" clId="{28D517C4-3A8A-44D2-9B3D-408962D98F68}" dt="2022-01-05T04:24:06.357" v="6046"/>
          <ac:spMkLst>
            <pc:docMk/>
            <pc:sldMk cId="2522639901" sldId="267"/>
            <ac:spMk id="202" creationId="{34164B20-05EF-4BB1-8DBD-6085824A5619}"/>
          </ac:spMkLst>
        </pc:spChg>
        <pc:spChg chg="add mod">
          <ac:chgData name="王月" userId="9d7c2960-20f1-43a9-b353-abcb8eec574b" providerId="ADAL" clId="{28D517C4-3A8A-44D2-9B3D-408962D98F68}" dt="2022-01-05T04:24:06.357" v="6046"/>
          <ac:spMkLst>
            <pc:docMk/>
            <pc:sldMk cId="2522639901" sldId="267"/>
            <ac:spMk id="203" creationId="{D787D317-4D1F-4E07-8544-1D1909C2EC91}"/>
          </ac:spMkLst>
        </pc:spChg>
        <pc:cxnChg chg="del mod">
          <ac:chgData name="王月" userId="9d7c2960-20f1-43a9-b353-abcb8eec574b" providerId="ADAL" clId="{28D517C4-3A8A-44D2-9B3D-408962D98F68}" dt="2022-01-05T03:34:21.380" v="5421" actId="478"/>
          <ac:cxnSpMkLst>
            <pc:docMk/>
            <pc:sldMk cId="2522639901" sldId="267"/>
            <ac:cxnSpMk id="10" creationId="{FE1229D0-33AE-452A-96B8-4AD91A07A8D8}"/>
          </ac:cxnSpMkLst>
        </pc:cxnChg>
        <pc:cxnChg chg="del">
          <ac:chgData name="王月" userId="9d7c2960-20f1-43a9-b353-abcb8eec574b" providerId="ADAL" clId="{28D517C4-3A8A-44D2-9B3D-408962D98F68}" dt="2022-01-05T03:34:21.380" v="5421" actId="478"/>
          <ac:cxnSpMkLst>
            <pc:docMk/>
            <pc:sldMk cId="2522639901" sldId="267"/>
            <ac:cxnSpMk id="22" creationId="{77D20C79-13BF-4802-82EE-C440F77123B8}"/>
          </ac:cxnSpMkLst>
        </pc:cxnChg>
        <pc:cxnChg chg="del">
          <ac:chgData name="王月" userId="9d7c2960-20f1-43a9-b353-abcb8eec574b" providerId="ADAL" clId="{28D517C4-3A8A-44D2-9B3D-408962D98F68}" dt="2022-01-05T03:34:21.380" v="5421" actId="478"/>
          <ac:cxnSpMkLst>
            <pc:docMk/>
            <pc:sldMk cId="2522639901" sldId="267"/>
            <ac:cxnSpMk id="38" creationId="{110DE3C2-A436-4D56-9405-AF598A5BD50F}"/>
          </ac:cxnSpMkLst>
        </pc:cxnChg>
        <pc:cxnChg chg="del">
          <ac:chgData name="王月" userId="9d7c2960-20f1-43a9-b353-abcb8eec574b" providerId="ADAL" clId="{28D517C4-3A8A-44D2-9B3D-408962D98F68}" dt="2022-01-05T03:34:21.380" v="5421" actId="478"/>
          <ac:cxnSpMkLst>
            <pc:docMk/>
            <pc:sldMk cId="2522639901" sldId="267"/>
            <ac:cxnSpMk id="59" creationId="{A33095B9-24AE-43F5-9BF6-F7D3AD7F7914}"/>
          </ac:cxnSpMkLst>
        </pc:cxnChg>
        <pc:cxnChg chg="del">
          <ac:chgData name="王月" userId="9d7c2960-20f1-43a9-b353-abcb8eec574b" providerId="ADAL" clId="{28D517C4-3A8A-44D2-9B3D-408962D98F68}" dt="2022-01-05T03:34:21.380" v="5421" actId="478"/>
          <ac:cxnSpMkLst>
            <pc:docMk/>
            <pc:sldMk cId="2522639901" sldId="267"/>
            <ac:cxnSpMk id="62" creationId="{59C53261-41A7-467A-ADCE-D2C574D3918D}"/>
          </ac:cxnSpMkLst>
        </pc:cxnChg>
        <pc:cxnChg chg="del">
          <ac:chgData name="王月" userId="9d7c2960-20f1-43a9-b353-abcb8eec574b" providerId="ADAL" clId="{28D517C4-3A8A-44D2-9B3D-408962D98F68}" dt="2022-01-05T03:34:21.380" v="5421" actId="478"/>
          <ac:cxnSpMkLst>
            <pc:docMk/>
            <pc:sldMk cId="2522639901" sldId="267"/>
            <ac:cxnSpMk id="65" creationId="{D1A2F1F2-3BE4-4319-8D51-0A844AA69871}"/>
          </ac:cxnSpMkLst>
        </pc:cxnChg>
        <pc:cxnChg chg="del">
          <ac:chgData name="王月" userId="9d7c2960-20f1-43a9-b353-abcb8eec574b" providerId="ADAL" clId="{28D517C4-3A8A-44D2-9B3D-408962D98F68}" dt="2022-01-05T03:34:21.380" v="5421" actId="478"/>
          <ac:cxnSpMkLst>
            <pc:docMk/>
            <pc:sldMk cId="2522639901" sldId="267"/>
            <ac:cxnSpMk id="69" creationId="{E43536FC-5BBB-47D0-AE75-6589307647B0}"/>
          </ac:cxnSpMkLst>
        </pc:cxnChg>
        <pc:cxnChg chg="del">
          <ac:chgData name="王月" userId="9d7c2960-20f1-43a9-b353-abcb8eec574b" providerId="ADAL" clId="{28D517C4-3A8A-44D2-9B3D-408962D98F68}" dt="2022-01-05T03:34:21.380" v="5421" actId="478"/>
          <ac:cxnSpMkLst>
            <pc:docMk/>
            <pc:sldMk cId="2522639901" sldId="267"/>
            <ac:cxnSpMk id="70" creationId="{2F641818-B7D1-4660-AA46-3FE2945BF066}"/>
          </ac:cxnSpMkLst>
        </pc:cxnChg>
        <pc:cxnChg chg="del">
          <ac:chgData name="王月" userId="9d7c2960-20f1-43a9-b353-abcb8eec574b" providerId="ADAL" clId="{28D517C4-3A8A-44D2-9B3D-408962D98F68}" dt="2022-01-05T03:34:21.380" v="5421" actId="478"/>
          <ac:cxnSpMkLst>
            <pc:docMk/>
            <pc:sldMk cId="2522639901" sldId="267"/>
            <ac:cxnSpMk id="71" creationId="{AA9D191E-8437-416B-9856-AEC52D0B3B49}"/>
          </ac:cxnSpMkLst>
        </pc:cxnChg>
        <pc:cxnChg chg="del">
          <ac:chgData name="王月" userId="9d7c2960-20f1-43a9-b353-abcb8eec574b" providerId="ADAL" clId="{28D517C4-3A8A-44D2-9B3D-408962D98F68}" dt="2022-01-05T03:34:21.380" v="5421" actId="478"/>
          <ac:cxnSpMkLst>
            <pc:docMk/>
            <pc:sldMk cId="2522639901" sldId="267"/>
            <ac:cxnSpMk id="72" creationId="{6764DC0F-DBE1-4060-B541-E617BB43DF63}"/>
          </ac:cxnSpMkLst>
        </pc:cxnChg>
        <pc:cxnChg chg="del">
          <ac:chgData name="王月" userId="9d7c2960-20f1-43a9-b353-abcb8eec574b" providerId="ADAL" clId="{28D517C4-3A8A-44D2-9B3D-408962D98F68}" dt="2022-01-05T03:34:21.380" v="5421" actId="478"/>
          <ac:cxnSpMkLst>
            <pc:docMk/>
            <pc:sldMk cId="2522639901" sldId="267"/>
            <ac:cxnSpMk id="73" creationId="{1B51D365-2772-499D-8E86-DFCD467F16F3}"/>
          </ac:cxnSpMkLst>
        </pc:cxnChg>
        <pc:cxnChg chg="add del mod">
          <ac:chgData name="王月" userId="9d7c2960-20f1-43a9-b353-abcb8eec574b" providerId="ADAL" clId="{28D517C4-3A8A-44D2-9B3D-408962D98F68}" dt="2022-01-05T04:20:30.368" v="6014" actId="478"/>
          <ac:cxnSpMkLst>
            <pc:docMk/>
            <pc:sldMk cId="2522639901" sldId="267"/>
            <ac:cxnSpMk id="74" creationId="{4ADD8996-D5FD-406C-9766-B01A4B9D9AF4}"/>
          </ac:cxnSpMkLst>
        </pc:cxnChg>
        <pc:cxnChg chg="add del mod">
          <ac:chgData name="王月" userId="9d7c2960-20f1-43a9-b353-abcb8eec574b" providerId="ADAL" clId="{28D517C4-3A8A-44D2-9B3D-408962D98F68}" dt="2022-01-05T04:20:30.368" v="6014" actId="478"/>
          <ac:cxnSpMkLst>
            <pc:docMk/>
            <pc:sldMk cId="2522639901" sldId="267"/>
            <ac:cxnSpMk id="76" creationId="{2C782FE7-BE89-4C68-9BD6-D255D3D9E8D7}"/>
          </ac:cxnSpMkLst>
        </pc:cxnChg>
        <pc:cxnChg chg="add del mod">
          <ac:chgData name="王月" userId="9d7c2960-20f1-43a9-b353-abcb8eec574b" providerId="ADAL" clId="{28D517C4-3A8A-44D2-9B3D-408962D98F68}" dt="2022-01-05T04:20:30.368" v="6014" actId="478"/>
          <ac:cxnSpMkLst>
            <pc:docMk/>
            <pc:sldMk cId="2522639901" sldId="267"/>
            <ac:cxnSpMk id="78" creationId="{CB87917F-D700-431C-860D-CD7A20F24E70}"/>
          </ac:cxnSpMkLst>
        </pc:cxnChg>
        <pc:cxnChg chg="del mod">
          <ac:chgData name="王月" userId="9d7c2960-20f1-43a9-b353-abcb8eec574b" providerId="ADAL" clId="{28D517C4-3A8A-44D2-9B3D-408962D98F68}" dt="2022-01-05T03:34:21.380" v="5421" actId="478"/>
          <ac:cxnSpMkLst>
            <pc:docMk/>
            <pc:sldMk cId="2522639901" sldId="267"/>
            <ac:cxnSpMk id="80" creationId="{914C476E-551B-40EC-9439-44625A262668}"/>
          </ac:cxnSpMkLst>
        </pc:cxnChg>
        <pc:cxnChg chg="del mod">
          <ac:chgData name="王月" userId="9d7c2960-20f1-43a9-b353-abcb8eec574b" providerId="ADAL" clId="{28D517C4-3A8A-44D2-9B3D-408962D98F68}" dt="2022-01-05T03:34:21.380" v="5421" actId="478"/>
          <ac:cxnSpMkLst>
            <pc:docMk/>
            <pc:sldMk cId="2522639901" sldId="267"/>
            <ac:cxnSpMk id="82" creationId="{231776A8-F2FD-4357-BCE3-6B0715275CD9}"/>
          </ac:cxnSpMkLst>
        </pc:cxnChg>
        <pc:cxnChg chg="del mod">
          <ac:chgData name="王月" userId="9d7c2960-20f1-43a9-b353-abcb8eec574b" providerId="ADAL" clId="{28D517C4-3A8A-44D2-9B3D-408962D98F68}" dt="2022-01-05T03:34:21.380" v="5421" actId="478"/>
          <ac:cxnSpMkLst>
            <pc:docMk/>
            <pc:sldMk cId="2522639901" sldId="267"/>
            <ac:cxnSpMk id="85" creationId="{3512FA4D-B8B6-4BEA-999C-AAA7BD83F950}"/>
          </ac:cxnSpMkLst>
        </pc:cxnChg>
        <pc:cxnChg chg="del mod">
          <ac:chgData name="王月" userId="9d7c2960-20f1-43a9-b353-abcb8eec574b" providerId="ADAL" clId="{28D517C4-3A8A-44D2-9B3D-408962D98F68}" dt="2022-01-05T03:34:21.380" v="5421" actId="478"/>
          <ac:cxnSpMkLst>
            <pc:docMk/>
            <pc:sldMk cId="2522639901" sldId="267"/>
            <ac:cxnSpMk id="86" creationId="{514D83E6-3AF9-434D-8C65-B03A355B78FC}"/>
          </ac:cxnSpMkLst>
        </pc:cxnChg>
        <pc:cxnChg chg="del">
          <ac:chgData name="王月" userId="9d7c2960-20f1-43a9-b353-abcb8eec574b" providerId="ADAL" clId="{28D517C4-3A8A-44D2-9B3D-408962D98F68}" dt="2022-01-05T03:34:21.380" v="5421" actId="478"/>
          <ac:cxnSpMkLst>
            <pc:docMk/>
            <pc:sldMk cId="2522639901" sldId="267"/>
            <ac:cxnSpMk id="91" creationId="{CD1219AD-C597-4A4A-9894-9483BCEE5BB5}"/>
          </ac:cxnSpMkLst>
        </pc:cxnChg>
        <pc:cxnChg chg="del">
          <ac:chgData name="王月" userId="9d7c2960-20f1-43a9-b353-abcb8eec574b" providerId="ADAL" clId="{28D517C4-3A8A-44D2-9B3D-408962D98F68}" dt="2022-01-05T03:34:21.380" v="5421" actId="478"/>
          <ac:cxnSpMkLst>
            <pc:docMk/>
            <pc:sldMk cId="2522639901" sldId="267"/>
            <ac:cxnSpMk id="92" creationId="{AC9F6E13-3850-4E23-A95F-DA30E2CAF6F3}"/>
          </ac:cxnSpMkLst>
        </pc:cxnChg>
        <pc:cxnChg chg="del mod">
          <ac:chgData name="王月" userId="9d7c2960-20f1-43a9-b353-abcb8eec574b" providerId="ADAL" clId="{28D517C4-3A8A-44D2-9B3D-408962D98F68}" dt="2022-01-05T03:34:21.380" v="5421" actId="478"/>
          <ac:cxnSpMkLst>
            <pc:docMk/>
            <pc:sldMk cId="2522639901" sldId="267"/>
            <ac:cxnSpMk id="93" creationId="{3AB7523B-E386-4952-A4ED-F8DB6151690C}"/>
          </ac:cxnSpMkLst>
        </pc:cxnChg>
        <pc:cxnChg chg="add del mod">
          <ac:chgData name="王月" userId="9d7c2960-20f1-43a9-b353-abcb8eec574b" providerId="ADAL" clId="{28D517C4-3A8A-44D2-9B3D-408962D98F68}" dt="2022-01-05T04:20:30.368" v="6014" actId="478"/>
          <ac:cxnSpMkLst>
            <pc:docMk/>
            <pc:sldMk cId="2522639901" sldId="267"/>
            <ac:cxnSpMk id="95" creationId="{5813CA61-7034-45A7-B292-D95764FED65E}"/>
          </ac:cxnSpMkLst>
        </pc:cxnChg>
        <pc:cxnChg chg="add del mod">
          <ac:chgData name="王月" userId="9d7c2960-20f1-43a9-b353-abcb8eec574b" providerId="ADAL" clId="{28D517C4-3A8A-44D2-9B3D-408962D98F68}" dt="2022-01-05T04:20:30.368" v="6014" actId="478"/>
          <ac:cxnSpMkLst>
            <pc:docMk/>
            <pc:sldMk cId="2522639901" sldId="267"/>
            <ac:cxnSpMk id="97" creationId="{6B8D2D49-2230-4619-BE92-9411BC38C753}"/>
          </ac:cxnSpMkLst>
        </pc:cxnChg>
        <pc:cxnChg chg="add del mod">
          <ac:chgData name="王月" userId="9d7c2960-20f1-43a9-b353-abcb8eec574b" providerId="ADAL" clId="{28D517C4-3A8A-44D2-9B3D-408962D98F68}" dt="2022-01-05T04:20:30.368" v="6014" actId="478"/>
          <ac:cxnSpMkLst>
            <pc:docMk/>
            <pc:sldMk cId="2522639901" sldId="267"/>
            <ac:cxnSpMk id="98" creationId="{A3F8DBE6-2C4D-4375-AD9E-61C6527B3369}"/>
          </ac:cxnSpMkLst>
        </pc:cxnChg>
        <pc:cxnChg chg="add del mod">
          <ac:chgData name="王月" userId="9d7c2960-20f1-43a9-b353-abcb8eec574b" providerId="ADAL" clId="{28D517C4-3A8A-44D2-9B3D-408962D98F68}" dt="2022-01-05T04:20:30.368" v="6014" actId="478"/>
          <ac:cxnSpMkLst>
            <pc:docMk/>
            <pc:sldMk cId="2522639901" sldId="267"/>
            <ac:cxnSpMk id="99" creationId="{587EF277-7889-4285-97D5-FAA538D30D98}"/>
          </ac:cxnSpMkLst>
        </pc:cxnChg>
        <pc:cxnChg chg="add del mod">
          <ac:chgData name="王月" userId="9d7c2960-20f1-43a9-b353-abcb8eec574b" providerId="ADAL" clId="{28D517C4-3A8A-44D2-9B3D-408962D98F68}" dt="2022-01-05T04:20:30.368" v="6014" actId="478"/>
          <ac:cxnSpMkLst>
            <pc:docMk/>
            <pc:sldMk cId="2522639901" sldId="267"/>
            <ac:cxnSpMk id="100" creationId="{1E0564C6-CAF4-4506-8F8E-B7D3E3A2A9AE}"/>
          </ac:cxnSpMkLst>
        </pc:cxnChg>
        <pc:cxnChg chg="add del mod">
          <ac:chgData name="王月" userId="9d7c2960-20f1-43a9-b353-abcb8eec574b" providerId="ADAL" clId="{28D517C4-3A8A-44D2-9B3D-408962D98F68}" dt="2022-01-05T04:20:30.368" v="6014" actId="478"/>
          <ac:cxnSpMkLst>
            <pc:docMk/>
            <pc:sldMk cId="2522639901" sldId="267"/>
            <ac:cxnSpMk id="101" creationId="{C856A682-90DB-4D8A-A499-BCEC8A9C55E7}"/>
          </ac:cxnSpMkLst>
        </pc:cxnChg>
        <pc:cxnChg chg="add del mod">
          <ac:chgData name="王月" userId="9d7c2960-20f1-43a9-b353-abcb8eec574b" providerId="ADAL" clId="{28D517C4-3A8A-44D2-9B3D-408962D98F68}" dt="2022-01-05T04:20:30.368" v="6014" actId="478"/>
          <ac:cxnSpMkLst>
            <pc:docMk/>
            <pc:sldMk cId="2522639901" sldId="267"/>
            <ac:cxnSpMk id="103" creationId="{481D3874-7F99-4472-8897-1C6F9925C972}"/>
          </ac:cxnSpMkLst>
        </pc:cxnChg>
        <pc:cxnChg chg="add del mod">
          <ac:chgData name="王月" userId="9d7c2960-20f1-43a9-b353-abcb8eec574b" providerId="ADAL" clId="{28D517C4-3A8A-44D2-9B3D-408962D98F68}" dt="2022-01-05T03:48:51.074" v="5534" actId="478"/>
          <ac:cxnSpMkLst>
            <pc:docMk/>
            <pc:sldMk cId="2522639901" sldId="267"/>
            <ac:cxnSpMk id="108" creationId="{5F07A4DA-4065-4691-BA37-D8EDDC8AB3C4}"/>
          </ac:cxnSpMkLst>
        </pc:cxnChg>
        <pc:cxnChg chg="add del mod">
          <ac:chgData name="王月" userId="9d7c2960-20f1-43a9-b353-abcb8eec574b" providerId="ADAL" clId="{28D517C4-3A8A-44D2-9B3D-408962D98F68}" dt="2022-01-05T04:20:51.185" v="6015" actId="478"/>
          <ac:cxnSpMkLst>
            <pc:docMk/>
            <pc:sldMk cId="2522639901" sldId="267"/>
            <ac:cxnSpMk id="109" creationId="{B609C263-033D-4DC4-BD96-53A3D07E6C76}"/>
          </ac:cxnSpMkLst>
        </pc:cxnChg>
        <pc:cxnChg chg="add del mod">
          <ac:chgData name="王月" userId="9d7c2960-20f1-43a9-b353-abcb8eec574b" providerId="ADAL" clId="{28D517C4-3A8A-44D2-9B3D-408962D98F68}" dt="2022-01-05T04:20:51.185" v="6015" actId="478"/>
          <ac:cxnSpMkLst>
            <pc:docMk/>
            <pc:sldMk cId="2522639901" sldId="267"/>
            <ac:cxnSpMk id="110" creationId="{F4E34B97-308C-42C5-B0D6-CD12A8C7855E}"/>
          </ac:cxnSpMkLst>
        </pc:cxnChg>
        <pc:cxnChg chg="add del mod">
          <ac:chgData name="王月" userId="9d7c2960-20f1-43a9-b353-abcb8eec574b" providerId="ADAL" clId="{28D517C4-3A8A-44D2-9B3D-408962D98F68}" dt="2022-01-05T04:20:51.185" v="6015" actId="478"/>
          <ac:cxnSpMkLst>
            <pc:docMk/>
            <pc:sldMk cId="2522639901" sldId="267"/>
            <ac:cxnSpMk id="111" creationId="{CFE47E50-9363-44FC-B5C7-41B2A2E98CC3}"/>
          </ac:cxnSpMkLst>
        </pc:cxnChg>
        <pc:cxnChg chg="add del mod">
          <ac:chgData name="王月" userId="9d7c2960-20f1-43a9-b353-abcb8eec574b" providerId="ADAL" clId="{28D517C4-3A8A-44D2-9B3D-408962D98F68}" dt="2022-01-05T04:20:51.185" v="6015" actId="478"/>
          <ac:cxnSpMkLst>
            <pc:docMk/>
            <pc:sldMk cId="2522639901" sldId="267"/>
            <ac:cxnSpMk id="112" creationId="{992818B4-D884-4D72-B4B2-F01383C3B638}"/>
          </ac:cxnSpMkLst>
        </pc:cxnChg>
        <pc:cxnChg chg="del">
          <ac:chgData name="王月" userId="9d7c2960-20f1-43a9-b353-abcb8eec574b" providerId="ADAL" clId="{28D517C4-3A8A-44D2-9B3D-408962D98F68}" dt="2022-01-05T03:34:21.380" v="5421" actId="478"/>
          <ac:cxnSpMkLst>
            <pc:docMk/>
            <pc:sldMk cId="2522639901" sldId="267"/>
            <ac:cxnSpMk id="113" creationId="{5DCBD1C6-5797-46B9-991D-9379890E4930}"/>
          </ac:cxnSpMkLst>
        </pc:cxnChg>
        <pc:cxnChg chg="del mod">
          <ac:chgData name="王月" userId="9d7c2960-20f1-43a9-b353-abcb8eec574b" providerId="ADAL" clId="{28D517C4-3A8A-44D2-9B3D-408962D98F68}" dt="2022-01-05T03:34:21.380" v="5421" actId="478"/>
          <ac:cxnSpMkLst>
            <pc:docMk/>
            <pc:sldMk cId="2522639901" sldId="267"/>
            <ac:cxnSpMk id="114" creationId="{3495B156-E26B-4272-A6BD-2CC3E8269B4E}"/>
          </ac:cxnSpMkLst>
        </pc:cxnChg>
        <pc:cxnChg chg="add del mod">
          <ac:chgData name="王月" userId="9d7c2960-20f1-43a9-b353-abcb8eec574b" providerId="ADAL" clId="{28D517C4-3A8A-44D2-9B3D-408962D98F68}" dt="2022-01-05T04:20:51.185" v="6015" actId="478"/>
          <ac:cxnSpMkLst>
            <pc:docMk/>
            <pc:sldMk cId="2522639901" sldId="267"/>
            <ac:cxnSpMk id="116" creationId="{3B352E6E-840B-48D0-81FF-54E14332E3C8}"/>
          </ac:cxnSpMkLst>
        </pc:cxnChg>
        <pc:cxnChg chg="add del mod">
          <ac:chgData name="王月" userId="9d7c2960-20f1-43a9-b353-abcb8eec574b" providerId="ADAL" clId="{28D517C4-3A8A-44D2-9B3D-408962D98F68}" dt="2022-01-05T04:20:51.185" v="6015" actId="478"/>
          <ac:cxnSpMkLst>
            <pc:docMk/>
            <pc:sldMk cId="2522639901" sldId="267"/>
            <ac:cxnSpMk id="117" creationId="{6DE57C18-10BB-444F-8174-BA151E134A01}"/>
          </ac:cxnSpMkLst>
        </pc:cxnChg>
        <pc:cxnChg chg="add del mod">
          <ac:chgData name="王月" userId="9d7c2960-20f1-43a9-b353-abcb8eec574b" providerId="ADAL" clId="{28D517C4-3A8A-44D2-9B3D-408962D98F68}" dt="2022-01-05T03:38:52.387" v="5474" actId="478"/>
          <ac:cxnSpMkLst>
            <pc:docMk/>
            <pc:sldMk cId="2522639901" sldId="267"/>
            <ac:cxnSpMk id="118" creationId="{5EDA0B40-D546-4F3C-B72A-28C401B9F968}"/>
          </ac:cxnSpMkLst>
        </pc:cxnChg>
        <pc:cxnChg chg="add del mod">
          <ac:chgData name="王月" userId="9d7c2960-20f1-43a9-b353-abcb8eec574b" providerId="ADAL" clId="{28D517C4-3A8A-44D2-9B3D-408962D98F68}" dt="2022-01-05T04:20:51.185" v="6015" actId="478"/>
          <ac:cxnSpMkLst>
            <pc:docMk/>
            <pc:sldMk cId="2522639901" sldId="267"/>
            <ac:cxnSpMk id="119" creationId="{4676736C-B7F6-435D-9BB3-F7B375795ACB}"/>
          </ac:cxnSpMkLst>
        </pc:cxnChg>
        <pc:cxnChg chg="add del mod">
          <ac:chgData name="王月" userId="9d7c2960-20f1-43a9-b353-abcb8eec574b" providerId="ADAL" clId="{28D517C4-3A8A-44D2-9B3D-408962D98F68}" dt="2022-01-05T03:47:58.786" v="5520" actId="478"/>
          <ac:cxnSpMkLst>
            <pc:docMk/>
            <pc:sldMk cId="2522639901" sldId="267"/>
            <ac:cxnSpMk id="120" creationId="{523E6073-5A4C-4546-87C5-3E5F43B93994}"/>
          </ac:cxnSpMkLst>
        </pc:cxnChg>
        <pc:cxnChg chg="add del mod">
          <ac:chgData name="王月" userId="9d7c2960-20f1-43a9-b353-abcb8eec574b" providerId="ADAL" clId="{28D517C4-3A8A-44D2-9B3D-408962D98F68}" dt="2022-01-05T03:47:58.786" v="5520" actId="478"/>
          <ac:cxnSpMkLst>
            <pc:docMk/>
            <pc:sldMk cId="2522639901" sldId="267"/>
            <ac:cxnSpMk id="121" creationId="{BE07865B-844B-43EF-900B-10A7F26CE807}"/>
          </ac:cxnSpMkLst>
        </pc:cxnChg>
        <pc:cxnChg chg="add del mod">
          <ac:chgData name="王月" userId="9d7c2960-20f1-43a9-b353-abcb8eec574b" providerId="ADAL" clId="{28D517C4-3A8A-44D2-9B3D-408962D98F68}" dt="2022-01-05T03:47:58.786" v="5520" actId="478"/>
          <ac:cxnSpMkLst>
            <pc:docMk/>
            <pc:sldMk cId="2522639901" sldId="267"/>
            <ac:cxnSpMk id="122" creationId="{3ECE66BD-4D57-494F-9810-4E61742A3879}"/>
          </ac:cxnSpMkLst>
        </pc:cxnChg>
        <pc:cxnChg chg="add del mod">
          <ac:chgData name="王月" userId="9d7c2960-20f1-43a9-b353-abcb8eec574b" providerId="ADAL" clId="{28D517C4-3A8A-44D2-9B3D-408962D98F68}" dt="2022-01-05T04:20:51.185" v="6015" actId="478"/>
          <ac:cxnSpMkLst>
            <pc:docMk/>
            <pc:sldMk cId="2522639901" sldId="267"/>
            <ac:cxnSpMk id="126" creationId="{68D27AD4-6D41-4A6C-B747-F6A9D627DE3C}"/>
          </ac:cxnSpMkLst>
        </pc:cxnChg>
        <pc:cxnChg chg="add del mod">
          <ac:chgData name="王月" userId="9d7c2960-20f1-43a9-b353-abcb8eec574b" providerId="ADAL" clId="{28D517C4-3A8A-44D2-9B3D-408962D98F68}" dt="2022-01-05T04:20:51.185" v="6015" actId="478"/>
          <ac:cxnSpMkLst>
            <pc:docMk/>
            <pc:sldMk cId="2522639901" sldId="267"/>
            <ac:cxnSpMk id="127" creationId="{355CD5A1-2814-4FD3-A7CE-D27FF9619A19}"/>
          </ac:cxnSpMkLst>
        </pc:cxnChg>
        <pc:cxnChg chg="del">
          <ac:chgData name="王月" userId="9d7c2960-20f1-43a9-b353-abcb8eec574b" providerId="ADAL" clId="{28D517C4-3A8A-44D2-9B3D-408962D98F68}" dt="2022-01-05T03:34:21.380" v="5421" actId="478"/>
          <ac:cxnSpMkLst>
            <pc:docMk/>
            <pc:sldMk cId="2522639901" sldId="267"/>
            <ac:cxnSpMk id="128" creationId="{A7845375-0DBE-4093-B611-BBDE3D70A3ED}"/>
          </ac:cxnSpMkLst>
        </pc:cxnChg>
        <pc:cxnChg chg="del">
          <ac:chgData name="王月" userId="9d7c2960-20f1-43a9-b353-abcb8eec574b" providerId="ADAL" clId="{28D517C4-3A8A-44D2-9B3D-408962D98F68}" dt="2022-01-05T03:34:21.380" v="5421" actId="478"/>
          <ac:cxnSpMkLst>
            <pc:docMk/>
            <pc:sldMk cId="2522639901" sldId="267"/>
            <ac:cxnSpMk id="130" creationId="{6DA42AC8-A0B1-41C1-AD83-5E55DC71A44F}"/>
          </ac:cxnSpMkLst>
        </pc:cxnChg>
        <pc:cxnChg chg="add del mod">
          <ac:chgData name="王月" userId="9d7c2960-20f1-43a9-b353-abcb8eec574b" providerId="ADAL" clId="{28D517C4-3A8A-44D2-9B3D-408962D98F68}" dt="2022-01-05T04:20:51.185" v="6015" actId="478"/>
          <ac:cxnSpMkLst>
            <pc:docMk/>
            <pc:sldMk cId="2522639901" sldId="267"/>
            <ac:cxnSpMk id="131" creationId="{0E185C31-F423-4502-9F3C-B8E9207587D7}"/>
          </ac:cxnSpMkLst>
        </pc:cxnChg>
        <pc:cxnChg chg="del mod">
          <ac:chgData name="王月" userId="9d7c2960-20f1-43a9-b353-abcb8eec574b" providerId="ADAL" clId="{28D517C4-3A8A-44D2-9B3D-408962D98F68}" dt="2022-01-05T03:34:21.380" v="5421" actId="478"/>
          <ac:cxnSpMkLst>
            <pc:docMk/>
            <pc:sldMk cId="2522639901" sldId="267"/>
            <ac:cxnSpMk id="134" creationId="{89553271-EAD3-4123-9C20-1799DA944227}"/>
          </ac:cxnSpMkLst>
        </pc:cxnChg>
        <pc:cxnChg chg="add del mod">
          <ac:chgData name="王月" userId="9d7c2960-20f1-43a9-b353-abcb8eec574b" providerId="ADAL" clId="{28D517C4-3A8A-44D2-9B3D-408962D98F68}" dt="2022-01-05T04:24:05.985" v="6045" actId="478"/>
          <ac:cxnSpMkLst>
            <pc:docMk/>
            <pc:sldMk cId="2522639901" sldId="267"/>
            <ac:cxnSpMk id="153" creationId="{DA106C25-C4D3-473E-8D29-1DC972FD46E1}"/>
          </ac:cxnSpMkLst>
        </pc:cxnChg>
        <pc:cxnChg chg="add del mod">
          <ac:chgData name="王月" userId="9d7c2960-20f1-43a9-b353-abcb8eec574b" providerId="ADAL" clId="{28D517C4-3A8A-44D2-9B3D-408962D98F68}" dt="2022-01-05T04:24:05.985" v="6045" actId="478"/>
          <ac:cxnSpMkLst>
            <pc:docMk/>
            <pc:sldMk cId="2522639901" sldId="267"/>
            <ac:cxnSpMk id="154" creationId="{DAC5F9FF-331D-4B4A-ACDB-CCF3FAB154DA}"/>
          </ac:cxnSpMkLst>
        </pc:cxnChg>
        <pc:cxnChg chg="add del mod">
          <ac:chgData name="王月" userId="9d7c2960-20f1-43a9-b353-abcb8eec574b" providerId="ADAL" clId="{28D517C4-3A8A-44D2-9B3D-408962D98F68}" dt="2022-01-05T04:24:05.985" v="6045" actId="478"/>
          <ac:cxnSpMkLst>
            <pc:docMk/>
            <pc:sldMk cId="2522639901" sldId="267"/>
            <ac:cxnSpMk id="155" creationId="{A0AB27CC-6424-4AAD-BAC4-9456285DCE5C}"/>
          </ac:cxnSpMkLst>
        </pc:cxnChg>
        <pc:cxnChg chg="add del mod">
          <ac:chgData name="王月" userId="9d7c2960-20f1-43a9-b353-abcb8eec574b" providerId="ADAL" clId="{28D517C4-3A8A-44D2-9B3D-408962D98F68}" dt="2022-01-05T04:24:05.985" v="6045" actId="478"/>
          <ac:cxnSpMkLst>
            <pc:docMk/>
            <pc:sldMk cId="2522639901" sldId="267"/>
            <ac:cxnSpMk id="156" creationId="{E1371FDD-1EEE-4850-BCC9-90A0AFB592D7}"/>
          </ac:cxnSpMkLst>
        </pc:cxnChg>
        <pc:cxnChg chg="add del mod">
          <ac:chgData name="王月" userId="9d7c2960-20f1-43a9-b353-abcb8eec574b" providerId="ADAL" clId="{28D517C4-3A8A-44D2-9B3D-408962D98F68}" dt="2022-01-05T04:24:05.985" v="6045" actId="478"/>
          <ac:cxnSpMkLst>
            <pc:docMk/>
            <pc:sldMk cId="2522639901" sldId="267"/>
            <ac:cxnSpMk id="158" creationId="{95289185-476B-4C66-96E3-A531EDD47B5D}"/>
          </ac:cxnSpMkLst>
        </pc:cxnChg>
        <pc:cxnChg chg="add del mod">
          <ac:chgData name="王月" userId="9d7c2960-20f1-43a9-b353-abcb8eec574b" providerId="ADAL" clId="{28D517C4-3A8A-44D2-9B3D-408962D98F68}" dt="2022-01-05T04:24:05.985" v="6045" actId="478"/>
          <ac:cxnSpMkLst>
            <pc:docMk/>
            <pc:sldMk cId="2522639901" sldId="267"/>
            <ac:cxnSpMk id="159" creationId="{B32A513B-3156-4F98-8472-D7727EBAA73B}"/>
          </ac:cxnSpMkLst>
        </pc:cxnChg>
        <pc:cxnChg chg="add del mod">
          <ac:chgData name="王月" userId="9d7c2960-20f1-43a9-b353-abcb8eec574b" providerId="ADAL" clId="{28D517C4-3A8A-44D2-9B3D-408962D98F68}" dt="2022-01-05T04:24:05.985" v="6045" actId="478"/>
          <ac:cxnSpMkLst>
            <pc:docMk/>
            <pc:sldMk cId="2522639901" sldId="267"/>
            <ac:cxnSpMk id="160" creationId="{A9EB5908-AB92-43AB-ACB7-A5BE08363133}"/>
          </ac:cxnSpMkLst>
        </pc:cxnChg>
        <pc:cxnChg chg="add del mod">
          <ac:chgData name="王月" userId="9d7c2960-20f1-43a9-b353-abcb8eec574b" providerId="ADAL" clId="{28D517C4-3A8A-44D2-9B3D-408962D98F68}" dt="2022-01-05T04:24:05.985" v="6045" actId="478"/>
          <ac:cxnSpMkLst>
            <pc:docMk/>
            <pc:sldMk cId="2522639901" sldId="267"/>
            <ac:cxnSpMk id="161" creationId="{F9986805-B5AE-4521-B1A3-FD5089F198AB}"/>
          </ac:cxnSpMkLst>
        </pc:cxnChg>
        <pc:cxnChg chg="add del mod">
          <ac:chgData name="王月" userId="9d7c2960-20f1-43a9-b353-abcb8eec574b" providerId="ADAL" clId="{28D517C4-3A8A-44D2-9B3D-408962D98F68}" dt="2022-01-05T04:24:05.985" v="6045" actId="478"/>
          <ac:cxnSpMkLst>
            <pc:docMk/>
            <pc:sldMk cId="2522639901" sldId="267"/>
            <ac:cxnSpMk id="163" creationId="{2B0118D9-30B6-414D-AD24-9809221A8679}"/>
          </ac:cxnSpMkLst>
        </pc:cxnChg>
        <pc:cxnChg chg="add del mod">
          <ac:chgData name="王月" userId="9d7c2960-20f1-43a9-b353-abcb8eec574b" providerId="ADAL" clId="{28D517C4-3A8A-44D2-9B3D-408962D98F68}" dt="2022-01-05T04:24:05.985" v="6045" actId="478"/>
          <ac:cxnSpMkLst>
            <pc:docMk/>
            <pc:sldMk cId="2522639901" sldId="267"/>
            <ac:cxnSpMk id="165" creationId="{113C7306-B1A6-4450-A2E8-A296481A02D5}"/>
          </ac:cxnSpMkLst>
        </pc:cxnChg>
        <pc:cxnChg chg="add mod">
          <ac:chgData name="王月" userId="9d7c2960-20f1-43a9-b353-abcb8eec574b" providerId="ADAL" clId="{28D517C4-3A8A-44D2-9B3D-408962D98F68}" dt="2022-01-05T04:20:51.554" v="6016"/>
          <ac:cxnSpMkLst>
            <pc:docMk/>
            <pc:sldMk cId="2522639901" sldId="267"/>
            <ac:cxnSpMk id="170" creationId="{58EF14B4-AE8B-444F-8AC9-B4CD620382E1}"/>
          </ac:cxnSpMkLst>
        </pc:cxnChg>
        <pc:cxnChg chg="del mod">
          <ac:chgData name="王月" userId="9d7c2960-20f1-43a9-b353-abcb8eec574b" providerId="ADAL" clId="{28D517C4-3A8A-44D2-9B3D-408962D98F68}" dt="2022-01-05T03:34:21.380" v="5421" actId="478"/>
          <ac:cxnSpMkLst>
            <pc:docMk/>
            <pc:sldMk cId="2522639901" sldId="267"/>
            <ac:cxnSpMk id="171" creationId="{06559C6D-A95E-4473-80F1-9BDD70875706}"/>
          </ac:cxnSpMkLst>
        </pc:cxnChg>
        <pc:cxnChg chg="add mod">
          <ac:chgData name="王月" userId="9d7c2960-20f1-43a9-b353-abcb8eec574b" providerId="ADAL" clId="{28D517C4-3A8A-44D2-9B3D-408962D98F68}" dt="2022-01-05T04:20:51.554" v="6016"/>
          <ac:cxnSpMkLst>
            <pc:docMk/>
            <pc:sldMk cId="2522639901" sldId="267"/>
            <ac:cxnSpMk id="172" creationId="{58143363-A0AF-4FFD-83B5-4F39E003B440}"/>
          </ac:cxnSpMkLst>
        </pc:cxnChg>
        <pc:cxnChg chg="add mod">
          <ac:chgData name="王月" userId="9d7c2960-20f1-43a9-b353-abcb8eec574b" providerId="ADAL" clId="{28D517C4-3A8A-44D2-9B3D-408962D98F68}" dt="2022-01-05T04:20:51.554" v="6016"/>
          <ac:cxnSpMkLst>
            <pc:docMk/>
            <pc:sldMk cId="2522639901" sldId="267"/>
            <ac:cxnSpMk id="173" creationId="{440C5806-0DD7-49D2-9425-FBB2AB922759}"/>
          </ac:cxnSpMkLst>
        </pc:cxnChg>
        <pc:cxnChg chg="add mod">
          <ac:chgData name="王月" userId="9d7c2960-20f1-43a9-b353-abcb8eec574b" providerId="ADAL" clId="{28D517C4-3A8A-44D2-9B3D-408962D98F68}" dt="2022-01-05T04:20:51.554" v="6016"/>
          <ac:cxnSpMkLst>
            <pc:docMk/>
            <pc:sldMk cId="2522639901" sldId="267"/>
            <ac:cxnSpMk id="174" creationId="{4DE8F6F8-07EF-40F2-BA1B-EFD4F98F1909}"/>
          </ac:cxnSpMkLst>
        </pc:cxnChg>
        <pc:cxnChg chg="del mod">
          <ac:chgData name="王月" userId="9d7c2960-20f1-43a9-b353-abcb8eec574b" providerId="ADAL" clId="{28D517C4-3A8A-44D2-9B3D-408962D98F68}" dt="2022-01-05T03:34:21.380" v="5421" actId="478"/>
          <ac:cxnSpMkLst>
            <pc:docMk/>
            <pc:sldMk cId="2522639901" sldId="267"/>
            <ac:cxnSpMk id="176" creationId="{52AE1DBD-0A08-4D18-BCFC-B66AD4455E0D}"/>
          </ac:cxnSpMkLst>
        </pc:cxnChg>
        <pc:cxnChg chg="add mod">
          <ac:chgData name="王月" userId="9d7c2960-20f1-43a9-b353-abcb8eec574b" providerId="ADAL" clId="{28D517C4-3A8A-44D2-9B3D-408962D98F68}" dt="2022-01-05T04:20:51.554" v="6016"/>
          <ac:cxnSpMkLst>
            <pc:docMk/>
            <pc:sldMk cId="2522639901" sldId="267"/>
            <ac:cxnSpMk id="177" creationId="{B2AA50E5-5613-400D-90B0-3906FAD4A353}"/>
          </ac:cxnSpMkLst>
        </pc:cxnChg>
        <pc:cxnChg chg="add mod">
          <ac:chgData name="王月" userId="9d7c2960-20f1-43a9-b353-abcb8eec574b" providerId="ADAL" clId="{28D517C4-3A8A-44D2-9B3D-408962D98F68}" dt="2022-01-05T04:20:51.554" v="6016"/>
          <ac:cxnSpMkLst>
            <pc:docMk/>
            <pc:sldMk cId="2522639901" sldId="267"/>
            <ac:cxnSpMk id="178" creationId="{DC10D366-B4B7-41DC-B6CA-A0A613673E1D}"/>
          </ac:cxnSpMkLst>
        </pc:cxnChg>
        <pc:cxnChg chg="add mod">
          <ac:chgData name="王月" userId="9d7c2960-20f1-43a9-b353-abcb8eec574b" providerId="ADAL" clId="{28D517C4-3A8A-44D2-9B3D-408962D98F68}" dt="2022-01-05T04:20:51.554" v="6016"/>
          <ac:cxnSpMkLst>
            <pc:docMk/>
            <pc:sldMk cId="2522639901" sldId="267"/>
            <ac:cxnSpMk id="180" creationId="{FBA0E5D6-CA65-40A7-B2B3-6F7E6BE4734D}"/>
          </ac:cxnSpMkLst>
        </pc:cxnChg>
        <pc:cxnChg chg="add mod">
          <ac:chgData name="王月" userId="9d7c2960-20f1-43a9-b353-abcb8eec574b" providerId="ADAL" clId="{28D517C4-3A8A-44D2-9B3D-408962D98F68}" dt="2022-01-05T04:20:51.554" v="6016"/>
          <ac:cxnSpMkLst>
            <pc:docMk/>
            <pc:sldMk cId="2522639901" sldId="267"/>
            <ac:cxnSpMk id="181" creationId="{14AD223C-052E-44A5-9286-C35D4C6337A5}"/>
          </ac:cxnSpMkLst>
        </pc:cxnChg>
        <pc:cxnChg chg="add mod">
          <ac:chgData name="王月" userId="9d7c2960-20f1-43a9-b353-abcb8eec574b" providerId="ADAL" clId="{28D517C4-3A8A-44D2-9B3D-408962D98F68}" dt="2022-01-05T04:20:51.554" v="6016"/>
          <ac:cxnSpMkLst>
            <pc:docMk/>
            <pc:sldMk cId="2522639901" sldId="267"/>
            <ac:cxnSpMk id="183" creationId="{D89DCE3C-20EB-411A-B431-3B7A804D2A74}"/>
          </ac:cxnSpMkLst>
        </pc:cxnChg>
        <pc:cxnChg chg="add mod">
          <ac:chgData name="王月" userId="9d7c2960-20f1-43a9-b353-abcb8eec574b" providerId="ADAL" clId="{28D517C4-3A8A-44D2-9B3D-408962D98F68}" dt="2022-01-05T04:20:51.554" v="6016"/>
          <ac:cxnSpMkLst>
            <pc:docMk/>
            <pc:sldMk cId="2522639901" sldId="267"/>
            <ac:cxnSpMk id="185" creationId="{81B533A7-5738-41CC-B26F-BADF6AB1B6B8}"/>
          </ac:cxnSpMkLst>
        </pc:cxnChg>
        <pc:cxnChg chg="add mod">
          <ac:chgData name="王月" userId="9d7c2960-20f1-43a9-b353-abcb8eec574b" providerId="ADAL" clId="{28D517C4-3A8A-44D2-9B3D-408962D98F68}" dt="2022-01-05T04:20:51.554" v="6016"/>
          <ac:cxnSpMkLst>
            <pc:docMk/>
            <pc:sldMk cId="2522639901" sldId="267"/>
            <ac:cxnSpMk id="187" creationId="{F1909A54-A971-4B33-9C8E-1350321B1ABA}"/>
          </ac:cxnSpMkLst>
        </pc:cxnChg>
        <pc:cxnChg chg="add mod">
          <ac:chgData name="王月" userId="9d7c2960-20f1-43a9-b353-abcb8eec574b" providerId="ADAL" clId="{28D517C4-3A8A-44D2-9B3D-408962D98F68}" dt="2022-01-05T04:24:06.357" v="6046"/>
          <ac:cxnSpMkLst>
            <pc:docMk/>
            <pc:sldMk cId="2522639901" sldId="267"/>
            <ac:cxnSpMk id="188" creationId="{A7F08552-38C1-46C8-AEF3-48B03DDC256A}"/>
          </ac:cxnSpMkLst>
        </pc:cxnChg>
        <pc:cxnChg chg="add mod">
          <ac:chgData name="王月" userId="9d7c2960-20f1-43a9-b353-abcb8eec574b" providerId="ADAL" clId="{28D517C4-3A8A-44D2-9B3D-408962D98F68}" dt="2022-01-05T04:24:06.357" v="6046"/>
          <ac:cxnSpMkLst>
            <pc:docMk/>
            <pc:sldMk cId="2522639901" sldId="267"/>
            <ac:cxnSpMk id="189" creationId="{388D4D1F-50BF-47EC-B900-BFF139A30098}"/>
          </ac:cxnSpMkLst>
        </pc:cxnChg>
        <pc:cxnChg chg="add mod">
          <ac:chgData name="王月" userId="9d7c2960-20f1-43a9-b353-abcb8eec574b" providerId="ADAL" clId="{28D517C4-3A8A-44D2-9B3D-408962D98F68}" dt="2022-01-05T04:24:06.357" v="6046"/>
          <ac:cxnSpMkLst>
            <pc:docMk/>
            <pc:sldMk cId="2522639901" sldId="267"/>
            <ac:cxnSpMk id="190" creationId="{43AC83E7-FB4F-4AD4-B6BB-77312870BAB5}"/>
          </ac:cxnSpMkLst>
        </pc:cxnChg>
        <pc:cxnChg chg="add mod">
          <ac:chgData name="王月" userId="9d7c2960-20f1-43a9-b353-abcb8eec574b" providerId="ADAL" clId="{28D517C4-3A8A-44D2-9B3D-408962D98F68}" dt="2022-01-05T04:24:06.357" v="6046"/>
          <ac:cxnSpMkLst>
            <pc:docMk/>
            <pc:sldMk cId="2522639901" sldId="267"/>
            <ac:cxnSpMk id="192" creationId="{99F10A4A-3749-4DCC-B5BB-98B8B5A58D2A}"/>
          </ac:cxnSpMkLst>
        </pc:cxnChg>
        <pc:cxnChg chg="add mod">
          <ac:chgData name="王月" userId="9d7c2960-20f1-43a9-b353-abcb8eec574b" providerId="ADAL" clId="{28D517C4-3A8A-44D2-9B3D-408962D98F68}" dt="2022-01-05T04:24:06.357" v="6046"/>
          <ac:cxnSpMkLst>
            <pc:docMk/>
            <pc:sldMk cId="2522639901" sldId="267"/>
            <ac:cxnSpMk id="194" creationId="{73570BE2-3549-4F83-A902-E1704497AA29}"/>
          </ac:cxnSpMkLst>
        </pc:cxnChg>
        <pc:cxnChg chg="add mod">
          <ac:chgData name="王月" userId="9d7c2960-20f1-43a9-b353-abcb8eec574b" providerId="ADAL" clId="{28D517C4-3A8A-44D2-9B3D-408962D98F68}" dt="2022-01-05T04:24:06.357" v="6046"/>
          <ac:cxnSpMkLst>
            <pc:docMk/>
            <pc:sldMk cId="2522639901" sldId="267"/>
            <ac:cxnSpMk id="197" creationId="{11BB23AA-15E1-4E9C-B0CC-76870500B226}"/>
          </ac:cxnSpMkLst>
        </pc:cxnChg>
        <pc:cxnChg chg="add mod">
          <ac:chgData name="王月" userId="9d7c2960-20f1-43a9-b353-abcb8eec574b" providerId="ADAL" clId="{28D517C4-3A8A-44D2-9B3D-408962D98F68}" dt="2022-01-05T04:24:06.357" v="6046"/>
          <ac:cxnSpMkLst>
            <pc:docMk/>
            <pc:sldMk cId="2522639901" sldId="267"/>
            <ac:cxnSpMk id="199" creationId="{199C1943-54F0-4497-81D9-363B8847B2DC}"/>
          </ac:cxnSpMkLst>
        </pc:cxnChg>
        <pc:cxnChg chg="add mod">
          <ac:chgData name="王月" userId="9d7c2960-20f1-43a9-b353-abcb8eec574b" providerId="ADAL" clId="{28D517C4-3A8A-44D2-9B3D-408962D98F68}" dt="2022-01-05T04:24:06.357" v="6046"/>
          <ac:cxnSpMkLst>
            <pc:docMk/>
            <pc:sldMk cId="2522639901" sldId="267"/>
            <ac:cxnSpMk id="200" creationId="{DB386719-FB60-460A-84F8-9B3C23F6EE5A}"/>
          </ac:cxnSpMkLst>
        </pc:cxnChg>
        <pc:cxnChg chg="add mod">
          <ac:chgData name="王月" userId="9d7c2960-20f1-43a9-b353-abcb8eec574b" providerId="ADAL" clId="{28D517C4-3A8A-44D2-9B3D-408962D98F68}" dt="2022-01-05T04:24:06.357" v="6046"/>
          <ac:cxnSpMkLst>
            <pc:docMk/>
            <pc:sldMk cId="2522639901" sldId="267"/>
            <ac:cxnSpMk id="201" creationId="{FF487672-0E3C-41FD-A4B5-2A005FFA1AD1}"/>
          </ac:cxnSpMkLst>
        </pc:cxnChg>
      </pc:sldChg>
      <pc:sldChg chg="modSp add del mod ord">
        <pc:chgData name="王月" userId="9d7c2960-20f1-43a9-b353-abcb8eec574b" providerId="ADAL" clId="{28D517C4-3A8A-44D2-9B3D-408962D98F68}" dt="2022-01-05T03:00:35.101" v="5027" actId="47"/>
        <pc:sldMkLst>
          <pc:docMk/>
          <pc:sldMk cId="4081434501" sldId="267"/>
        </pc:sldMkLst>
        <pc:spChg chg="mod">
          <ac:chgData name="王月" userId="9d7c2960-20f1-43a9-b353-abcb8eec574b" providerId="ADAL" clId="{28D517C4-3A8A-44D2-9B3D-408962D98F68}" dt="2022-01-02T14:57:45.098" v="3937" actId="113"/>
          <ac:spMkLst>
            <pc:docMk/>
            <pc:sldMk cId="4081434501" sldId="267"/>
            <ac:spMk id="57" creationId="{02C7C3E2-65F5-4B95-87BE-00ACD445F8B1}"/>
          </ac:spMkLst>
        </pc:spChg>
        <pc:spChg chg="mod">
          <ac:chgData name="王月" userId="9d7c2960-20f1-43a9-b353-abcb8eec574b" providerId="ADAL" clId="{28D517C4-3A8A-44D2-9B3D-408962D98F68}" dt="2022-01-02T14:56:33.436" v="3907"/>
          <ac:spMkLst>
            <pc:docMk/>
            <pc:sldMk cId="4081434501" sldId="267"/>
            <ac:spMk id="60" creationId="{882CEF3E-2C6B-419B-B5F9-9405642C65EA}"/>
          </ac:spMkLst>
        </pc:spChg>
        <pc:spChg chg="mod">
          <ac:chgData name="王月" userId="9d7c2960-20f1-43a9-b353-abcb8eec574b" providerId="ADAL" clId="{28D517C4-3A8A-44D2-9B3D-408962D98F68}" dt="2022-01-02T14:56:11.914" v="3892" actId="113"/>
          <ac:spMkLst>
            <pc:docMk/>
            <pc:sldMk cId="4081434501" sldId="267"/>
            <ac:spMk id="66" creationId="{36599A47-F2A6-48BF-BAB4-8173E5970BD8}"/>
          </ac:spMkLst>
        </pc:spChg>
        <pc:spChg chg="mod">
          <ac:chgData name="王月" userId="9d7c2960-20f1-43a9-b353-abcb8eec574b" providerId="ADAL" clId="{28D517C4-3A8A-44D2-9B3D-408962D98F68}" dt="2022-01-03T08:34:41.069" v="4839" actId="113"/>
          <ac:spMkLst>
            <pc:docMk/>
            <pc:sldMk cId="4081434501" sldId="267"/>
            <ac:spMk id="75" creationId="{B6FD49AF-D245-4643-BC94-5EE166954325}"/>
          </ac:spMkLst>
        </pc:spChg>
        <pc:spChg chg="mod">
          <ac:chgData name="王月" userId="9d7c2960-20f1-43a9-b353-abcb8eec574b" providerId="ADAL" clId="{28D517C4-3A8A-44D2-9B3D-408962D98F68}" dt="2022-01-03T08:34:49.896" v="4842" actId="20577"/>
          <ac:spMkLst>
            <pc:docMk/>
            <pc:sldMk cId="4081434501" sldId="267"/>
            <ac:spMk id="78" creationId="{B649900F-856C-4220-9C5B-5A648A97B031}"/>
          </ac:spMkLst>
        </pc:spChg>
        <pc:spChg chg="mod">
          <ac:chgData name="王月" userId="9d7c2960-20f1-43a9-b353-abcb8eec574b" providerId="ADAL" clId="{28D517C4-3A8A-44D2-9B3D-408962D98F68}" dt="2022-01-03T08:34:36.427" v="4837" actId="113"/>
          <ac:spMkLst>
            <pc:docMk/>
            <pc:sldMk cId="4081434501" sldId="267"/>
            <ac:spMk id="95" creationId="{F0D0EA0C-1F57-42D5-B451-95F65CA98C7B}"/>
          </ac:spMkLst>
        </pc:spChg>
        <pc:spChg chg="mod">
          <ac:chgData name="王月" userId="9d7c2960-20f1-43a9-b353-abcb8eec574b" providerId="ADAL" clId="{28D517C4-3A8A-44D2-9B3D-408962D98F68}" dt="2022-01-02T14:59:44.625" v="3993"/>
          <ac:spMkLst>
            <pc:docMk/>
            <pc:sldMk cId="4081434501" sldId="267"/>
            <ac:spMk id="96" creationId="{D8D5B7E1-1E05-4672-A30B-E867DC8D5075}"/>
          </ac:spMkLst>
        </pc:spChg>
        <pc:spChg chg="mod">
          <ac:chgData name="王月" userId="9d7c2960-20f1-43a9-b353-abcb8eec574b" providerId="ADAL" clId="{28D517C4-3A8A-44D2-9B3D-408962D98F68}" dt="2022-01-02T14:59:45.949" v="3997"/>
          <ac:spMkLst>
            <pc:docMk/>
            <pc:sldMk cId="4081434501" sldId="267"/>
            <ac:spMk id="98" creationId="{D9246298-A033-421B-B234-BE2EB49DDAF2}"/>
          </ac:spMkLst>
        </pc:spChg>
      </pc:sldChg>
      <pc:sldChg chg="addSp delSp modSp add mod modNotesTx">
        <pc:chgData name="王月" userId="9d7c2960-20f1-43a9-b353-abcb8eec574b" providerId="ADAL" clId="{28D517C4-3A8A-44D2-9B3D-408962D98F68}" dt="2022-01-05T09:21:18.746" v="7505" actId="20577"/>
        <pc:sldMkLst>
          <pc:docMk/>
          <pc:sldMk cId="1189980027" sldId="268"/>
        </pc:sldMkLst>
        <pc:spChg chg="mod">
          <ac:chgData name="王月" userId="9d7c2960-20f1-43a9-b353-abcb8eec574b" providerId="ADAL" clId="{28D517C4-3A8A-44D2-9B3D-408962D98F68}" dt="2022-01-05T04:19:01.728" v="6002" actId="1036"/>
          <ac:spMkLst>
            <pc:docMk/>
            <pc:sldMk cId="1189980027" sldId="268"/>
            <ac:spMk id="51" creationId="{78969C98-11FE-449C-A3E1-E79893E65C98}"/>
          </ac:spMkLst>
        </pc:spChg>
        <pc:spChg chg="mod">
          <ac:chgData name="王月" userId="9d7c2960-20f1-43a9-b353-abcb8eec574b" providerId="ADAL" clId="{28D517C4-3A8A-44D2-9B3D-408962D98F68}" dt="2022-01-05T04:19:01.728" v="6002" actId="1036"/>
          <ac:spMkLst>
            <pc:docMk/>
            <pc:sldMk cId="1189980027" sldId="268"/>
            <ac:spMk id="53" creationId="{EA4D96B6-04D3-4A21-B45F-1D3319C92190}"/>
          </ac:spMkLst>
        </pc:spChg>
        <pc:spChg chg="mod">
          <ac:chgData name="王月" userId="9d7c2960-20f1-43a9-b353-abcb8eec574b" providerId="ADAL" clId="{28D517C4-3A8A-44D2-9B3D-408962D98F68}" dt="2022-01-05T04:19:01.728" v="6002" actId="1036"/>
          <ac:spMkLst>
            <pc:docMk/>
            <pc:sldMk cId="1189980027" sldId="268"/>
            <ac:spMk id="54" creationId="{25FD9017-67F8-4290-A168-2CB68C008ABC}"/>
          </ac:spMkLst>
        </pc:spChg>
        <pc:spChg chg="mod">
          <ac:chgData name="王月" userId="9d7c2960-20f1-43a9-b353-abcb8eec574b" providerId="ADAL" clId="{28D517C4-3A8A-44D2-9B3D-408962D98F68}" dt="2022-01-05T04:19:01.728" v="6002" actId="1036"/>
          <ac:spMkLst>
            <pc:docMk/>
            <pc:sldMk cId="1189980027" sldId="268"/>
            <ac:spMk id="55" creationId="{7885B0FD-18FC-4EFE-BCC2-050DE760B313}"/>
          </ac:spMkLst>
        </pc:spChg>
        <pc:spChg chg="mod">
          <ac:chgData name="王月" userId="9d7c2960-20f1-43a9-b353-abcb8eec574b" providerId="ADAL" clId="{28D517C4-3A8A-44D2-9B3D-408962D98F68}" dt="2022-01-05T04:07:02.400" v="5690" actId="20577"/>
          <ac:spMkLst>
            <pc:docMk/>
            <pc:sldMk cId="1189980027" sldId="268"/>
            <ac:spMk id="68" creationId="{7EA69B6D-3639-4610-8CA9-DE0E49CF3F0C}"/>
          </ac:spMkLst>
        </pc:spChg>
        <pc:spChg chg="add mod">
          <ac:chgData name="王月" userId="9d7c2960-20f1-43a9-b353-abcb8eec574b" providerId="ADAL" clId="{28D517C4-3A8A-44D2-9B3D-408962D98F68}" dt="2022-01-05T04:23:01.072" v="6034" actId="208"/>
          <ac:spMkLst>
            <pc:docMk/>
            <pc:sldMk cId="1189980027" sldId="268"/>
            <ac:spMk id="69" creationId="{4725B505-D5F1-4A1E-9070-B195A471D5CB}"/>
          </ac:spMkLst>
        </pc:spChg>
        <pc:spChg chg="add del mod">
          <ac:chgData name="王月" userId="9d7c2960-20f1-43a9-b353-abcb8eec574b" providerId="ADAL" clId="{28D517C4-3A8A-44D2-9B3D-408962D98F68}" dt="2022-01-05T04:05:18.993" v="5662" actId="478"/>
          <ac:spMkLst>
            <pc:docMk/>
            <pc:sldMk cId="1189980027" sldId="268"/>
            <ac:spMk id="71" creationId="{EFCA339F-0AD9-4CE1-AD01-72EA11F88D67}"/>
          </ac:spMkLst>
        </pc:spChg>
        <pc:spChg chg="add mod">
          <ac:chgData name="王月" userId="9d7c2960-20f1-43a9-b353-abcb8eec574b" providerId="ADAL" clId="{28D517C4-3A8A-44D2-9B3D-408962D98F68}" dt="2022-01-05T04:23:01.072" v="6034" actId="208"/>
          <ac:spMkLst>
            <pc:docMk/>
            <pc:sldMk cId="1189980027" sldId="268"/>
            <ac:spMk id="77" creationId="{E65E92D0-41CF-477D-B81A-29FFCEF9D5D5}"/>
          </ac:spMkLst>
        </pc:spChg>
        <pc:spChg chg="del mod">
          <ac:chgData name="王月" userId="9d7c2960-20f1-43a9-b353-abcb8eec574b" providerId="ADAL" clId="{28D517C4-3A8A-44D2-9B3D-408962D98F68}" dt="2022-01-05T04:06:04.305" v="5675" actId="478"/>
          <ac:spMkLst>
            <pc:docMk/>
            <pc:sldMk cId="1189980027" sldId="268"/>
            <ac:spMk id="81" creationId="{E92E4DD6-7A0C-49A5-97A9-4A2192019E8C}"/>
          </ac:spMkLst>
        </pc:spChg>
        <pc:spChg chg="mod">
          <ac:chgData name="王月" userId="9d7c2960-20f1-43a9-b353-abcb8eec574b" providerId="ADAL" clId="{28D517C4-3A8A-44D2-9B3D-408962D98F68}" dt="2022-01-05T04:25:03.941" v="6073" actId="1076"/>
          <ac:spMkLst>
            <pc:docMk/>
            <pc:sldMk cId="1189980027" sldId="268"/>
            <ac:spMk id="94" creationId="{DA99C221-B936-4EB0-93AB-B90799578D6F}"/>
          </ac:spMkLst>
        </pc:spChg>
        <pc:spChg chg="mod">
          <ac:chgData name="王月" userId="9d7c2960-20f1-43a9-b353-abcb8eec574b" providerId="ADAL" clId="{28D517C4-3A8A-44D2-9B3D-408962D98F68}" dt="2022-01-05T04:23:51.710" v="6043" actId="1076"/>
          <ac:spMkLst>
            <pc:docMk/>
            <pc:sldMk cId="1189980027" sldId="268"/>
            <ac:spMk id="96" creationId="{57E1B1EE-749A-4171-925B-C9A2808D85A2}"/>
          </ac:spMkLst>
        </pc:spChg>
        <pc:spChg chg="del">
          <ac:chgData name="王月" userId="9d7c2960-20f1-43a9-b353-abcb8eec574b" providerId="ADAL" clId="{28D517C4-3A8A-44D2-9B3D-408962D98F68}" dt="2022-01-05T04:17:26.496" v="5954" actId="478"/>
          <ac:spMkLst>
            <pc:docMk/>
            <pc:sldMk cId="1189980027" sldId="268"/>
            <ac:spMk id="102" creationId="{5EB3F74E-CDB7-46AC-8626-199E2109C488}"/>
          </ac:spMkLst>
        </pc:spChg>
        <pc:spChg chg="add mod">
          <ac:chgData name="王月" userId="9d7c2960-20f1-43a9-b353-abcb8eec574b" providerId="ADAL" clId="{28D517C4-3A8A-44D2-9B3D-408962D98F68}" dt="2022-01-05T04:23:07.077" v="6035" actId="208"/>
          <ac:spMkLst>
            <pc:docMk/>
            <pc:sldMk cId="1189980027" sldId="268"/>
            <ac:spMk id="104" creationId="{333AB5E9-F5A0-48DE-B160-9738F09BB699}"/>
          </ac:spMkLst>
        </pc:spChg>
        <pc:spChg chg="mod">
          <ac:chgData name="王月" userId="9d7c2960-20f1-43a9-b353-abcb8eec574b" providerId="ADAL" clId="{28D517C4-3A8A-44D2-9B3D-408962D98F68}" dt="2022-01-05T04:23:45.536" v="6042" actId="1076"/>
          <ac:spMkLst>
            <pc:docMk/>
            <pc:sldMk cId="1189980027" sldId="268"/>
            <ac:spMk id="105" creationId="{BFDD6873-C5A1-45EA-A48C-AF6FF7DA7985}"/>
          </ac:spMkLst>
        </pc:spChg>
        <pc:spChg chg="mod">
          <ac:chgData name="王月" userId="9d7c2960-20f1-43a9-b353-abcb8eec574b" providerId="ADAL" clId="{28D517C4-3A8A-44D2-9B3D-408962D98F68}" dt="2022-01-05T04:19:01.728" v="6002" actId="1036"/>
          <ac:spMkLst>
            <pc:docMk/>
            <pc:sldMk cId="1189980027" sldId="268"/>
            <ac:spMk id="106" creationId="{AB97843F-1EE7-4862-A5E2-505706CDBA18}"/>
          </ac:spMkLst>
        </pc:spChg>
        <pc:spChg chg="mod">
          <ac:chgData name="王月" userId="9d7c2960-20f1-43a9-b353-abcb8eec574b" providerId="ADAL" clId="{28D517C4-3A8A-44D2-9B3D-408962D98F68}" dt="2022-01-05T04:19:01.728" v="6002" actId="1036"/>
          <ac:spMkLst>
            <pc:docMk/>
            <pc:sldMk cId="1189980027" sldId="268"/>
            <ac:spMk id="107" creationId="{5B39A151-7BDF-4812-9237-66B496ED2238}"/>
          </ac:spMkLst>
        </pc:spChg>
        <pc:spChg chg="add mod">
          <ac:chgData name="王月" userId="9d7c2960-20f1-43a9-b353-abcb8eec574b" providerId="ADAL" clId="{28D517C4-3A8A-44D2-9B3D-408962D98F68}" dt="2022-01-05T04:22:51.293" v="6033" actId="208"/>
          <ac:spMkLst>
            <pc:docMk/>
            <pc:sldMk cId="1189980027" sldId="268"/>
            <ac:spMk id="113" creationId="{DDEE8EA3-F584-44BF-AF04-D71E5A4079C2}"/>
          </ac:spMkLst>
        </pc:spChg>
        <pc:spChg chg="mod">
          <ac:chgData name="王月" userId="9d7c2960-20f1-43a9-b353-abcb8eec574b" providerId="ADAL" clId="{28D517C4-3A8A-44D2-9B3D-408962D98F68}" dt="2022-01-05T04:19:01.728" v="6002" actId="1036"/>
          <ac:spMkLst>
            <pc:docMk/>
            <pc:sldMk cId="1189980027" sldId="268"/>
            <ac:spMk id="115" creationId="{7F7992E1-E2A1-49A3-93CD-87CF72091AD0}"/>
          </ac:spMkLst>
        </pc:spChg>
        <pc:spChg chg="mod">
          <ac:chgData name="王月" userId="9d7c2960-20f1-43a9-b353-abcb8eec574b" providerId="ADAL" clId="{28D517C4-3A8A-44D2-9B3D-408962D98F68}" dt="2022-01-05T04:19:01.728" v="6002" actId="1036"/>
          <ac:spMkLst>
            <pc:docMk/>
            <pc:sldMk cId="1189980027" sldId="268"/>
            <ac:spMk id="124" creationId="{731217B6-8308-4D1E-ABAC-2CDB47F86CB9}"/>
          </ac:spMkLst>
        </pc:spChg>
        <pc:spChg chg="mod">
          <ac:chgData name="王月" userId="9d7c2960-20f1-43a9-b353-abcb8eec574b" providerId="ADAL" clId="{28D517C4-3A8A-44D2-9B3D-408962D98F68}" dt="2022-01-05T04:25:03.941" v="6073" actId="1076"/>
          <ac:spMkLst>
            <pc:docMk/>
            <pc:sldMk cId="1189980027" sldId="268"/>
            <ac:spMk id="125" creationId="{D62C2337-0792-4AF0-B075-E0156D9321F8}"/>
          </ac:spMkLst>
        </pc:spChg>
        <pc:spChg chg="mod">
          <ac:chgData name="王月" userId="9d7c2960-20f1-43a9-b353-abcb8eec574b" providerId="ADAL" clId="{28D517C4-3A8A-44D2-9B3D-408962D98F68}" dt="2022-01-05T04:19:01.728" v="6002" actId="1036"/>
          <ac:spMkLst>
            <pc:docMk/>
            <pc:sldMk cId="1189980027" sldId="268"/>
            <ac:spMk id="129" creationId="{DD9738C5-0D77-4FAF-B913-6A7FB6162F9E}"/>
          </ac:spMkLst>
        </pc:spChg>
        <pc:spChg chg="add del mod">
          <ac:chgData name="王月" userId="9d7c2960-20f1-43a9-b353-abcb8eec574b" providerId="ADAL" clId="{28D517C4-3A8A-44D2-9B3D-408962D98F68}" dt="2022-01-05T04:19:01.728" v="6002" actId="1036"/>
          <ac:spMkLst>
            <pc:docMk/>
            <pc:sldMk cId="1189980027" sldId="268"/>
            <ac:spMk id="137" creationId="{C7490265-A8C4-4B07-9BC5-2AA03CF4BE55}"/>
          </ac:spMkLst>
        </pc:spChg>
        <pc:spChg chg="mod">
          <ac:chgData name="王月" userId="9d7c2960-20f1-43a9-b353-abcb8eec574b" providerId="ADAL" clId="{28D517C4-3A8A-44D2-9B3D-408962D98F68}" dt="2022-01-05T04:19:01.728" v="6002" actId="1036"/>
          <ac:spMkLst>
            <pc:docMk/>
            <pc:sldMk cId="1189980027" sldId="268"/>
            <ac:spMk id="150" creationId="{36C07F6F-A367-4535-AD19-D678B14F45A2}"/>
          </ac:spMkLst>
        </pc:spChg>
        <pc:spChg chg="mod">
          <ac:chgData name="王月" userId="9d7c2960-20f1-43a9-b353-abcb8eec574b" providerId="ADAL" clId="{28D517C4-3A8A-44D2-9B3D-408962D98F68}" dt="2022-01-05T04:19:01.728" v="6002" actId="1036"/>
          <ac:spMkLst>
            <pc:docMk/>
            <pc:sldMk cId="1189980027" sldId="268"/>
            <ac:spMk id="151" creationId="{9C38DAFE-0158-488B-94E8-7BA63330824C}"/>
          </ac:spMkLst>
        </pc:spChg>
        <pc:spChg chg="mod ord">
          <ac:chgData name="王月" userId="9d7c2960-20f1-43a9-b353-abcb8eec574b" providerId="ADAL" clId="{28D517C4-3A8A-44D2-9B3D-408962D98F68}" dt="2022-01-05T04:19:01.728" v="6002" actId="1036"/>
          <ac:spMkLst>
            <pc:docMk/>
            <pc:sldMk cId="1189980027" sldId="268"/>
            <ac:spMk id="152" creationId="{2C907063-B41A-4C2F-BCF2-0BD872E9E44B}"/>
          </ac:spMkLst>
        </pc:spChg>
        <pc:spChg chg="del">
          <ac:chgData name="王月" userId="9d7c2960-20f1-43a9-b353-abcb8eec574b" providerId="ADAL" clId="{28D517C4-3A8A-44D2-9B3D-408962D98F68}" dt="2022-01-05T04:04:30.657" v="5645" actId="478"/>
          <ac:spMkLst>
            <pc:docMk/>
            <pc:sldMk cId="1189980027" sldId="268"/>
            <ac:spMk id="157" creationId="{EC367CE1-3FC0-426E-A3A5-9BFEB93738A2}"/>
          </ac:spMkLst>
        </pc:spChg>
        <pc:spChg chg="mod ord">
          <ac:chgData name="王月" userId="9d7c2960-20f1-43a9-b353-abcb8eec574b" providerId="ADAL" clId="{28D517C4-3A8A-44D2-9B3D-408962D98F68}" dt="2022-01-05T04:19:01.728" v="6002" actId="1036"/>
          <ac:spMkLst>
            <pc:docMk/>
            <pc:sldMk cId="1189980027" sldId="268"/>
            <ac:spMk id="162" creationId="{620DE8E3-4299-47E4-BDA6-758E563D253D}"/>
          </ac:spMkLst>
        </pc:spChg>
        <pc:spChg chg="del">
          <ac:chgData name="王月" userId="9d7c2960-20f1-43a9-b353-abcb8eec574b" providerId="ADAL" clId="{28D517C4-3A8A-44D2-9B3D-408962D98F68}" dt="2022-01-05T04:04:30.657" v="5645" actId="478"/>
          <ac:spMkLst>
            <pc:docMk/>
            <pc:sldMk cId="1189980027" sldId="268"/>
            <ac:spMk id="164" creationId="{8E6E4F38-9313-4461-B39F-1BF7876F86CD}"/>
          </ac:spMkLst>
        </pc:spChg>
        <pc:spChg chg="del">
          <ac:chgData name="王月" userId="9d7c2960-20f1-43a9-b353-abcb8eec574b" providerId="ADAL" clId="{28D517C4-3A8A-44D2-9B3D-408962D98F68}" dt="2022-01-05T04:04:30.657" v="5645" actId="478"/>
          <ac:spMkLst>
            <pc:docMk/>
            <pc:sldMk cId="1189980027" sldId="268"/>
            <ac:spMk id="166" creationId="{648CA0F3-27B5-41F8-B2D2-610BA9B5C3EE}"/>
          </ac:spMkLst>
        </pc:spChg>
        <pc:cxnChg chg="add mod">
          <ac:chgData name="王月" userId="9d7c2960-20f1-43a9-b353-abcb8eec574b" providerId="ADAL" clId="{28D517C4-3A8A-44D2-9B3D-408962D98F68}" dt="2022-01-05T04:19:01.728" v="6002" actId="1036"/>
          <ac:cxnSpMkLst>
            <pc:docMk/>
            <pc:sldMk cId="1189980027" sldId="268"/>
            <ac:cxnSpMk id="59" creationId="{2F94568C-6BFF-470A-B75E-A936489F1246}"/>
          </ac:cxnSpMkLst>
        </pc:cxnChg>
        <pc:cxnChg chg="add mod">
          <ac:chgData name="王月" userId="9d7c2960-20f1-43a9-b353-abcb8eec574b" providerId="ADAL" clId="{28D517C4-3A8A-44D2-9B3D-408962D98F68}" dt="2022-01-05T04:23:01.072" v="6034" actId="208"/>
          <ac:cxnSpMkLst>
            <pc:docMk/>
            <pc:sldMk cId="1189980027" sldId="268"/>
            <ac:cxnSpMk id="67" creationId="{1223AF3F-A247-4967-8241-736FF9843D5D}"/>
          </ac:cxnSpMkLst>
        </pc:cxnChg>
        <pc:cxnChg chg="add mod">
          <ac:chgData name="王月" userId="9d7c2960-20f1-43a9-b353-abcb8eec574b" providerId="ADAL" clId="{28D517C4-3A8A-44D2-9B3D-408962D98F68}" dt="2022-01-05T04:23:01.072" v="6034" actId="208"/>
          <ac:cxnSpMkLst>
            <pc:docMk/>
            <pc:sldMk cId="1189980027" sldId="268"/>
            <ac:cxnSpMk id="70" creationId="{45A92F16-B9E5-4768-AA22-71D1B50B9773}"/>
          </ac:cxnSpMkLst>
        </pc:cxnChg>
        <pc:cxnChg chg="add del mod">
          <ac:chgData name="王月" userId="9d7c2960-20f1-43a9-b353-abcb8eec574b" providerId="ADAL" clId="{28D517C4-3A8A-44D2-9B3D-408962D98F68}" dt="2022-01-05T04:05:17.057" v="5661" actId="478"/>
          <ac:cxnSpMkLst>
            <pc:docMk/>
            <pc:sldMk cId="1189980027" sldId="268"/>
            <ac:cxnSpMk id="73" creationId="{1317FB4E-FA2C-438B-8B6F-B5896460CFA5}"/>
          </ac:cxnSpMkLst>
        </pc:cxnChg>
        <pc:cxnChg chg="del">
          <ac:chgData name="王月" userId="9d7c2960-20f1-43a9-b353-abcb8eec574b" providerId="ADAL" clId="{28D517C4-3A8A-44D2-9B3D-408962D98F68}" dt="2022-01-05T04:17:26.496" v="5954" actId="478"/>
          <ac:cxnSpMkLst>
            <pc:docMk/>
            <pc:sldMk cId="1189980027" sldId="268"/>
            <ac:cxnSpMk id="74" creationId="{4ADD8996-D5FD-406C-9766-B01A4B9D9AF4}"/>
          </ac:cxnSpMkLst>
        </pc:cxnChg>
        <pc:cxnChg chg="del">
          <ac:chgData name="王月" userId="9d7c2960-20f1-43a9-b353-abcb8eec574b" providerId="ADAL" clId="{28D517C4-3A8A-44D2-9B3D-408962D98F68}" dt="2022-01-05T04:17:26.496" v="5954" actId="478"/>
          <ac:cxnSpMkLst>
            <pc:docMk/>
            <pc:sldMk cId="1189980027" sldId="268"/>
            <ac:cxnSpMk id="76" creationId="{2C782FE7-BE89-4C68-9BD6-D255D3D9E8D7}"/>
          </ac:cxnSpMkLst>
        </pc:cxnChg>
        <pc:cxnChg chg="del">
          <ac:chgData name="王月" userId="9d7c2960-20f1-43a9-b353-abcb8eec574b" providerId="ADAL" clId="{28D517C4-3A8A-44D2-9B3D-408962D98F68}" dt="2022-01-05T04:17:26.496" v="5954" actId="478"/>
          <ac:cxnSpMkLst>
            <pc:docMk/>
            <pc:sldMk cId="1189980027" sldId="268"/>
            <ac:cxnSpMk id="78" creationId="{CB87917F-D700-431C-860D-CD7A20F24E70}"/>
          </ac:cxnSpMkLst>
        </pc:cxnChg>
        <pc:cxnChg chg="mod">
          <ac:chgData name="王月" userId="9d7c2960-20f1-43a9-b353-abcb8eec574b" providerId="ADAL" clId="{28D517C4-3A8A-44D2-9B3D-408962D98F68}" dt="2022-01-05T04:22:51.293" v="6033" actId="208"/>
          <ac:cxnSpMkLst>
            <pc:docMk/>
            <pc:sldMk cId="1189980027" sldId="268"/>
            <ac:cxnSpMk id="95" creationId="{5813CA61-7034-45A7-B292-D95764FED65E}"/>
          </ac:cxnSpMkLst>
        </pc:cxnChg>
        <pc:cxnChg chg="del mod">
          <ac:chgData name="王月" userId="9d7c2960-20f1-43a9-b353-abcb8eec574b" providerId="ADAL" clId="{28D517C4-3A8A-44D2-9B3D-408962D98F68}" dt="2022-01-05T04:17:26.496" v="5954" actId="478"/>
          <ac:cxnSpMkLst>
            <pc:docMk/>
            <pc:sldMk cId="1189980027" sldId="268"/>
            <ac:cxnSpMk id="97" creationId="{6B8D2D49-2230-4619-BE92-9411BC38C753}"/>
          </ac:cxnSpMkLst>
        </pc:cxnChg>
        <pc:cxnChg chg="del">
          <ac:chgData name="王月" userId="9d7c2960-20f1-43a9-b353-abcb8eec574b" providerId="ADAL" clId="{28D517C4-3A8A-44D2-9B3D-408962D98F68}" dt="2022-01-05T04:17:26.496" v="5954" actId="478"/>
          <ac:cxnSpMkLst>
            <pc:docMk/>
            <pc:sldMk cId="1189980027" sldId="268"/>
            <ac:cxnSpMk id="98" creationId="{A3F8DBE6-2C4D-4375-AD9E-61C6527B3369}"/>
          </ac:cxnSpMkLst>
        </pc:cxnChg>
        <pc:cxnChg chg="del">
          <ac:chgData name="王月" userId="9d7c2960-20f1-43a9-b353-abcb8eec574b" providerId="ADAL" clId="{28D517C4-3A8A-44D2-9B3D-408962D98F68}" dt="2022-01-05T04:17:26.496" v="5954" actId="478"/>
          <ac:cxnSpMkLst>
            <pc:docMk/>
            <pc:sldMk cId="1189980027" sldId="268"/>
            <ac:cxnSpMk id="99" creationId="{587EF277-7889-4285-97D5-FAA538D30D98}"/>
          </ac:cxnSpMkLst>
        </pc:cxnChg>
        <pc:cxnChg chg="mod">
          <ac:chgData name="王月" userId="9d7c2960-20f1-43a9-b353-abcb8eec574b" providerId="ADAL" clId="{28D517C4-3A8A-44D2-9B3D-408962D98F68}" dt="2022-01-05T04:22:51.293" v="6033" actId="208"/>
          <ac:cxnSpMkLst>
            <pc:docMk/>
            <pc:sldMk cId="1189980027" sldId="268"/>
            <ac:cxnSpMk id="100" creationId="{1E0564C6-CAF4-4506-8F8E-B7D3E3A2A9AE}"/>
          </ac:cxnSpMkLst>
        </pc:cxnChg>
        <pc:cxnChg chg="del">
          <ac:chgData name="王月" userId="9d7c2960-20f1-43a9-b353-abcb8eec574b" providerId="ADAL" clId="{28D517C4-3A8A-44D2-9B3D-408962D98F68}" dt="2022-01-05T04:17:26.496" v="5954" actId="478"/>
          <ac:cxnSpMkLst>
            <pc:docMk/>
            <pc:sldMk cId="1189980027" sldId="268"/>
            <ac:cxnSpMk id="101" creationId="{C856A682-90DB-4D8A-A499-BCEC8A9C55E7}"/>
          </ac:cxnSpMkLst>
        </pc:cxnChg>
        <pc:cxnChg chg="del">
          <ac:chgData name="王月" userId="9d7c2960-20f1-43a9-b353-abcb8eec574b" providerId="ADAL" clId="{28D517C4-3A8A-44D2-9B3D-408962D98F68}" dt="2022-01-05T04:17:26.496" v="5954" actId="478"/>
          <ac:cxnSpMkLst>
            <pc:docMk/>
            <pc:sldMk cId="1189980027" sldId="268"/>
            <ac:cxnSpMk id="103" creationId="{481D3874-7F99-4472-8897-1C6F9925C972}"/>
          </ac:cxnSpMkLst>
        </pc:cxnChg>
        <pc:cxnChg chg="add mod">
          <ac:chgData name="王月" userId="9d7c2960-20f1-43a9-b353-abcb8eec574b" providerId="ADAL" clId="{28D517C4-3A8A-44D2-9B3D-408962D98F68}" dt="2022-01-05T04:22:51.293" v="6033" actId="208"/>
          <ac:cxnSpMkLst>
            <pc:docMk/>
            <pc:sldMk cId="1189980027" sldId="268"/>
            <ac:cxnSpMk id="108" creationId="{F5431D81-6103-49C9-9E72-741148ABD544}"/>
          </ac:cxnSpMkLst>
        </pc:cxnChg>
        <pc:cxnChg chg="mod">
          <ac:chgData name="王月" userId="9d7c2960-20f1-43a9-b353-abcb8eec574b" providerId="ADAL" clId="{28D517C4-3A8A-44D2-9B3D-408962D98F68}" dt="2022-01-05T04:19:01.728" v="6002" actId="1036"/>
          <ac:cxnSpMkLst>
            <pc:docMk/>
            <pc:sldMk cId="1189980027" sldId="268"/>
            <ac:cxnSpMk id="109" creationId="{B609C263-033D-4DC4-BD96-53A3D07E6C76}"/>
          </ac:cxnSpMkLst>
        </pc:cxnChg>
        <pc:cxnChg chg="mod">
          <ac:chgData name="王月" userId="9d7c2960-20f1-43a9-b353-abcb8eec574b" providerId="ADAL" clId="{28D517C4-3A8A-44D2-9B3D-408962D98F68}" dt="2022-01-05T04:19:01.728" v="6002" actId="1036"/>
          <ac:cxnSpMkLst>
            <pc:docMk/>
            <pc:sldMk cId="1189980027" sldId="268"/>
            <ac:cxnSpMk id="110" creationId="{F4E34B97-308C-42C5-B0D6-CD12A8C7855E}"/>
          </ac:cxnSpMkLst>
        </pc:cxnChg>
        <pc:cxnChg chg="mod">
          <ac:chgData name="王月" userId="9d7c2960-20f1-43a9-b353-abcb8eec574b" providerId="ADAL" clId="{28D517C4-3A8A-44D2-9B3D-408962D98F68}" dt="2022-01-05T04:19:01.728" v="6002" actId="1036"/>
          <ac:cxnSpMkLst>
            <pc:docMk/>
            <pc:sldMk cId="1189980027" sldId="268"/>
            <ac:cxnSpMk id="111" creationId="{CFE47E50-9363-44FC-B5C7-41B2A2E98CC3}"/>
          </ac:cxnSpMkLst>
        </pc:cxnChg>
        <pc:cxnChg chg="mod">
          <ac:chgData name="王月" userId="9d7c2960-20f1-43a9-b353-abcb8eec574b" providerId="ADAL" clId="{28D517C4-3A8A-44D2-9B3D-408962D98F68}" dt="2022-01-05T04:19:01.728" v="6002" actId="1036"/>
          <ac:cxnSpMkLst>
            <pc:docMk/>
            <pc:sldMk cId="1189980027" sldId="268"/>
            <ac:cxnSpMk id="112" creationId="{992818B4-D884-4D72-B4B2-F01383C3B638}"/>
          </ac:cxnSpMkLst>
        </pc:cxnChg>
        <pc:cxnChg chg="mod">
          <ac:chgData name="王月" userId="9d7c2960-20f1-43a9-b353-abcb8eec574b" providerId="ADAL" clId="{28D517C4-3A8A-44D2-9B3D-408962D98F68}" dt="2022-01-05T04:19:01.728" v="6002" actId="1036"/>
          <ac:cxnSpMkLst>
            <pc:docMk/>
            <pc:sldMk cId="1189980027" sldId="268"/>
            <ac:cxnSpMk id="116" creationId="{3B352E6E-840B-48D0-81FF-54E14332E3C8}"/>
          </ac:cxnSpMkLst>
        </pc:cxnChg>
        <pc:cxnChg chg="mod">
          <ac:chgData name="王月" userId="9d7c2960-20f1-43a9-b353-abcb8eec574b" providerId="ADAL" clId="{28D517C4-3A8A-44D2-9B3D-408962D98F68}" dt="2022-01-05T04:19:01.728" v="6002" actId="1036"/>
          <ac:cxnSpMkLst>
            <pc:docMk/>
            <pc:sldMk cId="1189980027" sldId="268"/>
            <ac:cxnSpMk id="117" creationId="{6DE57C18-10BB-444F-8174-BA151E134A01}"/>
          </ac:cxnSpMkLst>
        </pc:cxnChg>
        <pc:cxnChg chg="add mod">
          <ac:chgData name="王月" userId="9d7c2960-20f1-43a9-b353-abcb8eec574b" providerId="ADAL" clId="{28D517C4-3A8A-44D2-9B3D-408962D98F68}" dt="2022-01-05T04:19:01.728" v="6002" actId="1036"/>
          <ac:cxnSpMkLst>
            <pc:docMk/>
            <pc:sldMk cId="1189980027" sldId="268"/>
            <ac:cxnSpMk id="118" creationId="{D4F13344-22D0-4BD8-B9CF-9ACE84A094D2}"/>
          </ac:cxnSpMkLst>
        </pc:cxnChg>
        <pc:cxnChg chg="mod">
          <ac:chgData name="王月" userId="9d7c2960-20f1-43a9-b353-abcb8eec574b" providerId="ADAL" clId="{28D517C4-3A8A-44D2-9B3D-408962D98F68}" dt="2022-01-05T04:19:01.728" v="6002" actId="1036"/>
          <ac:cxnSpMkLst>
            <pc:docMk/>
            <pc:sldMk cId="1189980027" sldId="268"/>
            <ac:cxnSpMk id="119" creationId="{4676736C-B7F6-435D-9BB3-F7B375795ACB}"/>
          </ac:cxnSpMkLst>
        </pc:cxnChg>
        <pc:cxnChg chg="add mod">
          <ac:chgData name="王月" userId="9d7c2960-20f1-43a9-b353-abcb8eec574b" providerId="ADAL" clId="{28D517C4-3A8A-44D2-9B3D-408962D98F68}" dt="2022-01-05T04:19:01.728" v="6002" actId="1036"/>
          <ac:cxnSpMkLst>
            <pc:docMk/>
            <pc:sldMk cId="1189980027" sldId="268"/>
            <ac:cxnSpMk id="120" creationId="{4A2FFA3D-8436-4429-8197-CB516D42658A}"/>
          </ac:cxnSpMkLst>
        </pc:cxnChg>
        <pc:cxnChg chg="add mod">
          <ac:chgData name="王月" userId="9d7c2960-20f1-43a9-b353-abcb8eec574b" providerId="ADAL" clId="{28D517C4-3A8A-44D2-9B3D-408962D98F68}" dt="2022-01-05T04:19:01.728" v="6002" actId="1036"/>
          <ac:cxnSpMkLst>
            <pc:docMk/>
            <pc:sldMk cId="1189980027" sldId="268"/>
            <ac:cxnSpMk id="121" creationId="{E9054FBA-59E1-4C77-8CB7-2E266BA842CD}"/>
          </ac:cxnSpMkLst>
        </pc:cxnChg>
        <pc:cxnChg chg="mod">
          <ac:chgData name="王月" userId="9d7c2960-20f1-43a9-b353-abcb8eec574b" providerId="ADAL" clId="{28D517C4-3A8A-44D2-9B3D-408962D98F68}" dt="2022-01-05T04:19:01.728" v="6002" actId="1036"/>
          <ac:cxnSpMkLst>
            <pc:docMk/>
            <pc:sldMk cId="1189980027" sldId="268"/>
            <ac:cxnSpMk id="126" creationId="{68D27AD4-6D41-4A6C-B747-F6A9D627DE3C}"/>
          </ac:cxnSpMkLst>
        </pc:cxnChg>
        <pc:cxnChg chg="mod">
          <ac:chgData name="王月" userId="9d7c2960-20f1-43a9-b353-abcb8eec574b" providerId="ADAL" clId="{28D517C4-3A8A-44D2-9B3D-408962D98F68}" dt="2022-01-05T04:19:01.728" v="6002" actId="1036"/>
          <ac:cxnSpMkLst>
            <pc:docMk/>
            <pc:sldMk cId="1189980027" sldId="268"/>
            <ac:cxnSpMk id="127" creationId="{355CD5A1-2814-4FD3-A7CE-D27FF9619A19}"/>
          </ac:cxnSpMkLst>
        </pc:cxnChg>
        <pc:cxnChg chg="add del mod">
          <ac:chgData name="王月" userId="9d7c2960-20f1-43a9-b353-abcb8eec574b" providerId="ADAL" clId="{28D517C4-3A8A-44D2-9B3D-408962D98F68}" dt="2022-01-05T04:19:01.728" v="6002" actId="1036"/>
          <ac:cxnSpMkLst>
            <pc:docMk/>
            <pc:sldMk cId="1189980027" sldId="268"/>
            <ac:cxnSpMk id="131" creationId="{0E185C31-F423-4502-9F3C-B8E9207587D7}"/>
          </ac:cxnSpMkLst>
        </pc:cxnChg>
        <pc:cxnChg chg="del mod">
          <ac:chgData name="王月" userId="9d7c2960-20f1-43a9-b353-abcb8eec574b" providerId="ADAL" clId="{28D517C4-3A8A-44D2-9B3D-408962D98F68}" dt="2022-01-05T04:04:33.523" v="5646" actId="478"/>
          <ac:cxnSpMkLst>
            <pc:docMk/>
            <pc:sldMk cId="1189980027" sldId="268"/>
            <ac:cxnSpMk id="153" creationId="{DA106C25-C4D3-473E-8D29-1DC972FD46E1}"/>
          </ac:cxnSpMkLst>
        </pc:cxnChg>
        <pc:cxnChg chg="del">
          <ac:chgData name="王月" userId="9d7c2960-20f1-43a9-b353-abcb8eec574b" providerId="ADAL" clId="{28D517C4-3A8A-44D2-9B3D-408962D98F68}" dt="2022-01-05T04:12:48.527" v="5878" actId="478"/>
          <ac:cxnSpMkLst>
            <pc:docMk/>
            <pc:sldMk cId="1189980027" sldId="268"/>
            <ac:cxnSpMk id="154" creationId="{DAC5F9FF-331D-4B4A-ACDB-CCF3FAB154DA}"/>
          </ac:cxnSpMkLst>
        </pc:cxnChg>
        <pc:cxnChg chg="del mod">
          <ac:chgData name="王月" userId="9d7c2960-20f1-43a9-b353-abcb8eec574b" providerId="ADAL" clId="{28D517C4-3A8A-44D2-9B3D-408962D98F68}" dt="2022-01-05T04:17:16.320" v="5952" actId="478"/>
          <ac:cxnSpMkLst>
            <pc:docMk/>
            <pc:sldMk cId="1189980027" sldId="268"/>
            <ac:cxnSpMk id="155" creationId="{A0AB27CC-6424-4AAD-BAC4-9456285DCE5C}"/>
          </ac:cxnSpMkLst>
        </pc:cxnChg>
        <pc:cxnChg chg="del">
          <ac:chgData name="王月" userId="9d7c2960-20f1-43a9-b353-abcb8eec574b" providerId="ADAL" clId="{28D517C4-3A8A-44D2-9B3D-408962D98F68}" dt="2022-01-05T04:12:48.527" v="5878" actId="478"/>
          <ac:cxnSpMkLst>
            <pc:docMk/>
            <pc:sldMk cId="1189980027" sldId="268"/>
            <ac:cxnSpMk id="156" creationId="{E1371FDD-1EEE-4850-BCC9-90A0AFB592D7}"/>
          </ac:cxnSpMkLst>
        </pc:cxnChg>
        <pc:cxnChg chg="del">
          <ac:chgData name="王月" userId="9d7c2960-20f1-43a9-b353-abcb8eec574b" providerId="ADAL" clId="{28D517C4-3A8A-44D2-9B3D-408962D98F68}" dt="2022-01-05T04:01:24.704" v="5627" actId="478"/>
          <ac:cxnSpMkLst>
            <pc:docMk/>
            <pc:sldMk cId="1189980027" sldId="268"/>
            <ac:cxnSpMk id="158" creationId="{95289185-476B-4C66-96E3-A531EDD47B5D}"/>
          </ac:cxnSpMkLst>
        </pc:cxnChg>
        <pc:cxnChg chg="del">
          <ac:chgData name="王月" userId="9d7c2960-20f1-43a9-b353-abcb8eec574b" providerId="ADAL" clId="{28D517C4-3A8A-44D2-9B3D-408962D98F68}" dt="2022-01-05T04:01:22.593" v="5626" actId="478"/>
          <ac:cxnSpMkLst>
            <pc:docMk/>
            <pc:sldMk cId="1189980027" sldId="268"/>
            <ac:cxnSpMk id="159" creationId="{B32A513B-3156-4F98-8472-D7727EBAA73B}"/>
          </ac:cxnSpMkLst>
        </pc:cxnChg>
        <pc:cxnChg chg="mod ord">
          <ac:chgData name="王月" userId="9d7c2960-20f1-43a9-b353-abcb8eec574b" providerId="ADAL" clId="{28D517C4-3A8A-44D2-9B3D-408962D98F68}" dt="2022-01-05T04:23:01.072" v="6034" actId="208"/>
          <ac:cxnSpMkLst>
            <pc:docMk/>
            <pc:sldMk cId="1189980027" sldId="268"/>
            <ac:cxnSpMk id="160" creationId="{A9EB5908-AB92-43AB-ACB7-A5BE08363133}"/>
          </ac:cxnSpMkLst>
        </pc:cxnChg>
        <pc:cxnChg chg="del">
          <ac:chgData name="王月" userId="9d7c2960-20f1-43a9-b353-abcb8eec574b" providerId="ADAL" clId="{28D517C4-3A8A-44D2-9B3D-408962D98F68}" dt="2022-01-05T04:01:27.057" v="5628" actId="478"/>
          <ac:cxnSpMkLst>
            <pc:docMk/>
            <pc:sldMk cId="1189980027" sldId="268"/>
            <ac:cxnSpMk id="161" creationId="{F9986805-B5AE-4521-B1A3-FD5089F198AB}"/>
          </ac:cxnSpMkLst>
        </pc:cxnChg>
        <pc:cxnChg chg="del mod">
          <ac:chgData name="王月" userId="9d7c2960-20f1-43a9-b353-abcb8eec574b" providerId="ADAL" clId="{28D517C4-3A8A-44D2-9B3D-408962D98F68}" dt="2022-01-05T04:04:30.657" v="5645" actId="478"/>
          <ac:cxnSpMkLst>
            <pc:docMk/>
            <pc:sldMk cId="1189980027" sldId="268"/>
            <ac:cxnSpMk id="163" creationId="{2B0118D9-30B6-414D-AD24-9809221A8679}"/>
          </ac:cxnSpMkLst>
        </pc:cxnChg>
        <pc:cxnChg chg="del mod">
          <ac:chgData name="王月" userId="9d7c2960-20f1-43a9-b353-abcb8eec574b" providerId="ADAL" clId="{28D517C4-3A8A-44D2-9B3D-408962D98F68}" dt="2022-01-05T04:04:30.657" v="5645" actId="478"/>
          <ac:cxnSpMkLst>
            <pc:docMk/>
            <pc:sldMk cId="1189980027" sldId="268"/>
            <ac:cxnSpMk id="165" creationId="{113C7306-B1A6-4450-A2E8-A296481A02D5}"/>
          </ac:cxnSpMkLst>
        </pc:cxnChg>
      </pc:sldChg>
      <pc:sldChg chg="addSp delSp modSp add del mod ord">
        <pc:chgData name="王月" userId="9d7c2960-20f1-43a9-b353-abcb8eec574b" providerId="ADAL" clId="{28D517C4-3A8A-44D2-9B3D-408962D98F68}" dt="2022-01-05T03:00:35.101" v="5027" actId="47"/>
        <pc:sldMkLst>
          <pc:docMk/>
          <pc:sldMk cId="3235794134" sldId="268"/>
        </pc:sldMkLst>
        <pc:spChg chg="add mod">
          <ac:chgData name="王月" userId="9d7c2960-20f1-43a9-b353-abcb8eec574b" providerId="ADAL" clId="{28D517C4-3A8A-44D2-9B3D-408962D98F68}" dt="2022-01-02T15:14:01.742" v="4182"/>
          <ac:spMkLst>
            <pc:docMk/>
            <pc:sldMk cId="3235794134" sldId="268"/>
            <ac:spMk id="47" creationId="{560B5A15-6AC3-4718-97E9-2B79E2C9D15D}"/>
          </ac:spMkLst>
        </pc:spChg>
        <pc:spChg chg="add mod">
          <ac:chgData name="王月" userId="9d7c2960-20f1-43a9-b353-abcb8eec574b" providerId="ADAL" clId="{28D517C4-3A8A-44D2-9B3D-408962D98F68}" dt="2022-01-02T15:14:01.742" v="4182"/>
          <ac:spMkLst>
            <pc:docMk/>
            <pc:sldMk cId="3235794134" sldId="268"/>
            <ac:spMk id="48" creationId="{865A93E4-E209-4B69-ADEC-32DAB951CB9C}"/>
          </ac:spMkLst>
        </pc:spChg>
        <pc:spChg chg="add mod">
          <ac:chgData name="王月" userId="9d7c2960-20f1-43a9-b353-abcb8eec574b" providerId="ADAL" clId="{28D517C4-3A8A-44D2-9B3D-408962D98F68}" dt="2022-01-02T15:14:01.742" v="4182"/>
          <ac:spMkLst>
            <pc:docMk/>
            <pc:sldMk cId="3235794134" sldId="268"/>
            <ac:spMk id="49" creationId="{30172945-87DB-4C20-8779-E509EE6D19DE}"/>
          </ac:spMkLst>
        </pc:spChg>
        <pc:spChg chg="add mod">
          <ac:chgData name="王月" userId="9d7c2960-20f1-43a9-b353-abcb8eec574b" providerId="ADAL" clId="{28D517C4-3A8A-44D2-9B3D-408962D98F68}" dt="2022-01-02T15:14:01.742" v="4182"/>
          <ac:spMkLst>
            <pc:docMk/>
            <pc:sldMk cId="3235794134" sldId="268"/>
            <ac:spMk id="53" creationId="{0F418A36-78E7-454D-B9D1-D6C3F7DC6BF7}"/>
          </ac:spMkLst>
        </pc:spChg>
        <pc:spChg chg="add mod">
          <ac:chgData name="王月" userId="9d7c2960-20f1-43a9-b353-abcb8eec574b" providerId="ADAL" clId="{28D517C4-3A8A-44D2-9B3D-408962D98F68}" dt="2022-01-03T08:34:17.450" v="4829" actId="113"/>
          <ac:spMkLst>
            <pc:docMk/>
            <pc:sldMk cId="3235794134" sldId="268"/>
            <ac:spMk id="54" creationId="{40935DC0-5AD3-47C7-BC4D-49353DF09185}"/>
          </ac:spMkLst>
        </pc:spChg>
        <pc:spChg chg="mod">
          <ac:chgData name="王月" userId="9d7c2960-20f1-43a9-b353-abcb8eec574b" providerId="ADAL" clId="{28D517C4-3A8A-44D2-9B3D-408962D98F68}" dt="2022-01-02T15:17:31.098" v="4248"/>
          <ac:spMkLst>
            <pc:docMk/>
            <pc:sldMk cId="3235794134" sldId="268"/>
            <ac:spMk id="57" creationId="{02C7C3E2-65F5-4B95-87BE-00ACD445F8B1}"/>
          </ac:spMkLst>
        </pc:spChg>
        <pc:spChg chg="add mod">
          <ac:chgData name="王月" userId="9d7c2960-20f1-43a9-b353-abcb8eec574b" providerId="ADAL" clId="{28D517C4-3A8A-44D2-9B3D-408962D98F68}" dt="2022-01-02T15:14:01.742" v="4182"/>
          <ac:spMkLst>
            <pc:docMk/>
            <pc:sldMk cId="3235794134" sldId="268"/>
            <ac:spMk id="59" creationId="{1253F4C7-7144-480A-A22C-D6C71FE245F0}"/>
          </ac:spMkLst>
        </pc:spChg>
        <pc:spChg chg="mod">
          <ac:chgData name="王月" userId="9d7c2960-20f1-43a9-b353-abcb8eec574b" providerId="ADAL" clId="{28D517C4-3A8A-44D2-9B3D-408962D98F68}" dt="2022-01-02T15:02:02.156" v="4038"/>
          <ac:spMkLst>
            <pc:docMk/>
            <pc:sldMk cId="3235794134" sldId="268"/>
            <ac:spMk id="60" creationId="{882CEF3E-2C6B-419B-B5F9-9405642C65EA}"/>
          </ac:spMkLst>
        </pc:spChg>
        <pc:spChg chg="del">
          <ac:chgData name="王月" userId="9d7c2960-20f1-43a9-b353-abcb8eec574b" providerId="ADAL" clId="{28D517C4-3A8A-44D2-9B3D-408962D98F68}" dt="2022-01-02T15:14:01.146" v="4181" actId="478"/>
          <ac:spMkLst>
            <pc:docMk/>
            <pc:sldMk cId="3235794134" sldId="268"/>
            <ac:spMk id="61" creationId="{3715E243-9B1C-4B63-9930-899AB9EF11EF}"/>
          </ac:spMkLst>
        </pc:spChg>
        <pc:spChg chg="del">
          <ac:chgData name="王月" userId="9d7c2960-20f1-43a9-b353-abcb8eec574b" providerId="ADAL" clId="{28D517C4-3A8A-44D2-9B3D-408962D98F68}" dt="2022-01-02T15:14:01.146" v="4181" actId="478"/>
          <ac:spMkLst>
            <pc:docMk/>
            <pc:sldMk cId="3235794134" sldId="268"/>
            <ac:spMk id="62" creationId="{BE3785C8-80F9-420E-9CB8-3F9F08990AF5}"/>
          </ac:spMkLst>
        </pc:spChg>
        <pc:spChg chg="del">
          <ac:chgData name="王月" userId="9d7c2960-20f1-43a9-b353-abcb8eec574b" providerId="ADAL" clId="{28D517C4-3A8A-44D2-9B3D-408962D98F68}" dt="2022-01-02T15:14:01.146" v="4181" actId="478"/>
          <ac:spMkLst>
            <pc:docMk/>
            <pc:sldMk cId="3235794134" sldId="268"/>
            <ac:spMk id="63" creationId="{4E88753D-AAFB-48CD-A5FB-0B754CB659EA}"/>
          </ac:spMkLst>
        </pc:spChg>
        <pc:spChg chg="add mod">
          <ac:chgData name="王月" userId="9d7c2960-20f1-43a9-b353-abcb8eec574b" providerId="ADAL" clId="{28D517C4-3A8A-44D2-9B3D-408962D98F68}" dt="2022-01-03T08:34:21.360" v="4831" actId="113"/>
          <ac:spMkLst>
            <pc:docMk/>
            <pc:sldMk cId="3235794134" sldId="268"/>
            <ac:spMk id="64" creationId="{9F25C13F-CADD-4DFC-9575-58352658E7AE}"/>
          </ac:spMkLst>
        </pc:spChg>
        <pc:spChg chg="mod">
          <ac:chgData name="王月" userId="9d7c2960-20f1-43a9-b353-abcb8eec574b" providerId="ADAL" clId="{28D517C4-3A8A-44D2-9B3D-408962D98F68}" dt="2022-01-02T15:00:29.820" v="4022" actId="113"/>
          <ac:spMkLst>
            <pc:docMk/>
            <pc:sldMk cId="3235794134" sldId="268"/>
            <ac:spMk id="66" creationId="{36599A47-F2A6-48BF-BAB4-8173E5970BD8}"/>
          </ac:spMkLst>
        </pc:spChg>
        <pc:spChg chg="del">
          <ac:chgData name="王月" userId="9d7c2960-20f1-43a9-b353-abcb8eec574b" providerId="ADAL" clId="{28D517C4-3A8A-44D2-9B3D-408962D98F68}" dt="2022-01-02T15:14:01.146" v="4181" actId="478"/>
          <ac:spMkLst>
            <pc:docMk/>
            <pc:sldMk cId="3235794134" sldId="268"/>
            <ac:spMk id="74" creationId="{7C030B32-1B3C-4174-B452-C7D10F9A3CA4}"/>
          </ac:spMkLst>
        </pc:spChg>
        <pc:spChg chg="del">
          <ac:chgData name="王月" userId="9d7c2960-20f1-43a9-b353-abcb8eec574b" providerId="ADAL" clId="{28D517C4-3A8A-44D2-9B3D-408962D98F68}" dt="2022-01-02T15:14:01.146" v="4181" actId="478"/>
          <ac:spMkLst>
            <pc:docMk/>
            <pc:sldMk cId="3235794134" sldId="268"/>
            <ac:spMk id="75" creationId="{B6FD49AF-D245-4643-BC94-5EE166954325}"/>
          </ac:spMkLst>
        </pc:spChg>
        <pc:spChg chg="del">
          <ac:chgData name="王月" userId="9d7c2960-20f1-43a9-b353-abcb8eec574b" providerId="ADAL" clId="{28D517C4-3A8A-44D2-9B3D-408962D98F68}" dt="2022-01-02T15:14:01.146" v="4181" actId="478"/>
          <ac:spMkLst>
            <pc:docMk/>
            <pc:sldMk cId="3235794134" sldId="268"/>
            <ac:spMk id="77" creationId="{CAE95AE7-E307-4326-94E5-AC51C3EC2F90}"/>
          </ac:spMkLst>
        </pc:spChg>
        <pc:spChg chg="del">
          <ac:chgData name="王月" userId="9d7c2960-20f1-43a9-b353-abcb8eec574b" providerId="ADAL" clId="{28D517C4-3A8A-44D2-9B3D-408962D98F68}" dt="2022-01-02T15:14:01.146" v="4181" actId="478"/>
          <ac:spMkLst>
            <pc:docMk/>
            <pc:sldMk cId="3235794134" sldId="268"/>
            <ac:spMk id="78" creationId="{B649900F-856C-4220-9C5B-5A648A97B031}"/>
          </ac:spMkLst>
        </pc:spChg>
        <pc:spChg chg="add mod">
          <ac:chgData name="王月" userId="9d7c2960-20f1-43a9-b353-abcb8eec574b" providerId="ADAL" clId="{28D517C4-3A8A-44D2-9B3D-408962D98F68}" dt="2022-01-02T15:14:01.742" v="4182"/>
          <ac:spMkLst>
            <pc:docMk/>
            <pc:sldMk cId="3235794134" sldId="268"/>
            <ac:spMk id="82" creationId="{97B0CEAB-2DC4-48CD-84A2-37CFBD59112F}"/>
          </ac:spMkLst>
        </pc:spChg>
        <pc:spChg chg="add mod">
          <ac:chgData name="王月" userId="9d7c2960-20f1-43a9-b353-abcb8eec574b" providerId="ADAL" clId="{28D517C4-3A8A-44D2-9B3D-408962D98F68}" dt="2022-01-02T15:14:01.742" v="4182"/>
          <ac:spMkLst>
            <pc:docMk/>
            <pc:sldMk cId="3235794134" sldId="268"/>
            <ac:spMk id="83" creationId="{55EFBF8D-7945-4231-B6B0-78C7576A0312}"/>
          </ac:spMkLst>
        </pc:spChg>
        <pc:spChg chg="add mod">
          <ac:chgData name="王月" userId="9d7c2960-20f1-43a9-b353-abcb8eec574b" providerId="ADAL" clId="{28D517C4-3A8A-44D2-9B3D-408962D98F68}" dt="2022-01-02T15:14:01.742" v="4182"/>
          <ac:spMkLst>
            <pc:docMk/>
            <pc:sldMk cId="3235794134" sldId="268"/>
            <ac:spMk id="85" creationId="{9EACB342-1849-4A41-9FAF-31ABEB8B6948}"/>
          </ac:spMkLst>
        </pc:spChg>
        <pc:spChg chg="del">
          <ac:chgData name="王月" userId="9d7c2960-20f1-43a9-b353-abcb8eec574b" providerId="ADAL" clId="{28D517C4-3A8A-44D2-9B3D-408962D98F68}" dt="2022-01-02T15:14:01.146" v="4181" actId="478"/>
          <ac:spMkLst>
            <pc:docMk/>
            <pc:sldMk cId="3235794134" sldId="268"/>
            <ac:spMk id="88" creationId="{4F089877-94AB-4CFB-87BB-98FF68FB994C}"/>
          </ac:spMkLst>
        </pc:spChg>
        <pc:spChg chg="del">
          <ac:chgData name="王月" userId="9d7c2960-20f1-43a9-b353-abcb8eec574b" providerId="ADAL" clId="{28D517C4-3A8A-44D2-9B3D-408962D98F68}" dt="2022-01-02T15:14:01.146" v="4181" actId="478"/>
          <ac:spMkLst>
            <pc:docMk/>
            <pc:sldMk cId="3235794134" sldId="268"/>
            <ac:spMk id="89" creationId="{0C4C53CD-6FF6-4994-A90A-16BBF66547FF}"/>
          </ac:spMkLst>
        </pc:spChg>
        <pc:spChg chg="del">
          <ac:chgData name="王月" userId="9d7c2960-20f1-43a9-b353-abcb8eec574b" providerId="ADAL" clId="{28D517C4-3A8A-44D2-9B3D-408962D98F68}" dt="2022-01-02T15:14:01.146" v="4181" actId="478"/>
          <ac:spMkLst>
            <pc:docMk/>
            <pc:sldMk cId="3235794134" sldId="268"/>
            <ac:spMk id="91" creationId="{2B5CB373-CEC7-45B9-8D77-F0E887A1B698}"/>
          </ac:spMkLst>
        </pc:spChg>
        <pc:spChg chg="add mod">
          <ac:chgData name="王月" userId="9d7c2960-20f1-43a9-b353-abcb8eec574b" providerId="ADAL" clId="{28D517C4-3A8A-44D2-9B3D-408962D98F68}" dt="2022-01-03T08:34:28.165" v="4835" actId="113"/>
          <ac:spMkLst>
            <pc:docMk/>
            <pc:sldMk cId="3235794134" sldId="268"/>
            <ac:spMk id="92" creationId="{3C2DDFEB-C001-4206-97B5-49B8867DC11D}"/>
          </ac:spMkLst>
        </pc:spChg>
        <pc:spChg chg="del">
          <ac:chgData name="王月" userId="9d7c2960-20f1-43a9-b353-abcb8eec574b" providerId="ADAL" clId="{28D517C4-3A8A-44D2-9B3D-408962D98F68}" dt="2022-01-02T15:14:01.146" v="4181" actId="478"/>
          <ac:spMkLst>
            <pc:docMk/>
            <pc:sldMk cId="3235794134" sldId="268"/>
            <ac:spMk id="95" creationId="{F0D0EA0C-1F57-42D5-B451-95F65CA98C7B}"/>
          </ac:spMkLst>
        </pc:spChg>
        <pc:spChg chg="mod">
          <ac:chgData name="王月" userId="9d7c2960-20f1-43a9-b353-abcb8eec574b" providerId="ADAL" clId="{28D517C4-3A8A-44D2-9B3D-408962D98F68}" dt="2022-01-02T15:04:12.491" v="4104" actId="113"/>
          <ac:spMkLst>
            <pc:docMk/>
            <pc:sldMk cId="3235794134" sldId="268"/>
            <ac:spMk id="96" creationId="{D8D5B7E1-1E05-4672-A30B-E867DC8D5075}"/>
          </ac:spMkLst>
        </pc:spChg>
        <pc:spChg chg="mod">
          <ac:chgData name="王月" userId="9d7c2960-20f1-43a9-b353-abcb8eec574b" providerId="ADAL" clId="{28D517C4-3A8A-44D2-9B3D-408962D98F68}" dt="2022-01-02T15:16:03.769" v="4209" actId="20577"/>
          <ac:spMkLst>
            <pc:docMk/>
            <pc:sldMk cId="3235794134" sldId="268"/>
            <ac:spMk id="98" creationId="{D9246298-A033-421B-B234-BE2EB49DDAF2}"/>
          </ac:spMkLst>
        </pc:spChg>
        <pc:cxnChg chg="add mod">
          <ac:chgData name="王月" userId="9d7c2960-20f1-43a9-b353-abcb8eec574b" providerId="ADAL" clId="{28D517C4-3A8A-44D2-9B3D-408962D98F68}" dt="2022-01-02T15:14:01.742" v="4182"/>
          <ac:cxnSpMkLst>
            <pc:docMk/>
            <pc:sldMk cId="3235794134" sldId="268"/>
            <ac:cxnSpMk id="50" creationId="{3D1F19E6-CF5F-4B6B-987F-5441596D9817}"/>
          </ac:cxnSpMkLst>
        </pc:cxnChg>
        <pc:cxnChg chg="add mod">
          <ac:chgData name="王月" userId="9d7c2960-20f1-43a9-b353-abcb8eec574b" providerId="ADAL" clId="{28D517C4-3A8A-44D2-9B3D-408962D98F68}" dt="2022-01-02T15:14:01.742" v="4182"/>
          <ac:cxnSpMkLst>
            <pc:docMk/>
            <pc:sldMk cId="3235794134" sldId="268"/>
            <ac:cxnSpMk id="51" creationId="{1D6C09B2-3437-4A90-8333-4DB55562718F}"/>
          </ac:cxnSpMkLst>
        </pc:cxnChg>
        <pc:cxnChg chg="add mod">
          <ac:chgData name="王月" userId="9d7c2960-20f1-43a9-b353-abcb8eec574b" providerId="ADAL" clId="{28D517C4-3A8A-44D2-9B3D-408962D98F68}" dt="2022-01-02T15:14:01.742" v="4182"/>
          <ac:cxnSpMkLst>
            <pc:docMk/>
            <pc:sldMk cId="3235794134" sldId="268"/>
            <ac:cxnSpMk id="52" creationId="{3DFCDF72-E78E-457C-801C-EB5FB46659EF}"/>
          </ac:cxnSpMkLst>
        </pc:cxnChg>
        <pc:cxnChg chg="add mod">
          <ac:chgData name="王月" userId="9d7c2960-20f1-43a9-b353-abcb8eec574b" providerId="ADAL" clId="{28D517C4-3A8A-44D2-9B3D-408962D98F68}" dt="2022-01-02T15:14:01.742" v="4182"/>
          <ac:cxnSpMkLst>
            <pc:docMk/>
            <pc:sldMk cId="3235794134" sldId="268"/>
            <ac:cxnSpMk id="58" creationId="{EB312B9C-CE56-4D5F-97E2-9240F2649C85}"/>
          </ac:cxnSpMkLst>
        </pc:cxnChg>
        <pc:cxnChg chg="add mod">
          <ac:chgData name="王月" userId="9d7c2960-20f1-43a9-b353-abcb8eec574b" providerId="ADAL" clId="{28D517C4-3A8A-44D2-9B3D-408962D98F68}" dt="2022-01-02T15:14:01.742" v="4182"/>
          <ac:cxnSpMkLst>
            <pc:docMk/>
            <pc:sldMk cId="3235794134" sldId="268"/>
            <ac:cxnSpMk id="65" creationId="{B64072F5-2513-4ED4-B1C7-21602300B87D}"/>
          </ac:cxnSpMkLst>
        </pc:cxnChg>
        <pc:cxnChg chg="add mod">
          <ac:chgData name="王月" userId="9d7c2960-20f1-43a9-b353-abcb8eec574b" providerId="ADAL" clId="{28D517C4-3A8A-44D2-9B3D-408962D98F68}" dt="2022-01-02T15:14:01.742" v="4182"/>
          <ac:cxnSpMkLst>
            <pc:docMk/>
            <pc:sldMk cId="3235794134" sldId="268"/>
            <ac:cxnSpMk id="67" creationId="{C1C7FC7E-228D-45AD-A3A7-B74A324A948E}"/>
          </ac:cxnSpMkLst>
        </pc:cxnChg>
        <pc:cxnChg chg="del">
          <ac:chgData name="王月" userId="9d7c2960-20f1-43a9-b353-abcb8eec574b" providerId="ADAL" clId="{28D517C4-3A8A-44D2-9B3D-408962D98F68}" dt="2022-01-02T15:14:01.146" v="4181" actId="478"/>
          <ac:cxnSpMkLst>
            <pc:docMk/>
            <pc:sldMk cId="3235794134" sldId="268"/>
            <ac:cxnSpMk id="68" creationId="{E54BFAAC-736F-47C4-850F-FBA154AA792A}"/>
          </ac:cxnSpMkLst>
        </pc:cxnChg>
        <pc:cxnChg chg="add mod">
          <ac:chgData name="王月" userId="9d7c2960-20f1-43a9-b353-abcb8eec574b" providerId="ADAL" clId="{28D517C4-3A8A-44D2-9B3D-408962D98F68}" dt="2022-01-02T15:14:01.742" v="4182"/>
          <ac:cxnSpMkLst>
            <pc:docMk/>
            <pc:sldMk cId="3235794134" sldId="268"/>
            <ac:cxnSpMk id="69" creationId="{DB313A04-4BC1-4176-9962-3A254AFD3AEA}"/>
          </ac:cxnSpMkLst>
        </pc:cxnChg>
        <pc:cxnChg chg="add mod">
          <ac:chgData name="王月" userId="9d7c2960-20f1-43a9-b353-abcb8eec574b" providerId="ADAL" clId="{28D517C4-3A8A-44D2-9B3D-408962D98F68}" dt="2022-01-02T15:14:01.742" v="4182"/>
          <ac:cxnSpMkLst>
            <pc:docMk/>
            <pc:sldMk cId="3235794134" sldId="268"/>
            <ac:cxnSpMk id="70" creationId="{5C333DEF-2861-426E-A1D2-9CF2159DB7E2}"/>
          </ac:cxnSpMkLst>
        </pc:cxnChg>
        <pc:cxnChg chg="del">
          <ac:chgData name="王月" userId="9d7c2960-20f1-43a9-b353-abcb8eec574b" providerId="ADAL" clId="{28D517C4-3A8A-44D2-9B3D-408962D98F68}" dt="2022-01-02T15:14:01.146" v="4181" actId="478"/>
          <ac:cxnSpMkLst>
            <pc:docMk/>
            <pc:sldMk cId="3235794134" sldId="268"/>
            <ac:cxnSpMk id="71" creationId="{C970DDF3-2D52-4EA3-BEF4-D2915DA5AC7A}"/>
          </ac:cxnSpMkLst>
        </pc:cxnChg>
        <pc:cxnChg chg="del">
          <ac:chgData name="王月" userId="9d7c2960-20f1-43a9-b353-abcb8eec574b" providerId="ADAL" clId="{28D517C4-3A8A-44D2-9B3D-408962D98F68}" dt="2022-01-02T15:14:01.146" v="4181" actId="478"/>
          <ac:cxnSpMkLst>
            <pc:docMk/>
            <pc:sldMk cId="3235794134" sldId="268"/>
            <ac:cxnSpMk id="72" creationId="{4BD7C00F-DF05-418C-BD70-1A417850DC15}"/>
          </ac:cxnSpMkLst>
        </pc:cxnChg>
        <pc:cxnChg chg="add mod">
          <ac:chgData name="王月" userId="9d7c2960-20f1-43a9-b353-abcb8eec574b" providerId="ADAL" clId="{28D517C4-3A8A-44D2-9B3D-408962D98F68}" dt="2022-01-02T15:14:01.742" v="4182"/>
          <ac:cxnSpMkLst>
            <pc:docMk/>
            <pc:sldMk cId="3235794134" sldId="268"/>
            <ac:cxnSpMk id="73" creationId="{2C0DE0F8-C110-4B13-8EB8-BE98DCBBC4A5}"/>
          </ac:cxnSpMkLst>
        </pc:cxnChg>
        <pc:cxnChg chg="del">
          <ac:chgData name="王月" userId="9d7c2960-20f1-43a9-b353-abcb8eec574b" providerId="ADAL" clId="{28D517C4-3A8A-44D2-9B3D-408962D98F68}" dt="2022-01-02T15:14:01.146" v="4181" actId="478"/>
          <ac:cxnSpMkLst>
            <pc:docMk/>
            <pc:sldMk cId="3235794134" sldId="268"/>
            <ac:cxnSpMk id="76" creationId="{6BC49481-2F4A-4435-975A-635685590969}"/>
          </ac:cxnSpMkLst>
        </pc:cxnChg>
        <pc:cxnChg chg="del">
          <ac:chgData name="王月" userId="9d7c2960-20f1-43a9-b353-abcb8eec574b" providerId="ADAL" clId="{28D517C4-3A8A-44D2-9B3D-408962D98F68}" dt="2022-01-02T15:14:01.146" v="4181" actId="478"/>
          <ac:cxnSpMkLst>
            <pc:docMk/>
            <pc:sldMk cId="3235794134" sldId="268"/>
            <ac:cxnSpMk id="79" creationId="{E2E83296-A3D9-4499-BFEA-080C9BF722DC}"/>
          </ac:cxnSpMkLst>
        </pc:cxnChg>
        <pc:cxnChg chg="del">
          <ac:chgData name="王月" userId="9d7c2960-20f1-43a9-b353-abcb8eec574b" providerId="ADAL" clId="{28D517C4-3A8A-44D2-9B3D-408962D98F68}" dt="2022-01-02T15:14:01.146" v="4181" actId="478"/>
          <ac:cxnSpMkLst>
            <pc:docMk/>
            <pc:sldMk cId="3235794134" sldId="268"/>
            <ac:cxnSpMk id="80" creationId="{F73BD763-10AA-47A1-BEF1-3B01CA6E188C}"/>
          </ac:cxnSpMkLst>
        </pc:cxnChg>
        <pc:cxnChg chg="del">
          <ac:chgData name="王月" userId="9d7c2960-20f1-43a9-b353-abcb8eec574b" providerId="ADAL" clId="{28D517C4-3A8A-44D2-9B3D-408962D98F68}" dt="2022-01-02T15:14:01.146" v="4181" actId="478"/>
          <ac:cxnSpMkLst>
            <pc:docMk/>
            <pc:sldMk cId="3235794134" sldId="268"/>
            <ac:cxnSpMk id="81" creationId="{402B7D80-4C98-471F-9F65-FD874B1E1670}"/>
          </ac:cxnSpMkLst>
        </pc:cxnChg>
        <pc:cxnChg chg="add mod">
          <ac:chgData name="王月" userId="9d7c2960-20f1-43a9-b353-abcb8eec574b" providerId="ADAL" clId="{28D517C4-3A8A-44D2-9B3D-408962D98F68}" dt="2022-01-02T15:14:01.742" v="4182"/>
          <ac:cxnSpMkLst>
            <pc:docMk/>
            <pc:sldMk cId="3235794134" sldId="268"/>
            <ac:cxnSpMk id="84" creationId="{73A4F43A-CAAF-48EC-897D-2C631FF93B09}"/>
          </ac:cxnSpMkLst>
        </pc:cxnChg>
        <pc:cxnChg chg="del">
          <ac:chgData name="王月" userId="9d7c2960-20f1-43a9-b353-abcb8eec574b" providerId="ADAL" clId="{28D517C4-3A8A-44D2-9B3D-408962D98F68}" dt="2022-01-02T15:14:01.146" v="4181" actId="478"/>
          <ac:cxnSpMkLst>
            <pc:docMk/>
            <pc:sldMk cId="3235794134" sldId="268"/>
            <ac:cxnSpMk id="86" creationId="{73FF3BD5-C808-4EA7-9E3F-F2030C598C31}"/>
          </ac:cxnSpMkLst>
        </pc:cxnChg>
        <pc:cxnChg chg="del">
          <ac:chgData name="王月" userId="9d7c2960-20f1-43a9-b353-abcb8eec574b" providerId="ADAL" clId="{28D517C4-3A8A-44D2-9B3D-408962D98F68}" dt="2022-01-02T15:14:01.146" v="4181" actId="478"/>
          <ac:cxnSpMkLst>
            <pc:docMk/>
            <pc:sldMk cId="3235794134" sldId="268"/>
            <ac:cxnSpMk id="87" creationId="{B6FB9116-B13F-4C86-B801-5F882324DEA2}"/>
          </ac:cxnSpMkLst>
        </pc:cxnChg>
        <pc:cxnChg chg="del">
          <ac:chgData name="王月" userId="9d7c2960-20f1-43a9-b353-abcb8eec574b" providerId="ADAL" clId="{28D517C4-3A8A-44D2-9B3D-408962D98F68}" dt="2022-01-02T15:14:01.146" v="4181" actId="478"/>
          <ac:cxnSpMkLst>
            <pc:docMk/>
            <pc:sldMk cId="3235794134" sldId="268"/>
            <ac:cxnSpMk id="90" creationId="{905CDDDB-B99C-4210-B55D-4389E31CBC92}"/>
          </ac:cxnSpMkLst>
        </pc:cxnChg>
      </pc:sldChg>
      <pc:sldChg chg="addSp delSp modSp add mod ord">
        <pc:chgData name="王月" userId="9d7c2960-20f1-43a9-b353-abcb8eec574b" providerId="ADAL" clId="{28D517C4-3A8A-44D2-9B3D-408962D98F68}" dt="2022-01-05T05:19:32.700" v="6535" actId="1037"/>
        <pc:sldMkLst>
          <pc:docMk/>
          <pc:sldMk cId="1741331094" sldId="269"/>
        </pc:sldMkLst>
        <pc:spChg chg="mod">
          <ac:chgData name="王月" userId="9d7c2960-20f1-43a9-b353-abcb8eec574b" providerId="ADAL" clId="{28D517C4-3A8A-44D2-9B3D-408962D98F68}" dt="2022-01-05T04:53:49.149" v="6094" actId="1076"/>
          <ac:spMkLst>
            <pc:docMk/>
            <pc:sldMk cId="1741331094" sldId="269"/>
            <ac:spMk id="51" creationId="{78969C98-11FE-449C-A3E1-E79893E65C98}"/>
          </ac:spMkLst>
        </pc:spChg>
        <pc:spChg chg="mod">
          <ac:chgData name="王月" userId="9d7c2960-20f1-43a9-b353-abcb8eec574b" providerId="ADAL" clId="{28D517C4-3A8A-44D2-9B3D-408962D98F68}" dt="2022-01-05T05:19:25.444" v="6523" actId="1076"/>
          <ac:spMkLst>
            <pc:docMk/>
            <pc:sldMk cId="1741331094" sldId="269"/>
            <ac:spMk id="53" creationId="{EA4D96B6-04D3-4A21-B45F-1D3319C92190}"/>
          </ac:spMkLst>
        </pc:spChg>
        <pc:spChg chg="mod">
          <ac:chgData name="王月" userId="9d7c2960-20f1-43a9-b353-abcb8eec574b" providerId="ADAL" clId="{28D517C4-3A8A-44D2-9B3D-408962D98F68}" dt="2022-01-05T05:19:18.382" v="6522" actId="1036"/>
          <ac:spMkLst>
            <pc:docMk/>
            <pc:sldMk cId="1741331094" sldId="269"/>
            <ac:spMk id="54" creationId="{25FD9017-67F8-4290-A168-2CB68C008ABC}"/>
          </ac:spMkLst>
        </pc:spChg>
        <pc:spChg chg="mod">
          <ac:chgData name="王月" userId="9d7c2960-20f1-43a9-b353-abcb8eec574b" providerId="ADAL" clId="{28D517C4-3A8A-44D2-9B3D-408962D98F68}" dt="2022-01-05T05:19:18.382" v="6522" actId="1036"/>
          <ac:spMkLst>
            <pc:docMk/>
            <pc:sldMk cId="1741331094" sldId="269"/>
            <ac:spMk id="55" creationId="{7885B0FD-18FC-4EFE-BCC2-050DE760B313}"/>
          </ac:spMkLst>
        </pc:spChg>
        <pc:spChg chg="mod">
          <ac:chgData name="王月" userId="9d7c2960-20f1-43a9-b353-abcb8eec574b" providerId="ADAL" clId="{28D517C4-3A8A-44D2-9B3D-408962D98F68}" dt="2022-01-05T04:53:26.882" v="6089" actId="20577"/>
          <ac:spMkLst>
            <pc:docMk/>
            <pc:sldMk cId="1741331094" sldId="269"/>
            <ac:spMk id="68" creationId="{7EA69B6D-3639-4610-8CA9-DE0E49CF3F0C}"/>
          </ac:spMkLst>
        </pc:spChg>
        <pc:spChg chg="del mod">
          <ac:chgData name="王月" userId="9d7c2960-20f1-43a9-b353-abcb8eec574b" providerId="ADAL" clId="{28D517C4-3A8A-44D2-9B3D-408962D98F68}" dt="2022-01-05T05:12:45.053" v="6380" actId="478"/>
          <ac:spMkLst>
            <pc:docMk/>
            <pc:sldMk cId="1741331094" sldId="269"/>
            <ac:spMk id="69" creationId="{4725B505-D5F1-4A1E-9070-B195A471D5CB}"/>
          </ac:spMkLst>
        </pc:spChg>
        <pc:spChg chg="del mod">
          <ac:chgData name="王月" userId="9d7c2960-20f1-43a9-b353-abcb8eec574b" providerId="ADAL" clId="{28D517C4-3A8A-44D2-9B3D-408962D98F68}" dt="2022-01-05T05:12:45.053" v="6380" actId="478"/>
          <ac:spMkLst>
            <pc:docMk/>
            <pc:sldMk cId="1741331094" sldId="269"/>
            <ac:spMk id="77" creationId="{E65E92D0-41CF-477D-B81A-29FFCEF9D5D5}"/>
          </ac:spMkLst>
        </pc:spChg>
        <pc:spChg chg="add mod">
          <ac:chgData name="王月" userId="9d7c2960-20f1-43a9-b353-abcb8eec574b" providerId="ADAL" clId="{28D517C4-3A8A-44D2-9B3D-408962D98F68}" dt="2022-01-05T05:19:12.985" v="6516" actId="1076"/>
          <ac:spMkLst>
            <pc:docMk/>
            <pc:sldMk cId="1741331094" sldId="269"/>
            <ac:spMk id="78" creationId="{B5E2CF4E-6DEF-4224-A201-E61A896E4182}"/>
          </ac:spMkLst>
        </pc:spChg>
        <pc:spChg chg="add mod">
          <ac:chgData name="王月" userId="9d7c2960-20f1-43a9-b353-abcb8eec574b" providerId="ADAL" clId="{28D517C4-3A8A-44D2-9B3D-408962D98F68}" dt="2022-01-05T05:19:32.700" v="6535" actId="1037"/>
          <ac:spMkLst>
            <pc:docMk/>
            <pc:sldMk cId="1741331094" sldId="269"/>
            <ac:spMk id="79" creationId="{E9D27CA2-3EFE-4E27-A8A3-AF88DC8050AC}"/>
          </ac:spMkLst>
        </pc:spChg>
        <pc:spChg chg="add del mod">
          <ac:chgData name="王月" userId="9d7c2960-20f1-43a9-b353-abcb8eec574b" providerId="ADAL" clId="{28D517C4-3A8A-44D2-9B3D-408962D98F68}" dt="2022-01-05T05:10:00.160" v="6311" actId="21"/>
          <ac:spMkLst>
            <pc:docMk/>
            <pc:sldMk cId="1741331094" sldId="269"/>
            <ac:spMk id="84" creationId="{0FC3FD87-94A0-4CEA-847E-B4AAFA08E519}"/>
          </ac:spMkLst>
        </pc:spChg>
        <pc:spChg chg="add mod ord">
          <ac:chgData name="王月" userId="9d7c2960-20f1-43a9-b353-abcb8eec574b" providerId="ADAL" clId="{28D517C4-3A8A-44D2-9B3D-408962D98F68}" dt="2022-01-05T05:14:38.397" v="6423" actId="1038"/>
          <ac:spMkLst>
            <pc:docMk/>
            <pc:sldMk cId="1741331094" sldId="269"/>
            <ac:spMk id="89" creationId="{7270BAD6-721E-4A3E-AD1B-A42C191FC6A9}"/>
          </ac:spMkLst>
        </pc:spChg>
        <pc:spChg chg="add mod">
          <ac:chgData name="王月" userId="9d7c2960-20f1-43a9-b353-abcb8eec574b" providerId="ADAL" clId="{28D517C4-3A8A-44D2-9B3D-408962D98F68}" dt="2022-01-05T05:14:38.397" v="6423" actId="1038"/>
          <ac:spMkLst>
            <pc:docMk/>
            <pc:sldMk cId="1741331094" sldId="269"/>
            <ac:spMk id="91" creationId="{1CCDE010-CA90-4DFB-AAC5-118BC52DD98F}"/>
          </ac:spMkLst>
        </pc:spChg>
        <pc:spChg chg="add mod ord">
          <ac:chgData name="王月" userId="9d7c2960-20f1-43a9-b353-abcb8eec574b" providerId="ADAL" clId="{28D517C4-3A8A-44D2-9B3D-408962D98F68}" dt="2022-01-05T05:14:38.397" v="6423" actId="1038"/>
          <ac:spMkLst>
            <pc:docMk/>
            <pc:sldMk cId="1741331094" sldId="269"/>
            <ac:spMk id="93" creationId="{A6F82E40-BB79-4B59-9FAD-2CEBF7C0D8BA}"/>
          </ac:spMkLst>
        </pc:spChg>
        <pc:spChg chg="mod">
          <ac:chgData name="王月" userId="9d7c2960-20f1-43a9-b353-abcb8eec574b" providerId="ADAL" clId="{28D517C4-3A8A-44D2-9B3D-408962D98F68}" dt="2022-01-05T05:18:49.217" v="6488" actId="164"/>
          <ac:spMkLst>
            <pc:docMk/>
            <pc:sldMk cId="1741331094" sldId="269"/>
            <ac:spMk id="94" creationId="{DA99C221-B936-4EB0-93AB-B90799578D6F}"/>
          </ac:spMkLst>
        </pc:spChg>
        <pc:spChg chg="mod">
          <ac:chgData name="王月" userId="9d7c2960-20f1-43a9-b353-abcb8eec574b" providerId="ADAL" clId="{28D517C4-3A8A-44D2-9B3D-408962D98F68}" dt="2022-01-05T05:15:44.091" v="6439" actId="20577"/>
          <ac:spMkLst>
            <pc:docMk/>
            <pc:sldMk cId="1741331094" sldId="269"/>
            <ac:spMk id="96" creationId="{57E1B1EE-749A-4171-925B-C9A2808D85A2}"/>
          </ac:spMkLst>
        </pc:spChg>
        <pc:spChg chg="del mod">
          <ac:chgData name="王月" userId="9d7c2960-20f1-43a9-b353-abcb8eec574b" providerId="ADAL" clId="{28D517C4-3A8A-44D2-9B3D-408962D98F68}" dt="2022-01-05T05:12:45.053" v="6380" actId="478"/>
          <ac:spMkLst>
            <pc:docMk/>
            <pc:sldMk cId="1741331094" sldId="269"/>
            <ac:spMk id="104" creationId="{333AB5E9-F5A0-48DE-B160-9738F09BB699}"/>
          </ac:spMkLst>
        </pc:spChg>
        <pc:spChg chg="mod">
          <ac:chgData name="王月" userId="9d7c2960-20f1-43a9-b353-abcb8eec574b" providerId="ADAL" clId="{28D517C4-3A8A-44D2-9B3D-408962D98F68}" dt="2022-01-05T05:15:35.515" v="6435" actId="20577"/>
          <ac:spMkLst>
            <pc:docMk/>
            <pc:sldMk cId="1741331094" sldId="269"/>
            <ac:spMk id="105" creationId="{BFDD6873-C5A1-45EA-A48C-AF6FF7DA7985}"/>
          </ac:spMkLst>
        </pc:spChg>
        <pc:spChg chg="mod">
          <ac:chgData name="王月" userId="9d7c2960-20f1-43a9-b353-abcb8eec574b" providerId="ADAL" clId="{28D517C4-3A8A-44D2-9B3D-408962D98F68}" dt="2022-01-05T05:03:27.342" v="6238" actId="1076"/>
          <ac:spMkLst>
            <pc:docMk/>
            <pc:sldMk cId="1741331094" sldId="269"/>
            <ac:spMk id="106" creationId="{AB97843F-1EE7-4862-A5E2-505706CDBA18}"/>
          </ac:spMkLst>
        </pc:spChg>
        <pc:spChg chg="mod ord">
          <ac:chgData name="王月" userId="9d7c2960-20f1-43a9-b353-abcb8eec574b" providerId="ADAL" clId="{28D517C4-3A8A-44D2-9B3D-408962D98F68}" dt="2022-01-05T05:19:18.382" v="6522" actId="1036"/>
          <ac:spMkLst>
            <pc:docMk/>
            <pc:sldMk cId="1741331094" sldId="269"/>
            <ac:spMk id="107" creationId="{5B39A151-7BDF-4812-9237-66B496ED2238}"/>
          </ac:spMkLst>
        </pc:spChg>
        <pc:spChg chg="del mod">
          <ac:chgData name="王月" userId="9d7c2960-20f1-43a9-b353-abcb8eec574b" providerId="ADAL" clId="{28D517C4-3A8A-44D2-9B3D-408962D98F68}" dt="2022-01-05T05:12:45.053" v="6380" actId="478"/>
          <ac:spMkLst>
            <pc:docMk/>
            <pc:sldMk cId="1741331094" sldId="269"/>
            <ac:spMk id="113" creationId="{DDEE8EA3-F584-44BF-AF04-D71E5A4079C2}"/>
          </ac:spMkLst>
        </pc:spChg>
        <pc:spChg chg="mod">
          <ac:chgData name="王月" userId="9d7c2960-20f1-43a9-b353-abcb8eec574b" providerId="ADAL" clId="{28D517C4-3A8A-44D2-9B3D-408962D98F68}" dt="2022-01-05T05:19:18.382" v="6522" actId="1036"/>
          <ac:spMkLst>
            <pc:docMk/>
            <pc:sldMk cId="1741331094" sldId="269"/>
            <ac:spMk id="115" creationId="{7F7992E1-E2A1-49A3-93CD-87CF72091AD0}"/>
          </ac:spMkLst>
        </pc:spChg>
        <pc:spChg chg="add del mod">
          <ac:chgData name="王月" userId="9d7c2960-20f1-43a9-b353-abcb8eec574b" providerId="ADAL" clId="{28D517C4-3A8A-44D2-9B3D-408962D98F68}" dt="2022-01-05T05:10:30.624" v="6327" actId="21"/>
          <ac:spMkLst>
            <pc:docMk/>
            <pc:sldMk cId="1741331094" sldId="269"/>
            <ac:spMk id="122" creationId="{2E01BA9F-463E-4ED0-ADDD-7D952312E40A}"/>
          </ac:spMkLst>
        </pc:spChg>
        <pc:spChg chg="mod">
          <ac:chgData name="王月" userId="9d7c2960-20f1-43a9-b353-abcb8eec574b" providerId="ADAL" clId="{28D517C4-3A8A-44D2-9B3D-408962D98F68}" dt="2022-01-05T05:19:18.382" v="6522" actId="1036"/>
          <ac:spMkLst>
            <pc:docMk/>
            <pc:sldMk cId="1741331094" sldId="269"/>
            <ac:spMk id="124" creationId="{731217B6-8308-4D1E-ABAC-2CDB47F86CB9}"/>
          </ac:spMkLst>
        </pc:spChg>
        <pc:spChg chg="mod">
          <ac:chgData name="王月" userId="9d7c2960-20f1-43a9-b353-abcb8eec574b" providerId="ADAL" clId="{28D517C4-3A8A-44D2-9B3D-408962D98F68}" dt="2022-01-05T05:18:52.083" v="6489" actId="164"/>
          <ac:spMkLst>
            <pc:docMk/>
            <pc:sldMk cId="1741331094" sldId="269"/>
            <ac:spMk id="125" creationId="{D62C2337-0792-4AF0-B075-E0156D9321F8}"/>
          </ac:spMkLst>
        </pc:spChg>
        <pc:spChg chg="add mod ord">
          <ac:chgData name="王月" userId="9d7c2960-20f1-43a9-b353-abcb8eec574b" providerId="ADAL" clId="{28D517C4-3A8A-44D2-9B3D-408962D98F68}" dt="2022-01-05T05:14:38.397" v="6423" actId="1038"/>
          <ac:spMkLst>
            <pc:docMk/>
            <pc:sldMk cId="1741331094" sldId="269"/>
            <ac:spMk id="128" creationId="{1C468733-FDB5-4503-9C80-95FAA197D491}"/>
          </ac:spMkLst>
        </pc:spChg>
        <pc:spChg chg="del">
          <ac:chgData name="王月" userId="9d7c2960-20f1-43a9-b353-abcb8eec574b" providerId="ADAL" clId="{28D517C4-3A8A-44D2-9B3D-408962D98F68}" dt="2022-01-05T05:01:50.507" v="6187" actId="478"/>
          <ac:spMkLst>
            <pc:docMk/>
            <pc:sldMk cId="1741331094" sldId="269"/>
            <ac:spMk id="129" creationId="{DD9738C5-0D77-4FAF-B913-6A7FB6162F9E}"/>
          </ac:spMkLst>
        </pc:spChg>
        <pc:spChg chg="add mod">
          <ac:chgData name="王月" userId="9d7c2960-20f1-43a9-b353-abcb8eec574b" providerId="ADAL" clId="{28D517C4-3A8A-44D2-9B3D-408962D98F68}" dt="2022-01-05T05:14:38.397" v="6423" actId="1038"/>
          <ac:spMkLst>
            <pc:docMk/>
            <pc:sldMk cId="1741331094" sldId="269"/>
            <ac:spMk id="130" creationId="{355FF5BB-CA5B-427D-B1DE-AF1368BC9F38}"/>
          </ac:spMkLst>
        </pc:spChg>
        <pc:spChg chg="add mod">
          <ac:chgData name="王月" userId="9d7c2960-20f1-43a9-b353-abcb8eec574b" providerId="ADAL" clId="{28D517C4-3A8A-44D2-9B3D-408962D98F68}" dt="2022-01-05T05:14:38.397" v="6423" actId="1038"/>
          <ac:spMkLst>
            <pc:docMk/>
            <pc:sldMk cId="1741331094" sldId="269"/>
            <ac:spMk id="133" creationId="{46F77B71-6610-42A9-8E0B-F992971CD956}"/>
          </ac:spMkLst>
        </pc:spChg>
        <pc:spChg chg="mod">
          <ac:chgData name="王月" userId="9d7c2960-20f1-43a9-b353-abcb8eec574b" providerId="ADAL" clId="{28D517C4-3A8A-44D2-9B3D-408962D98F68}" dt="2022-01-05T05:19:18.382" v="6522" actId="1036"/>
          <ac:spMkLst>
            <pc:docMk/>
            <pc:sldMk cId="1741331094" sldId="269"/>
            <ac:spMk id="137" creationId="{C7490265-A8C4-4B07-9BC5-2AA03CF4BE55}"/>
          </ac:spMkLst>
        </pc:spChg>
        <pc:spChg chg="add mod">
          <ac:chgData name="王月" userId="9d7c2960-20f1-43a9-b353-abcb8eec574b" providerId="ADAL" clId="{28D517C4-3A8A-44D2-9B3D-408962D98F68}" dt="2022-01-05T05:18:49.217" v="6488" actId="164"/>
          <ac:spMkLst>
            <pc:docMk/>
            <pc:sldMk cId="1741331094" sldId="269"/>
            <ac:spMk id="145" creationId="{4CC22DEC-8211-4281-B5BB-B00244E11C43}"/>
          </ac:spMkLst>
        </pc:spChg>
        <pc:spChg chg="add del">
          <ac:chgData name="王月" userId="9d7c2960-20f1-43a9-b353-abcb8eec574b" providerId="ADAL" clId="{28D517C4-3A8A-44D2-9B3D-408962D98F68}" dt="2022-01-05T05:17:42.743" v="6467" actId="22"/>
          <ac:spMkLst>
            <pc:docMk/>
            <pc:sldMk cId="1741331094" sldId="269"/>
            <ac:spMk id="147" creationId="{C5E27907-3E7A-4934-96E4-798EBD2A0018}"/>
          </ac:spMkLst>
        </pc:spChg>
        <pc:spChg chg="add mod">
          <ac:chgData name="王月" userId="9d7c2960-20f1-43a9-b353-abcb8eec574b" providerId="ADAL" clId="{28D517C4-3A8A-44D2-9B3D-408962D98F68}" dt="2022-01-05T05:18:52.083" v="6489" actId="164"/>
          <ac:spMkLst>
            <pc:docMk/>
            <pc:sldMk cId="1741331094" sldId="269"/>
            <ac:spMk id="149" creationId="{0C99AF4B-3E3B-424A-BEBB-E82DC9D0C547}"/>
          </ac:spMkLst>
        </pc:spChg>
        <pc:spChg chg="del mod">
          <ac:chgData name="王月" userId="9d7c2960-20f1-43a9-b353-abcb8eec574b" providerId="ADAL" clId="{28D517C4-3A8A-44D2-9B3D-408962D98F68}" dt="2022-01-05T05:12:45.053" v="6380" actId="478"/>
          <ac:spMkLst>
            <pc:docMk/>
            <pc:sldMk cId="1741331094" sldId="269"/>
            <ac:spMk id="150" creationId="{36C07F6F-A367-4535-AD19-D678B14F45A2}"/>
          </ac:spMkLst>
        </pc:spChg>
        <pc:spChg chg="del mod">
          <ac:chgData name="王月" userId="9d7c2960-20f1-43a9-b353-abcb8eec574b" providerId="ADAL" clId="{28D517C4-3A8A-44D2-9B3D-408962D98F68}" dt="2022-01-05T05:12:45.053" v="6380" actId="478"/>
          <ac:spMkLst>
            <pc:docMk/>
            <pc:sldMk cId="1741331094" sldId="269"/>
            <ac:spMk id="151" creationId="{9C38DAFE-0158-488B-94E8-7BA63330824C}"/>
          </ac:spMkLst>
        </pc:spChg>
        <pc:spChg chg="del mod">
          <ac:chgData name="王月" userId="9d7c2960-20f1-43a9-b353-abcb8eec574b" providerId="ADAL" clId="{28D517C4-3A8A-44D2-9B3D-408962D98F68}" dt="2022-01-05T05:12:45.053" v="6380" actId="478"/>
          <ac:spMkLst>
            <pc:docMk/>
            <pc:sldMk cId="1741331094" sldId="269"/>
            <ac:spMk id="152" creationId="{2C907063-B41A-4C2F-BCF2-0BD872E9E44B}"/>
          </ac:spMkLst>
        </pc:spChg>
        <pc:spChg chg="del mod">
          <ac:chgData name="王月" userId="9d7c2960-20f1-43a9-b353-abcb8eec574b" providerId="ADAL" clId="{28D517C4-3A8A-44D2-9B3D-408962D98F68}" dt="2022-01-05T05:12:45.053" v="6380" actId="478"/>
          <ac:spMkLst>
            <pc:docMk/>
            <pc:sldMk cId="1741331094" sldId="269"/>
            <ac:spMk id="162" creationId="{620DE8E3-4299-47E4-BDA6-758E563D253D}"/>
          </ac:spMkLst>
        </pc:spChg>
        <pc:grpChg chg="add mod">
          <ac:chgData name="王月" userId="9d7c2960-20f1-43a9-b353-abcb8eec574b" providerId="ADAL" clId="{28D517C4-3A8A-44D2-9B3D-408962D98F68}" dt="2022-01-05T05:18:56.748" v="6513" actId="1036"/>
          <ac:grpSpMkLst>
            <pc:docMk/>
            <pc:sldMk cId="1741331094" sldId="269"/>
            <ac:grpSpMk id="142" creationId="{301B2175-CA95-44A1-8289-3C5146CE41FD}"/>
          </ac:grpSpMkLst>
        </pc:grpChg>
        <pc:grpChg chg="add mod">
          <ac:chgData name="王月" userId="9d7c2960-20f1-43a9-b353-abcb8eec574b" providerId="ADAL" clId="{28D517C4-3A8A-44D2-9B3D-408962D98F68}" dt="2022-01-05T05:18:56.748" v="6513" actId="1036"/>
          <ac:grpSpMkLst>
            <pc:docMk/>
            <pc:sldMk cId="1741331094" sldId="269"/>
            <ac:grpSpMk id="143" creationId="{95ACA6EB-947E-4E21-BEFD-670C83DB52FE}"/>
          </ac:grpSpMkLst>
        </pc:grpChg>
        <pc:cxnChg chg="del mod">
          <ac:chgData name="王月" userId="9d7c2960-20f1-43a9-b353-abcb8eec574b" providerId="ADAL" clId="{28D517C4-3A8A-44D2-9B3D-408962D98F68}" dt="2022-01-05T05:01:50.507" v="6187" actId="478"/>
          <ac:cxnSpMkLst>
            <pc:docMk/>
            <pc:sldMk cId="1741331094" sldId="269"/>
            <ac:cxnSpMk id="59" creationId="{2F94568C-6BFF-470A-B75E-A936489F1246}"/>
          </ac:cxnSpMkLst>
        </pc:cxnChg>
        <pc:cxnChg chg="del mod">
          <ac:chgData name="王月" userId="9d7c2960-20f1-43a9-b353-abcb8eec574b" providerId="ADAL" clId="{28D517C4-3A8A-44D2-9B3D-408962D98F68}" dt="2022-01-05T05:12:45.053" v="6380" actId="478"/>
          <ac:cxnSpMkLst>
            <pc:docMk/>
            <pc:sldMk cId="1741331094" sldId="269"/>
            <ac:cxnSpMk id="67" creationId="{1223AF3F-A247-4967-8241-736FF9843D5D}"/>
          </ac:cxnSpMkLst>
        </pc:cxnChg>
        <pc:cxnChg chg="del mod">
          <ac:chgData name="王月" userId="9d7c2960-20f1-43a9-b353-abcb8eec574b" providerId="ADAL" clId="{28D517C4-3A8A-44D2-9B3D-408962D98F68}" dt="2022-01-05T05:12:45.053" v="6380" actId="478"/>
          <ac:cxnSpMkLst>
            <pc:docMk/>
            <pc:sldMk cId="1741331094" sldId="269"/>
            <ac:cxnSpMk id="70" creationId="{45A92F16-B9E5-4768-AA22-71D1B50B9773}"/>
          </ac:cxnSpMkLst>
        </pc:cxnChg>
        <pc:cxnChg chg="add mod">
          <ac:chgData name="王月" userId="9d7c2960-20f1-43a9-b353-abcb8eec574b" providerId="ADAL" clId="{28D517C4-3A8A-44D2-9B3D-408962D98F68}" dt="2022-01-05T05:19:18.382" v="6522" actId="1036"/>
          <ac:cxnSpMkLst>
            <pc:docMk/>
            <pc:sldMk cId="1741331094" sldId="269"/>
            <ac:cxnSpMk id="71" creationId="{E0576483-2A7B-4821-AEE7-A92B03F6C9A3}"/>
          </ac:cxnSpMkLst>
        </pc:cxnChg>
        <pc:cxnChg chg="add mod">
          <ac:chgData name="王月" userId="9d7c2960-20f1-43a9-b353-abcb8eec574b" providerId="ADAL" clId="{28D517C4-3A8A-44D2-9B3D-408962D98F68}" dt="2022-01-05T05:14:38.397" v="6423" actId="1038"/>
          <ac:cxnSpMkLst>
            <pc:docMk/>
            <pc:sldMk cId="1741331094" sldId="269"/>
            <ac:cxnSpMk id="80" creationId="{96C97F63-E006-4D56-8F2B-4F7E51A54228}"/>
          </ac:cxnSpMkLst>
        </pc:cxnChg>
        <pc:cxnChg chg="add mod">
          <ac:chgData name="王月" userId="9d7c2960-20f1-43a9-b353-abcb8eec574b" providerId="ADAL" clId="{28D517C4-3A8A-44D2-9B3D-408962D98F68}" dt="2022-01-05T05:14:38.397" v="6423" actId="1038"/>
          <ac:cxnSpMkLst>
            <pc:docMk/>
            <pc:sldMk cId="1741331094" sldId="269"/>
            <ac:cxnSpMk id="81" creationId="{9E418336-AEBD-4F2A-A1B1-978D342AFE83}"/>
          </ac:cxnSpMkLst>
        </pc:cxnChg>
        <pc:cxnChg chg="add mod">
          <ac:chgData name="王月" userId="9d7c2960-20f1-43a9-b353-abcb8eec574b" providerId="ADAL" clId="{28D517C4-3A8A-44D2-9B3D-408962D98F68}" dt="2022-01-05T05:14:38.397" v="6423" actId="1038"/>
          <ac:cxnSpMkLst>
            <pc:docMk/>
            <pc:sldMk cId="1741331094" sldId="269"/>
            <ac:cxnSpMk id="82" creationId="{479C0F2C-8ED6-4F64-B6BC-ED57D6E32D23}"/>
          </ac:cxnSpMkLst>
        </pc:cxnChg>
        <pc:cxnChg chg="add mod">
          <ac:chgData name="王月" userId="9d7c2960-20f1-43a9-b353-abcb8eec574b" providerId="ADAL" clId="{28D517C4-3A8A-44D2-9B3D-408962D98F68}" dt="2022-01-05T05:14:38.397" v="6423" actId="1038"/>
          <ac:cxnSpMkLst>
            <pc:docMk/>
            <pc:sldMk cId="1741331094" sldId="269"/>
            <ac:cxnSpMk id="83" creationId="{FDC23C06-8920-4C0E-9F57-908B1BD59119}"/>
          </ac:cxnSpMkLst>
        </pc:cxnChg>
        <pc:cxnChg chg="add del mod">
          <ac:chgData name="王月" userId="9d7c2960-20f1-43a9-b353-abcb8eec574b" providerId="ADAL" clId="{28D517C4-3A8A-44D2-9B3D-408962D98F68}" dt="2022-01-05T05:04:25.792" v="6242" actId="478"/>
          <ac:cxnSpMkLst>
            <pc:docMk/>
            <pc:sldMk cId="1741331094" sldId="269"/>
            <ac:cxnSpMk id="85" creationId="{6B5F79E2-1D8F-4AFA-81E9-AE244B2BC8A8}"/>
          </ac:cxnSpMkLst>
        </pc:cxnChg>
        <pc:cxnChg chg="add del mod">
          <ac:chgData name="王月" userId="9d7c2960-20f1-43a9-b353-abcb8eec574b" providerId="ADAL" clId="{28D517C4-3A8A-44D2-9B3D-408962D98F68}" dt="2022-01-05T05:04:25.792" v="6242" actId="478"/>
          <ac:cxnSpMkLst>
            <pc:docMk/>
            <pc:sldMk cId="1741331094" sldId="269"/>
            <ac:cxnSpMk id="86" creationId="{391B601A-0EEE-46E5-B26F-2E0510F0E0DF}"/>
          </ac:cxnSpMkLst>
        </pc:cxnChg>
        <pc:cxnChg chg="add mod">
          <ac:chgData name="王月" userId="9d7c2960-20f1-43a9-b353-abcb8eec574b" providerId="ADAL" clId="{28D517C4-3A8A-44D2-9B3D-408962D98F68}" dt="2022-01-05T05:14:38.397" v="6423" actId="1038"/>
          <ac:cxnSpMkLst>
            <pc:docMk/>
            <pc:sldMk cId="1741331094" sldId="269"/>
            <ac:cxnSpMk id="87" creationId="{19E120FA-E439-40F6-8446-CF6BFAC8B852}"/>
          </ac:cxnSpMkLst>
        </pc:cxnChg>
        <pc:cxnChg chg="add del mod">
          <ac:chgData name="王月" userId="9d7c2960-20f1-43a9-b353-abcb8eec574b" providerId="ADAL" clId="{28D517C4-3A8A-44D2-9B3D-408962D98F68}" dt="2022-01-05T05:04:25.792" v="6242" actId="478"/>
          <ac:cxnSpMkLst>
            <pc:docMk/>
            <pc:sldMk cId="1741331094" sldId="269"/>
            <ac:cxnSpMk id="88" creationId="{EC8B3A03-7BB4-4255-99DE-5D88897B11AA}"/>
          </ac:cxnSpMkLst>
        </pc:cxnChg>
        <pc:cxnChg chg="add mod">
          <ac:chgData name="王月" userId="9d7c2960-20f1-43a9-b353-abcb8eec574b" providerId="ADAL" clId="{28D517C4-3A8A-44D2-9B3D-408962D98F68}" dt="2022-01-05T05:14:38.397" v="6423" actId="1038"/>
          <ac:cxnSpMkLst>
            <pc:docMk/>
            <pc:sldMk cId="1741331094" sldId="269"/>
            <ac:cxnSpMk id="90" creationId="{7573961B-334C-4527-B59B-60E64B130987}"/>
          </ac:cxnSpMkLst>
        </pc:cxnChg>
        <pc:cxnChg chg="add mod">
          <ac:chgData name="王月" userId="9d7c2960-20f1-43a9-b353-abcb8eec574b" providerId="ADAL" clId="{28D517C4-3A8A-44D2-9B3D-408962D98F68}" dt="2022-01-05T05:14:49.210" v="6424" actId="14100"/>
          <ac:cxnSpMkLst>
            <pc:docMk/>
            <pc:sldMk cId="1741331094" sldId="269"/>
            <ac:cxnSpMk id="92" creationId="{E9208C8F-51A3-43FF-AFFF-C3B4A326854A}"/>
          </ac:cxnSpMkLst>
        </pc:cxnChg>
        <pc:cxnChg chg="del mod">
          <ac:chgData name="王月" userId="9d7c2960-20f1-43a9-b353-abcb8eec574b" providerId="ADAL" clId="{28D517C4-3A8A-44D2-9B3D-408962D98F68}" dt="2022-01-05T05:12:45.053" v="6380" actId="478"/>
          <ac:cxnSpMkLst>
            <pc:docMk/>
            <pc:sldMk cId="1741331094" sldId="269"/>
            <ac:cxnSpMk id="95" creationId="{5813CA61-7034-45A7-B292-D95764FED65E}"/>
          </ac:cxnSpMkLst>
        </pc:cxnChg>
        <pc:cxnChg chg="del mod">
          <ac:chgData name="王月" userId="9d7c2960-20f1-43a9-b353-abcb8eec574b" providerId="ADAL" clId="{28D517C4-3A8A-44D2-9B3D-408962D98F68}" dt="2022-01-05T05:12:45.053" v="6380" actId="478"/>
          <ac:cxnSpMkLst>
            <pc:docMk/>
            <pc:sldMk cId="1741331094" sldId="269"/>
            <ac:cxnSpMk id="100" creationId="{1E0564C6-CAF4-4506-8F8E-B7D3E3A2A9AE}"/>
          </ac:cxnSpMkLst>
        </pc:cxnChg>
        <pc:cxnChg chg="del mod">
          <ac:chgData name="王月" userId="9d7c2960-20f1-43a9-b353-abcb8eec574b" providerId="ADAL" clId="{28D517C4-3A8A-44D2-9B3D-408962D98F68}" dt="2022-01-05T05:12:45.053" v="6380" actId="478"/>
          <ac:cxnSpMkLst>
            <pc:docMk/>
            <pc:sldMk cId="1741331094" sldId="269"/>
            <ac:cxnSpMk id="108" creationId="{F5431D81-6103-49C9-9E72-741148ABD544}"/>
          </ac:cxnSpMkLst>
        </pc:cxnChg>
        <pc:cxnChg chg="mod">
          <ac:chgData name="王月" userId="9d7c2960-20f1-43a9-b353-abcb8eec574b" providerId="ADAL" clId="{28D517C4-3A8A-44D2-9B3D-408962D98F68}" dt="2022-01-05T05:19:18.382" v="6522" actId="1036"/>
          <ac:cxnSpMkLst>
            <pc:docMk/>
            <pc:sldMk cId="1741331094" sldId="269"/>
            <ac:cxnSpMk id="109" creationId="{B609C263-033D-4DC4-BD96-53A3D07E6C76}"/>
          </ac:cxnSpMkLst>
        </pc:cxnChg>
        <pc:cxnChg chg="mod">
          <ac:chgData name="王月" userId="9d7c2960-20f1-43a9-b353-abcb8eec574b" providerId="ADAL" clId="{28D517C4-3A8A-44D2-9B3D-408962D98F68}" dt="2022-01-05T05:19:18.382" v="6522" actId="1036"/>
          <ac:cxnSpMkLst>
            <pc:docMk/>
            <pc:sldMk cId="1741331094" sldId="269"/>
            <ac:cxnSpMk id="110" creationId="{F4E34B97-308C-42C5-B0D6-CD12A8C7855E}"/>
          </ac:cxnSpMkLst>
        </pc:cxnChg>
        <pc:cxnChg chg="mod">
          <ac:chgData name="王月" userId="9d7c2960-20f1-43a9-b353-abcb8eec574b" providerId="ADAL" clId="{28D517C4-3A8A-44D2-9B3D-408962D98F68}" dt="2022-01-05T05:19:18.382" v="6522" actId="1036"/>
          <ac:cxnSpMkLst>
            <pc:docMk/>
            <pc:sldMk cId="1741331094" sldId="269"/>
            <ac:cxnSpMk id="111" creationId="{CFE47E50-9363-44FC-B5C7-41B2A2E98CC3}"/>
          </ac:cxnSpMkLst>
        </pc:cxnChg>
        <pc:cxnChg chg="mod">
          <ac:chgData name="王月" userId="9d7c2960-20f1-43a9-b353-abcb8eec574b" providerId="ADAL" clId="{28D517C4-3A8A-44D2-9B3D-408962D98F68}" dt="2022-01-05T05:19:18.382" v="6522" actId="1036"/>
          <ac:cxnSpMkLst>
            <pc:docMk/>
            <pc:sldMk cId="1741331094" sldId="269"/>
            <ac:cxnSpMk id="112" creationId="{992818B4-D884-4D72-B4B2-F01383C3B638}"/>
          </ac:cxnSpMkLst>
        </pc:cxnChg>
        <pc:cxnChg chg="add mod">
          <ac:chgData name="王月" userId="9d7c2960-20f1-43a9-b353-abcb8eec574b" providerId="ADAL" clId="{28D517C4-3A8A-44D2-9B3D-408962D98F68}" dt="2022-01-05T05:14:38.397" v="6423" actId="1038"/>
          <ac:cxnSpMkLst>
            <pc:docMk/>
            <pc:sldMk cId="1741331094" sldId="269"/>
            <ac:cxnSpMk id="114" creationId="{8358A10C-8481-45CA-BFF0-A8FDD95D6F27}"/>
          </ac:cxnSpMkLst>
        </pc:cxnChg>
        <pc:cxnChg chg="mod">
          <ac:chgData name="王月" userId="9d7c2960-20f1-43a9-b353-abcb8eec574b" providerId="ADAL" clId="{28D517C4-3A8A-44D2-9B3D-408962D98F68}" dt="2022-01-05T05:19:18.382" v="6522" actId="1036"/>
          <ac:cxnSpMkLst>
            <pc:docMk/>
            <pc:sldMk cId="1741331094" sldId="269"/>
            <ac:cxnSpMk id="116" creationId="{3B352E6E-840B-48D0-81FF-54E14332E3C8}"/>
          </ac:cxnSpMkLst>
        </pc:cxnChg>
        <pc:cxnChg chg="mod">
          <ac:chgData name="王月" userId="9d7c2960-20f1-43a9-b353-abcb8eec574b" providerId="ADAL" clId="{28D517C4-3A8A-44D2-9B3D-408962D98F68}" dt="2022-01-05T05:19:18.382" v="6522" actId="1036"/>
          <ac:cxnSpMkLst>
            <pc:docMk/>
            <pc:sldMk cId="1741331094" sldId="269"/>
            <ac:cxnSpMk id="117" creationId="{6DE57C18-10BB-444F-8174-BA151E134A01}"/>
          </ac:cxnSpMkLst>
        </pc:cxnChg>
        <pc:cxnChg chg="del mod">
          <ac:chgData name="王月" userId="9d7c2960-20f1-43a9-b353-abcb8eec574b" providerId="ADAL" clId="{28D517C4-3A8A-44D2-9B3D-408962D98F68}" dt="2022-01-05T05:12:45.053" v="6380" actId="478"/>
          <ac:cxnSpMkLst>
            <pc:docMk/>
            <pc:sldMk cId="1741331094" sldId="269"/>
            <ac:cxnSpMk id="118" creationId="{D4F13344-22D0-4BD8-B9CF-9ACE84A094D2}"/>
          </ac:cxnSpMkLst>
        </pc:cxnChg>
        <pc:cxnChg chg="mod">
          <ac:chgData name="王月" userId="9d7c2960-20f1-43a9-b353-abcb8eec574b" providerId="ADAL" clId="{28D517C4-3A8A-44D2-9B3D-408962D98F68}" dt="2022-01-05T05:19:18.382" v="6522" actId="1036"/>
          <ac:cxnSpMkLst>
            <pc:docMk/>
            <pc:sldMk cId="1741331094" sldId="269"/>
            <ac:cxnSpMk id="119" creationId="{4676736C-B7F6-435D-9BB3-F7B375795ACB}"/>
          </ac:cxnSpMkLst>
        </pc:cxnChg>
        <pc:cxnChg chg="del mod">
          <ac:chgData name="王月" userId="9d7c2960-20f1-43a9-b353-abcb8eec574b" providerId="ADAL" clId="{28D517C4-3A8A-44D2-9B3D-408962D98F68}" dt="2022-01-05T05:12:45.053" v="6380" actId="478"/>
          <ac:cxnSpMkLst>
            <pc:docMk/>
            <pc:sldMk cId="1741331094" sldId="269"/>
            <ac:cxnSpMk id="120" creationId="{4A2FFA3D-8436-4429-8197-CB516D42658A}"/>
          </ac:cxnSpMkLst>
        </pc:cxnChg>
        <pc:cxnChg chg="del mod">
          <ac:chgData name="王月" userId="9d7c2960-20f1-43a9-b353-abcb8eec574b" providerId="ADAL" clId="{28D517C4-3A8A-44D2-9B3D-408962D98F68}" dt="2022-01-05T05:12:45.053" v="6380" actId="478"/>
          <ac:cxnSpMkLst>
            <pc:docMk/>
            <pc:sldMk cId="1741331094" sldId="269"/>
            <ac:cxnSpMk id="121" creationId="{E9054FBA-59E1-4C77-8CB7-2E266BA842CD}"/>
          </ac:cxnSpMkLst>
        </pc:cxnChg>
        <pc:cxnChg chg="add mod">
          <ac:chgData name="王月" userId="9d7c2960-20f1-43a9-b353-abcb8eec574b" providerId="ADAL" clId="{28D517C4-3A8A-44D2-9B3D-408962D98F68}" dt="2022-01-05T05:14:38.397" v="6423" actId="1038"/>
          <ac:cxnSpMkLst>
            <pc:docMk/>
            <pc:sldMk cId="1741331094" sldId="269"/>
            <ac:cxnSpMk id="123" creationId="{F88AF12A-2339-4F2B-8DAC-9F5DC0601EBA}"/>
          </ac:cxnSpMkLst>
        </pc:cxnChg>
        <pc:cxnChg chg="mod">
          <ac:chgData name="王月" userId="9d7c2960-20f1-43a9-b353-abcb8eec574b" providerId="ADAL" clId="{28D517C4-3A8A-44D2-9B3D-408962D98F68}" dt="2022-01-05T05:19:18.382" v="6522" actId="1036"/>
          <ac:cxnSpMkLst>
            <pc:docMk/>
            <pc:sldMk cId="1741331094" sldId="269"/>
            <ac:cxnSpMk id="126" creationId="{68D27AD4-6D41-4A6C-B747-F6A9D627DE3C}"/>
          </ac:cxnSpMkLst>
        </pc:cxnChg>
        <pc:cxnChg chg="mod">
          <ac:chgData name="王月" userId="9d7c2960-20f1-43a9-b353-abcb8eec574b" providerId="ADAL" clId="{28D517C4-3A8A-44D2-9B3D-408962D98F68}" dt="2022-01-05T05:19:18.382" v="6522" actId="1036"/>
          <ac:cxnSpMkLst>
            <pc:docMk/>
            <pc:sldMk cId="1741331094" sldId="269"/>
            <ac:cxnSpMk id="127" creationId="{355CD5A1-2814-4FD3-A7CE-D27FF9619A19}"/>
          </ac:cxnSpMkLst>
        </pc:cxnChg>
        <pc:cxnChg chg="del mod">
          <ac:chgData name="王月" userId="9d7c2960-20f1-43a9-b353-abcb8eec574b" providerId="ADAL" clId="{28D517C4-3A8A-44D2-9B3D-408962D98F68}" dt="2022-01-05T05:01:50.507" v="6187" actId="478"/>
          <ac:cxnSpMkLst>
            <pc:docMk/>
            <pc:sldMk cId="1741331094" sldId="269"/>
            <ac:cxnSpMk id="131" creationId="{0E185C31-F423-4502-9F3C-B8E9207587D7}"/>
          </ac:cxnSpMkLst>
        </pc:cxnChg>
        <pc:cxnChg chg="add mod">
          <ac:chgData name="王月" userId="9d7c2960-20f1-43a9-b353-abcb8eec574b" providerId="ADAL" clId="{28D517C4-3A8A-44D2-9B3D-408962D98F68}" dt="2022-01-05T05:14:38.397" v="6423" actId="1038"/>
          <ac:cxnSpMkLst>
            <pc:docMk/>
            <pc:sldMk cId="1741331094" sldId="269"/>
            <ac:cxnSpMk id="132" creationId="{CFD8E0C7-E810-4FE6-9F8E-B28693DF189E}"/>
          </ac:cxnSpMkLst>
        </pc:cxnChg>
        <pc:cxnChg chg="add mod">
          <ac:chgData name="王月" userId="9d7c2960-20f1-43a9-b353-abcb8eec574b" providerId="ADAL" clId="{28D517C4-3A8A-44D2-9B3D-408962D98F68}" dt="2022-01-05T05:14:38.397" v="6423" actId="1038"/>
          <ac:cxnSpMkLst>
            <pc:docMk/>
            <pc:sldMk cId="1741331094" sldId="269"/>
            <ac:cxnSpMk id="134" creationId="{F99FEBD1-FD1C-4C30-8B46-453AFA5BB5FC}"/>
          </ac:cxnSpMkLst>
        </pc:cxnChg>
        <pc:cxnChg chg="del mod">
          <ac:chgData name="王月" userId="9d7c2960-20f1-43a9-b353-abcb8eec574b" providerId="ADAL" clId="{28D517C4-3A8A-44D2-9B3D-408962D98F68}" dt="2022-01-05T05:12:45.053" v="6380" actId="478"/>
          <ac:cxnSpMkLst>
            <pc:docMk/>
            <pc:sldMk cId="1741331094" sldId="269"/>
            <ac:cxnSpMk id="160" creationId="{A9EB5908-AB92-43AB-ACB7-A5BE08363133}"/>
          </ac:cxnSpMkLst>
        </pc:cxnChg>
      </pc:sldChg>
      <pc:sldChg chg="modSp add del mod ord">
        <pc:chgData name="王月" userId="9d7c2960-20f1-43a9-b353-abcb8eec574b" providerId="ADAL" clId="{28D517C4-3A8A-44D2-9B3D-408962D98F68}" dt="2022-01-05T03:00:35.101" v="5027" actId="47"/>
        <pc:sldMkLst>
          <pc:docMk/>
          <pc:sldMk cId="3187129741" sldId="269"/>
        </pc:sldMkLst>
        <pc:spChg chg="mod">
          <ac:chgData name="王月" userId="9d7c2960-20f1-43a9-b353-abcb8eec574b" providerId="ADAL" clId="{28D517C4-3A8A-44D2-9B3D-408962D98F68}" dt="2022-01-03T06:40:41.744" v="4357" actId="20577"/>
          <ac:spMkLst>
            <pc:docMk/>
            <pc:sldMk cId="3187129741" sldId="269"/>
            <ac:spMk id="57" creationId="{02C7C3E2-65F5-4B95-87BE-00ACD445F8B1}"/>
          </ac:spMkLst>
        </pc:spChg>
        <pc:spChg chg="mod">
          <ac:chgData name="王月" userId="9d7c2960-20f1-43a9-b353-abcb8eec574b" providerId="ADAL" clId="{28D517C4-3A8A-44D2-9B3D-408962D98F68}" dt="2022-01-03T06:16:09.302" v="4318" actId="1036"/>
          <ac:spMkLst>
            <pc:docMk/>
            <pc:sldMk cId="3187129741" sldId="269"/>
            <ac:spMk id="60" creationId="{882CEF3E-2C6B-419B-B5F9-9405642C65EA}"/>
          </ac:spMkLst>
        </pc:spChg>
        <pc:spChg chg="mod">
          <ac:chgData name="王月" userId="9d7c2960-20f1-43a9-b353-abcb8eec574b" providerId="ADAL" clId="{28D517C4-3A8A-44D2-9B3D-408962D98F68}" dt="2022-01-03T05:37:43.702" v="4262" actId="113"/>
          <ac:spMkLst>
            <pc:docMk/>
            <pc:sldMk cId="3187129741" sldId="269"/>
            <ac:spMk id="66" creationId="{36599A47-F2A6-48BF-BAB4-8173E5970BD8}"/>
          </ac:spMkLst>
        </pc:spChg>
        <pc:spChg chg="mod">
          <ac:chgData name="王月" userId="9d7c2960-20f1-43a9-b353-abcb8eec574b" providerId="ADAL" clId="{28D517C4-3A8A-44D2-9B3D-408962D98F68}" dt="2022-01-03T08:33:56.762" v="4821" actId="113"/>
          <ac:spMkLst>
            <pc:docMk/>
            <pc:sldMk cId="3187129741" sldId="269"/>
            <ac:spMk id="75" creationId="{B6FD49AF-D245-4643-BC94-5EE166954325}"/>
          </ac:spMkLst>
        </pc:spChg>
        <pc:spChg chg="mod">
          <ac:chgData name="王月" userId="9d7c2960-20f1-43a9-b353-abcb8eec574b" providerId="ADAL" clId="{28D517C4-3A8A-44D2-9B3D-408962D98F68}" dt="2022-01-03T08:34:07.143" v="4827" actId="113"/>
          <ac:spMkLst>
            <pc:docMk/>
            <pc:sldMk cId="3187129741" sldId="269"/>
            <ac:spMk id="78" creationId="{B649900F-856C-4220-9C5B-5A648A97B031}"/>
          </ac:spMkLst>
        </pc:spChg>
        <pc:spChg chg="mod">
          <ac:chgData name="王月" userId="9d7c2960-20f1-43a9-b353-abcb8eec574b" providerId="ADAL" clId="{28D517C4-3A8A-44D2-9B3D-408962D98F68}" dt="2022-01-03T08:34:02.070" v="4825" actId="113"/>
          <ac:spMkLst>
            <pc:docMk/>
            <pc:sldMk cId="3187129741" sldId="269"/>
            <ac:spMk id="95" creationId="{F0D0EA0C-1F57-42D5-B451-95F65CA98C7B}"/>
          </ac:spMkLst>
        </pc:spChg>
        <pc:spChg chg="mod">
          <ac:chgData name="王月" userId="9d7c2960-20f1-43a9-b353-abcb8eec574b" providerId="ADAL" clId="{28D517C4-3A8A-44D2-9B3D-408962D98F68}" dt="2022-01-03T06:00:21.576" v="4306" actId="113"/>
          <ac:spMkLst>
            <pc:docMk/>
            <pc:sldMk cId="3187129741" sldId="269"/>
            <ac:spMk id="96" creationId="{D8D5B7E1-1E05-4672-A30B-E867DC8D5075}"/>
          </ac:spMkLst>
        </pc:spChg>
        <pc:spChg chg="mod">
          <ac:chgData name="王月" userId="9d7c2960-20f1-43a9-b353-abcb8eec574b" providerId="ADAL" clId="{28D517C4-3A8A-44D2-9B3D-408962D98F68}" dt="2022-01-03T06:00:51.013" v="4316" actId="113"/>
          <ac:spMkLst>
            <pc:docMk/>
            <pc:sldMk cId="3187129741" sldId="269"/>
            <ac:spMk id="98" creationId="{D9246298-A033-421B-B234-BE2EB49DDAF2}"/>
          </ac:spMkLst>
        </pc:spChg>
      </pc:sldChg>
      <pc:sldChg chg="new del">
        <pc:chgData name="王月" userId="9d7c2960-20f1-43a9-b353-abcb8eec574b" providerId="ADAL" clId="{28D517C4-3A8A-44D2-9B3D-408962D98F68}" dt="2022-01-05T05:16:44.331" v="6449" actId="680"/>
        <pc:sldMkLst>
          <pc:docMk/>
          <pc:sldMk cId="1093462787" sldId="270"/>
        </pc:sldMkLst>
      </pc:sldChg>
      <pc:sldChg chg="addSp delSp modSp add mod">
        <pc:chgData name="王月" userId="9d7c2960-20f1-43a9-b353-abcb8eec574b" providerId="ADAL" clId="{28D517C4-3A8A-44D2-9B3D-408962D98F68}" dt="2022-01-05T05:50:00.614" v="6869" actId="1076"/>
        <pc:sldMkLst>
          <pc:docMk/>
          <pc:sldMk cId="1329520395" sldId="270"/>
        </pc:sldMkLst>
        <pc:spChg chg="mod">
          <ac:chgData name="王月" userId="9d7c2960-20f1-43a9-b353-abcb8eec574b" providerId="ADAL" clId="{28D517C4-3A8A-44D2-9B3D-408962D98F68}" dt="2022-01-05T05:38:23.229" v="6653" actId="1076"/>
          <ac:spMkLst>
            <pc:docMk/>
            <pc:sldMk cId="1329520395" sldId="270"/>
            <ac:spMk id="51" creationId="{78969C98-11FE-449C-A3E1-E79893E65C98}"/>
          </ac:spMkLst>
        </pc:spChg>
        <pc:spChg chg="mod">
          <ac:chgData name="王月" userId="9d7c2960-20f1-43a9-b353-abcb8eec574b" providerId="ADAL" clId="{28D517C4-3A8A-44D2-9B3D-408962D98F68}" dt="2022-01-05T05:39:32.072" v="6672" actId="1076"/>
          <ac:spMkLst>
            <pc:docMk/>
            <pc:sldMk cId="1329520395" sldId="270"/>
            <ac:spMk id="53" creationId="{EA4D96B6-04D3-4A21-B45F-1D3319C92190}"/>
          </ac:spMkLst>
        </pc:spChg>
        <pc:spChg chg="mod">
          <ac:chgData name="王月" userId="9d7c2960-20f1-43a9-b353-abcb8eec574b" providerId="ADAL" clId="{28D517C4-3A8A-44D2-9B3D-408962D98F68}" dt="2022-01-05T05:39:18.872" v="6670" actId="20577"/>
          <ac:spMkLst>
            <pc:docMk/>
            <pc:sldMk cId="1329520395" sldId="270"/>
            <ac:spMk id="54" creationId="{25FD9017-67F8-4290-A168-2CB68C008ABC}"/>
          </ac:spMkLst>
        </pc:spChg>
        <pc:spChg chg="mod">
          <ac:chgData name="王月" userId="9d7c2960-20f1-43a9-b353-abcb8eec574b" providerId="ADAL" clId="{28D517C4-3A8A-44D2-9B3D-408962D98F68}" dt="2022-01-05T05:39:02.110" v="6662" actId="20577"/>
          <ac:spMkLst>
            <pc:docMk/>
            <pc:sldMk cId="1329520395" sldId="270"/>
            <ac:spMk id="55" creationId="{7885B0FD-18FC-4EFE-BCC2-050DE760B313}"/>
          </ac:spMkLst>
        </pc:spChg>
        <pc:spChg chg="mod">
          <ac:chgData name="王月" userId="9d7c2960-20f1-43a9-b353-abcb8eec574b" providerId="ADAL" clId="{28D517C4-3A8A-44D2-9B3D-408962D98F68}" dt="2022-01-05T05:20:23.227" v="6543" actId="20577"/>
          <ac:spMkLst>
            <pc:docMk/>
            <pc:sldMk cId="1329520395" sldId="270"/>
            <ac:spMk id="68" creationId="{7EA69B6D-3639-4610-8CA9-DE0E49CF3F0C}"/>
          </ac:spMkLst>
        </pc:spChg>
        <pc:spChg chg="del">
          <ac:chgData name="王月" userId="9d7c2960-20f1-43a9-b353-abcb8eec574b" providerId="ADAL" clId="{28D517C4-3A8A-44D2-9B3D-408962D98F68}" dt="2022-01-05T05:41:40.748" v="6697" actId="478"/>
          <ac:spMkLst>
            <pc:docMk/>
            <pc:sldMk cId="1329520395" sldId="270"/>
            <ac:spMk id="78" creationId="{B5E2CF4E-6DEF-4224-A201-E61A896E4182}"/>
          </ac:spMkLst>
        </pc:spChg>
        <pc:spChg chg="del mod">
          <ac:chgData name="王月" userId="9d7c2960-20f1-43a9-b353-abcb8eec574b" providerId="ADAL" clId="{28D517C4-3A8A-44D2-9B3D-408962D98F68}" dt="2022-01-05T05:48:52.475" v="6826" actId="478"/>
          <ac:spMkLst>
            <pc:docMk/>
            <pc:sldMk cId="1329520395" sldId="270"/>
            <ac:spMk id="79" creationId="{E9D27CA2-3EFE-4E27-A8A3-AF88DC8050AC}"/>
          </ac:spMkLst>
        </pc:spChg>
        <pc:spChg chg="add del mod">
          <ac:chgData name="王月" userId="9d7c2960-20f1-43a9-b353-abcb8eec574b" providerId="ADAL" clId="{28D517C4-3A8A-44D2-9B3D-408962D98F68}" dt="2022-01-05T05:40:32.314" v="6679" actId="1076"/>
          <ac:spMkLst>
            <pc:docMk/>
            <pc:sldMk cId="1329520395" sldId="270"/>
            <ac:spMk id="85" creationId="{07F31DCE-EF7D-42F1-9D8B-D947B3B15B48}"/>
          </ac:spMkLst>
        </pc:spChg>
        <pc:spChg chg="del mod">
          <ac:chgData name="王月" userId="9d7c2960-20f1-43a9-b353-abcb8eec574b" providerId="ADAL" clId="{28D517C4-3A8A-44D2-9B3D-408962D98F68}" dt="2022-01-05T05:48:52.475" v="6826" actId="478"/>
          <ac:spMkLst>
            <pc:docMk/>
            <pc:sldMk cId="1329520395" sldId="270"/>
            <ac:spMk id="89" creationId="{7270BAD6-721E-4A3E-AD1B-A42C191FC6A9}"/>
          </ac:spMkLst>
        </pc:spChg>
        <pc:spChg chg="del mod">
          <ac:chgData name="王月" userId="9d7c2960-20f1-43a9-b353-abcb8eec574b" providerId="ADAL" clId="{28D517C4-3A8A-44D2-9B3D-408962D98F68}" dt="2022-01-05T05:48:52.475" v="6826" actId="478"/>
          <ac:spMkLst>
            <pc:docMk/>
            <pc:sldMk cId="1329520395" sldId="270"/>
            <ac:spMk id="91" creationId="{1CCDE010-CA90-4DFB-AAC5-118BC52DD98F}"/>
          </ac:spMkLst>
        </pc:spChg>
        <pc:spChg chg="del mod">
          <ac:chgData name="王月" userId="9d7c2960-20f1-43a9-b353-abcb8eec574b" providerId="ADAL" clId="{28D517C4-3A8A-44D2-9B3D-408962D98F68}" dt="2022-01-05T05:48:52.475" v="6826" actId="478"/>
          <ac:spMkLst>
            <pc:docMk/>
            <pc:sldMk cId="1329520395" sldId="270"/>
            <ac:spMk id="93" creationId="{A6F82E40-BB79-4B59-9FAD-2CEBF7C0D8BA}"/>
          </ac:spMkLst>
        </pc:spChg>
        <pc:spChg chg="mod">
          <ac:chgData name="王月" userId="9d7c2960-20f1-43a9-b353-abcb8eec574b" providerId="ADAL" clId="{28D517C4-3A8A-44D2-9B3D-408962D98F68}" dt="2022-01-05T05:49:00.202" v="6847" actId="1035"/>
          <ac:spMkLst>
            <pc:docMk/>
            <pc:sldMk cId="1329520395" sldId="270"/>
            <ac:spMk id="96" creationId="{57E1B1EE-749A-4171-925B-C9A2808D85A2}"/>
          </ac:spMkLst>
        </pc:spChg>
        <pc:spChg chg="add mod">
          <ac:chgData name="王月" userId="9d7c2960-20f1-43a9-b353-abcb8eec574b" providerId="ADAL" clId="{28D517C4-3A8A-44D2-9B3D-408962D98F68}" dt="2022-01-05T05:40:03.580" v="6674" actId="571"/>
          <ac:spMkLst>
            <pc:docMk/>
            <pc:sldMk cId="1329520395" sldId="270"/>
            <ac:spMk id="97" creationId="{0F6BF250-8291-4A8E-982C-E8BCC5C3EF16}"/>
          </ac:spMkLst>
        </pc:spChg>
        <pc:spChg chg="add mod">
          <ac:chgData name="王月" userId="9d7c2960-20f1-43a9-b353-abcb8eec574b" providerId="ADAL" clId="{28D517C4-3A8A-44D2-9B3D-408962D98F68}" dt="2022-01-05T05:50:00.614" v="6869" actId="1076"/>
          <ac:spMkLst>
            <pc:docMk/>
            <pc:sldMk cId="1329520395" sldId="270"/>
            <ac:spMk id="101" creationId="{E30C1FBB-7A36-46D6-93C1-FF392F2D6365}"/>
          </ac:spMkLst>
        </pc:spChg>
        <pc:spChg chg="add mod">
          <ac:chgData name="王月" userId="9d7c2960-20f1-43a9-b353-abcb8eec574b" providerId="ADAL" clId="{28D517C4-3A8A-44D2-9B3D-408962D98F68}" dt="2022-01-05T05:49:00.202" v="6847" actId="1035"/>
          <ac:spMkLst>
            <pc:docMk/>
            <pc:sldMk cId="1329520395" sldId="270"/>
            <ac:spMk id="102" creationId="{575E7B89-BA09-4758-8ED2-A5750EDF2624}"/>
          </ac:spMkLst>
        </pc:spChg>
        <pc:spChg chg="mod">
          <ac:chgData name="王月" userId="9d7c2960-20f1-43a9-b353-abcb8eec574b" providerId="ADAL" clId="{28D517C4-3A8A-44D2-9B3D-408962D98F68}" dt="2022-01-05T05:49:00.202" v="6847" actId="1035"/>
          <ac:spMkLst>
            <pc:docMk/>
            <pc:sldMk cId="1329520395" sldId="270"/>
            <ac:spMk id="105" creationId="{BFDD6873-C5A1-45EA-A48C-AF6FF7DA7985}"/>
          </ac:spMkLst>
        </pc:spChg>
        <pc:spChg chg="mod">
          <ac:chgData name="王月" userId="9d7c2960-20f1-43a9-b353-abcb8eec574b" providerId="ADAL" clId="{28D517C4-3A8A-44D2-9B3D-408962D98F68}" dt="2022-01-05T05:41:15.866" v="6693" actId="20577"/>
          <ac:spMkLst>
            <pc:docMk/>
            <pc:sldMk cId="1329520395" sldId="270"/>
            <ac:spMk id="106" creationId="{AB97843F-1EE7-4862-A5E2-505706CDBA18}"/>
          </ac:spMkLst>
        </pc:spChg>
        <pc:spChg chg="mod ord">
          <ac:chgData name="王月" userId="9d7c2960-20f1-43a9-b353-abcb8eec574b" providerId="ADAL" clId="{28D517C4-3A8A-44D2-9B3D-408962D98F68}" dt="2022-01-05T05:38:18.504" v="6652" actId="1076"/>
          <ac:spMkLst>
            <pc:docMk/>
            <pc:sldMk cId="1329520395" sldId="270"/>
            <ac:spMk id="107" creationId="{5B39A151-7BDF-4812-9237-66B496ED2238}"/>
          </ac:spMkLst>
        </pc:spChg>
        <pc:spChg chg="mod">
          <ac:chgData name="王月" userId="9d7c2960-20f1-43a9-b353-abcb8eec574b" providerId="ADAL" clId="{28D517C4-3A8A-44D2-9B3D-408962D98F68}" dt="2022-01-05T05:40:22.861" v="6678" actId="1076"/>
          <ac:spMkLst>
            <pc:docMk/>
            <pc:sldMk cId="1329520395" sldId="270"/>
            <ac:spMk id="115" creationId="{7F7992E1-E2A1-49A3-93CD-87CF72091AD0}"/>
          </ac:spMkLst>
        </pc:spChg>
        <pc:spChg chg="add del mod">
          <ac:chgData name="王月" userId="9d7c2960-20f1-43a9-b353-abcb8eec574b" providerId="ADAL" clId="{28D517C4-3A8A-44D2-9B3D-408962D98F68}" dt="2022-01-05T05:43:03.386" v="6713" actId="478"/>
          <ac:spMkLst>
            <pc:docMk/>
            <pc:sldMk cId="1329520395" sldId="270"/>
            <ac:spMk id="118" creationId="{589ED767-0A36-448D-9BD5-E09ADEC430AD}"/>
          </ac:spMkLst>
        </pc:spChg>
        <pc:spChg chg="mod ord">
          <ac:chgData name="王月" userId="9d7c2960-20f1-43a9-b353-abcb8eec574b" providerId="ADAL" clId="{28D517C4-3A8A-44D2-9B3D-408962D98F68}" dt="2022-01-05T05:40:50.580" v="6684" actId="1076"/>
          <ac:spMkLst>
            <pc:docMk/>
            <pc:sldMk cId="1329520395" sldId="270"/>
            <ac:spMk id="124" creationId="{731217B6-8308-4D1E-ABAC-2CDB47F86CB9}"/>
          </ac:spMkLst>
        </pc:spChg>
        <pc:spChg chg="del mod">
          <ac:chgData name="王月" userId="9d7c2960-20f1-43a9-b353-abcb8eec574b" providerId="ADAL" clId="{28D517C4-3A8A-44D2-9B3D-408962D98F68}" dt="2022-01-05T05:48:52.475" v="6826" actId="478"/>
          <ac:spMkLst>
            <pc:docMk/>
            <pc:sldMk cId="1329520395" sldId="270"/>
            <ac:spMk id="128" creationId="{1C468733-FDB5-4503-9C80-95FAA197D491}"/>
          </ac:spMkLst>
        </pc:spChg>
        <pc:spChg chg="del mod">
          <ac:chgData name="王月" userId="9d7c2960-20f1-43a9-b353-abcb8eec574b" providerId="ADAL" clId="{28D517C4-3A8A-44D2-9B3D-408962D98F68}" dt="2022-01-05T05:48:52.475" v="6826" actId="478"/>
          <ac:spMkLst>
            <pc:docMk/>
            <pc:sldMk cId="1329520395" sldId="270"/>
            <ac:spMk id="130" creationId="{355FF5BB-CA5B-427D-B1DE-AF1368BC9F38}"/>
          </ac:spMkLst>
        </pc:spChg>
        <pc:spChg chg="del mod">
          <ac:chgData name="王月" userId="9d7c2960-20f1-43a9-b353-abcb8eec574b" providerId="ADAL" clId="{28D517C4-3A8A-44D2-9B3D-408962D98F68}" dt="2022-01-05T05:48:52.475" v="6826" actId="478"/>
          <ac:spMkLst>
            <pc:docMk/>
            <pc:sldMk cId="1329520395" sldId="270"/>
            <ac:spMk id="133" creationId="{46F77B71-6610-42A9-8E0B-F992971CD956}"/>
          </ac:spMkLst>
        </pc:spChg>
        <pc:spChg chg="add del mod">
          <ac:chgData name="王月" userId="9d7c2960-20f1-43a9-b353-abcb8eec574b" providerId="ADAL" clId="{28D517C4-3A8A-44D2-9B3D-408962D98F68}" dt="2022-01-05T05:44:32.476" v="6725" actId="478"/>
          <ac:spMkLst>
            <pc:docMk/>
            <pc:sldMk cId="1329520395" sldId="270"/>
            <ac:spMk id="135" creationId="{E36D47FA-BCD1-41F3-B2F4-33A22B280A57}"/>
          </ac:spMkLst>
        </pc:spChg>
        <pc:spChg chg="del">
          <ac:chgData name="王月" userId="9d7c2960-20f1-43a9-b353-abcb8eec574b" providerId="ADAL" clId="{28D517C4-3A8A-44D2-9B3D-408962D98F68}" dt="2022-01-05T05:39:35.209" v="6673" actId="478"/>
          <ac:spMkLst>
            <pc:docMk/>
            <pc:sldMk cId="1329520395" sldId="270"/>
            <ac:spMk id="137" creationId="{C7490265-A8C4-4B07-9BC5-2AA03CF4BE55}"/>
          </ac:spMkLst>
        </pc:spChg>
        <pc:spChg chg="add mod">
          <ac:chgData name="王月" userId="9d7c2960-20f1-43a9-b353-abcb8eec574b" providerId="ADAL" clId="{28D517C4-3A8A-44D2-9B3D-408962D98F68}" dt="2022-01-05T05:49:53.028" v="6867" actId="1076"/>
          <ac:spMkLst>
            <pc:docMk/>
            <pc:sldMk cId="1329520395" sldId="270"/>
            <ac:spMk id="138" creationId="{D9C65936-2CCA-44CF-BCED-D9F9C66259F4}"/>
          </ac:spMkLst>
        </pc:spChg>
        <pc:spChg chg="add del mod">
          <ac:chgData name="王月" userId="9d7c2960-20f1-43a9-b353-abcb8eec574b" providerId="ADAL" clId="{28D517C4-3A8A-44D2-9B3D-408962D98F68}" dt="2022-01-05T05:42:41.388" v="6707" actId="478"/>
          <ac:spMkLst>
            <pc:docMk/>
            <pc:sldMk cId="1329520395" sldId="270"/>
            <ac:spMk id="139" creationId="{D3D03A92-AF77-472C-85FB-123C55B60901}"/>
          </ac:spMkLst>
        </pc:spChg>
        <pc:spChg chg="add mod">
          <ac:chgData name="王月" userId="9d7c2960-20f1-43a9-b353-abcb8eec574b" providerId="ADAL" clId="{28D517C4-3A8A-44D2-9B3D-408962D98F68}" dt="2022-01-05T05:49:00.202" v="6847" actId="1035"/>
          <ac:spMkLst>
            <pc:docMk/>
            <pc:sldMk cId="1329520395" sldId="270"/>
            <ac:spMk id="140" creationId="{BA14BC9E-075C-43CC-874D-1769DF8F9B5A}"/>
          </ac:spMkLst>
        </pc:spChg>
        <pc:spChg chg="add mod">
          <ac:chgData name="王月" userId="9d7c2960-20f1-43a9-b353-abcb8eec574b" providerId="ADAL" clId="{28D517C4-3A8A-44D2-9B3D-408962D98F68}" dt="2022-01-05T05:49:00.202" v="6847" actId="1035"/>
          <ac:spMkLst>
            <pc:docMk/>
            <pc:sldMk cId="1329520395" sldId="270"/>
            <ac:spMk id="141" creationId="{D6DCB33E-F9FA-4BA0-A655-1F0196EBB386}"/>
          </ac:spMkLst>
        </pc:spChg>
        <pc:grpChg chg="del">
          <ac:chgData name="王月" userId="9d7c2960-20f1-43a9-b353-abcb8eec574b" providerId="ADAL" clId="{28D517C4-3A8A-44D2-9B3D-408962D98F68}" dt="2022-01-05T05:41:58.521" v="6699" actId="478"/>
          <ac:grpSpMkLst>
            <pc:docMk/>
            <pc:sldMk cId="1329520395" sldId="270"/>
            <ac:grpSpMk id="142" creationId="{301B2175-CA95-44A1-8289-3C5146CE41FD}"/>
          </ac:grpSpMkLst>
        </pc:grpChg>
        <pc:grpChg chg="del">
          <ac:chgData name="王月" userId="9d7c2960-20f1-43a9-b353-abcb8eec574b" providerId="ADAL" clId="{28D517C4-3A8A-44D2-9B3D-408962D98F68}" dt="2022-01-05T05:41:58.521" v="6699" actId="478"/>
          <ac:grpSpMkLst>
            <pc:docMk/>
            <pc:sldMk cId="1329520395" sldId="270"/>
            <ac:grpSpMk id="143" creationId="{95ACA6EB-947E-4E21-BEFD-670C83DB52FE}"/>
          </ac:grpSpMkLst>
        </pc:grpChg>
        <pc:cxnChg chg="mod">
          <ac:chgData name="王月" userId="9d7c2960-20f1-43a9-b353-abcb8eec574b" providerId="ADAL" clId="{28D517C4-3A8A-44D2-9B3D-408962D98F68}" dt="2022-01-05T05:36:22.686" v="6613" actId="14100"/>
          <ac:cxnSpMkLst>
            <pc:docMk/>
            <pc:sldMk cId="1329520395" sldId="270"/>
            <ac:cxnSpMk id="71" creationId="{E0576483-2A7B-4821-AEE7-A92B03F6C9A3}"/>
          </ac:cxnSpMkLst>
        </pc:cxnChg>
        <pc:cxnChg chg="del mod">
          <ac:chgData name="王月" userId="9d7c2960-20f1-43a9-b353-abcb8eec574b" providerId="ADAL" clId="{28D517C4-3A8A-44D2-9B3D-408962D98F68}" dt="2022-01-05T05:48:52.475" v="6826" actId="478"/>
          <ac:cxnSpMkLst>
            <pc:docMk/>
            <pc:sldMk cId="1329520395" sldId="270"/>
            <ac:cxnSpMk id="80" creationId="{96C97F63-E006-4D56-8F2B-4F7E51A54228}"/>
          </ac:cxnSpMkLst>
        </pc:cxnChg>
        <pc:cxnChg chg="del mod">
          <ac:chgData name="王月" userId="9d7c2960-20f1-43a9-b353-abcb8eec574b" providerId="ADAL" clId="{28D517C4-3A8A-44D2-9B3D-408962D98F68}" dt="2022-01-05T05:48:52.475" v="6826" actId="478"/>
          <ac:cxnSpMkLst>
            <pc:docMk/>
            <pc:sldMk cId="1329520395" sldId="270"/>
            <ac:cxnSpMk id="81" creationId="{9E418336-AEBD-4F2A-A1B1-978D342AFE83}"/>
          </ac:cxnSpMkLst>
        </pc:cxnChg>
        <pc:cxnChg chg="del mod">
          <ac:chgData name="王月" userId="9d7c2960-20f1-43a9-b353-abcb8eec574b" providerId="ADAL" clId="{28D517C4-3A8A-44D2-9B3D-408962D98F68}" dt="2022-01-05T05:48:52.475" v="6826" actId="478"/>
          <ac:cxnSpMkLst>
            <pc:docMk/>
            <pc:sldMk cId="1329520395" sldId="270"/>
            <ac:cxnSpMk id="82" creationId="{479C0F2C-8ED6-4F64-B6BC-ED57D6E32D23}"/>
          </ac:cxnSpMkLst>
        </pc:cxnChg>
        <pc:cxnChg chg="del mod">
          <ac:chgData name="王月" userId="9d7c2960-20f1-43a9-b353-abcb8eec574b" providerId="ADAL" clId="{28D517C4-3A8A-44D2-9B3D-408962D98F68}" dt="2022-01-05T05:48:52.475" v="6826" actId="478"/>
          <ac:cxnSpMkLst>
            <pc:docMk/>
            <pc:sldMk cId="1329520395" sldId="270"/>
            <ac:cxnSpMk id="83" creationId="{FDC23C06-8920-4C0E-9F57-908B1BD59119}"/>
          </ac:cxnSpMkLst>
        </pc:cxnChg>
        <pc:cxnChg chg="add mod">
          <ac:chgData name="王月" userId="9d7c2960-20f1-43a9-b353-abcb8eec574b" providerId="ADAL" clId="{28D517C4-3A8A-44D2-9B3D-408962D98F68}" dt="2022-01-05T05:40:32.314" v="6679" actId="1076"/>
          <ac:cxnSpMkLst>
            <pc:docMk/>
            <pc:sldMk cId="1329520395" sldId="270"/>
            <ac:cxnSpMk id="86" creationId="{3C79D201-43A3-4E70-B39B-E1F1BB7BECA4}"/>
          </ac:cxnSpMkLst>
        </pc:cxnChg>
        <pc:cxnChg chg="del mod">
          <ac:chgData name="王月" userId="9d7c2960-20f1-43a9-b353-abcb8eec574b" providerId="ADAL" clId="{28D517C4-3A8A-44D2-9B3D-408962D98F68}" dt="2022-01-05T05:48:52.475" v="6826" actId="478"/>
          <ac:cxnSpMkLst>
            <pc:docMk/>
            <pc:sldMk cId="1329520395" sldId="270"/>
            <ac:cxnSpMk id="87" creationId="{19E120FA-E439-40F6-8446-CF6BFAC8B852}"/>
          </ac:cxnSpMkLst>
        </pc:cxnChg>
        <pc:cxnChg chg="del mod">
          <ac:chgData name="王月" userId="9d7c2960-20f1-43a9-b353-abcb8eec574b" providerId="ADAL" clId="{28D517C4-3A8A-44D2-9B3D-408962D98F68}" dt="2022-01-05T05:48:52.475" v="6826" actId="478"/>
          <ac:cxnSpMkLst>
            <pc:docMk/>
            <pc:sldMk cId="1329520395" sldId="270"/>
            <ac:cxnSpMk id="90" creationId="{7573961B-334C-4527-B59B-60E64B130987}"/>
          </ac:cxnSpMkLst>
        </pc:cxnChg>
        <pc:cxnChg chg="del mod">
          <ac:chgData name="王月" userId="9d7c2960-20f1-43a9-b353-abcb8eec574b" providerId="ADAL" clId="{28D517C4-3A8A-44D2-9B3D-408962D98F68}" dt="2022-01-05T05:48:52.475" v="6826" actId="478"/>
          <ac:cxnSpMkLst>
            <pc:docMk/>
            <pc:sldMk cId="1329520395" sldId="270"/>
            <ac:cxnSpMk id="92" creationId="{E9208C8F-51A3-43FF-AFFF-C3B4A326854A}"/>
          </ac:cxnSpMkLst>
        </pc:cxnChg>
        <pc:cxnChg chg="add mod">
          <ac:chgData name="王月" userId="9d7c2960-20f1-43a9-b353-abcb8eec574b" providerId="ADAL" clId="{28D517C4-3A8A-44D2-9B3D-408962D98F68}" dt="2022-01-05T05:49:17.964" v="6856" actId="14100"/>
          <ac:cxnSpMkLst>
            <pc:docMk/>
            <pc:sldMk cId="1329520395" sldId="270"/>
            <ac:cxnSpMk id="103" creationId="{7DA4B2B3-F18B-4F40-B810-AC9727E49A0F}"/>
          </ac:cxnSpMkLst>
        </pc:cxnChg>
        <pc:cxnChg chg="add del mod">
          <ac:chgData name="王月" userId="9d7c2960-20f1-43a9-b353-abcb8eec574b" providerId="ADAL" clId="{28D517C4-3A8A-44D2-9B3D-408962D98F68}" dt="2022-01-05T05:45:05.562" v="6735" actId="478"/>
          <ac:cxnSpMkLst>
            <pc:docMk/>
            <pc:sldMk cId="1329520395" sldId="270"/>
            <ac:cxnSpMk id="104" creationId="{AB25AAB6-5BAA-41BA-B149-533235E6C0F0}"/>
          </ac:cxnSpMkLst>
        </pc:cxnChg>
        <pc:cxnChg chg="add del mod">
          <ac:chgData name="王月" userId="9d7c2960-20f1-43a9-b353-abcb8eec574b" providerId="ADAL" clId="{28D517C4-3A8A-44D2-9B3D-408962D98F68}" dt="2022-01-05T05:45:01.400" v="6732" actId="478"/>
          <ac:cxnSpMkLst>
            <pc:docMk/>
            <pc:sldMk cId="1329520395" sldId="270"/>
            <ac:cxnSpMk id="108" creationId="{D41843BD-B086-4C1B-8AF1-0F0482E0ABC5}"/>
          </ac:cxnSpMkLst>
        </pc:cxnChg>
        <pc:cxnChg chg="mod">
          <ac:chgData name="王月" userId="9d7c2960-20f1-43a9-b353-abcb8eec574b" providerId="ADAL" clId="{28D517C4-3A8A-44D2-9B3D-408962D98F68}" dt="2022-01-05T05:40:32.314" v="6679" actId="1076"/>
          <ac:cxnSpMkLst>
            <pc:docMk/>
            <pc:sldMk cId="1329520395" sldId="270"/>
            <ac:cxnSpMk id="109" creationId="{B609C263-033D-4DC4-BD96-53A3D07E6C76}"/>
          </ac:cxnSpMkLst>
        </pc:cxnChg>
        <pc:cxnChg chg="mod">
          <ac:chgData name="王月" userId="9d7c2960-20f1-43a9-b353-abcb8eec574b" providerId="ADAL" clId="{28D517C4-3A8A-44D2-9B3D-408962D98F68}" dt="2022-01-05T05:36:11.753" v="6611" actId="14100"/>
          <ac:cxnSpMkLst>
            <pc:docMk/>
            <pc:sldMk cId="1329520395" sldId="270"/>
            <ac:cxnSpMk id="110" creationId="{F4E34B97-308C-42C5-B0D6-CD12A8C7855E}"/>
          </ac:cxnSpMkLst>
        </pc:cxnChg>
        <pc:cxnChg chg="mod">
          <ac:chgData name="王月" userId="9d7c2960-20f1-43a9-b353-abcb8eec574b" providerId="ADAL" clId="{28D517C4-3A8A-44D2-9B3D-408962D98F68}" dt="2022-01-05T05:36:17.503" v="6612" actId="14100"/>
          <ac:cxnSpMkLst>
            <pc:docMk/>
            <pc:sldMk cId="1329520395" sldId="270"/>
            <ac:cxnSpMk id="111" creationId="{CFE47E50-9363-44FC-B5C7-41B2A2E98CC3}"/>
          </ac:cxnSpMkLst>
        </pc:cxnChg>
        <pc:cxnChg chg="mod">
          <ac:chgData name="王月" userId="9d7c2960-20f1-43a9-b353-abcb8eec574b" providerId="ADAL" clId="{28D517C4-3A8A-44D2-9B3D-408962D98F68}" dt="2022-01-05T05:34:38.910" v="6601" actId="14100"/>
          <ac:cxnSpMkLst>
            <pc:docMk/>
            <pc:sldMk cId="1329520395" sldId="270"/>
            <ac:cxnSpMk id="112" creationId="{992818B4-D884-4D72-B4B2-F01383C3B638}"/>
          </ac:cxnSpMkLst>
        </pc:cxnChg>
        <pc:cxnChg chg="add del mod">
          <ac:chgData name="王月" userId="9d7c2960-20f1-43a9-b353-abcb8eec574b" providerId="ADAL" clId="{28D517C4-3A8A-44D2-9B3D-408962D98F68}" dt="2022-01-05T05:45:07.626" v="6736" actId="478"/>
          <ac:cxnSpMkLst>
            <pc:docMk/>
            <pc:sldMk cId="1329520395" sldId="270"/>
            <ac:cxnSpMk id="113" creationId="{35448D2B-9C6C-4BB9-AC1E-2D85384AA0B2}"/>
          </ac:cxnSpMkLst>
        </pc:cxnChg>
        <pc:cxnChg chg="del mod">
          <ac:chgData name="王月" userId="9d7c2960-20f1-43a9-b353-abcb8eec574b" providerId="ADAL" clId="{28D517C4-3A8A-44D2-9B3D-408962D98F68}" dt="2022-01-05T05:48:52.475" v="6826" actId="478"/>
          <ac:cxnSpMkLst>
            <pc:docMk/>
            <pc:sldMk cId="1329520395" sldId="270"/>
            <ac:cxnSpMk id="114" creationId="{8358A10C-8481-45CA-BFF0-A8FDD95D6F27}"/>
          </ac:cxnSpMkLst>
        </pc:cxnChg>
        <pc:cxnChg chg="mod">
          <ac:chgData name="王月" userId="9d7c2960-20f1-43a9-b353-abcb8eec574b" providerId="ADAL" clId="{28D517C4-3A8A-44D2-9B3D-408962D98F68}" dt="2022-01-05T05:34:14.827" v="6591" actId="14100"/>
          <ac:cxnSpMkLst>
            <pc:docMk/>
            <pc:sldMk cId="1329520395" sldId="270"/>
            <ac:cxnSpMk id="116" creationId="{3B352E6E-840B-48D0-81FF-54E14332E3C8}"/>
          </ac:cxnSpMkLst>
        </pc:cxnChg>
        <pc:cxnChg chg="mod">
          <ac:chgData name="王月" userId="9d7c2960-20f1-43a9-b353-abcb8eec574b" providerId="ADAL" clId="{28D517C4-3A8A-44D2-9B3D-408962D98F68}" dt="2022-01-05T05:34:12.103" v="6590" actId="1076"/>
          <ac:cxnSpMkLst>
            <pc:docMk/>
            <pc:sldMk cId="1329520395" sldId="270"/>
            <ac:cxnSpMk id="117" creationId="{6DE57C18-10BB-444F-8174-BA151E134A01}"/>
          </ac:cxnSpMkLst>
        </pc:cxnChg>
        <pc:cxnChg chg="del mod">
          <ac:chgData name="王月" userId="9d7c2960-20f1-43a9-b353-abcb8eec574b" providerId="ADAL" clId="{28D517C4-3A8A-44D2-9B3D-408962D98F68}" dt="2022-01-05T05:39:35.209" v="6673" actId="478"/>
          <ac:cxnSpMkLst>
            <pc:docMk/>
            <pc:sldMk cId="1329520395" sldId="270"/>
            <ac:cxnSpMk id="119" creationId="{4676736C-B7F6-435D-9BB3-F7B375795ACB}"/>
          </ac:cxnSpMkLst>
        </pc:cxnChg>
        <pc:cxnChg chg="add del mod">
          <ac:chgData name="王月" userId="9d7c2960-20f1-43a9-b353-abcb8eec574b" providerId="ADAL" clId="{28D517C4-3A8A-44D2-9B3D-408962D98F68}" dt="2022-01-05T05:49:00.202" v="6847" actId="1035"/>
          <ac:cxnSpMkLst>
            <pc:docMk/>
            <pc:sldMk cId="1329520395" sldId="270"/>
            <ac:cxnSpMk id="120" creationId="{456BF835-0C4F-4550-8870-1DC865005255}"/>
          </ac:cxnSpMkLst>
        </pc:cxnChg>
        <pc:cxnChg chg="add mod">
          <ac:chgData name="王月" userId="9d7c2960-20f1-43a9-b353-abcb8eec574b" providerId="ADAL" clId="{28D517C4-3A8A-44D2-9B3D-408962D98F68}" dt="2022-01-05T05:49:57.774" v="6868" actId="14100"/>
          <ac:cxnSpMkLst>
            <pc:docMk/>
            <pc:sldMk cId="1329520395" sldId="270"/>
            <ac:cxnSpMk id="121" creationId="{65A35D7E-0883-4817-A8BE-2EC728FD056B}"/>
          </ac:cxnSpMkLst>
        </pc:cxnChg>
        <pc:cxnChg chg="add mod">
          <ac:chgData name="王月" userId="9d7c2960-20f1-43a9-b353-abcb8eec574b" providerId="ADAL" clId="{28D517C4-3A8A-44D2-9B3D-408962D98F68}" dt="2022-01-05T05:49:00.202" v="6847" actId="1035"/>
          <ac:cxnSpMkLst>
            <pc:docMk/>
            <pc:sldMk cId="1329520395" sldId="270"/>
            <ac:cxnSpMk id="122" creationId="{0B0FEE07-0389-495E-86E6-948C14B7C0C5}"/>
          </ac:cxnSpMkLst>
        </pc:cxnChg>
        <pc:cxnChg chg="del mod">
          <ac:chgData name="王月" userId="9d7c2960-20f1-43a9-b353-abcb8eec574b" providerId="ADAL" clId="{28D517C4-3A8A-44D2-9B3D-408962D98F68}" dt="2022-01-05T05:48:52.475" v="6826" actId="478"/>
          <ac:cxnSpMkLst>
            <pc:docMk/>
            <pc:sldMk cId="1329520395" sldId="270"/>
            <ac:cxnSpMk id="123" creationId="{F88AF12A-2339-4F2B-8DAC-9F5DC0601EBA}"/>
          </ac:cxnSpMkLst>
        </pc:cxnChg>
        <pc:cxnChg chg="mod">
          <ac:chgData name="王月" userId="9d7c2960-20f1-43a9-b353-abcb8eec574b" providerId="ADAL" clId="{28D517C4-3A8A-44D2-9B3D-408962D98F68}" dt="2022-01-05T05:33:36.089" v="6581" actId="14100"/>
          <ac:cxnSpMkLst>
            <pc:docMk/>
            <pc:sldMk cId="1329520395" sldId="270"/>
            <ac:cxnSpMk id="126" creationId="{68D27AD4-6D41-4A6C-B747-F6A9D627DE3C}"/>
          </ac:cxnSpMkLst>
        </pc:cxnChg>
        <pc:cxnChg chg="mod">
          <ac:chgData name="王月" userId="9d7c2960-20f1-43a9-b353-abcb8eec574b" providerId="ADAL" clId="{28D517C4-3A8A-44D2-9B3D-408962D98F68}" dt="2022-01-05T05:40:22.861" v="6678" actId="1076"/>
          <ac:cxnSpMkLst>
            <pc:docMk/>
            <pc:sldMk cId="1329520395" sldId="270"/>
            <ac:cxnSpMk id="127" creationId="{355CD5A1-2814-4FD3-A7CE-D27FF9619A19}"/>
          </ac:cxnSpMkLst>
        </pc:cxnChg>
        <pc:cxnChg chg="add del mod">
          <ac:chgData name="王月" userId="9d7c2960-20f1-43a9-b353-abcb8eec574b" providerId="ADAL" clId="{28D517C4-3A8A-44D2-9B3D-408962D98F68}" dt="2022-01-05T05:44:25.465" v="6723" actId="478"/>
          <ac:cxnSpMkLst>
            <pc:docMk/>
            <pc:sldMk cId="1329520395" sldId="270"/>
            <ac:cxnSpMk id="129" creationId="{C7AE4E85-2A6F-4EB6-A967-DBC4FAD6A508}"/>
          </ac:cxnSpMkLst>
        </pc:cxnChg>
        <pc:cxnChg chg="add mod">
          <ac:chgData name="王月" userId="9d7c2960-20f1-43a9-b353-abcb8eec574b" providerId="ADAL" clId="{28D517C4-3A8A-44D2-9B3D-408962D98F68}" dt="2022-01-05T05:49:00.202" v="6847" actId="1035"/>
          <ac:cxnSpMkLst>
            <pc:docMk/>
            <pc:sldMk cId="1329520395" sldId="270"/>
            <ac:cxnSpMk id="131" creationId="{9FA2D0E2-C51B-47B5-91CA-1299EC4BD1CD}"/>
          </ac:cxnSpMkLst>
        </pc:cxnChg>
        <pc:cxnChg chg="del mod">
          <ac:chgData name="王月" userId="9d7c2960-20f1-43a9-b353-abcb8eec574b" providerId="ADAL" clId="{28D517C4-3A8A-44D2-9B3D-408962D98F68}" dt="2022-01-05T05:48:52.475" v="6826" actId="478"/>
          <ac:cxnSpMkLst>
            <pc:docMk/>
            <pc:sldMk cId="1329520395" sldId="270"/>
            <ac:cxnSpMk id="132" creationId="{CFD8E0C7-E810-4FE6-9F8E-B28693DF189E}"/>
          </ac:cxnSpMkLst>
        </pc:cxnChg>
        <pc:cxnChg chg="del mod">
          <ac:chgData name="王月" userId="9d7c2960-20f1-43a9-b353-abcb8eec574b" providerId="ADAL" clId="{28D517C4-3A8A-44D2-9B3D-408962D98F68}" dt="2022-01-05T05:48:52.475" v="6826" actId="478"/>
          <ac:cxnSpMkLst>
            <pc:docMk/>
            <pc:sldMk cId="1329520395" sldId="270"/>
            <ac:cxnSpMk id="134" creationId="{F99FEBD1-FD1C-4C30-8B46-453AFA5BB5FC}"/>
          </ac:cxnSpMkLst>
        </pc:cxnChg>
        <pc:cxnChg chg="add mod">
          <ac:chgData name="王月" userId="9d7c2960-20f1-43a9-b353-abcb8eec574b" providerId="ADAL" clId="{28D517C4-3A8A-44D2-9B3D-408962D98F68}" dt="2022-01-05T05:49:49.129" v="6866" actId="14100"/>
          <ac:cxnSpMkLst>
            <pc:docMk/>
            <pc:sldMk cId="1329520395" sldId="270"/>
            <ac:cxnSpMk id="136" creationId="{3CC9A625-F290-43AC-BF25-675893CC1FB0}"/>
          </ac:cxnSpMkLst>
        </pc:cxnChg>
      </pc:sldChg>
      <pc:sldChg chg="modSp add del mod">
        <pc:chgData name="王月" userId="9d7c2960-20f1-43a9-b353-abcb8eec574b" providerId="ADAL" clId="{28D517C4-3A8A-44D2-9B3D-408962D98F68}" dt="2022-01-05T03:00:35.101" v="5027" actId="47"/>
        <pc:sldMkLst>
          <pc:docMk/>
          <pc:sldMk cId="4229424216" sldId="270"/>
        </pc:sldMkLst>
        <pc:spChg chg="mod">
          <ac:chgData name="王月" userId="9d7c2960-20f1-43a9-b353-abcb8eec574b" providerId="ADAL" clId="{28D517C4-3A8A-44D2-9B3D-408962D98F68}" dt="2022-01-03T06:55:05.453" v="4445" actId="20577"/>
          <ac:spMkLst>
            <pc:docMk/>
            <pc:sldMk cId="4229424216" sldId="270"/>
            <ac:spMk id="57" creationId="{02C7C3E2-65F5-4B95-87BE-00ACD445F8B1}"/>
          </ac:spMkLst>
        </pc:spChg>
        <pc:spChg chg="mod">
          <ac:chgData name="王月" userId="9d7c2960-20f1-43a9-b353-abcb8eec574b" providerId="ADAL" clId="{28D517C4-3A8A-44D2-9B3D-408962D98F68}" dt="2022-01-03T06:54:31.422" v="4438" actId="20577"/>
          <ac:spMkLst>
            <pc:docMk/>
            <pc:sldMk cId="4229424216" sldId="270"/>
            <ac:spMk id="60" creationId="{882CEF3E-2C6B-419B-B5F9-9405642C65EA}"/>
          </ac:spMkLst>
        </pc:spChg>
        <pc:spChg chg="mod">
          <ac:chgData name="王月" userId="9d7c2960-20f1-43a9-b353-abcb8eec574b" providerId="ADAL" clId="{28D517C4-3A8A-44D2-9B3D-408962D98F68}" dt="2022-01-03T06:54:14.863" v="4434" actId="20577"/>
          <ac:spMkLst>
            <pc:docMk/>
            <pc:sldMk cId="4229424216" sldId="270"/>
            <ac:spMk id="66" creationId="{36599A47-F2A6-48BF-BAB4-8173E5970BD8}"/>
          </ac:spMkLst>
        </pc:spChg>
        <pc:spChg chg="mod">
          <ac:chgData name="王月" userId="9d7c2960-20f1-43a9-b353-abcb8eec574b" providerId="ADAL" clId="{28D517C4-3A8A-44D2-9B3D-408962D98F68}" dt="2022-01-03T08:33:41.640" v="4815" actId="113"/>
          <ac:spMkLst>
            <pc:docMk/>
            <pc:sldMk cId="4229424216" sldId="270"/>
            <ac:spMk id="75" creationId="{B6FD49AF-D245-4643-BC94-5EE166954325}"/>
          </ac:spMkLst>
        </pc:spChg>
        <pc:spChg chg="mod">
          <ac:chgData name="王月" userId="9d7c2960-20f1-43a9-b353-abcb8eec574b" providerId="ADAL" clId="{28D517C4-3A8A-44D2-9B3D-408962D98F68}" dt="2022-01-03T08:33:51.119" v="4819" actId="113"/>
          <ac:spMkLst>
            <pc:docMk/>
            <pc:sldMk cId="4229424216" sldId="270"/>
            <ac:spMk id="78" creationId="{B649900F-856C-4220-9C5B-5A648A97B031}"/>
          </ac:spMkLst>
        </pc:spChg>
        <pc:spChg chg="mod">
          <ac:chgData name="王月" userId="9d7c2960-20f1-43a9-b353-abcb8eec574b" providerId="ADAL" clId="{28D517C4-3A8A-44D2-9B3D-408962D98F68}" dt="2022-01-03T08:33:47.592" v="4817" actId="113"/>
          <ac:spMkLst>
            <pc:docMk/>
            <pc:sldMk cId="4229424216" sldId="270"/>
            <ac:spMk id="95" creationId="{F0D0EA0C-1F57-42D5-B451-95F65CA98C7B}"/>
          </ac:spMkLst>
        </pc:spChg>
        <pc:spChg chg="mod">
          <ac:chgData name="王月" userId="9d7c2960-20f1-43a9-b353-abcb8eec574b" providerId="ADAL" clId="{28D517C4-3A8A-44D2-9B3D-408962D98F68}" dt="2022-01-03T06:55:18.046" v="4448" actId="20577"/>
          <ac:spMkLst>
            <pc:docMk/>
            <pc:sldMk cId="4229424216" sldId="270"/>
            <ac:spMk id="96" creationId="{D8D5B7E1-1E05-4672-A30B-E867DC8D5075}"/>
          </ac:spMkLst>
        </pc:spChg>
        <pc:spChg chg="mod">
          <ac:chgData name="王月" userId="9d7c2960-20f1-43a9-b353-abcb8eec574b" providerId="ADAL" clId="{28D517C4-3A8A-44D2-9B3D-408962D98F68}" dt="2022-01-03T06:55:39.102" v="4455" actId="20577"/>
          <ac:spMkLst>
            <pc:docMk/>
            <pc:sldMk cId="4229424216" sldId="270"/>
            <ac:spMk id="98" creationId="{D9246298-A033-421B-B234-BE2EB49DDAF2}"/>
          </ac:spMkLst>
        </pc:spChg>
      </pc:sldChg>
      <pc:sldChg chg="modSp add mod">
        <pc:chgData name="王月" userId="9d7c2960-20f1-43a9-b353-abcb8eec574b" providerId="ADAL" clId="{28D517C4-3A8A-44D2-9B3D-408962D98F68}" dt="2022-01-05T06:26:23.207" v="6937" actId="20577"/>
        <pc:sldMkLst>
          <pc:docMk/>
          <pc:sldMk cId="1173525755" sldId="271"/>
        </pc:sldMkLst>
        <pc:spChg chg="mod">
          <ac:chgData name="王月" userId="9d7c2960-20f1-43a9-b353-abcb8eec574b" providerId="ADAL" clId="{28D517C4-3A8A-44D2-9B3D-408962D98F68}" dt="2022-01-05T06:00:26.234" v="6897"/>
          <ac:spMkLst>
            <pc:docMk/>
            <pc:sldMk cId="1173525755" sldId="271"/>
            <ac:spMk id="50" creationId="{66847DD7-8192-42CC-8653-B15DEB1CDDF1}"/>
          </ac:spMkLst>
        </pc:spChg>
        <pc:spChg chg="mod">
          <ac:chgData name="王月" userId="9d7c2960-20f1-43a9-b353-abcb8eec574b" providerId="ADAL" clId="{28D517C4-3A8A-44D2-9B3D-408962D98F68}" dt="2022-01-05T06:00:57.385" v="6924" actId="20577"/>
          <ac:spMkLst>
            <pc:docMk/>
            <pc:sldMk cId="1173525755" sldId="271"/>
            <ac:spMk id="51" creationId="{71C01716-E2A5-4C05-B52D-E254612AC421}"/>
          </ac:spMkLst>
        </pc:spChg>
        <pc:spChg chg="mod">
          <ac:chgData name="王月" userId="9d7c2960-20f1-43a9-b353-abcb8eec574b" providerId="ADAL" clId="{28D517C4-3A8A-44D2-9B3D-408962D98F68}" dt="2022-01-05T06:26:23.207" v="6937" actId="20577"/>
          <ac:spMkLst>
            <pc:docMk/>
            <pc:sldMk cId="1173525755" sldId="271"/>
            <ac:spMk id="66" creationId="{36599A47-F2A6-48BF-BAB4-8173E5970BD8}"/>
          </ac:spMkLst>
        </pc:spChg>
        <pc:spChg chg="mod">
          <ac:chgData name="王月" userId="9d7c2960-20f1-43a9-b353-abcb8eec574b" providerId="ADAL" clId="{28D517C4-3A8A-44D2-9B3D-408962D98F68}" dt="2022-01-05T06:00:13.720" v="6884" actId="20577"/>
          <ac:spMkLst>
            <pc:docMk/>
            <pc:sldMk cId="1173525755" sldId="271"/>
            <ac:spMk id="110" creationId="{8480F601-C2CE-4792-A324-8DB9474AF0DA}"/>
          </ac:spMkLst>
        </pc:spChg>
        <pc:spChg chg="mod">
          <ac:chgData name="王月" userId="9d7c2960-20f1-43a9-b353-abcb8eec574b" providerId="ADAL" clId="{28D517C4-3A8A-44D2-9B3D-408962D98F68}" dt="2022-01-05T05:59:59.195" v="6876" actId="20577"/>
          <ac:spMkLst>
            <pc:docMk/>
            <pc:sldMk cId="1173525755" sldId="271"/>
            <ac:spMk id="112" creationId="{D656F76B-3FE2-4688-802A-A5A5B361FBA6}"/>
          </ac:spMkLst>
        </pc:spChg>
        <pc:spChg chg="mod">
          <ac:chgData name="王月" userId="9d7c2960-20f1-43a9-b353-abcb8eec574b" providerId="ADAL" clId="{28D517C4-3A8A-44D2-9B3D-408962D98F68}" dt="2022-01-05T06:00:42.426" v="6911" actId="6549"/>
          <ac:spMkLst>
            <pc:docMk/>
            <pc:sldMk cId="1173525755" sldId="271"/>
            <ac:spMk id="129" creationId="{543E95A0-06A8-4573-BE35-2330E12EB58E}"/>
          </ac:spMkLst>
        </pc:spChg>
        <pc:spChg chg="mod">
          <ac:chgData name="王月" userId="9d7c2960-20f1-43a9-b353-abcb8eec574b" providerId="ADAL" clId="{28D517C4-3A8A-44D2-9B3D-408962D98F68}" dt="2022-01-05T06:01:07.515" v="6931"/>
          <ac:spMkLst>
            <pc:docMk/>
            <pc:sldMk cId="1173525755" sldId="271"/>
            <ac:spMk id="133" creationId="{40E38CB7-4C0D-4A2B-B0A6-CE734CFEED1C}"/>
          </ac:spMkLst>
        </pc:spChg>
        <pc:spChg chg="mod">
          <ac:chgData name="王月" userId="9d7c2960-20f1-43a9-b353-abcb8eec574b" providerId="ADAL" clId="{28D517C4-3A8A-44D2-9B3D-408962D98F68}" dt="2022-01-05T06:26:11.702" v="6935" actId="20577"/>
          <ac:spMkLst>
            <pc:docMk/>
            <pc:sldMk cId="1173525755" sldId="271"/>
            <ac:spMk id="135" creationId="{344DA240-E4E7-424C-8E79-9B08090ACB5A}"/>
          </ac:spMkLst>
        </pc:spChg>
      </pc:sldChg>
      <pc:sldChg chg="modSp add del mod">
        <pc:chgData name="王月" userId="9d7c2960-20f1-43a9-b353-abcb8eec574b" providerId="ADAL" clId="{28D517C4-3A8A-44D2-9B3D-408962D98F68}" dt="2022-01-05T03:00:35.101" v="5027" actId="47"/>
        <pc:sldMkLst>
          <pc:docMk/>
          <pc:sldMk cId="1978762545" sldId="271"/>
        </pc:sldMkLst>
        <pc:spChg chg="mod">
          <ac:chgData name="王月" userId="9d7c2960-20f1-43a9-b353-abcb8eec574b" providerId="ADAL" clId="{28D517C4-3A8A-44D2-9B3D-408962D98F68}" dt="2022-01-03T06:58:50.206" v="4490" actId="20577"/>
          <ac:spMkLst>
            <pc:docMk/>
            <pc:sldMk cId="1978762545" sldId="271"/>
            <ac:spMk id="57" creationId="{02C7C3E2-65F5-4B95-87BE-00ACD445F8B1}"/>
          </ac:spMkLst>
        </pc:spChg>
        <pc:spChg chg="mod">
          <ac:chgData name="王月" userId="9d7c2960-20f1-43a9-b353-abcb8eec574b" providerId="ADAL" clId="{28D517C4-3A8A-44D2-9B3D-408962D98F68}" dt="2022-01-03T06:58:37.410" v="4483" actId="20577"/>
          <ac:spMkLst>
            <pc:docMk/>
            <pc:sldMk cId="1978762545" sldId="271"/>
            <ac:spMk id="60" creationId="{882CEF3E-2C6B-419B-B5F9-9405642C65EA}"/>
          </ac:spMkLst>
        </pc:spChg>
        <pc:spChg chg="mod">
          <ac:chgData name="王月" userId="9d7c2960-20f1-43a9-b353-abcb8eec574b" providerId="ADAL" clId="{28D517C4-3A8A-44D2-9B3D-408962D98F68}" dt="2022-01-03T06:58:28.062" v="4479" actId="20577"/>
          <ac:spMkLst>
            <pc:docMk/>
            <pc:sldMk cId="1978762545" sldId="271"/>
            <ac:spMk id="66" creationId="{36599A47-F2A6-48BF-BAB4-8173E5970BD8}"/>
          </ac:spMkLst>
        </pc:spChg>
        <pc:spChg chg="mod">
          <ac:chgData name="王月" userId="9d7c2960-20f1-43a9-b353-abcb8eec574b" providerId="ADAL" clId="{28D517C4-3A8A-44D2-9B3D-408962D98F68}" dt="2022-01-03T08:33:10.247" v="4809" actId="113"/>
          <ac:spMkLst>
            <pc:docMk/>
            <pc:sldMk cId="1978762545" sldId="271"/>
            <ac:spMk id="75" creationId="{B6FD49AF-D245-4643-BC94-5EE166954325}"/>
          </ac:spMkLst>
        </pc:spChg>
        <pc:spChg chg="mod">
          <ac:chgData name="王月" userId="9d7c2960-20f1-43a9-b353-abcb8eec574b" providerId="ADAL" clId="{28D517C4-3A8A-44D2-9B3D-408962D98F68}" dt="2022-01-03T08:33:24.904" v="4813" actId="20577"/>
          <ac:spMkLst>
            <pc:docMk/>
            <pc:sldMk cId="1978762545" sldId="271"/>
            <ac:spMk id="78" creationId="{B649900F-856C-4220-9C5B-5A648A97B031}"/>
          </ac:spMkLst>
        </pc:spChg>
        <pc:spChg chg="mod">
          <ac:chgData name="王月" userId="9d7c2960-20f1-43a9-b353-abcb8eec574b" providerId="ADAL" clId="{28D517C4-3A8A-44D2-9B3D-408962D98F68}" dt="2022-01-03T08:33:13.966" v="4811" actId="20577"/>
          <ac:spMkLst>
            <pc:docMk/>
            <pc:sldMk cId="1978762545" sldId="271"/>
            <ac:spMk id="95" creationId="{F0D0EA0C-1F57-42D5-B451-95F65CA98C7B}"/>
          </ac:spMkLst>
        </pc:spChg>
      </pc:sldChg>
      <pc:sldChg chg="modSp add mod">
        <pc:chgData name="王月" userId="9d7c2960-20f1-43a9-b353-abcb8eec574b" providerId="ADAL" clId="{28D517C4-3A8A-44D2-9B3D-408962D98F68}" dt="2022-01-05T06:29:38.329" v="6977" actId="20577"/>
        <pc:sldMkLst>
          <pc:docMk/>
          <pc:sldMk cId="966423604" sldId="272"/>
        </pc:sldMkLst>
        <pc:spChg chg="mod">
          <ac:chgData name="王月" userId="9d7c2960-20f1-43a9-b353-abcb8eec574b" providerId="ADAL" clId="{28D517C4-3A8A-44D2-9B3D-408962D98F68}" dt="2022-01-05T06:27:48.021" v="6959" actId="20577"/>
          <ac:spMkLst>
            <pc:docMk/>
            <pc:sldMk cId="966423604" sldId="272"/>
            <ac:spMk id="50" creationId="{66847DD7-8192-42CC-8653-B15DEB1CDDF1}"/>
          </ac:spMkLst>
        </pc:spChg>
        <pc:spChg chg="mod">
          <ac:chgData name="王月" userId="9d7c2960-20f1-43a9-b353-abcb8eec574b" providerId="ADAL" clId="{28D517C4-3A8A-44D2-9B3D-408962D98F68}" dt="2022-01-05T06:28:50.631" v="6967" actId="20577"/>
          <ac:spMkLst>
            <pc:docMk/>
            <pc:sldMk cId="966423604" sldId="272"/>
            <ac:spMk id="51" creationId="{71C01716-E2A5-4C05-B52D-E254612AC421}"/>
          </ac:spMkLst>
        </pc:spChg>
        <pc:spChg chg="mod">
          <ac:chgData name="王月" userId="9d7c2960-20f1-43a9-b353-abcb8eec574b" providerId="ADAL" clId="{28D517C4-3A8A-44D2-9B3D-408962D98F68}" dt="2022-01-05T06:26:41.173" v="6942" actId="20577"/>
          <ac:spMkLst>
            <pc:docMk/>
            <pc:sldMk cId="966423604" sldId="272"/>
            <ac:spMk id="66" creationId="{36599A47-F2A6-48BF-BAB4-8173E5970BD8}"/>
          </ac:spMkLst>
        </pc:spChg>
        <pc:spChg chg="mod">
          <ac:chgData name="王月" userId="9d7c2960-20f1-43a9-b353-abcb8eec574b" providerId="ADAL" clId="{28D517C4-3A8A-44D2-9B3D-408962D98F68}" dt="2022-01-05T06:27:18.982" v="6953" actId="20577"/>
          <ac:spMkLst>
            <pc:docMk/>
            <pc:sldMk cId="966423604" sldId="272"/>
            <ac:spMk id="110" creationId="{8480F601-C2CE-4792-A324-8DB9474AF0DA}"/>
          </ac:spMkLst>
        </pc:spChg>
        <pc:spChg chg="mod">
          <ac:chgData name="王月" userId="9d7c2960-20f1-43a9-b353-abcb8eec574b" providerId="ADAL" clId="{28D517C4-3A8A-44D2-9B3D-408962D98F68}" dt="2022-01-05T06:26:59.493" v="6946" actId="20577"/>
          <ac:spMkLst>
            <pc:docMk/>
            <pc:sldMk cId="966423604" sldId="272"/>
            <ac:spMk id="112" creationId="{D656F76B-3FE2-4688-802A-A5A5B361FBA6}"/>
          </ac:spMkLst>
        </pc:spChg>
        <pc:spChg chg="mod">
          <ac:chgData name="王月" userId="9d7c2960-20f1-43a9-b353-abcb8eec574b" providerId="ADAL" clId="{28D517C4-3A8A-44D2-9B3D-408962D98F68}" dt="2022-01-05T06:28:29.190" v="6965" actId="20577"/>
          <ac:spMkLst>
            <pc:docMk/>
            <pc:sldMk cId="966423604" sldId="272"/>
            <ac:spMk id="129" creationId="{543E95A0-06A8-4573-BE35-2330E12EB58E}"/>
          </ac:spMkLst>
        </pc:spChg>
        <pc:spChg chg="mod">
          <ac:chgData name="王月" userId="9d7c2960-20f1-43a9-b353-abcb8eec574b" providerId="ADAL" clId="{28D517C4-3A8A-44D2-9B3D-408962D98F68}" dt="2022-01-05T06:29:29.590" v="6974" actId="20577"/>
          <ac:spMkLst>
            <pc:docMk/>
            <pc:sldMk cId="966423604" sldId="272"/>
            <ac:spMk id="133" creationId="{40E38CB7-4C0D-4A2B-B0A6-CE734CFEED1C}"/>
          </ac:spMkLst>
        </pc:spChg>
        <pc:spChg chg="mod">
          <ac:chgData name="王月" userId="9d7c2960-20f1-43a9-b353-abcb8eec574b" providerId="ADAL" clId="{28D517C4-3A8A-44D2-9B3D-408962D98F68}" dt="2022-01-05T06:29:38.329" v="6977" actId="20577"/>
          <ac:spMkLst>
            <pc:docMk/>
            <pc:sldMk cId="966423604" sldId="272"/>
            <ac:spMk id="135" creationId="{344DA240-E4E7-424C-8E79-9B08090ACB5A}"/>
          </ac:spMkLst>
        </pc:spChg>
      </pc:sldChg>
      <pc:sldChg chg="modSp add del mod">
        <pc:chgData name="王月" userId="9d7c2960-20f1-43a9-b353-abcb8eec574b" providerId="ADAL" clId="{28D517C4-3A8A-44D2-9B3D-408962D98F68}" dt="2022-01-05T03:00:35.101" v="5027" actId="47"/>
        <pc:sldMkLst>
          <pc:docMk/>
          <pc:sldMk cId="2178892238" sldId="272"/>
        </pc:sldMkLst>
        <pc:spChg chg="mod">
          <ac:chgData name="王月" userId="9d7c2960-20f1-43a9-b353-abcb8eec574b" providerId="ADAL" clId="{28D517C4-3A8A-44D2-9B3D-408962D98F68}" dt="2022-01-03T08:32:53.686" v="4802" actId="113"/>
          <ac:spMkLst>
            <pc:docMk/>
            <pc:sldMk cId="2178892238" sldId="272"/>
            <ac:spMk id="75" creationId="{B6FD49AF-D245-4643-BC94-5EE166954325}"/>
          </ac:spMkLst>
        </pc:spChg>
        <pc:spChg chg="mod">
          <ac:chgData name="王月" userId="9d7c2960-20f1-43a9-b353-abcb8eec574b" providerId="ADAL" clId="{28D517C4-3A8A-44D2-9B3D-408962D98F68}" dt="2022-01-03T08:32:58.232" v="4804" actId="6549"/>
          <ac:spMkLst>
            <pc:docMk/>
            <pc:sldMk cId="2178892238" sldId="272"/>
            <ac:spMk id="78" creationId="{B649900F-856C-4220-9C5B-5A648A97B031}"/>
          </ac:spMkLst>
        </pc:spChg>
        <pc:spChg chg="mod">
          <ac:chgData name="王月" userId="9d7c2960-20f1-43a9-b353-abcb8eec574b" providerId="ADAL" clId="{28D517C4-3A8A-44D2-9B3D-408962D98F68}" dt="2022-01-03T08:33:03.975" v="4807" actId="113"/>
          <ac:spMkLst>
            <pc:docMk/>
            <pc:sldMk cId="2178892238" sldId="272"/>
            <ac:spMk id="95" creationId="{F0D0EA0C-1F57-42D5-B451-95F65CA98C7B}"/>
          </ac:spMkLst>
        </pc:spChg>
      </pc:sldChg>
      <pc:sldChg chg="modSp add del mod">
        <pc:chgData name="王月" userId="9d7c2960-20f1-43a9-b353-abcb8eec574b" providerId="ADAL" clId="{28D517C4-3A8A-44D2-9B3D-408962D98F68}" dt="2022-01-05T03:00:35.101" v="5027" actId="47"/>
        <pc:sldMkLst>
          <pc:docMk/>
          <pc:sldMk cId="681427192" sldId="273"/>
        </pc:sldMkLst>
        <pc:spChg chg="mod">
          <ac:chgData name="王月" userId="9d7c2960-20f1-43a9-b353-abcb8eec574b" providerId="ADAL" clId="{28D517C4-3A8A-44D2-9B3D-408962D98F68}" dt="2022-01-03T07:01:31.421" v="4523" actId="20577"/>
          <ac:spMkLst>
            <pc:docMk/>
            <pc:sldMk cId="681427192" sldId="273"/>
            <ac:spMk id="57" creationId="{02C7C3E2-65F5-4B95-87BE-00ACD445F8B1}"/>
          </ac:spMkLst>
        </pc:spChg>
        <pc:spChg chg="mod">
          <ac:chgData name="王月" userId="9d7c2960-20f1-43a9-b353-abcb8eec574b" providerId="ADAL" clId="{28D517C4-3A8A-44D2-9B3D-408962D98F68}" dt="2022-01-03T07:01:14.639" v="4519" actId="20577"/>
          <ac:spMkLst>
            <pc:docMk/>
            <pc:sldMk cId="681427192" sldId="273"/>
            <ac:spMk id="66" creationId="{36599A47-F2A6-48BF-BAB4-8173E5970BD8}"/>
          </ac:spMkLst>
        </pc:spChg>
        <pc:spChg chg="mod">
          <ac:chgData name="王月" userId="9d7c2960-20f1-43a9-b353-abcb8eec574b" providerId="ADAL" clId="{28D517C4-3A8A-44D2-9B3D-408962D98F68}" dt="2022-01-03T08:32:47.931" v="4800" actId="113"/>
          <ac:spMkLst>
            <pc:docMk/>
            <pc:sldMk cId="681427192" sldId="273"/>
            <ac:spMk id="75" creationId="{B6FD49AF-D245-4643-BC94-5EE166954325}"/>
          </ac:spMkLst>
        </pc:spChg>
        <pc:spChg chg="mod">
          <ac:chgData name="王月" userId="9d7c2960-20f1-43a9-b353-abcb8eec574b" providerId="ADAL" clId="{28D517C4-3A8A-44D2-9B3D-408962D98F68}" dt="2022-01-03T08:32:35.607" v="4794" actId="6549"/>
          <ac:spMkLst>
            <pc:docMk/>
            <pc:sldMk cId="681427192" sldId="273"/>
            <ac:spMk id="78" creationId="{B649900F-856C-4220-9C5B-5A648A97B031}"/>
          </ac:spMkLst>
        </pc:spChg>
        <pc:spChg chg="mod">
          <ac:chgData name="王月" userId="9d7c2960-20f1-43a9-b353-abcb8eec574b" providerId="ADAL" clId="{28D517C4-3A8A-44D2-9B3D-408962D98F68}" dt="2022-01-03T08:32:42.310" v="4796" actId="113"/>
          <ac:spMkLst>
            <pc:docMk/>
            <pc:sldMk cId="681427192" sldId="273"/>
            <ac:spMk id="95" creationId="{F0D0EA0C-1F57-42D5-B451-95F65CA98C7B}"/>
          </ac:spMkLst>
        </pc:spChg>
        <pc:spChg chg="mod">
          <ac:chgData name="王月" userId="9d7c2960-20f1-43a9-b353-abcb8eec574b" providerId="ADAL" clId="{28D517C4-3A8A-44D2-9B3D-408962D98F68}" dt="2022-01-03T07:01:47.037" v="4527" actId="20577"/>
          <ac:spMkLst>
            <pc:docMk/>
            <pc:sldMk cId="681427192" sldId="273"/>
            <ac:spMk id="96" creationId="{D8D5B7E1-1E05-4672-A30B-E867DC8D5075}"/>
          </ac:spMkLst>
        </pc:spChg>
        <pc:spChg chg="mod">
          <ac:chgData name="王月" userId="9d7c2960-20f1-43a9-b353-abcb8eec574b" providerId="ADAL" clId="{28D517C4-3A8A-44D2-9B3D-408962D98F68}" dt="2022-01-03T07:02:22.129" v="4532" actId="20577"/>
          <ac:spMkLst>
            <pc:docMk/>
            <pc:sldMk cId="681427192" sldId="273"/>
            <ac:spMk id="98" creationId="{D9246298-A033-421B-B234-BE2EB49DDAF2}"/>
          </ac:spMkLst>
        </pc:spChg>
      </pc:sldChg>
      <pc:sldChg chg="modSp add mod">
        <pc:chgData name="王月" userId="9d7c2960-20f1-43a9-b353-abcb8eec574b" providerId="ADAL" clId="{28D517C4-3A8A-44D2-9B3D-408962D98F68}" dt="2022-01-05T07:11:04.131" v="7020" actId="20577"/>
        <pc:sldMkLst>
          <pc:docMk/>
          <pc:sldMk cId="845118066" sldId="273"/>
        </pc:sldMkLst>
        <pc:spChg chg="mod">
          <ac:chgData name="王月" userId="9d7c2960-20f1-43a9-b353-abcb8eec574b" providerId="ADAL" clId="{28D517C4-3A8A-44D2-9B3D-408962D98F68}" dt="2022-01-05T06:47:29.093" v="7001" actId="20577"/>
          <ac:spMkLst>
            <pc:docMk/>
            <pc:sldMk cId="845118066" sldId="273"/>
            <ac:spMk id="50" creationId="{66847DD7-8192-42CC-8653-B15DEB1CDDF1}"/>
          </ac:spMkLst>
        </pc:spChg>
        <pc:spChg chg="mod">
          <ac:chgData name="王月" userId="9d7c2960-20f1-43a9-b353-abcb8eec574b" providerId="ADAL" clId="{28D517C4-3A8A-44D2-9B3D-408962D98F68}" dt="2022-01-05T06:49:35.686" v="7009" actId="20577"/>
          <ac:spMkLst>
            <pc:docMk/>
            <pc:sldMk cId="845118066" sldId="273"/>
            <ac:spMk id="51" creationId="{71C01716-E2A5-4C05-B52D-E254612AC421}"/>
          </ac:spMkLst>
        </pc:spChg>
        <pc:spChg chg="mod">
          <ac:chgData name="王月" userId="9d7c2960-20f1-43a9-b353-abcb8eec574b" providerId="ADAL" clId="{28D517C4-3A8A-44D2-9B3D-408962D98F68}" dt="2022-01-05T06:46:19.717" v="6986" actId="20577"/>
          <ac:spMkLst>
            <pc:docMk/>
            <pc:sldMk cId="845118066" sldId="273"/>
            <ac:spMk id="66" creationId="{36599A47-F2A6-48BF-BAB4-8173E5970BD8}"/>
          </ac:spMkLst>
        </pc:spChg>
        <pc:spChg chg="mod">
          <ac:chgData name="王月" userId="9d7c2960-20f1-43a9-b353-abcb8eec574b" providerId="ADAL" clId="{28D517C4-3A8A-44D2-9B3D-408962D98F68}" dt="2022-01-05T06:47:09.780" v="6997" actId="20577"/>
          <ac:spMkLst>
            <pc:docMk/>
            <pc:sldMk cId="845118066" sldId="273"/>
            <ac:spMk id="110" creationId="{8480F601-C2CE-4792-A324-8DB9474AF0DA}"/>
          </ac:spMkLst>
        </pc:spChg>
        <pc:spChg chg="mod">
          <ac:chgData name="王月" userId="9d7c2960-20f1-43a9-b353-abcb8eec574b" providerId="ADAL" clId="{28D517C4-3A8A-44D2-9B3D-408962D98F68}" dt="2022-01-05T06:46:39.289" v="6989" actId="20577"/>
          <ac:spMkLst>
            <pc:docMk/>
            <pc:sldMk cId="845118066" sldId="273"/>
            <ac:spMk id="112" creationId="{D656F76B-3FE2-4688-802A-A5A5B361FBA6}"/>
          </ac:spMkLst>
        </pc:spChg>
        <pc:spChg chg="mod">
          <ac:chgData name="王月" userId="9d7c2960-20f1-43a9-b353-abcb8eec574b" providerId="ADAL" clId="{28D517C4-3A8A-44D2-9B3D-408962D98F68}" dt="2022-01-05T06:49:24.600" v="7006" actId="20577"/>
          <ac:spMkLst>
            <pc:docMk/>
            <pc:sldMk cId="845118066" sldId="273"/>
            <ac:spMk id="129" creationId="{543E95A0-06A8-4573-BE35-2330E12EB58E}"/>
          </ac:spMkLst>
        </pc:spChg>
        <pc:spChg chg="mod">
          <ac:chgData name="王月" userId="9d7c2960-20f1-43a9-b353-abcb8eec574b" providerId="ADAL" clId="{28D517C4-3A8A-44D2-9B3D-408962D98F68}" dt="2022-01-05T07:10:56.451" v="7016" actId="20577"/>
          <ac:spMkLst>
            <pc:docMk/>
            <pc:sldMk cId="845118066" sldId="273"/>
            <ac:spMk id="133" creationId="{40E38CB7-4C0D-4A2B-B0A6-CE734CFEED1C}"/>
          </ac:spMkLst>
        </pc:spChg>
        <pc:spChg chg="mod">
          <ac:chgData name="王月" userId="9d7c2960-20f1-43a9-b353-abcb8eec574b" providerId="ADAL" clId="{28D517C4-3A8A-44D2-9B3D-408962D98F68}" dt="2022-01-05T07:11:04.131" v="7020" actId="20577"/>
          <ac:spMkLst>
            <pc:docMk/>
            <pc:sldMk cId="845118066" sldId="273"/>
            <ac:spMk id="135" creationId="{344DA240-E4E7-424C-8E79-9B08090ACB5A}"/>
          </ac:spMkLst>
        </pc:spChg>
      </pc:sldChg>
      <pc:sldChg chg="modSp add del mod">
        <pc:chgData name="王月" userId="9d7c2960-20f1-43a9-b353-abcb8eec574b" providerId="ADAL" clId="{28D517C4-3A8A-44D2-9B3D-408962D98F68}" dt="2022-01-05T03:00:35.101" v="5027" actId="47"/>
        <pc:sldMkLst>
          <pc:docMk/>
          <pc:sldMk cId="104806789" sldId="274"/>
        </pc:sldMkLst>
        <pc:spChg chg="mod">
          <ac:chgData name="王月" userId="9d7c2960-20f1-43a9-b353-abcb8eec574b" providerId="ADAL" clId="{28D517C4-3A8A-44D2-9B3D-408962D98F68}" dt="2022-01-03T08:13:39.530" v="4558" actId="20577"/>
          <ac:spMkLst>
            <pc:docMk/>
            <pc:sldMk cId="104806789" sldId="274"/>
            <ac:spMk id="57" creationId="{02C7C3E2-65F5-4B95-87BE-00ACD445F8B1}"/>
          </ac:spMkLst>
        </pc:spChg>
        <pc:spChg chg="mod">
          <ac:chgData name="王月" userId="9d7c2960-20f1-43a9-b353-abcb8eec574b" providerId="ADAL" clId="{28D517C4-3A8A-44D2-9B3D-408962D98F68}" dt="2022-01-03T08:13:29.896" v="4552" actId="20577"/>
          <ac:spMkLst>
            <pc:docMk/>
            <pc:sldMk cId="104806789" sldId="274"/>
            <ac:spMk id="60" creationId="{882CEF3E-2C6B-419B-B5F9-9405642C65EA}"/>
          </ac:spMkLst>
        </pc:spChg>
        <pc:spChg chg="mod">
          <ac:chgData name="王月" userId="9d7c2960-20f1-43a9-b353-abcb8eec574b" providerId="ADAL" clId="{28D517C4-3A8A-44D2-9B3D-408962D98F68}" dt="2022-01-03T08:13:09.644" v="4548" actId="20577"/>
          <ac:spMkLst>
            <pc:docMk/>
            <pc:sldMk cId="104806789" sldId="274"/>
            <ac:spMk id="66" creationId="{36599A47-F2A6-48BF-BAB4-8173E5970BD8}"/>
          </ac:spMkLst>
        </pc:spChg>
        <pc:spChg chg="mod">
          <ac:chgData name="王月" userId="9d7c2960-20f1-43a9-b353-abcb8eec574b" providerId="ADAL" clId="{28D517C4-3A8A-44D2-9B3D-408962D98F68}" dt="2022-01-03T08:32:23.126" v="4786" actId="113"/>
          <ac:spMkLst>
            <pc:docMk/>
            <pc:sldMk cId="104806789" sldId="274"/>
            <ac:spMk id="75" creationId="{B6FD49AF-D245-4643-BC94-5EE166954325}"/>
          </ac:spMkLst>
        </pc:spChg>
        <pc:spChg chg="mod">
          <ac:chgData name="王月" userId="9d7c2960-20f1-43a9-b353-abcb8eec574b" providerId="ADAL" clId="{28D517C4-3A8A-44D2-9B3D-408962D98F68}" dt="2022-01-03T08:32:28.343" v="4789" actId="20577"/>
          <ac:spMkLst>
            <pc:docMk/>
            <pc:sldMk cId="104806789" sldId="274"/>
            <ac:spMk id="78" creationId="{B649900F-856C-4220-9C5B-5A648A97B031}"/>
          </ac:spMkLst>
        </pc:spChg>
        <pc:spChg chg="mod">
          <ac:chgData name="王月" userId="9d7c2960-20f1-43a9-b353-abcb8eec574b" providerId="ADAL" clId="{28D517C4-3A8A-44D2-9B3D-408962D98F68}" dt="2022-01-03T08:32:25.446" v="4787" actId="113"/>
          <ac:spMkLst>
            <pc:docMk/>
            <pc:sldMk cId="104806789" sldId="274"/>
            <ac:spMk id="95" creationId="{F0D0EA0C-1F57-42D5-B451-95F65CA98C7B}"/>
          </ac:spMkLst>
        </pc:spChg>
        <pc:spChg chg="mod">
          <ac:chgData name="王月" userId="9d7c2960-20f1-43a9-b353-abcb8eec574b" providerId="ADAL" clId="{28D517C4-3A8A-44D2-9B3D-408962D98F68}" dt="2022-01-03T08:14:32.232" v="4566" actId="20577"/>
          <ac:spMkLst>
            <pc:docMk/>
            <pc:sldMk cId="104806789" sldId="274"/>
            <ac:spMk id="96" creationId="{D8D5B7E1-1E05-4672-A30B-E867DC8D5075}"/>
          </ac:spMkLst>
        </pc:spChg>
        <pc:spChg chg="mod">
          <ac:chgData name="王月" userId="9d7c2960-20f1-43a9-b353-abcb8eec574b" providerId="ADAL" clId="{28D517C4-3A8A-44D2-9B3D-408962D98F68}" dt="2022-01-03T08:14:57.735" v="4570" actId="20577"/>
          <ac:spMkLst>
            <pc:docMk/>
            <pc:sldMk cId="104806789" sldId="274"/>
            <ac:spMk id="98" creationId="{D9246298-A033-421B-B234-BE2EB49DDAF2}"/>
          </ac:spMkLst>
        </pc:spChg>
      </pc:sldChg>
      <pc:sldChg chg="modSp add mod">
        <pc:chgData name="王月" userId="9d7c2960-20f1-43a9-b353-abcb8eec574b" providerId="ADAL" clId="{28D517C4-3A8A-44D2-9B3D-408962D98F68}" dt="2022-01-05T07:20:27.555" v="7084" actId="20577"/>
        <pc:sldMkLst>
          <pc:docMk/>
          <pc:sldMk cId="2457274385" sldId="274"/>
        </pc:sldMkLst>
        <pc:spChg chg="mod">
          <ac:chgData name="王月" userId="9d7c2960-20f1-43a9-b353-abcb8eec574b" providerId="ADAL" clId="{28D517C4-3A8A-44D2-9B3D-408962D98F68}" dt="2022-01-05T07:18:26.690" v="7056" actId="20577"/>
          <ac:spMkLst>
            <pc:docMk/>
            <pc:sldMk cId="2457274385" sldId="274"/>
            <ac:spMk id="50" creationId="{66847DD7-8192-42CC-8653-B15DEB1CDDF1}"/>
          </ac:spMkLst>
        </pc:spChg>
        <pc:spChg chg="mod">
          <ac:chgData name="王月" userId="9d7c2960-20f1-43a9-b353-abcb8eec574b" providerId="ADAL" clId="{28D517C4-3A8A-44D2-9B3D-408962D98F68}" dt="2022-01-05T07:19:10.339" v="7072" actId="113"/>
          <ac:spMkLst>
            <pc:docMk/>
            <pc:sldMk cId="2457274385" sldId="274"/>
            <ac:spMk id="51" creationId="{71C01716-E2A5-4C05-B52D-E254612AC421}"/>
          </ac:spMkLst>
        </pc:spChg>
        <pc:spChg chg="mod">
          <ac:chgData name="王月" userId="9d7c2960-20f1-43a9-b353-abcb8eec574b" providerId="ADAL" clId="{28D517C4-3A8A-44D2-9B3D-408962D98F68}" dt="2022-01-05T07:20:27.555" v="7084" actId="20577"/>
          <ac:spMkLst>
            <pc:docMk/>
            <pc:sldMk cId="2457274385" sldId="274"/>
            <ac:spMk id="66" creationId="{36599A47-F2A6-48BF-BAB4-8173E5970BD8}"/>
          </ac:spMkLst>
        </pc:spChg>
        <pc:spChg chg="mod">
          <ac:chgData name="王月" userId="9d7c2960-20f1-43a9-b353-abcb8eec574b" providerId="ADAL" clId="{28D517C4-3A8A-44D2-9B3D-408962D98F68}" dt="2022-01-05T07:18:13.218" v="7053" actId="20577"/>
          <ac:spMkLst>
            <pc:docMk/>
            <pc:sldMk cId="2457274385" sldId="274"/>
            <ac:spMk id="110" creationId="{8480F601-C2CE-4792-A324-8DB9474AF0DA}"/>
          </ac:spMkLst>
        </pc:spChg>
        <pc:spChg chg="mod">
          <ac:chgData name="王月" userId="9d7c2960-20f1-43a9-b353-abcb8eec574b" providerId="ADAL" clId="{28D517C4-3A8A-44D2-9B3D-408962D98F68}" dt="2022-01-05T07:18:49.810" v="7062" actId="20577"/>
          <ac:spMkLst>
            <pc:docMk/>
            <pc:sldMk cId="2457274385" sldId="274"/>
            <ac:spMk id="129" creationId="{543E95A0-06A8-4573-BE35-2330E12EB58E}"/>
          </ac:spMkLst>
        </pc:spChg>
        <pc:spChg chg="mod">
          <ac:chgData name="王月" userId="9d7c2960-20f1-43a9-b353-abcb8eec574b" providerId="ADAL" clId="{28D517C4-3A8A-44D2-9B3D-408962D98F68}" dt="2022-01-05T07:19:41.505" v="7077" actId="20577"/>
          <ac:spMkLst>
            <pc:docMk/>
            <pc:sldMk cId="2457274385" sldId="274"/>
            <ac:spMk id="133" creationId="{40E38CB7-4C0D-4A2B-B0A6-CE734CFEED1C}"/>
          </ac:spMkLst>
        </pc:spChg>
      </pc:sldChg>
      <pc:sldChg chg="modSp add mod">
        <pc:chgData name="王月" userId="9d7c2960-20f1-43a9-b353-abcb8eec574b" providerId="ADAL" clId="{28D517C4-3A8A-44D2-9B3D-408962D98F68}" dt="2022-01-05T07:22:12.209" v="7116" actId="20577"/>
        <pc:sldMkLst>
          <pc:docMk/>
          <pc:sldMk cId="2476998906" sldId="275"/>
        </pc:sldMkLst>
        <pc:spChg chg="mod">
          <ac:chgData name="王月" userId="9d7c2960-20f1-43a9-b353-abcb8eec574b" providerId="ADAL" clId="{28D517C4-3A8A-44D2-9B3D-408962D98F68}" dt="2022-01-05T07:21:47.843" v="7105" actId="20577"/>
          <ac:spMkLst>
            <pc:docMk/>
            <pc:sldMk cId="2476998906" sldId="275"/>
            <ac:spMk id="51" creationId="{71C01716-E2A5-4C05-B52D-E254612AC421}"/>
          </ac:spMkLst>
        </pc:spChg>
        <pc:spChg chg="mod">
          <ac:chgData name="王月" userId="9d7c2960-20f1-43a9-b353-abcb8eec574b" providerId="ADAL" clId="{28D517C4-3A8A-44D2-9B3D-408962D98F68}" dt="2022-01-05T07:20:51.107" v="7088" actId="20577"/>
          <ac:spMkLst>
            <pc:docMk/>
            <pc:sldMk cId="2476998906" sldId="275"/>
            <ac:spMk id="66" creationId="{36599A47-F2A6-48BF-BAB4-8173E5970BD8}"/>
          </ac:spMkLst>
        </pc:spChg>
        <pc:spChg chg="mod">
          <ac:chgData name="王月" userId="9d7c2960-20f1-43a9-b353-abcb8eec574b" providerId="ADAL" clId="{28D517C4-3A8A-44D2-9B3D-408962D98F68}" dt="2022-01-05T07:21:10.226" v="7099" actId="20577"/>
          <ac:spMkLst>
            <pc:docMk/>
            <pc:sldMk cId="2476998906" sldId="275"/>
            <ac:spMk id="110" creationId="{8480F601-C2CE-4792-A324-8DB9474AF0DA}"/>
          </ac:spMkLst>
        </pc:spChg>
        <pc:spChg chg="mod">
          <ac:chgData name="王月" userId="9d7c2960-20f1-43a9-b353-abcb8eec574b" providerId="ADAL" clId="{28D517C4-3A8A-44D2-9B3D-408962D98F68}" dt="2022-01-05T07:20:58.705" v="7092" actId="20577"/>
          <ac:spMkLst>
            <pc:docMk/>
            <pc:sldMk cId="2476998906" sldId="275"/>
            <ac:spMk id="112" creationId="{D656F76B-3FE2-4688-802A-A5A5B361FBA6}"/>
          </ac:spMkLst>
        </pc:spChg>
        <pc:spChg chg="mod">
          <ac:chgData name="王月" userId="9d7c2960-20f1-43a9-b353-abcb8eec574b" providerId="ADAL" clId="{28D517C4-3A8A-44D2-9B3D-408962D98F68}" dt="2022-01-05T07:21:35.556" v="7100" actId="20577"/>
          <ac:spMkLst>
            <pc:docMk/>
            <pc:sldMk cId="2476998906" sldId="275"/>
            <ac:spMk id="129" creationId="{543E95A0-06A8-4573-BE35-2330E12EB58E}"/>
          </ac:spMkLst>
        </pc:spChg>
        <pc:spChg chg="mod">
          <ac:chgData name="王月" userId="9d7c2960-20f1-43a9-b353-abcb8eec574b" providerId="ADAL" clId="{28D517C4-3A8A-44D2-9B3D-408962D98F68}" dt="2022-01-05T07:22:04.432" v="7112" actId="20577"/>
          <ac:spMkLst>
            <pc:docMk/>
            <pc:sldMk cId="2476998906" sldId="275"/>
            <ac:spMk id="133" creationId="{40E38CB7-4C0D-4A2B-B0A6-CE734CFEED1C}"/>
          </ac:spMkLst>
        </pc:spChg>
        <pc:spChg chg="mod">
          <ac:chgData name="王月" userId="9d7c2960-20f1-43a9-b353-abcb8eec574b" providerId="ADAL" clId="{28D517C4-3A8A-44D2-9B3D-408962D98F68}" dt="2022-01-05T07:22:12.209" v="7116" actId="20577"/>
          <ac:spMkLst>
            <pc:docMk/>
            <pc:sldMk cId="2476998906" sldId="275"/>
            <ac:spMk id="135" creationId="{344DA240-E4E7-424C-8E79-9B08090ACB5A}"/>
          </ac:spMkLst>
        </pc:spChg>
      </pc:sldChg>
      <pc:sldChg chg="modSp add mod">
        <pc:chgData name="王月" userId="9d7c2960-20f1-43a9-b353-abcb8eec574b" providerId="ADAL" clId="{28D517C4-3A8A-44D2-9B3D-408962D98F68}" dt="2022-01-05T07:28:51.569" v="7172" actId="20577"/>
        <pc:sldMkLst>
          <pc:docMk/>
          <pc:sldMk cId="3378259074" sldId="276"/>
        </pc:sldMkLst>
        <pc:spChg chg="mod">
          <ac:chgData name="王月" userId="9d7c2960-20f1-43a9-b353-abcb8eec574b" providerId="ADAL" clId="{28D517C4-3A8A-44D2-9B3D-408962D98F68}" dt="2022-01-05T07:23:30.626" v="7132" actId="20577"/>
          <ac:spMkLst>
            <pc:docMk/>
            <pc:sldMk cId="3378259074" sldId="276"/>
            <ac:spMk id="50" creationId="{66847DD7-8192-42CC-8653-B15DEB1CDDF1}"/>
          </ac:spMkLst>
        </pc:spChg>
        <pc:spChg chg="mod">
          <ac:chgData name="王月" userId="9d7c2960-20f1-43a9-b353-abcb8eec574b" providerId="ADAL" clId="{28D517C4-3A8A-44D2-9B3D-408962D98F68}" dt="2022-01-05T07:24:05.302" v="7139" actId="20577"/>
          <ac:spMkLst>
            <pc:docMk/>
            <pc:sldMk cId="3378259074" sldId="276"/>
            <ac:spMk id="51" creationId="{71C01716-E2A5-4C05-B52D-E254612AC421}"/>
          </ac:spMkLst>
        </pc:spChg>
        <pc:spChg chg="mod">
          <ac:chgData name="王月" userId="9d7c2960-20f1-43a9-b353-abcb8eec574b" providerId="ADAL" clId="{28D517C4-3A8A-44D2-9B3D-408962D98F68}" dt="2022-01-05T07:23:00.722" v="7121" actId="20577"/>
          <ac:spMkLst>
            <pc:docMk/>
            <pc:sldMk cId="3378259074" sldId="276"/>
            <ac:spMk id="66" creationId="{36599A47-F2A6-48BF-BAB4-8173E5970BD8}"/>
          </ac:spMkLst>
        </pc:spChg>
        <pc:spChg chg="mod">
          <ac:chgData name="王月" userId="9d7c2960-20f1-43a9-b353-abcb8eec574b" providerId="ADAL" clId="{28D517C4-3A8A-44D2-9B3D-408962D98F68}" dt="2022-01-05T07:23:19.910" v="7128" actId="20577"/>
          <ac:spMkLst>
            <pc:docMk/>
            <pc:sldMk cId="3378259074" sldId="276"/>
            <ac:spMk id="110" creationId="{8480F601-C2CE-4792-A324-8DB9474AF0DA}"/>
          </ac:spMkLst>
        </pc:spChg>
        <pc:spChg chg="mod">
          <ac:chgData name="王月" userId="9d7c2960-20f1-43a9-b353-abcb8eec574b" providerId="ADAL" clId="{28D517C4-3A8A-44D2-9B3D-408962D98F68}" dt="2022-01-05T07:23:07.009" v="7123" actId="20577"/>
          <ac:spMkLst>
            <pc:docMk/>
            <pc:sldMk cId="3378259074" sldId="276"/>
            <ac:spMk id="112" creationId="{D656F76B-3FE2-4688-802A-A5A5B361FBA6}"/>
          </ac:spMkLst>
        </pc:spChg>
        <pc:spChg chg="mod">
          <ac:chgData name="王月" userId="9d7c2960-20f1-43a9-b353-abcb8eec574b" providerId="ADAL" clId="{28D517C4-3A8A-44D2-9B3D-408962D98F68}" dt="2022-01-05T07:28:51.569" v="7172" actId="20577"/>
          <ac:spMkLst>
            <pc:docMk/>
            <pc:sldMk cId="3378259074" sldId="276"/>
            <ac:spMk id="129" creationId="{543E95A0-06A8-4573-BE35-2330E12EB58E}"/>
          </ac:spMkLst>
        </pc:spChg>
        <pc:spChg chg="mod">
          <ac:chgData name="王月" userId="9d7c2960-20f1-43a9-b353-abcb8eec574b" providerId="ADAL" clId="{28D517C4-3A8A-44D2-9B3D-408962D98F68}" dt="2022-01-05T07:24:32.402" v="7145" actId="20577"/>
          <ac:spMkLst>
            <pc:docMk/>
            <pc:sldMk cId="3378259074" sldId="276"/>
            <ac:spMk id="133" creationId="{40E38CB7-4C0D-4A2B-B0A6-CE734CFEED1C}"/>
          </ac:spMkLst>
        </pc:spChg>
        <pc:spChg chg="mod">
          <ac:chgData name="王月" userId="9d7c2960-20f1-43a9-b353-abcb8eec574b" providerId="ADAL" clId="{28D517C4-3A8A-44D2-9B3D-408962D98F68}" dt="2022-01-05T07:24:41.762" v="7149" actId="20577"/>
          <ac:spMkLst>
            <pc:docMk/>
            <pc:sldMk cId="3378259074" sldId="276"/>
            <ac:spMk id="135" creationId="{344DA240-E4E7-424C-8E79-9B08090ACB5A}"/>
          </ac:spMkLst>
        </pc:spChg>
      </pc:sldChg>
      <pc:sldChg chg="modSp add mod">
        <pc:chgData name="王月" userId="9d7c2960-20f1-43a9-b353-abcb8eec574b" providerId="ADAL" clId="{28D517C4-3A8A-44D2-9B3D-408962D98F68}" dt="2022-01-05T07:29:36.770" v="7183" actId="20577"/>
        <pc:sldMkLst>
          <pc:docMk/>
          <pc:sldMk cId="1520465196" sldId="277"/>
        </pc:sldMkLst>
        <pc:spChg chg="mod">
          <ac:chgData name="王月" userId="9d7c2960-20f1-43a9-b353-abcb8eec574b" providerId="ADAL" clId="{28D517C4-3A8A-44D2-9B3D-408962D98F68}" dt="2022-01-05T07:27:46.657" v="7168" actId="20577"/>
          <ac:spMkLst>
            <pc:docMk/>
            <pc:sldMk cId="1520465196" sldId="277"/>
            <ac:spMk id="50" creationId="{66847DD7-8192-42CC-8653-B15DEB1CDDF1}"/>
          </ac:spMkLst>
        </pc:spChg>
        <pc:spChg chg="mod">
          <ac:chgData name="王月" userId="9d7c2960-20f1-43a9-b353-abcb8eec574b" providerId="ADAL" clId="{28D517C4-3A8A-44D2-9B3D-408962D98F68}" dt="2022-01-05T07:26:47.335" v="7153"/>
          <ac:spMkLst>
            <pc:docMk/>
            <pc:sldMk cId="1520465196" sldId="277"/>
            <ac:spMk id="66" creationId="{36599A47-F2A6-48BF-BAB4-8173E5970BD8}"/>
          </ac:spMkLst>
        </pc:spChg>
        <pc:spChg chg="mod">
          <ac:chgData name="王月" userId="9d7c2960-20f1-43a9-b353-abcb8eec574b" providerId="ADAL" clId="{28D517C4-3A8A-44D2-9B3D-408962D98F68}" dt="2022-01-05T07:27:32.209" v="7164" actId="20577"/>
          <ac:spMkLst>
            <pc:docMk/>
            <pc:sldMk cId="1520465196" sldId="277"/>
            <ac:spMk id="110" creationId="{8480F601-C2CE-4792-A324-8DB9474AF0DA}"/>
          </ac:spMkLst>
        </pc:spChg>
        <pc:spChg chg="mod">
          <ac:chgData name="王月" userId="9d7c2960-20f1-43a9-b353-abcb8eec574b" providerId="ADAL" clId="{28D517C4-3A8A-44D2-9B3D-408962D98F68}" dt="2022-01-05T07:26:57.201" v="7157" actId="20577"/>
          <ac:spMkLst>
            <pc:docMk/>
            <pc:sldMk cId="1520465196" sldId="277"/>
            <ac:spMk id="112" creationId="{D656F76B-3FE2-4688-802A-A5A5B361FBA6}"/>
          </ac:spMkLst>
        </pc:spChg>
        <pc:spChg chg="mod">
          <ac:chgData name="王月" userId="9d7c2960-20f1-43a9-b353-abcb8eec574b" providerId="ADAL" clId="{28D517C4-3A8A-44D2-9B3D-408962D98F68}" dt="2022-01-05T07:29:05.937" v="7174" actId="20577"/>
          <ac:spMkLst>
            <pc:docMk/>
            <pc:sldMk cId="1520465196" sldId="277"/>
            <ac:spMk id="129" creationId="{543E95A0-06A8-4573-BE35-2330E12EB58E}"/>
          </ac:spMkLst>
        </pc:spChg>
        <pc:spChg chg="mod">
          <ac:chgData name="王月" userId="9d7c2960-20f1-43a9-b353-abcb8eec574b" providerId="ADAL" clId="{28D517C4-3A8A-44D2-9B3D-408962D98F68}" dt="2022-01-05T07:29:30.945" v="7179" actId="20577"/>
          <ac:spMkLst>
            <pc:docMk/>
            <pc:sldMk cId="1520465196" sldId="277"/>
            <ac:spMk id="133" creationId="{40E38CB7-4C0D-4A2B-B0A6-CE734CFEED1C}"/>
          </ac:spMkLst>
        </pc:spChg>
        <pc:spChg chg="mod">
          <ac:chgData name="王月" userId="9d7c2960-20f1-43a9-b353-abcb8eec574b" providerId="ADAL" clId="{28D517C4-3A8A-44D2-9B3D-408962D98F68}" dt="2022-01-05T07:29:36.770" v="7183" actId="20577"/>
          <ac:spMkLst>
            <pc:docMk/>
            <pc:sldMk cId="1520465196" sldId="277"/>
            <ac:spMk id="135" creationId="{344DA240-E4E7-424C-8E79-9B08090ACB5A}"/>
          </ac:spMkLst>
        </pc:spChg>
      </pc:sldChg>
      <pc:sldChg chg="modSp add mod">
        <pc:chgData name="王月" userId="9d7c2960-20f1-43a9-b353-abcb8eec574b" providerId="ADAL" clId="{28D517C4-3A8A-44D2-9B3D-408962D98F68}" dt="2022-01-05T07:43:07.987" v="7357" actId="20577"/>
        <pc:sldMkLst>
          <pc:docMk/>
          <pc:sldMk cId="44307204" sldId="278"/>
        </pc:sldMkLst>
        <pc:spChg chg="mod">
          <ac:chgData name="王月" userId="9d7c2960-20f1-43a9-b353-abcb8eec574b" providerId="ADAL" clId="{28D517C4-3A8A-44D2-9B3D-408962D98F68}" dt="2022-01-05T07:31:13.332" v="7203" actId="20577"/>
          <ac:spMkLst>
            <pc:docMk/>
            <pc:sldMk cId="44307204" sldId="278"/>
            <ac:spMk id="58" creationId="{700416C5-9311-4AF0-B9CE-2817BFE082A3}"/>
          </ac:spMkLst>
        </pc:spChg>
        <pc:spChg chg="mod">
          <ac:chgData name="王月" userId="9d7c2960-20f1-43a9-b353-abcb8eec574b" providerId="ADAL" clId="{28D517C4-3A8A-44D2-9B3D-408962D98F68}" dt="2022-01-05T07:31:00.320" v="7195" actId="20577"/>
          <ac:spMkLst>
            <pc:docMk/>
            <pc:sldMk cId="44307204" sldId="278"/>
            <ac:spMk id="60" creationId="{FC23E375-8F08-47A2-8426-7F2ACA61681F}"/>
          </ac:spMkLst>
        </pc:spChg>
        <pc:spChg chg="mod">
          <ac:chgData name="王月" userId="9d7c2960-20f1-43a9-b353-abcb8eec574b" providerId="ADAL" clId="{28D517C4-3A8A-44D2-9B3D-408962D98F68}" dt="2022-01-05T07:31:46.436" v="7206" actId="20577"/>
          <ac:spMkLst>
            <pc:docMk/>
            <pc:sldMk cId="44307204" sldId="278"/>
            <ac:spMk id="61" creationId="{A6FD4D9C-6308-43C3-82F7-DB169E86CA85}"/>
          </ac:spMkLst>
        </pc:spChg>
        <pc:spChg chg="mod">
          <ac:chgData name="王月" userId="9d7c2960-20f1-43a9-b353-abcb8eec574b" providerId="ADAL" clId="{28D517C4-3A8A-44D2-9B3D-408962D98F68}" dt="2022-01-05T07:32:07.572" v="7212" actId="20577"/>
          <ac:spMkLst>
            <pc:docMk/>
            <pc:sldMk cId="44307204" sldId="278"/>
            <ac:spMk id="64" creationId="{B717A050-05F2-4F7B-934C-7A6E3AB34BAD}"/>
          </ac:spMkLst>
        </pc:spChg>
        <pc:spChg chg="mod">
          <ac:chgData name="王月" userId="9d7c2960-20f1-43a9-b353-abcb8eec574b" providerId="ADAL" clId="{28D517C4-3A8A-44D2-9B3D-408962D98F68}" dt="2022-01-05T07:43:07.987" v="7357" actId="20577"/>
          <ac:spMkLst>
            <pc:docMk/>
            <pc:sldMk cId="44307204" sldId="278"/>
            <ac:spMk id="66" creationId="{FE23F55C-F7C7-45C7-87DA-E5C684B7B090}"/>
          </ac:spMkLst>
        </pc:spChg>
        <pc:spChg chg="mod">
          <ac:chgData name="王月" userId="9d7c2960-20f1-43a9-b353-abcb8eec574b" providerId="ADAL" clId="{28D517C4-3A8A-44D2-9B3D-408962D98F68}" dt="2022-01-05T07:43:06.548" v="7356" actId="20577"/>
          <ac:spMkLst>
            <pc:docMk/>
            <pc:sldMk cId="44307204" sldId="278"/>
            <ac:spMk id="67" creationId="{86C77210-7B6E-4F86-902B-899993E2B935}"/>
          </ac:spMkLst>
        </pc:spChg>
        <pc:spChg chg="mod">
          <ac:chgData name="王月" userId="9d7c2960-20f1-43a9-b353-abcb8eec574b" providerId="ADAL" clId="{28D517C4-3A8A-44D2-9B3D-408962D98F68}" dt="2022-01-05T07:30:52.401" v="7191" actId="20577"/>
          <ac:spMkLst>
            <pc:docMk/>
            <pc:sldMk cId="44307204" sldId="278"/>
            <ac:spMk id="68" creationId="{7EA69B6D-3639-4610-8CA9-DE0E49CF3F0C}"/>
          </ac:spMkLst>
        </pc:spChg>
        <pc:spChg chg="mod">
          <ac:chgData name="王月" userId="9d7c2960-20f1-43a9-b353-abcb8eec574b" providerId="ADAL" clId="{28D517C4-3A8A-44D2-9B3D-408962D98F68}" dt="2022-01-05T07:43:04.353" v="7355" actId="20577"/>
          <ac:spMkLst>
            <pc:docMk/>
            <pc:sldMk cId="44307204" sldId="278"/>
            <ac:spMk id="77" creationId="{676152F3-72A6-4159-94DF-7945B35B0690}"/>
          </ac:spMkLst>
        </pc:spChg>
      </pc:sldChg>
      <pc:sldChg chg="modSp add mod modNotesTx">
        <pc:chgData name="王月" userId="9d7c2960-20f1-43a9-b353-abcb8eec574b" providerId="ADAL" clId="{28D517C4-3A8A-44D2-9B3D-408962D98F68}" dt="2022-01-05T09:20:14.826" v="7498" actId="20577"/>
        <pc:sldMkLst>
          <pc:docMk/>
          <pc:sldMk cId="2265232380" sldId="279"/>
        </pc:sldMkLst>
        <pc:spChg chg="mod">
          <ac:chgData name="王月" userId="9d7c2960-20f1-43a9-b353-abcb8eec574b" providerId="ADAL" clId="{28D517C4-3A8A-44D2-9B3D-408962D98F68}" dt="2022-01-05T07:35:52.512" v="7261" actId="20577"/>
          <ac:spMkLst>
            <pc:docMk/>
            <pc:sldMk cId="2265232380" sldId="279"/>
            <ac:spMk id="58" creationId="{700416C5-9311-4AF0-B9CE-2817BFE082A3}"/>
          </ac:spMkLst>
        </pc:spChg>
        <pc:spChg chg="mod">
          <ac:chgData name="王月" userId="9d7c2960-20f1-43a9-b353-abcb8eec574b" providerId="ADAL" clId="{28D517C4-3A8A-44D2-9B3D-408962D98F68}" dt="2022-01-05T07:34:45.840" v="7254" actId="20577"/>
          <ac:spMkLst>
            <pc:docMk/>
            <pc:sldMk cId="2265232380" sldId="279"/>
            <ac:spMk id="60" creationId="{FC23E375-8F08-47A2-8426-7F2ACA61681F}"/>
          </ac:spMkLst>
        </pc:spChg>
        <pc:spChg chg="mod">
          <ac:chgData name="王月" userId="9d7c2960-20f1-43a9-b353-abcb8eec574b" providerId="ADAL" clId="{28D517C4-3A8A-44D2-9B3D-408962D98F68}" dt="2022-01-05T07:36:26.883" v="7264" actId="20577"/>
          <ac:spMkLst>
            <pc:docMk/>
            <pc:sldMk cId="2265232380" sldId="279"/>
            <ac:spMk id="61" creationId="{A6FD4D9C-6308-43C3-82F7-DB169E86CA85}"/>
          </ac:spMkLst>
        </pc:spChg>
        <pc:spChg chg="mod">
          <ac:chgData name="王月" userId="9d7c2960-20f1-43a9-b353-abcb8eec574b" providerId="ADAL" clId="{28D517C4-3A8A-44D2-9B3D-408962D98F68}" dt="2022-01-05T07:36:40.771" v="7268" actId="20577"/>
          <ac:spMkLst>
            <pc:docMk/>
            <pc:sldMk cId="2265232380" sldId="279"/>
            <ac:spMk id="64" creationId="{B717A050-05F2-4F7B-934C-7A6E3AB34BAD}"/>
          </ac:spMkLst>
        </pc:spChg>
        <pc:spChg chg="mod">
          <ac:chgData name="王月" userId="9d7c2960-20f1-43a9-b353-abcb8eec574b" providerId="ADAL" clId="{28D517C4-3A8A-44D2-9B3D-408962D98F68}" dt="2022-01-05T09:14:43.835" v="7423" actId="20577"/>
          <ac:spMkLst>
            <pc:docMk/>
            <pc:sldMk cId="2265232380" sldId="279"/>
            <ac:spMk id="66" creationId="{FE23F55C-F7C7-45C7-87DA-E5C684B7B090}"/>
          </ac:spMkLst>
        </pc:spChg>
        <pc:spChg chg="mod">
          <ac:chgData name="王月" userId="9d7c2960-20f1-43a9-b353-abcb8eec574b" providerId="ADAL" clId="{28D517C4-3A8A-44D2-9B3D-408962D98F68}" dt="2022-01-05T09:14:38.766" v="7419" actId="20577"/>
          <ac:spMkLst>
            <pc:docMk/>
            <pc:sldMk cId="2265232380" sldId="279"/>
            <ac:spMk id="67" creationId="{86C77210-7B6E-4F86-902B-899993E2B935}"/>
          </ac:spMkLst>
        </pc:spChg>
        <pc:spChg chg="mod">
          <ac:chgData name="王月" userId="9d7c2960-20f1-43a9-b353-abcb8eec574b" providerId="ADAL" clId="{28D517C4-3A8A-44D2-9B3D-408962D98F68}" dt="2022-01-05T07:34:33.780" v="7250"/>
          <ac:spMkLst>
            <pc:docMk/>
            <pc:sldMk cId="2265232380" sldId="279"/>
            <ac:spMk id="68" creationId="{7EA69B6D-3639-4610-8CA9-DE0E49CF3F0C}"/>
          </ac:spMkLst>
        </pc:spChg>
        <pc:spChg chg="mod">
          <ac:chgData name="王月" userId="9d7c2960-20f1-43a9-b353-abcb8eec574b" providerId="ADAL" clId="{28D517C4-3A8A-44D2-9B3D-408962D98F68}" dt="2022-01-05T07:43:12.833" v="7358" actId="20577"/>
          <ac:spMkLst>
            <pc:docMk/>
            <pc:sldMk cId="2265232380" sldId="279"/>
            <ac:spMk id="77" creationId="{676152F3-72A6-4159-94DF-7945B35B0690}"/>
          </ac:spMkLst>
        </pc:spChg>
      </pc:sldChg>
      <pc:sldChg chg="modSp add mod modNotesTx">
        <pc:chgData name="王月" userId="9d7c2960-20f1-43a9-b353-abcb8eec574b" providerId="ADAL" clId="{28D517C4-3A8A-44D2-9B3D-408962D98F68}" dt="2022-01-05T09:20:19.691" v="7499" actId="20577"/>
        <pc:sldMkLst>
          <pc:docMk/>
          <pc:sldMk cId="4132549192" sldId="280"/>
        </pc:sldMkLst>
        <pc:spChg chg="mod">
          <ac:chgData name="王月" userId="9d7c2960-20f1-43a9-b353-abcb8eec574b" providerId="ADAL" clId="{28D517C4-3A8A-44D2-9B3D-408962D98F68}" dt="2022-01-05T07:39:25.185" v="7294" actId="20577"/>
          <ac:spMkLst>
            <pc:docMk/>
            <pc:sldMk cId="4132549192" sldId="280"/>
            <ac:spMk id="58" creationId="{700416C5-9311-4AF0-B9CE-2817BFE082A3}"/>
          </ac:spMkLst>
        </pc:spChg>
        <pc:spChg chg="mod">
          <ac:chgData name="王月" userId="9d7c2960-20f1-43a9-b353-abcb8eec574b" providerId="ADAL" clId="{28D517C4-3A8A-44D2-9B3D-408962D98F68}" dt="2022-01-05T07:39:41.105" v="7297" actId="20577"/>
          <ac:spMkLst>
            <pc:docMk/>
            <pc:sldMk cId="4132549192" sldId="280"/>
            <ac:spMk id="61" creationId="{A6FD4D9C-6308-43C3-82F7-DB169E86CA85}"/>
          </ac:spMkLst>
        </pc:spChg>
        <pc:spChg chg="mod">
          <ac:chgData name="王月" userId="9d7c2960-20f1-43a9-b353-abcb8eec574b" providerId="ADAL" clId="{28D517C4-3A8A-44D2-9B3D-408962D98F68}" dt="2022-01-05T07:39:57.940" v="7301" actId="20577"/>
          <ac:spMkLst>
            <pc:docMk/>
            <pc:sldMk cId="4132549192" sldId="280"/>
            <ac:spMk id="64" creationId="{B717A050-05F2-4F7B-934C-7A6E3AB34BAD}"/>
          </ac:spMkLst>
        </pc:spChg>
        <pc:spChg chg="mod">
          <ac:chgData name="王月" userId="9d7c2960-20f1-43a9-b353-abcb8eec574b" providerId="ADAL" clId="{28D517C4-3A8A-44D2-9B3D-408962D98F68}" dt="2022-01-05T09:14:52.427" v="7428" actId="20577"/>
          <ac:spMkLst>
            <pc:docMk/>
            <pc:sldMk cId="4132549192" sldId="280"/>
            <ac:spMk id="66" creationId="{FE23F55C-F7C7-45C7-87DA-E5C684B7B090}"/>
          </ac:spMkLst>
        </pc:spChg>
        <pc:spChg chg="mod">
          <ac:chgData name="王月" userId="9d7c2960-20f1-43a9-b353-abcb8eec574b" providerId="ADAL" clId="{28D517C4-3A8A-44D2-9B3D-408962D98F68}" dt="2022-01-05T09:14:50.779" v="7427" actId="20577"/>
          <ac:spMkLst>
            <pc:docMk/>
            <pc:sldMk cId="4132549192" sldId="280"/>
            <ac:spMk id="67" creationId="{86C77210-7B6E-4F86-902B-899993E2B935}"/>
          </ac:spMkLst>
        </pc:spChg>
        <pc:spChg chg="mod">
          <ac:chgData name="王月" userId="9d7c2960-20f1-43a9-b353-abcb8eec574b" providerId="ADAL" clId="{28D517C4-3A8A-44D2-9B3D-408962D98F68}" dt="2022-01-05T07:38:35.444" v="7290"/>
          <ac:spMkLst>
            <pc:docMk/>
            <pc:sldMk cId="4132549192" sldId="280"/>
            <ac:spMk id="68" creationId="{7EA69B6D-3639-4610-8CA9-DE0E49CF3F0C}"/>
          </ac:spMkLst>
        </pc:spChg>
        <pc:spChg chg="mod">
          <ac:chgData name="王月" userId="9d7c2960-20f1-43a9-b353-abcb8eec574b" providerId="ADAL" clId="{28D517C4-3A8A-44D2-9B3D-408962D98F68}" dt="2022-01-05T09:14:49.018" v="7426" actId="20577"/>
          <ac:spMkLst>
            <pc:docMk/>
            <pc:sldMk cId="4132549192" sldId="280"/>
            <ac:spMk id="77" creationId="{676152F3-72A6-4159-94DF-7945B35B0690}"/>
          </ac:spMkLst>
        </pc:spChg>
      </pc:sldChg>
      <pc:sldChg chg="modSp add mod modNotesTx">
        <pc:chgData name="王月" userId="9d7c2960-20f1-43a9-b353-abcb8eec574b" providerId="ADAL" clId="{28D517C4-3A8A-44D2-9B3D-408962D98F68}" dt="2022-01-05T09:20:22.154" v="7500" actId="20577"/>
        <pc:sldMkLst>
          <pc:docMk/>
          <pc:sldMk cId="3244737347" sldId="281"/>
        </pc:sldMkLst>
        <pc:spChg chg="mod">
          <ac:chgData name="王月" userId="9d7c2960-20f1-43a9-b353-abcb8eec574b" providerId="ADAL" clId="{28D517C4-3A8A-44D2-9B3D-408962D98F68}" dt="2022-01-05T07:42:16.567" v="7337" actId="1076"/>
          <ac:spMkLst>
            <pc:docMk/>
            <pc:sldMk cId="3244737347" sldId="281"/>
            <ac:spMk id="61" creationId="{A6FD4D9C-6308-43C3-82F7-DB169E86CA85}"/>
          </ac:spMkLst>
        </pc:spChg>
        <pc:spChg chg="mod">
          <ac:chgData name="王月" userId="9d7c2960-20f1-43a9-b353-abcb8eec574b" providerId="ADAL" clId="{28D517C4-3A8A-44D2-9B3D-408962D98F68}" dt="2022-01-05T07:42:34.255" v="7342" actId="1076"/>
          <ac:spMkLst>
            <pc:docMk/>
            <pc:sldMk cId="3244737347" sldId="281"/>
            <ac:spMk id="64" creationId="{B717A050-05F2-4F7B-934C-7A6E3AB34BAD}"/>
          </ac:spMkLst>
        </pc:spChg>
        <pc:spChg chg="mod">
          <ac:chgData name="王月" userId="9d7c2960-20f1-43a9-b353-abcb8eec574b" providerId="ADAL" clId="{28D517C4-3A8A-44D2-9B3D-408962D98F68}" dt="2022-01-05T09:14:58.596" v="7430" actId="20577"/>
          <ac:spMkLst>
            <pc:docMk/>
            <pc:sldMk cId="3244737347" sldId="281"/>
            <ac:spMk id="66" creationId="{FE23F55C-F7C7-45C7-87DA-E5C684B7B090}"/>
          </ac:spMkLst>
        </pc:spChg>
        <pc:spChg chg="mod">
          <ac:chgData name="王月" userId="9d7c2960-20f1-43a9-b353-abcb8eec574b" providerId="ADAL" clId="{28D517C4-3A8A-44D2-9B3D-408962D98F68}" dt="2022-01-05T09:14:57.051" v="7429" actId="20577"/>
          <ac:spMkLst>
            <pc:docMk/>
            <pc:sldMk cId="3244737347" sldId="281"/>
            <ac:spMk id="67" creationId="{86C77210-7B6E-4F86-902B-899993E2B935}"/>
          </ac:spMkLst>
        </pc:spChg>
        <pc:spChg chg="mod">
          <ac:chgData name="王月" userId="9d7c2960-20f1-43a9-b353-abcb8eec574b" providerId="ADAL" clId="{28D517C4-3A8A-44D2-9B3D-408962D98F68}" dt="2022-01-05T07:42:03.192" v="7323"/>
          <ac:spMkLst>
            <pc:docMk/>
            <pc:sldMk cId="3244737347" sldId="281"/>
            <ac:spMk id="68" creationId="{7EA69B6D-3639-4610-8CA9-DE0E49CF3F0C}"/>
          </ac:spMkLst>
        </pc:spChg>
        <pc:spChg chg="mod">
          <ac:chgData name="王月" userId="9d7c2960-20f1-43a9-b353-abcb8eec574b" providerId="ADAL" clId="{28D517C4-3A8A-44D2-9B3D-408962D98F68}" dt="2022-01-05T07:42:48.720" v="7347" actId="20577"/>
          <ac:spMkLst>
            <pc:docMk/>
            <pc:sldMk cId="3244737347" sldId="281"/>
            <ac:spMk id="77" creationId="{676152F3-72A6-4159-94DF-7945B35B0690}"/>
          </ac:spMkLst>
        </pc:spChg>
      </pc:sldChg>
      <pc:sldChg chg="modSp add del mod">
        <pc:chgData name="王月" userId="9d7c2960-20f1-43a9-b353-abcb8eec574b" providerId="ADAL" clId="{28D517C4-3A8A-44D2-9B3D-408962D98F68}" dt="2022-01-05T09:11:29.077" v="7365" actId="2696"/>
        <pc:sldMkLst>
          <pc:docMk/>
          <pc:sldMk cId="1389983589" sldId="282"/>
        </pc:sldMkLst>
        <pc:spChg chg="mod">
          <ac:chgData name="王月" userId="9d7c2960-20f1-43a9-b353-abcb8eec574b" providerId="ADAL" clId="{28D517C4-3A8A-44D2-9B3D-408962D98F68}" dt="2022-01-05T09:11:16.408" v="7364"/>
          <ac:spMkLst>
            <pc:docMk/>
            <pc:sldMk cId="1389983589" sldId="282"/>
            <ac:spMk id="68" creationId="{7EA69B6D-3639-4610-8CA9-DE0E49CF3F0C}"/>
          </ac:spMkLst>
        </pc:spChg>
      </pc:sldChg>
      <pc:sldChg chg="modSp add mod ord modNotesTx">
        <pc:chgData name="王月" userId="9d7c2960-20f1-43a9-b353-abcb8eec574b" providerId="ADAL" clId="{28D517C4-3A8A-44D2-9B3D-408962D98F68}" dt="2022-01-05T09:20:24.074" v="7501" actId="20577"/>
        <pc:sldMkLst>
          <pc:docMk/>
          <pc:sldMk cId="2021041094" sldId="282"/>
        </pc:sldMkLst>
        <pc:spChg chg="mod">
          <ac:chgData name="王月" userId="9d7c2960-20f1-43a9-b353-abcb8eec574b" providerId="ADAL" clId="{28D517C4-3A8A-44D2-9B3D-408962D98F68}" dt="2022-01-05T09:12:21.369" v="7381" actId="20577"/>
          <ac:spMkLst>
            <pc:docMk/>
            <pc:sldMk cId="2021041094" sldId="282"/>
            <ac:spMk id="58" creationId="{700416C5-9311-4AF0-B9CE-2817BFE082A3}"/>
          </ac:spMkLst>
        </pc:spChg>
        <pc:spChg chg="mod">
          <ac:chgData name="王月" userId="9d7c2960-20f1-43a9-b353-abcb8eec574b" providerId="ADAL" clId="{28D517C4-3A8A-44D2-9B3D-408962D98F68}" dt="2022-01-05T09:12:08.331" v="7374" actId="20577"/>
          <ac:spMkLst>
            <pc:docMk/>
            <pc:sldMk cId="2021041094" sldId="282"/>
            <ac:spMk id="60" creationId="{FC23E375-8F08-47A2-8426-7F2ACA61681F}"/>
          </ac:spMkLst>
        </pc:spChg>
        <pc:spChg chg="mod">
          <ac:chgData name="王月" userId="9d7c2960-20f1-43a9-b353-abcb8eec574b" providerId="ADAL" clId="{28D517C4-3A8A-44D2-9B3D-408962D98F68}" dt="2022-01-05T09:12:33.673" v="7385" actId="20577"/>
          <ac:spMkLst>
            <pc:docMk/>
            <pc:sldMk cId="2021041094" sldId="282"/>
            <ac:spMk id="61" creationId="{A6FD4D9C-6308-43C3-82F7-DB169E86CA85}"/>
          </ac:spMkLst>
        </pc:spChg>
        <pc:spChg chg="mod">
          <ac:chgData name="王月" userId="9d7c2960-20f1-43a9-b353-abcb8eec574b" providerId="ADAL" clId="{28D517C4-3A8A-44D2-9B3D-408962D98F68}" dt="2022-01-05T09:12:48.093" v="7389" actId="20577"/>
          <ac:spMkLst>
            <pc:docMk/>
            <pc:sldMk cId="2021041094" sldId="282"/>
            <ac:spMk id="64" creationId="{B717A050-05F2-4F7B-934C-7A6E3AB34BAD}"/>
          </ac:spMkLst>
        </pc:spChg>
        <pc:spChg chg="mod">
          <ac:chgData name="王月" userId="9d7c2960-20f1-43a9-b353-abcb8eec574b" providerId="ADAL" clId="{28D517C4-3A8A-44D2-9B3D-408962D98F68}" dt="2022-01-05T09:15:07.469" v="7435" actId="20577"/>
          <ac:spMkLst>
            <pc:docMk/>
            <pc:sldMk cId="2021041094" sldId="282"/>
            <ac:spMk id="66" creationId="{FE23F55C-F7C7-45C7-87DA-E5C684B7B090}"/>
          </ac:spMkLst>
        </pc:spChg>
        <pc:spChg chg="mod">
          <ac:chgData name="王月" userId="9d7c2960-20f1-43a9-b353-abcb8eec574b" providerId="ADAL" clId="{28D517C4-3A8A-44D2-9B3D-408962D98F68}" dt="2022-01-05T09:15:05.275" v="7434" actId="20577"/>
          <ac:spMkLst>
            <pc:docMk/>
            <pc:sldMk cId="2021041094" sldId="282"/>
            <ac:spMk id="67" creationId="{86C77210-7B6E-4F86-902B-899993E2B935}"/>
          </ac:spMkLst>
        </pc:spChg>
        <pc:spChg chg="mod">
          <ac:chgData name="王月" userId="9d7c2960-20f1-43a9-b353-abcb8eec574b" providerId="ADAL" clId="{28D517C4-3A8A-44D2-9B3D-408962D98F68}" dt="2022-01-05T09:11:42.587" v="7371"/>
          <ac:spMkLst>
            <pc:docMk/>
            <pc:sldMk cId="2021041094" sldId="282"/>
            <ac:spMk id="68" creationId="{7EA69B6D-3639-4610-8CA9-DE0E49CF3F0C}"/>
          </ac:spMkLst>
        </pc:spChg>
        <pc:spChg chg="mod">
          <ac:chgData name="王月" userId="9d7c2960-20f1-43a9-b353-abcb8eec574b" providerId="ADAL" clId="{28D517C4-3A8A-44D2-9B3D-408962D98F68}" dt="2022-01-05T09:15:03.625" v="7433" actId="20577"/>
          <ac:spMkLst>
            <pc:docMk/>
            <pc:sldMk cId="2021041094" sldId="282"/>
            <ac:spMk id="77" creationId="{676152F3-72A6-4159-94DF-7945B35B0690}"/>
          </ac:spMkLst>
        </pc:spChg>
      </pc:sldChg>
      <pc:sldChg chg="modSp add mod modNotesTx">
        <pc:chgData name="王月" userId="9d7c2960-20f1-43a9-b353-abcb8eec574b" providerId="ADAL" clId="{28D517C4-3A8A-44D2-9B3D-408962D98F68}" dt="2022-01-05T09:20:26.473" v="7502" actId="20577"/>
        <pc:sldMkLst>
          <pc:docMk/>
          <pc:sldMk cId="3410445337" sldId="283"/>
        </pc:sldMkLst>
        <pc:spChg chg="mod">
          <ac:chgData name="王月" userId="9d7c2960-20f1-43a9-b353-abcb8eec574b" providerId="ADAL" clId="{28D517C4-3A8A-44D2-9B3D-408962D98F68}" dt="2022-01-05T09:14:09.369" v="7414" actId="20577"/>
          <ac:spMkLst>
            <pc:docMk/>
            <pc:sldMk cId="3410445337" sldId="283"/>
            <ac:spMk id="58" creationId="{700416C5-9311-4AF0-B9CE-2817BFE082A3}"/>
          </ac:spMkLst>
        </pc:spChg>
        <pc:spChg chg="mod">
          <ac:chgData name="王月" userId="9d7c2960-20f1-43a9-b353-abcb8eec574b" providerId="ADAL" clId="{28D517C4-3A8A-44D2-9B3D-408962D98F68}" dt="2022-01-05T09:14:03.034" v="7411" actId="20577"/>
          <ac:spMkLst>
            <pc:docMk/>
            <pc:sldMk cId="3410445337" sldId="283"/>
            <ac:spMk id="60" creationId="{FC23E375-8F08-47A2-8426-7F2ACA61681F}"/>
          </ac:spMkLst>
        </pc:spChg>
        <pc:spChg chg="mod">
          <ac:chgData name="王月" userId="9d7c2960-20f1-43a9-b353-abcb8eec574b" providerId="ADAL" clId="{28D517C4-3A8A-44D2-9B3D-408962D98F68}" dt="2022-01-05T09:14:24.842" v="7418" actId="20577"/>
          <ac:spMkLst>
            <pc:docMk/>
            <pc:sldMk cId="3410445337" sldId="283"/>
            <ac:spMk id="61" creationId="{A6FD4D9C-6308-43C3-82F7-DB169E86CA85}"/>
          </ac:spMkLst>
        </pc:spChg>
        <pc:spChg chg="mod">
          <ac:chgData name="王月" userId="9d7c2960-20f1-43a9-b353-abcb8eec574b" providerId="ADAL" clId="{28D517C4-3A8A-44D2-9B3D-408962D98F68}" dt="2022-01-05T09:15:48.669" v="7444" actId="20577"/>
          <ac:spMkLst>
            <pc:docMk/>
            <pc:sldMk cId="3410445337" sldId="283"/>
            <ac:spMk id="64" creationId="{B717A050-05F2-4F7B-934C-7A6E3AB34BAD}"/>
          </ac:spMkLst>
        </pc:spChg>
        <pc:spChg chg="mod">
          <ac:chgData name="王月" userId="9d7c2960-20f1-43a9-b353-abcb8eec574b" providerId="ADAL" clId="{28D517C4-3A8A-44D2-9B3D-408962D98F68}" dt="2022-01-05T09:16:14.090" v="7455" actId="20577"/>
          <ac:spMkLst>
            <pc:docMk/>
            <pc:sldMk cId="3410445337" sldId="283"/>
            <ac:spMk id="66" creationId="{FE23F55C-F7C7-45C7-87DA-E5C684B7B090}"/>
          </ac:spMkLst>
        </pc:spChg>
        <pc:spChg chg="mod">
          <ac:chgData name="王月" userId="9d7c2960-20f1-43a9-b353-abcb8eec574b" providerId="ADAL" clId="{28D517C4-3A8A-44D2-9B3D-408962D98F68}" dt="2022-01-05T09:16:10.553" v="7453" actId="20577"/>
          <ac:spMkLst>
            <pc:docMk/>
            <pc:sldMk cId="3410445337" sldId="283"/>
            <ac:spMk id="67" creationId="{86C77210-7B6E-4F86-902B-899993E2B935}"/>
          </ac:spMkLst>
        </pc:spChg>
        <pc:spChg chg="mod">
          <ac:chgData name="王月" userId="9d7c2960-20f1-43a9-b353-abcb8eec574b" providerId="ADAL" clId="{28D517C4-3A8A-44D2-9B3D-408962D98F68}" dt="2022-01-05T09:13:46.043" v="7409" actId="20577"/>
          <ac:spMkLst>
            <pc:docMk/>
            <pc:sldMk cId="3410445337" sldId="283"/>
            <ac:spMk id="68" creationId="{7EA69B6D-3639-4610-8CA9-DE0E49CF3F0C}"/>
          </ac:spMkLst>
        </pc:spChg>
        <pc:spChg chg="mod">
          <ac:chgData name="王月" userId="9d7c2960-20f1-43a9-b353-abcb8eec574b" providerId="ADAL" clId="{28D517C4-3A8A-44D2-9B3D-408962D98F68}" dt="2022-01-05T09:15:58.906" v="7450" actId="20577"/>
          <ac:spMkLst>
            <pc:docMk/>
            <pc:sldMk cId="3410445337" sldId="283"/>
            <ac:spMk id="77" creationId="{676152F3-72A6-4159-94DF-7945B35B0690}"/>
          </ac:spMkLst>
        </pc:spChg>
      </pc:sldChg>
      <pc:sldChg chg="modSp add mod modNotesTx">
        <pc:chgData name="王月" userId="9d7c2960-20f1-43a9-b353-abcb8eec574b" providerId="ADAL" clId="{28D517C4-3A8A-44D2-9B3D-408962D98F68}" dt="2022-01-05T09:20:28.380" v="7503" actId="20577"/>
        <pc:sldMkLst>
          <pc:docMk/>
          <pc:sldMk cId="2440243232" sldId="284"/>
        </pc:sldMkLst>
        <pc:spChg chg="mod">
          <ac:chgData name="王月" userId="9d7c2960-20f1-43a9-b353-abcb8eec574b" providerId="ADAL" clId="{28D517C4-3A8A-44D2-9B3D-408962D98F68}" dt="2022-01-05T09:17:04.456" v="7470" actId="20577"/>
          <ac:spMkLst>
            <pc:docMk/>
            <pc:sldMk cId="2440243232" sldId="284"/>
            <ac:spMk id="58" creationId="{700416C5-9311-4AF0-B9CE-2817BFE082A3}"/>
          </ac:spMkLst>
        </pc:spChg>
        <pc:spChg chg="mod">
          <ac:chgData name="王月" userId="9d7c2960-20f1-43a9-b353-abcb8eec574b" providerId="ADAL" clId="{28D517C4-3A8A-44D2-9B3D-408962D98F68}" dt="2022-01-05T09:16:51.962" v="7462" actId="20577"/>
          <ac:spMkLst>
            <pc:docMk/>
            <pc:sldMk cId="2440243232" sldId="284"/>
            <ac:spMk id="60" creationId="{FC23E375-8F08-47A2-8426-7F2ACA61681F}"/>
          </ac:spMkLst>
        </pc:spChg>
        <pc:spChg chg="mod">
          <ac:chgData name="王月" userId="9d7c2960-20f1-43a9-b353-abcb8eec574b" providerId="ADAL" clId="{28D517C4-3A8A-44D2-9B3D-408962D98F68}" dt="2022-01-05T09:17:33.929" v="7474" actId="20577"/>
          <ac:spMkLst>
            <pc:docMk/>
            <pc:sldMk cId="2440243232" sldId="284"/>
            <ac:spMk id="61" creationId="{A6FD4D9C-6308-43C3-82F7-DB169E86CA85}"/>
          </ac:spMkLst>
        </pc:spChg>
        <pc:spChg chg="mod">
          <ac:chgData name="王月" userId="9d7c2960-20f1-43a9-b353-abcb8eec574b" providerId="ADAL" clId="{28D517C4-3A8A-44D2-9B3D-408962D98F68}" dt="2022-01-05T09:17:47.979" v="7478" actId="20577"/>
          <ac:spMkLst>
            <pc:docMk/>
            <pc:sldMk cId="2440243232" sldId="284"/>
            <ac:spMk id="64" creationId="{B717A050-05F2-4F7B-934C-7A6E3AB34BAD}"/>
          </ac:spMkLst>
        </pc:spChg>
        <pc:spChg chg="mod">
          <ac:chgData name="王月" userId="9d7c2960-20f1-43a9-b353-abcb8eec574b" providerId="ADAL" clId="{28D517C4-3A8A-44D2-9B3D-408962D98F68}" dt="2022-01-05T09:19:43.497" v="7496" actId="20577"/>
          <ac:spMkLst>
            <pc:docMk/>
            <pc:sldMk cId="2440243232" sldId="284"/>
            <ac:spMk id="66" creationId="{FE23F55C-F7C7-45C7-87DA-E5C684B7B090}"/>
          </ac:spMkLst>
        </pc:spChg>
        <pc:spChg chg="mod">
          <ac:chgData name="王月" userId="9d7c2960-20f1-43a9-b353-abcb8eec574b" providerId="ADAL" clId="{28D517C4-3A8A-44D2-9B3D-408962D98F68}" dt="2022-01-05T09:18:33.865" v="7492" actId="20577"/>
          <ac:spMkLst>
            <pc:docMk/>
            <pc:sldMk cId="2440243232" sldId="284"/>
            <ac:spMk id="67" creationId="{86C77210-7B6E-4F86-902B-899993E2B935}"/>
          </ac:spMkLst>
        </pc:spChg>
        <pc:spChg chg="mod">
          <ac:chgData name="王月" userId="9d7c2960-20f1-43a9-b353-abcb8eec574b" providerId="ADAL" clId="{28D517C4-3A8A-44D2-9B3D-408962D98F68}" dt="2022-01-05T09:16:42.625" v="7459"/>
          <ac:spMkLst>
            <pc:docMk/>
            <pc:sldMk cId="2440243232" sldId="284"/>
            <ac:spMk id="68" creationId="{7EA69B6D-3639-4610-8CA9-DE0E49CF3F0C}"/>
          </ac:spMkLst>
        </pc:spChg>
        <pc:spChg chg="mod">
          <ac:chgData name="王月" userId="9d7c2960-20f1-43a9-b353-abcb8eec574b" providerId="ADAL" clId="{28D517C4-3A8A-44D2-9B3D-408962D98F68}" dt="2022-01-05T09:18:00.553" v="7484" actId="20577"/>
          <ac:spMkLst>
            <pc:docMk/>
            <pc:sldMk cId="2440243232" sldId="284"/>
            <ac:spMk id="77" creationId="{676152F3-72A6-4159-94DF-7945B35B0690}"/>
          </ac:spMkLst>
        </pc:spChg>
      </pc:sldChg>
      <pc:sldChg chg="modSp add mod modNotesTx">
        <pc:chgData name="王月" userId="9d7c2960-20f1-43a9-b353-abcb8eec574b" providerId="ADAL" clId="{28D517C4-3A8A-44D2-9B3D-408962D98F68}" dt="2022-01-05T10:44:18.567" v="8163" actId="20577"/>
        <pc:sldMkLst>
          <pc:docMk/>
          <pc:sldMk cId="287073959" sldId="285"/>
        </pc:sldMkLst>
        <pc:spChg chg="mod">
          <ac:chgData name="王月" userId="9d7c2960-20f1-43a9-b353-abcb8eec574b" providerId="ADAL" clId="{28D517C4-3A8A-44D2-9B3D-408962D98F68}" dt="2022-01-05T09:22:01.976" v="7518" actId="20577"/>
          <ac:spMkLst>
            <pc:docMk/>
            <pc:sldMk cId="287073959" sldId="285"/>
            <ac:spMk id="54" creationId="{25FD9017-67F8-4290-A168-2CB68C008ABC}"/>
          </ac:spMkLst>
        </pc:spChg>
        <pc:spChg chg="mod">
          <ac:chgData name="王月" userId="9d7c2960-20f1-43a9-b353-abcb8eec574b" providerId="ADAL" clId="{28D517C4-3A8A-44D2-9B3D-408962D98F68}" dt="2022-01-05T09:21:51.034" v="7511" actId="20577"/>
          <ac:spMkLst>
            <pc:docMk/>
            <pc:sldMk cId="287073959" sldId="285"/>
            <ac:spMk id="55" creationId="{7885B0FD-18FC-4EFE-BCC2-050DE760B313}"/>
          </ac:spMkLst>
        </pc:spChg>
        <pc:spChg chg="mod">
          <ac:chgData name="王月" userId="9d7c2960-20f1-43a9-b353-abcb8eec574b" providerId="ADAL" clId="{28D517C4-3A8A-44D2-9B3D-408962D98F68}" dt="2022-01-05T09:21:40.156" v="7507" actId="20577"/>
          <ac:spMkLst>
            <pc:docMk/>
            <pc:sldMk cId="287073959" sldId="285"/>
            <ac:spMk id="68" creationId="{7EA69B6D-3639-4610-8CA9-DE0E49CF3F0C}"/>
          </ac:spMkLst>
        </pc:spChg>
        <pc:spChg chg="mod">
          <ac:chgData name="王月" userId="9d7c2960-20f1-43a9-b353-abcb8eec574b" providerId="ADAL" clId="{28D517C4-3A8A-44D2-9B3D-408962D98F68}" dt="2022-01-05T09:22:34.666" v="7522" actId="20577"/>
          <ac:spMkLst>
            <pc:docMk/>
            <pc:sldMk cId="287073959" sldId="285"/>
            <ac:spMk id="94" creationId="{DA99C221-B936-4EB0-93AB-B90799578D6F}"/>
          </ac:spMkLst>
        </pc:spChg>
        <pc:spChg chg="mod">
          <ac:chgData name="王月" userId="9d7c2960-20f1-43a9-b353-abcb8eec574b" providerId="ADAL" clId="{28D517C4-3A8A-44D2-9B3D-408962D98F68}" dt="2022-01-05T09:34:06.744" v="7667" actId="20577"/>
          <ac:spMkLst>
            <pc:docMk/>
            <pc:sldMk cId="287073959" sldId="285"/>
            <ac:spMk id="96" creationId="{57E1B1EE-749A-4171-925B-C9A2808D85A2}"/>
          </ac:spMkLst>
        </pc:spChg>
        <pc:spChg chg="mod">
          <ac:chgData name="王月" userId="9d7c2960-20f1-43a9-b353-abcb8eec574b" providerId="ADAL" clId="{28D517C4-3A8A-44D2-9B3D-408962D98F68}" dt="2022-01-05T09:24:50.856" v="7557" actId="20577"/>
          <ac:spMkLst>
            <pc:docMk/>
            <pc:sldMk cId="287073959" sldId="285"/>
            <ac:spMk id="105" creationId="{BFDD6873-C5A1-45EA-A48C-AF6FF7DA7985}"/>
          </ac:spMkLst>
        </pc:spChg>
        <pc:spChg chg="mod">
          <ac:chgData name="王月" userId="9d7c2960-20f1-43a9-b353-abcb8eec574b" providerId="ADAL" clId="{28D517C4-3A8A-44D2-9B3D-408962D98F68}" dt="2022-01-05T09:22:45.225" v="7525" actId="20577"/>
          <ac:spMkLst>
            <pc:docMk/>
            <pc:sldMk cId="287073959" sldId="285"/>
            <ac:spMk id="125" creationId="{D62C2337-0792-4AF0-B075-E0156D9321F8}"/>
          </ac:spMkLst>
        </pc:spChg>
      </pc:sldChg>
      <pc:sldChg chg="modSp add mod modNotesTx">
        <pc:chgData name="王月" userId="9d7c2960-20f1-43a9-b353-abcb8eec574b" providerId="ADAL" clId="{28D517C4-3A8A-44D2-9B3D-408962D98F68}" dt="2022-01-05T10:44:23.289" v="8164" actId="20577"/>
        <pc:sldMkLst>
          <pc:docMk/>
          <pc:sldMk cId="96914342" sldId="286"/>
        </pc:sldMkLst>
        <pc:spChg chg="mod">
          <ac:chgData name="王月" userId="9d7c2960-20f1-43a9-b353-abcb8eec574b" providerId="ADAL" clId="{28D517C4-3A8A-44D2-9B3D-408962D98F68}" dt="2022-01-05T09:23:35.960" v="7540" actId="20577"/>
          <ac:spMkLst>
            <pc:docMk/>
            <pc:sldMk cId="96914342" sldId="286"/>
            <ac:spMk id="54" creationId="{25FD9017-67F8-4290-A168-2CB68C008ABC}"/>
          </ac:spMkLst>
        </pc:spChg>
        <pc:spChg chg="mod">
          <ac:chgData name="王月" userId="9d7c2960-20f1-43a9-b353-abcb8eec574b" providerId="ADAL" clId="{28D517C4-3A8A-44D2-9B3D-408962D98F68}" dt="2022-01-05T09:23:19.945" v="7532" actId="20577"/>
          <ac:spMkLst>
            <pc:docMk/>
            <pc:sldMk cId="96914342" sldId="286"/>
            <ac:spMk id="55" creationId="{7885B0FD-18FC-4EFE-BCC2-050DE760B313}"/>
          </ac:spMkLst>
        </pc:spChg>
        <pc:spChg chg="mod">
          <ac:chgData name="王月" userId="9d7c2960-20f1-43a9-b353-abcb8eec574b" providerId="ADAL" clId="{28D517C4-3A8A-44D2-9B3D-408962D98F68}" dt="2022-01-05T09:27:12.094" v="7570"/>
          <ac:spMkLst>
            <pc:docMk/>
            <pc:sldMk cId="96914342" sldId="286"/>
            <ac:spMk id="68" creationId="{7EA69B6D-3639-4610-8CA9-DE0E49CF3F0C}"/>
          </ac:spMkLst>
        </pc:spChg>
        <pc:spChg chg="mod">
          <ac:chgData name="王月" userId="9d7c2960-20f1-43a9-b353-abcb8eec574b" providerId="ADAL" clId="{28D517C4-3A8A-44D2-9B3D-408962D98F68}" dt="2022-01-05T09:23:56.249" v="7545" actId="20577"/>
          <ac:spMkLst>
            <pc:docMk/>
            <pc:sldMk cId="96914342" sldId="286"/>
            <ac:spMk id="94" creationId="{DA99C221-B936-4EB0-93AB-B90799578D6F}"/>
          </ac:spMkLst>
        </pc:spChg>
        <pc:spChg chg="mod">
          <ac:chgData name="王月" userId="9d7c2960-20f1-43a9-b353-abcb8eec574b" providerId="ADAL" clId="{28D517C4-3A8A-44D2-9B3D-408962D98F68}" dt="2022-01-05T09:34:51.131" v="7673" actId="20577"/>
          <ac:spMkLst>
            <pc:docMk/>
            <pc:sldMk cId="96914342" sldId="286"/>
            <ac:spMk id="96" creationId="{57E1B1EE-749A-4171-925B-C9A2808D85A2}"/>
          </ac:spMkLst>
        </pc:spChg>
        <pc:spChg chg="mod">
          <ac:chgData name="王月" userId="9d7c2960-20f1-43a9-b353-abcb8eec574b" providerId="ADAL" clId="{28D517C4-3A8A-44D2-9B3D-408962D98F68}" dt="2022-01-05T09:25:21.369" v="7561" actId="20577"/>
          <ac:spMkLst>
            <pc:docMk/>
            <pc:sldMk cId="96914342" sldId="286"/>
            <ac:spMk id="105" creationId="{BFDD6873-C5A1-45EA-A48C-AF6FF7DA7985}"/>
          </ac:spMkLst>
        </pc:spChg>
        <pc:spChg chg="mod">
          <ac:chgData name="王月" userId="9d7c2960-20f1-43a9-b353-abcb8eec574b" providerId="ADAL" clId="{28D517C4-3A8A-44D2-9B3D-408962D98F68}" dt="2022-01-05T09:24:02.986" v="7548" actId="20577"/>
          <ac:spMkLst>
            <pc:docMk/>
            <pc:sldMk cId="96914342" sldId="286"/>
            <ac:spMk id="125" creationId="{D62C2337-0792-4AF0-B075-E0156D9321F8}"/>
          </ac:spMkLst>
        </pc:spChg>
      </pc:sldChg>
      <pc:sldChg chg="modSp add mod modNotesTx">
        <pc:chgData name="王月" userId="9d7c2960-20f1-43a9-b353-abcb8eec574b" providerId="ADAL" clId="{28D517C4-3A8A-44D2-9B3D-408962D98F68}" dt="2022-01-05T10:44:27.575" v="8165" actId="20577"/>
        <pc:sldMkLst>
          <pc:docMk/>
          <pc:sldMk cId="1435498641" sldId="287"/>
        </pc:sldMkLst>
        <pc:spChg chg="mod">
          <ac:chgData name="王月" userId="9d7c2960-20f1-43a9-b353-abcb8eec574b" providerId="ADAL" clId="{28D517C4-3A8A-44D2-9B3D-408962D98F68}" dt="2022-01-05T09:27:46.616" v="7580" actId="20577"/>
          <ac:spMkLst>
            <pc:docMk/>
            <pc:sldMk cId="1435498641" sldId="287"/>
            <ac:spMk id="54" creationId="{25FD9017-67F8-4290-A168-2CB68C008ABC}"/>
          </ac:spMkLst>
        </pc:spChg>
        <pc:spChg chg="mod">
          <ac:chgData name="王月" userId="9d7c2960-20f1-43a9-b353-abcb8eec574b" providerId="ADAL" clId="{28D517C4-3A8A-44D2-9B3D-408962D98F68}" dt="2022-01-05T09:27:33.432" v="7573" actId="20577"/>
          <ac:spMkLst>
            <pc:docMk/>
            <pc:sldMk cId="1435498641" sldId="287"/>
            <ac:spMk id="55" creationId="{7885B0FD-18FC-4EFE-BCC2-050DE760B313}"/>
          </ac:spMkLst>
        </pc:spChg>
        <pc:spChg chg="mod">
          <ac:chgData name="王月" userId="9d7c2960-20f1-43a9-b353-abcb8eec574b" providerId="ADAL" clId="{28D517C4-3A8A-44D2-9B3D-408962D98F68}" dt="2022-01-05T09:27:25.908" v="7571"/>
          <ac:spMkLst>
            <pc:docMk/>
            <pc:sldMk cId="1435498641" sldId="287"/>
            <ac:spMk id="68" creationId="{7EA69B6D-3639-4610-8CA9-DE0E49CF3F0C}"/>
          </ac:spMkLst>
        </pc:spChg>
        <pc:spChg chg="mod">
          <ac:chgData name="王月" userId="9d7c2960-20f1-43a9-b353-abcb8eec574b" providerId="ADAL" clId="{28D517C4-3A8A-44D2-9B3D-408962D98F68}" dt="2022-01-05T09:28:02.151" v="7583" actId="20577"/>
          <ac:spMkLst>
            <pc:docMk/>
            <pc:sldMk cId="1435498641" sldId="287"/>
            <ac:spMk id="94" creationId="{DA99C221-B936-4EB0-93AB-B90799578D6F}"/>
          </ac:spMkLst>
        </pc:spChg>
        <pc:spChg chg="mod">
          <ac:chgData name="王月" userId="9d7c2960-20f1-43a9-b353-abcb8eec574b" providerId="ADAL" clId="{28D517C4-3A8A-44D2-9B3D-408962D98F68}" dt="2022-01-05T09:28:32.264" v="7594" actId="20577"/>
          <ac:spMkLst>
            <pc:docMk/>
            <pc:sldMk cId="1435498641" sldId="287"/>
            <ac:spMk id="96" creationId="{57E1B1EE-749A-4171-925B-C9A2808D85A2}"/>
          </ac:spMkLst>
        </pc:spChg>
        <pc:spChg chg="mod">
          <ac:chgData name="王月" userId="9d7c2960-20f1-43a9-b353-abcb8eec574b" providerId="ADAL" clId="{28D517C4-3A8A-44D2-9B3D-408962D98F68}" dt="2022-01-05T09:28:27.303" v="7590" actId="20577"/>
          <ac:spMkLst>
            <pc:docMk/>
            <pc:sldMk cId="1435498641" sldId="287"/>
            <ac:spMk id="105" creationId="{BFDD6873-C5A1-45EA-A48C-AF6FF7DA7985}"/>
          </ac:spMkLst>
        </pc:spChg>
      </pc:sldChg>
      <pc:sldChg chg="modSp add mod modNotesTx">
        <pc:chgData name="王月" userId="9d7c2960-20f1-43a9-b353-abcb8eec574b" providerId="ADAL" clId="{28D517C4-3A8A-44D2-9B3D-408962D98F68}" dt="2022-01-05T10:44:31.622" v="8166" actId="20577"/>
        <pc:sldMkLst>
          <pc:docMk/>
          <pc:sldMk cId="396408486" sldId="288"/>
        </pc:sldMkLst>
        <pc:spChg chg="mod">
          <ac:chgData name="王月" userId="9d7c2960-20f1-43a9-b353-abcb8eec574b" providerId="ADAL" clId="{28D517C4-3A8A-44D2-9B3D-408962D98F68}" dt="2022-01-05T09:29:21.369" v="7609" actId="20577"/>
          <ac:spMkLst>
            <pc:docMk/>
            <pc:sldMk cId="396408486" sldId="288"/>
            <ac:spMk id="54" creationId="{25FD9017-67F8-4290-A168-2CB68C008ABC}"/>
          </ac:spMkLst>
        </pc:spChg>
        <pc:spChg chg="mod">
          <ac:chgData name="王月" userId="9d7c2960-20f1-43a9-b353-abcb8eec574b" providerId="ADAL" clId="{28D517C4-3A8A-44D2-9B3D-408962D98F68}" dt="2022-01-05T09:29:04.760" v="7601" actId="20577"/>
          <ac:spMkLst>
            <pc:docMk/>
            <pc:sldMk cId="396408486" sldId="288"/>
            <ac:spMk id="55" creationId="{7885B0FD-18FC-4EFE-BCC2-050DE760B313}"/>
          </ac:spMkLst>
        </pc:spChg>
        <pc:spChg chg="mod">
          <ac:chgData name="王月" userId="9d7c2960-20f1-43a9-b353-abcb8eec574b" providerId="ADAL" clId="{28D517C4-3A8A-44D2-9B3D-408962D98F68}" dt="2022-01-05T09:28:55.546" v="7597"/>
          <ac:spMkLst>
            <pc:docMk/>
            <pc:sldMk cId="396408486" sldId="288"/>
            <ac:spMk id="68" creationId="{7EA69B6D-3639-4610-8CA9-DE0E49CF3F0C}"/>
          </ac:spMkLst>
        </pc:spChg>
        <pc:spChg chg="mod">
          <ac:chgData name="王月" userId="9d7c2960-20f1-43a9-b353-abcb8eec574b" providerId="ADAL" clId="{28D517C4-3A8A-44D2-9B3D-408962D98F68}" dt="2022-01-05T09:29:49.561" v="7615" actId="20577"/>
          <ac:spMkLst>
            <pc:docMk/>
            <pc:sldMk cId="396408486" sldId="288"/>
            <ac:spMk id="94" creationId="{DA99C221-B936-4EB0-93AB-B90799578D6F}"/>
          </ac:spMkLst>
        </pc:spChg>
        <pc:spChg chg="mod">
          <ac:chgData name="王月" userId="9d7c2960-20f1-43a9-b353-abcb8eec574b" providerId="ADAL" clId="{28D517C4-3A8A-44D2-9B3D-408962D98F68}" dt="2022-01-05T09:32:46.519" v="7657" actId="20577"/>
          <ac:spMkLst>
            <pc:docMk/>
            <pc:sldMk cId="396408486" sldId="288"/>
            <ac:spMk id="96" creationId="{57E1B1EE-749A-4171-925B-C9A2808D85A2}"/>
          </ac:spMkLst>
        </pc:spChg>
        <pc:spChg chg="mod">
          <ac:chgData name="王月" userId="9d7c2960-20f1-43a9-b353-abcb8eec574b" providerId="ADAL" clId="{28D517C4-3A8A-44D2-9B3D-408962D98F68}" dt="2022-01-05T09:32:10.569" v="7653" actId="20577"/>
          <ac:spMkLst>
            <pc:docMk/>
            <pc:sldMk cId="396408486" sldId="288"/>
            <ac:spMk id="105" creationId="{BFDD6873-C5A1-45EA-A48C-AF6FF7DA7985}"/>
          </ac:spMkLst>
        </pc:spChg>
        <pc:spChg chg="mod">
          <ac:chgData name="王月" userId="9d7c2960-20f1-43a9-b353-abcb8eec574b" providerId="ADAL" clId="{28D517C4-3A8A-44D2-9B3D-408962D98F68}" dt="2022-01-05T09:29:58.488" v="7618" actId="20577"/>
          <ac:spMkLst>
            <pc:docMk/>
            <pc:sldMk cId="396408486" sldId="288"/>
            <ac:spMk id="125" creationId="{D62C2337-0792-4AF0-B075-E0156D9321F8}"/>
          </ac:spMkLst>
        </pc:spChg>
      </pc:sldChg>
      <pc:sldChg chg="modSp add mod modNotesTx">
        <pc:chgData name="王月" userId="9d7c2960-20f1-43a9-b353-abcb8eec574b" providerId="ADAL" clId="{28D517C4-3A8A-44D2-9B3D-408962D98F68}" dt="2022-01-05T10:44:35.957" v="8167" actId="20577"/>
        <pc:sldMkLst>
          <pc:docMk/>
          <pc:sldMk cId="1600552218" sldId="289"/>
        </pc:sldMkLst>
        <pc:spChg chg="mod">
          <ac:chgData name="王月" userId="9d7c2960-20f1-43a9-b353-abcb8eec574b" providerId="ADAL" clId="{28D517C4-3A8A-44D2-9B3D-408962D98F68}" dt="2022-01-05T09:30:49.512" v="7636" actId="20577"/>
          <ac:spMkLst>
            <pc:docMk/>
            <pc:sldMk cId="1600552218" sldId="289"/>
            <ac:spMk id="54" creationId="{25FD9017-67F8-4290-A168-2CB68C008ABC}"/>
          </ac:spMkLst>
        </pc:spChg>
        <pc:spChg chg="mod">
          <ac:chgData name="王月" userId="9d7c2960-20f1-43a9-b353-abcb8eec574b" providerId="ADAL" clId="{28D517C4-3A8A-44D2-9B3D-408962D98F68}" dt="2022-01-05T09:30:41.339" v="7630" actId="20577"/>
          <ac:spMkLst>
            <pc:docMk/>
            <pc:sldMk cId="1600552218" sldId="289"/>
            <ac:spMk id="55" creationId="{7885B0FD-18FC-4EFE-BCC2-050DE760B313}"/>
          </ac:spMkLst>
        </pc:spChg>
        <pc:spChg chg="mod">
          <ac:chgData name="王月" userId="9d7c2960-20f1-43a9-b353-abcb8eec574b" providerId="ADAL" clId="{28D517C4-3A8A-44D2-9B3D-408962D98F68}" dt="2022-01-05T09:30:31.720" v="7627"/>
          <ac:spMkLst>
            <pc:docMk/>
            <pc:sldMk cId="1600552218" sldId="289"/>
            <ac:spMk id="68" creationId="{7EA69B6D-3639-4610-8CA9-DE0E49CF3F0C}"/>
          </ac:spMkLst>
        </pc:spChg>
        <pc:spChg chg="mod">
          <ac:chgData name="王月" userId="9d7c2960-20f1-43a9-b353-abcb8eec574b" providerId="ADAL" clId="{28D517C4-3A8A-44D2-9B3D-408962D98F68}" dt="2022-01-05T09:31:22.988" v="7642" actId="20577"/>
          <ac:spMkLst>
            <pc:docMk/>
            <pc:sldMk cId="1600552218" sldId="289"/>
            <ac:spMk id="94" creationId="{DA99C221-B936-4EB0-93AB-B90799578D6F}"/>
          </ac:spMkLst>
        </pc:spChg>
        <pc:spChg chg="mod">
          <ac:chgData name="王月" userId="9d7c2960-20f1-43a9-b353-abcb8eec574b" providerId="ADAL" clId="{28D517C4-3A8A-44D2-9B3D-408962D98F68}" dt="2022-01-05T09:36:17.499" v="7675" actId="20577"/>
          <ac:spMkLst>
            <pc:docMk/>
            <pc:sldMk cId="1600552218" sldId="289"/>
            <ac:spMk id="96" creationId="{57E1B1EE-749A-4171-925B-C9A2808D85A2}"/>
          </ac:spMkLst>
        </pc:spChg>
        <pc:spChg chg="mod">
          <ac:chgData name="王月" userId="9d7c2960-20f1-43a9-b353-abcb8eec574b" providerId="ADAL" clId="{28D517C4-3A8A-44D2-9B3D-408962D98F68}" dt="2022-01-05T09:31:54.200" v="7649" actId="20577"/>
          <ac:spMkLst>
            <pc:docMk/>
            <pc:sldMk cId="1600552218" sldId="289"/>
            <ac:spMk id="105" creationId="{BFDD6873-C5A1-45EA-A48C-AF6FF7DA7985}"/>
          </ac:spMkLst>
        </pc:spChg>
        <pc:spChg chg="mod">
          <ac:chgData name="王月" userId="9d7c2960-20f1-43a9-b353-abcb8eec574b" providerId="ADAL" clId="{28D517C4-3A8A-44D2-9B3D-408962D98F68}" dt="2022-01-05T09:31:30.855" v="7645" actId="20577"/>
          <ac:spMkLst>
            <pc:docMk/>
            <pc:sldMk cId="1600552218" sldId="289"/>
            <ac:spMk id="125" creationId="{D62C2337-0792-4AF0-B075-E0156D9321F8}"/>
          </ac:spMkLst>
        </pc:spChg>
      </pc:sldChg>
      <pc:sldChg chg="modSp add mod modNotesTx">
        <pc:chgData name="王月" userId="9d7c2960-20f1-43a9-b353-abcb8eec574b" providerId="ADAL" clId="{28D517C4-3A8A-44D2-9B3D-408962D98F68}" dt="2022-01-05T10:44:39.092" v="8168" actId="20577"/>
        <pc:sldMkLst>
          <pc:docMk/>
          <pc:sldMk cId="830646206" sldId="290"/>
        </pc:sldMkLst>
        <pc:spChg chg="mod">
          <ac:chgData name="王月" userId="9d7c2960-20f1-43a9-b353-abcb8eec574b" providerId="ADAL" clId="{28D517C4-3A8A-44D2-9B3D-408962D98F68}" dt="2022-01-05T09:37:18.279" v="7687" actId="20577"/>
          <ac:spMkLst>
            <pc:docMk/>
            <pc:sldMk cId="830646206" sldId="290"/>
            <ac:spMk id="54" creationId="{25FD9017-67F8-4290-A168-2CB68C008ABC}"/>
          </ac:spMkLst>
        </pc:spChg>
        <pc:spChg chg="mod">
          <ac:chgData name="王月" userId="9d7c2960-20f1-43a9-b353-abcb8eec574b" providerId="ADAL" clId="{28D517C4-3A8A-44D2-9B3D-408962D98F68}" dt="2022-01-05T09:37:06.663" v="7682" actId="20577"/>
          <ac:spMkLst>
            <pc:docMk/>
            <pc:sldMk cId="830646206" sldId="290"/>
            <ac:spMk id="55" creationId="{7885B0FD-18FC-4EFE-BCC2-050DE760B313}"/>
          </ac:spMkLst>
        </pc:spChg>
        <pc:spChg chg="mod">
          <ac:chgData name="王月" userId="9d7c2960-20f1-43a9-b353-abcb8eec574b" providerId="ADAL" clId="{28D517C4-3A8A-44D2-9B3D-408962D98F68}" dt="2022-01-05T09:36:43.211" v="7678"/>
          <ac:spMkLst>
            <pc:docMk/>
            <pc:sldMk cId="830646206" sldId="290"/>
            <ac:spMk id="68" creationId="{7EA69B6D-3639-4610-8CA9-DE0E49CF3F0C}"/>
          </ac:spMkLst>
        </pc:spChg>
        <pc:spChg chg="mod">
          <ac:chgData name="王月" userId="9d7c2960-20f1-43a9-b353-abcb8eec574b" providerId="ADAL" clId="{28D517C4-3A8A-44D2-9B3D-408962D98F68}" dt="2022-01-05T09:37:56.984" v="7696" actId="20577"/>
          <ac:spMkLst>
            <pc:docMk/>
            <pc:sldMk cId="830646206" sldId="290"/>
            <ac:spMk id="96" creationId="{57E1B1EE-749A-4171-925B-C9A2808D85A2}"/>
          </ac:spMkLst>
        </pc:spChg>
        <pc:spChg chg="mod">
          <ac:chgData name="王月" userId="9d7c2960-20f1-43a9-b353-abcb8eec574b" providerId="ADAL" clId="{28D517C4-3A8A-44D2-9B3D-408962D98F68}" dt="2022-01-05T09:37:50.611" v="7692" actId="20577"/>
          <ac:spMkLst>
            <pc:docMk/>
            <pc:sldMk cId="830646206" sldId="290"/>
            <ac:spMk id="105" creationId="{BFDD6873-C5A1-45EA-A48C-AF6FF7DA7985}"/>
          </ac:spMkLst>
        </pc:spChg>
      </pc:sldChg>
      <pc:sldChg chg="modSp add mod modNotesTx">
        <pc:chgData name="王月" userId="9d7c2960-20f1-43a9-b353-abcb8eec574b" providerId="ADAL" clId="{28D517C4-3A8A-44D2-9B3D-408962D98F68}" dt="2022-01-05T10:46:06.565" v="8176" actId="20577"/>
        <pc:sldMkLst>
          <pc:docMk/>
          <pc:sldMk cId="1818977063" sldId="291"/>
        </pc:sldMkLst>
        <pc:spChg chg="mod">
          <ac:chgData name="王月" userId="9d7c2960-20f1-43a9-b353-abcb8eec574b" providerId="ADAL" clId="{28D517C4-3A8A-44D2-9B3D-408962D98F68}" dt="2022-01-05T09:40:07.079" v="7713" actId="20577"/>
          <ac:spMkLst>
            <pc:docMk/>
            <pc:sldMk cId="1818977063" sldId="291"/>
            <ac:spMk id="54" creationId="{25FD9017-67F8-4290-A168-2CB68C008ABC}"/>
          </ac:spMkLst>
        </pc:spChg>
        <pc:spChg chg="mod">
          <ac:chgData name="王月" userId="9d7c2960-20f1-43a9-b353-abcb8eec574b" providerId="ADAL" clId="{28D517C4-3A8A-44D2-9B3D-408962D98F68}" dt="2022-01-05T09:39:47.561" v="7704" actId="20577"/>
          <ac:spMkLst>
            <pc:docMk/>
            <pc:sldMk cId="1818977063" sldId="291"/>
            <ac:spMk id="55" creationId="{7885B0FD-18FC-4EFE-BCC2-050DE760B313}"/>
          </ac:spMkLst>
        </pc:spChg>
        <pc:spChg chg="mod">
          <ac:chgData name="王月" userId="9d7c2960-20f1-43a9-b353-abcb8eec574b" providerId="ADAL" clId="{28D517C4-3A8A-44D2-9B3D-408962D98F68}" dt="2022-01-05T09:39:33.433" v="7701"/>
          <ac:spMkLst>
            <pc:docMk/>
            <pc:sldMk cId="1818977063" sldId="291"/>
            <ac:spMk id="68" creationId="{7EA69B6D-3639-4610-8CA9-DE0E49CF3F0C}"/>
          </ac:spMkLst>
        </pc:spChg>
        <pc:spChg chg="mod">
          <ac:chgData name="王月" userId="9d7c2960-20f1-43a9-b353-abcb8eec574b" providerId="ADAL" clId="{28D517C4-3A8A-44D2-9B3D-408962D98F68}" dt="2022-01-05T09:40:42.602" v="7724" actId="20577"/>
          <ac:spMkLst>
            <pc:docMk/>
            <pc:sldMk cId="1818977063" sldId="291"/>
            <ac:spMk id="96" creationId="{57E1B1EE-749A-4171-925B-C9A2808D85A2}"/>
          </ac:spMkLst>
        </pc:spChg>
        <pc:spChg chg="mod">
          <ac:chgData name="王月" userId="9d7c2960-20f1-43a9-b353-abcb8eec574b" providerId="ADAL" clId="{28D517C4-3A8A-44D2-9B3D-408962D98F68}" dt="2022-01-05T09:40:35.783" v="7720" actId="20577"/>
          <ac:spMkLst>
            <pc:docMk/>
            <pc:sldMk cId="1818977063" sldId="291"/>
            <ac:spMk id="105" creationId="{BFDD6873-C5A1-45EA-A48C-AF6FF7DA7985}"/>
          </ac:spMkLst>
        </pc:spChg>
      </pc:sldChg>
      <pc:sldChg chg="modSp add mod modNotesTx">
        <pc:chgData name="王月" userId="9d7c2960-20f1-43a9-b353-abcb8eec574b" providerId="ADAL" clId="{28D517C4-3A8A-44D2-9B3D-408962D98F68}" dt="2022-01-05T10:46:13.589" v="8177" actId="20577"/>
        <pc:sldMkLst>
          <pc:docMk/>
          <pc:sldMk cId="2718520257" sldId="292"/>
        </pc:sldMkLst>
        <pc:spChg chg="mod">
          <ac:chgData name="王月" userId="9d7c2960-20f1-43a9-b353-abcb8eec574b" providerId="ADAL" clId="{28D517C4-3A8A-44D2-9B3D-408962D98F68}" dt="2022-01-05T09:41:14.456" v="7740" actId="20577"/>
          <ac:spMkLst>
            <pc:docMk/>
            <pc:sldMk cId="2718520257" sldId="292"/>
            <ac:spMk id="54" creationId="{25FD9017-67F8-4290-A168-2CB68C008ABC}"/>
          </ac:spMkLst>
        </pc:spChg>
        <pc:spChg chg="mod">
          <ac:chgData name="王月" userId="9d7c2960-20f1-43a9-b353-abcb8eec574b" providerId="ADAL" clId="{28D517C4-3A8A-44D2-9B3D-408962D98F68}" dt="2022-01-05T09:41:01.688" v="7732" actId="20577"/>
          <ac:spMkLst>
            <pc:docMk/>
            <pc:sldMk cId="2718520257" sldId="292"/>
            <ac:spMk id="55" creationId="{7885B0FD-18FC-4EFE-BCC2-050DE760B313}"/>
          </ac:spMkLst>
        </pc:spChg>
        <pc:spChg chg="mod">
          <ac:chgData name="王月" userId="9d7c2960-20f1-43a9-b353-abcb8eec574b" providerId="ADAL" clId="{28D517C4-3A8A-44D2-9B3D-408962D98F68}" dt="2022-01-05T09:43:48.860" v="7804"/>
          <ac:spMkLst>
            <pc:docMk/>
            <pc:sldMk cId="2718520257" sldId="292"/>
            <ac:spMk id="68" creationId="{7EA69B6D-3639-4610-8CA9-DE0E49CF3F0C}"/>
          </ac:spMkLst>
        </pc:spChg>
        <pc:spChg chg="mod">
          <ac:chgData name="王月" userId="9d7c2960-20f1-43a9-b353-abcb8eec574b" providerId="ADAL" clId="{28D517C4-3A8A-44D2-9B3D-408962D98F68}" dt="2022-01-05T09:41:51.847" v="7753" actId="20577"/>
          <ac:spMkLst>
            <pc:docMk/>
            <pc:sldMk cId="2718520257" sldId="292"/>
            <ac:spMk id="96" creationId="{57E1B1EE-749A-4171-925B-C9A2808D85A2}"/>
          </ac:spMkLst>
        </pc:spChg>
        <pc:spChg chg="mod">
          <ac:chgData name="王月" userId="9d7c2960-20f1-43a9-b353-abcb8eec574b" providerId="ADAL" clId="{28D517C4-3A8A-44D2-9B3D-408962D98F68}" dt="2022-01-05T09:41:37.031" v="7749" actId="20577"/>
          <ac:spMkLst>
            <pc:docMk/>
            <pc:sldMk cId="2718520257" sldId="292"/>
            <ac:spMk id="105" creationId="{BFDD6873-C5A1-45EA-A48C-AF6FF7DA7985}"/>
          </ac:spMkLst>
        </pc:spChg>
      </pc:sldChg>
      <pc:sldChg chg="modSp add mod modNotesTx">
        <pc:chgData name="王月" userId="9d7c2960-20f1-43a9-b353-abcb8eec574b" providerId="ADAL" clId="{28D517C4-3A8A-44D2-9B3D-408962D98F68}" dt="2022-01-05T10:46:16.476" v="8178" actId="20577"/>
        <pc:sldMkLst>
          <pc:docMk/>
          <pc:sldMk cId="3180307571" sldId="293"/>
        </pc:sldMkLst>
        <pc:spChg chg="mod">
          <ac:chgData name="王月" userId="9d7c2960-20f1-43a9-b353-abcb8eec574b" providerId="ADAL" clId="{28D517C4-3A8A-44D2-9B3D-408962D98F68}" dt="2022-01-05T09:42:43.639" v="7767" actId="20577"/>
          <ac:spMkLst>
            <pc:docMk/>
            <pc:sldMk cId="3180307571" sldId="293"/>
            <ac:spMk id="54" creationId="{25FD9017-67F8-4290-A168-2CB68C008ABC}"/>
          </ac:spMkLst>
        </pc:spChg>
        <pc:spChg chg="mod">
          <ac:chgData name="王月" userId="9d7c2960-20f1-43a9-b353-abcb8eec574b" providerId="ADAL" clId="{28D517C4-3A8A-44D2-9B3D-408962D98F68}" dt="2022-01-05T09:42:31.255" v="7759" actId="20577"/>
          <ac:spMkLst>
            <pc:docMk/>
            <pc:sldMk cId="3180307571" sldId="293"/>
            <ac:spMk id="55" creationId="{7885B0FD-18FC-4EFE-BCC2-050DE760B313}"/>
          </ac:spMkLst>
        </pc:spChg>
        <pc:spChg chg="mod">
          <ac:chgData name="王月" userId="9d7c2960-20f1-43a9-b353-abcb8eec574b" providerId="ADAL" clId="{28D517C4-3A8A-44D2-9B3D-408962D98F68}" dt="2022-01-05T09:44:00.035" v="7805"/>
          <ac:spMkLst>
            <pc:docMk/>
            <pc:sldMk cId="3180307571" sldId="293"/>
            <ac:spMk id="68" creationId="{7EA69B6D-3639-4610-8CA9-DE0E49CF3F0C}"/>
          </ac:spMkLst>
        </pc:spChg>
        <pc:spChg chg="mod">
          <ac:chgData name="王月" userId="9d7c2960-20f1-43a9-b353-abcb8eec574b" providerId="ADAL" clId="{28D517C4-3A8A-44D2-9B3D-408962D98F68}" dt="2022-01-05T09:43:20.183" v="7799" actId="20577"/>
          <ac:spMkLst>
            <pc:docMk/>
            <pc:sldMk cId="3180307571" sldId="293"/>
            <ac:spMk id="96" creationId="{57E1B1EE-749A-4171-925B-C9A2808D85A2}"/>
          </ac:spMkLst>
        </pc:spChg>
        <pc:spChg chg="mod">
          <ac:chgData name="王月" userId="9d7c2960-20f1-43a9-b353-abcb8eec574b" providerId="ADAL" clId="{28D517C4-3A8A-44D2-9B3D-408962D98F68}" dt="2022-01-05T09:43:11.307" v="7793"/>
          <ac:spMkLst>
            <pc:docMk/>
            <pc:sldMk cId="3180307571" sldId="293"/>
            <ac:spMk id="105" creationId="{BFDD6873-C5A1-45EA-A48C-AF6FF7DA7985}"/>
          </ac:spMkLst>
        </pc:spChg>
        <pc:spChg chg="mod">
          <ac:chgData name="王月" userId="9d7c2960-20f1-43a9-b353-abcb8eec574b" providerId="ADAL" clId="{28D517C4-3A8A-44D2-9B3D-408962D98F68}" dt="2022-01-05T09:42:58.935" v="7780" actId="113"/>
          <ac:spMkLst>
            <pc:docMk/>
            <pc:sldMk cId="3180307571" sldId="293"/>
            <ac:spMk id="106" creationId="{AB97843F-1EE7-4862-A5E2-505706CDBA18}"/>
          </ac:spMkLst>
        </pc:spChg>
      </pc:sldChg>
      <pc:sldChg chg="modSp add mod ord modNotesTx">
        <pc:chgData name="王月" userId="9d7c2960-20f1-43a9-b353-abcb8eec574b" providerId="ADAL" clId="{28D517C4-3A8A-44D2-9B3D-408962D98F68}" dt="2022-01-05T10:46:19.224" v="8179" actId="20577"/>
        <pc:sldMkLst>
          <pc:docMk/>
          <pc:sldMk cId="4173807665" sldId="294"/>
        </pc:sldMkLst>
        <pc:spChg chg="mod">
          <ac:chgData name="王月" userId="9d7c2960-20f1-43a9-b353-abcb8eec574b" providerId="ADAL" clId="{28D517C4-3A8A-44D2-9B3D-408962D98F68}" dt="2022-01-05T09:44:49.016" v="7820" actId="20577"/>
          <ac:spMkLst>
            <pc:docMk/>
            <pc:sldMk cId="4173807665" sldId="294"/>
            <ac:spMk id="54" creationId="{25FD9017-67F8-4290-A168-2CB68C008ABC}"/>
          </ac:spMkLst>
        </pc:spChg>
        <pc:spChg chg="mod">
          <ac:chgData name="王月" userId="9d7c2960-20f1-43a9-b353-abcb8eec574b" providerId="ADAL" clId="{28D517C4-3A8A-44D2-9B3D-408962D98F68}" dt="2022-01-05T09:47:19.865" v="7839" actId="20577"/>
          <ac:spMkLst>
            <pc:docMk/>
            <pc:sldMk cId="4173807665" sldId="294"/>
            <ac:spMk id="55" creationId="{7885B0FD-18FC-4EFE-BCC2-050DE760B313}"/>
          </ac:spMkLst>
        </pc:spChg>
        <pc:spChg chg="mod">
          <ac:chgData name="王月" userId="9d7c2960-20f1-43a9-b353-abcb8eec574b" providerId="ADAL" clId="{28D517C4-3A8A-44D2-9B3D-408962D98F68}" dt="2022-01-05T09:44:23.568" v="7807"/>
          <ac:spMkLst>
            <pc:docMk/>
            <pc:sldMk cId="4173807665" sldId="294"/>
            <ac:spMk id="68" creationId="{7EA69B6D-3639-4610-8CA9-DE0E49CF3F0C}"/>
          </ac:spMkLst>
        </pc:spChg>
        <pc:spChg chg="mod">
          <ac:chgData name="王月" userId="9d7c2960-20f1-43a9-b353-abcb8eec574b" providerId="ADAL" clId="{28D517C4-3A8A-44D2-9B3D-408962D98F68}" dt="2022-01-05T09:45:24.710" v="7832" actId="20577"/>
          <ac:spMkLst>
            <pc:docMk/>
            <pc:sldMk cId="4173807665" sldId="294"/>
            <ac:spMk id="96" creationId="{57E1B1EE-749A-4171-925B-C9A2808D85A2}"/>
          </ac:spMkLst>
        </pc:spChg>
        <pc:spChg chg="mod">
          <ac:chgData name="王月" userId="9d7c2960-20f1-43a9-b353-abcb8eec574b" providerId="ADAL" clId="{28D517C4-3A8A-44D2-9B3D-408962D98F68}" dt="2022-01-05T09:45:17.656" v="7828" actId="20577"/>
          <ac:spMkLst>
            <pc:docMk/>
            <pc:sldMk cId="4173807665" sldId="294"/>
            <ac:spMk id="105" creationId="{BFDD6873-C5A1-45EA-A48C-AF6FF7DA7985}"/>
          </ac:spMkLst>
        </pc:spChg>
      </pc:sldChg>
      <pc:sldChg chg="modSp add mod modNotesTx">
        <pc:chgData name="王月" userId="9d7c2960-20f1-43a9-b353-abcb8eec574b" providerId="ADAL" clId="{28D517C4-3A8A-44D2-9B3D-408962D98F68}" dt="2022-01-05T10:46:21.604" v="8180" actId="20577"/>
        <pc:sldMkLst>
          <pc:docMk/>
          <pc:sldMk cId="3233605169" sldId="295"/>
        </pc:sldMkLst>
        <pc:spChg chg="mod">
          <ac:chgData name="王月" userId="9d7c2960-20f1-43a9-b353-abcb8eec574b" providerId="ADAL" clId="{28D517C4-3A8A-44D2-9B3D-408962D98F68}" dt="2022-01-05T09:48:04.104" v="7850" actId="20577"/>
          <ac:spMkLst>
            <pc:docMk/>
            <pc:sldMk cId="3233605169" sldId="295"/>
            <ac:spMk id="54" creationId="{25FD9017-67F8-4290-A168-2CB68C008ABC}"/>
          </ac:spMkLst>
        </pc:spChg>
        <pc:spChg chg="mod">
          <ac:chgData name="王月" userId="9d7c2960-20f1-43a9-b353-abcb8eec574b" providerId="ADAL" clId="{28D517C4-3A8A-44D2-9B3D-408962D98F68}" dt="2022-01-05T09:47:12.847" v="7838" actId="20577"/>
          <ac:spMkLst>
            <pc:docMk/>
            <pc:sldMk cId="3233605169" sldId="295"/>
            <ac:spMk id="55" creationId="{7885B0FD-18FC-4EFE-BCC2-050DE760B313}"/>
          </ac:spMkLst>
        </pc:spChg>
        <pc:spChg chg="mod">
          <ac:chgData name="王月" userId="9d7c2960-20f1-43a9-b353-abcb8eec574b" providerId="ADAL" clId="{28D517C4-3A8A-44D2-9B3D-408962D98F68}" dt="2022-01-05T09:47:05.059" v="7835"/>
          <ac:spMkLst>
            <pc:docMk/>
            <pc:sldMk cId="3233605169" sldId="295"/>
            <ac:spMk id="68" creationId="{7EA69B6D-3639-4610-8CA9-DE0E49CF3F0C}"/>
          </ac:spMkLst>
        </pc:spChg>
        <pc:spChg chg="mod">
          <ac:chgData name="王月" userId="9d7c2960-20f1-43a9-b353-abcb8eec574b" providerId="ADAL" clId="{28D517C4-3A8A-44D2-9B3D-408962D98F68}" dt="2022-01-05T09:48:31.479" v="7859" actId="20577"/>
          <ac:spMkLst>
            <pc:docMk/>
            <pc:sldMk cId="3233605169" sldId="295"/>
            <ac:spMk id="96" creationId="{57E1B1EE-749A-4171-925B-C9A2808D85A2}"/>
          </ac:spMkLst>
        </pc:spChg>
        <pc:spChg chg="mod">
          <ac:chgData name="王月" userId="9d7c2960-20f1-43a9-b353-abcb8eec574b" providerId="ADAL" clId="{28D517C4-3A8A-44D2-9B3D-408962D98F68}" dt="2022-01-05T09:48:23.271" v="7854" actId="20577"/>
          <ac:spMkLst>
            <pc:docMk/>
            <pc:sldMk cId="3233605169" sldId="295"/>
            <ac:spMk id="105" creationId="{BFDD6873-C5A1-45EA-A48C-AF6FF7DA7985}"/>
          </ac:spMkLst>
        </pc:spChg>
      </pc:sldChg>
      <pc:sldChg chg="modSp add mod modNotesTx">
        <pc:chgData name="王月" userId="9d7c2960-20f1-43a9-b353-abcb8eec574b" providerId="ADAL" clId="{28D517C4-3A8A-44D2-9B3D-408962D98F68}" dt="2022-01-05T10:46:23.924" v="8181" actId="20577"/>
        <pc:sldMkLst>
          <pc:docMk/>
          <pc:sldMk cId="537336185" sldId="296"/>
        </pc:sldMkLst>
        <pc:spChg chg="mod">
          <ac:chgData name="王月" userId="9d7c2960-20f1-43a9-b353-abcb8eec574b" providerId="ADAL" clId="{28D517C4-3A8A-44D2-9B3D-408962D98F68}" dt="2022-01-05T09:49:19.224" v="7876" actId="20577"/>
          <ac:spMkLst>
            <pc:docMk/>
            <pc:sldMk cId="537336185" sldId="296"/>
            <ac:spMk id="54" creationId="{25FD9017-67F8-4290-A168-2CB68C008ABC}"/>
          </ac:spMkLst>
        </pc:spChg>
        <pc:spChg chg="mod">
          <ac:chgData name="王月" userId="9d7c2960-20f1-43a9-b353-abcb8eec574b" providerId="ADAL" clId="{28D517C4-3A8A-44D2-9B3D-408962D98F68}" dt="2022-01-05T09:49:05.495" v="7867" actId="20577"/>
          <ac:spMkLst>
            <pc:docMk/>
            <pc:sldMk cId="537336185" sldId="296"/>
            <ac:spMk id="55" creationId="{7885B0FD-18FC-4EFE-BCC2-050DE760B313}"/>
          </ac:spMkLst>
        </pc:spChg>
        <pc:spChg chg="mod">
          <ac:chgData name="王月" userId="9d7c2960-20f1-43a9-b353-abcb8eec574b" providerId="ADAL" clId="{28D517C4-3A8A-44D2-9B3D-408962D98F68}" dt="2022-01-05T09:48:58.112" v="7863"/>
          <ac:spMkLst>
            <pc:docMk/>
            <pc:sldMk cId="537336185" sldId="296"/>
            <ac:spMk id="68" creationId="{7EA69B6D-3639-4610-8CA9-DE0E49CF3F0C}"/>
          </ac:spMkLst>
        </pc:spChg>
        <pc:spChg chg="mod">
          <ac:chgData name="王月" userId="9d7c2960-20f1-43a9-b353-abcb8eec574b" providerId="ADAL" clId="{28D517C4-3A8A-44D2-9B3D-408962D98F68}" dt="2022-01-05T09:49:43.801" v="7884" actId="20577"/>
          <ac:spMkLst>
            <pc:docMk/>
            <pc:sldMk cId="537336185" sldId="296"/>
            <ac:spMk id="96" creationId="{57E1B1EE-749A-4171-925B-C9A2808D85A2}"/>
          </ac:spMkLst>
        </pc:spChg>
        <pc:spChg chg="mod">
          <ac:chgData name="王月" userId="9d7c2960-20f1-43a9-b353-abcb8eec574b" providerId="ADAL" clId="{28D517C4-3A8A-44D2-9B3D-408962D98F68}" dt="2022-01-05T09:49:35.481" v="7879" actId="20577"/>
          <ac:spMkLst>
            <pc:docMk/>
            <pc:sldMk cId="537336185" sldId="296"/>
            <ac:spMk id="105" creationId="{BFDD6873-C5A1-45EA-A48C-AF6FF7DA7985}"/>
          </ac:spMkLst>
        </pc:spChg>
      </pc:sldChg>
      <pc:sldChg chg="modSp add mod modNotesTx">
        <pc:chgData name="王月" userId="9d7c2960-20f1-43a9-b353-abcb8eec574b" providerId="ADAL" clId="{28D517C4-3A8A-44D2-9B3D-408962D98F68}" dt="2022-01-05T10:46:31.109" v="8183" actId="20577"/>
        <pc:sldMkLst>
          <pc:docMk/>
          <pc:sldMk cId="2391229859" sldId="297"/>
        </pc:sldMkLst>
        <pc:spChg chg="mod">
          <ac:chgData name="王月" userId="9d7c2960-20f1-43a9-b353-abcb8eec574b" providerId="ADAL" clId="{28D517C4-3A8A-44D2-9B3D-408962D98F68}" dt="2022-01-05T09:50:26.503" v="7900" actId="20577"/>
          <ac:spMkLst>
            <pc:docMk/>
            <pc:sldMk cId="2391229859" sldId="297"/>
            <ac:spMk id="54" creationId="{25FD9017-67F8-4290-A168-2CB68C008ABC}"/>
          </ac:spMkLst>
        </pc:spChg>
        <pc:spChg chg="mod">
          <ac:chgData name="王月" userId="9d7c2960-20f1-43a9-b353-abcb8eec574b" providerId="ADAL" clId="{28D517C4-3A8A-44D2-9B3D-408962D98F68}" dt="2022-01-05T09:50:14.534" v="7891" actId="20577"/>
          <ac:spMkLst>
            <pc:docMk/>
            <pc:sldMk cId="2391229859" sldId="297"/>
            <ac:spMk id="55" creationId="{7885B0FD-18FC-4EFE-BCC2-050DE760B313}"/>
          </ac:spMkLst>
        </pc:spChg>
        <pc:spChg chg="mod">
          <ac:chgData name="王月" userId="9d7c2960-20f1-43a9-b353-abcb8eec574b" providerId="ADAL" clId="{28D517C4-3A8A-44D2-9B3D-408962D98F68}" dt="2022-01-05T10:46:26.970" v="8182" actId="20577"/>
          <ac:spMkLst>
            <pc:docMk/>
            <pc:sldMk cId="2391229859" sldId="297"/>
            <ac:spMk id="68" creationId="{7EA69B6D-3639-4610-8CA9-DE0E49CF3F0C}"/>
          </ac:spMkLst>
        </pc:spChg>
        <pc:spChg chg="mod">
          <ac:chgData name="王月" userId="9d7c2960-20f1-43a9-b353-abcb8eec574b" providerId="ADAL" clId="{28D517C4-3A8A-44D2-9B3D-408962D98F68}" dt="2022-01-05T09:50:47.863" v="7915" actId="20577"/>
          <ac:spMkLst>
            <pc:docMk/>
            <pc:sldMk cId="2391229859" sldId="297"/>
            <ac:spMk id="96" creationId="{57E1B1EE-749A-4171-925B-C9A2808D85A2}"/>
          </ac:spMkLst>
        </pc:spChg>
        <pc:spChg chg="mod">
          <ac:chgData name="王月" userId="9d7c2960-20f1-43a9-b353-abcb8eec574b" providerId="ADAL" clId="{28D517C4-3A8A-44D2-9B3D-408962D98F68}" dt="2022-01-05T09:50:41.064" v="7910" actId="20577"/>
          <ac:spMkLst>
            <pc:docMk/>
            <pc:sldMk cId="2391229859" sldId="297"/>
            <ac:spMk id="105" creationId="{BFDD6873-C5A1-45EA-A48C-AF6FF7DA7985}"/>
          </ac:spMkLst>
        </pc:spChg>
      </pc:sldChg>
      <pc:sldChg chg="modSp add mod modNotesTx">
        <pc:chgData name="王月" userId="9d7c2960-20f1-43a9-b353-abcb8eec574b" providerId="ADAL" clId="{28D517C4-3A8A-44D2-9B3D-408962D98F68}" dt="2022-01-05T10:44:52.631" v="8169" actId="20577"/>
        <pc:sldMkLst>
          <pc:docMk/>
          <pc:sldMk cId="3150849797" sldId="298"/>
        </pc:sldMkLst>
        <pc:spChg chg="mod">
          <ac:chgData name="王月" userId="9d7c2960-20f1-43a9-b353-abcb8eec574b" providerId="ADAL" clId="{28D517C4-3A8A-44D2-9B3D-408962D98F68}" dt="2022-01-05T10:30:24.276" v="7932" actId="20577"/>
          <ac:spMkLst>
            <pc:docMk/>
            <pc:sldMk cId="3150849797" sldId="298"/>
            <ac:spMk id="54" creationId="{25FD9017-67F8-4290-A168-2CB68C008ABC}"/>
          </ac:spMkLst>
        </pc:spChg>
        <pc:spChg chg="mod">
          <ac:chgData name="王月" userId="9d7c2960-20f1-43a9-b353-abcb8eec574b" providerId="ADAL" clId="{28D517C4-3A8A-44D2-9B3D-408962D98F68}" dt="2022-01-05T10:30:08.067" v="7924" actId="20577"/>
          <ac:spMkLst>
            <pc:docMk/>
            <pc:sldMk cId="3150849797" sldId="298"/>
            <ac:spMk id="55" creationId="{7885B0FD-18FC-4EFE-BCC2-050DE760B313}"/>
          </ac:spMkLst>
        </pc:spChg>
        <pc:spChg chg="mod">
          <ac:chgData name="王月" userId="9d7c2960-20f1-43a9-b353-abcb8eec574b" providerId="ADAL" clId="{28D517C4-3A8A-44D2-9B3D-408962D98F68}" dt="2022-01-05T10:29:45.258" v="7920"/>
          <ac:spMkLst>
            <pc:docMk/>
            <pc:sldMk cId="3150849797" sldId="298"/>
            <ac:spMk id="68" creationId="{7EA69B6D-3639-4610-8CA9-DE0E49CF3F0C}"/>
          </ac:spMkLst>
        </pc:spChg>
        <pc:spChg chg="mod">
          <ac:chgData name="王月" userId="9d7c2960-20f1-43a9-b353-abcb8eec574b" providerId="ADAL" clId="{28D517C4-3A8A-44D2-9B3D-408962D98F68}" dt="2022-01-05T10:31:18.932" v="7943" actId="20577"/>
          <ac:spMkLst>
            <pc:docMk/>
            <pc:sldMk cId="3150849797" sldId="298"/>
            <ac:spMk id="96" creationId="{57E1B1EE-749A-4171-925B-C9A2808D85A2}"/>
          </ac:spMkLst>
        </pc:spChg>
        <pc:spChg chg="mod">
          <ac:chgData name="王月" userId="9d7c2960-20f1-43a9-b353-abcb8eec574b" providerId="ADAL" clId="{28D517C4-3A8A-44D2-9B3D-408962D98F68}" dt="2022-01-05T10:31:12.628" v="7939" actId="20577"/>
          <ac:spMkLst>
            <pc:docMk/>
            <pc:sldMk cId="3150849797" sldId="298"/>
            <ac:spMk id="105" creationId="{BFDD6873-C5A1-45EA-A48C-AF6FF7DA7985}"/>
          </ac:spMkLst>
        </pc:spChg>
      </pc:sldChg>
      <pc:sldChg chg="modSp add mod modNotesTx">
        <pc:chgData name="王月" userId="9d7c2960-20f1-43a9-b353-abcb8eec574b" providerId="ADAL" clId="{28D517C4-3A8A-44D2-9B3D-408962D98F68}" dt="2022-01-05T10:44:55.015" v="8170" actId="20577"/>
        <pc:sldMkLst>
          <pc:docMk/>
          <pc:sldMk cId="2615959725" sldId="299"/>
        </pc:sldMkLst>
        <pc:spChg chg="mod">
          <ac:chgData name="王月" userId="9d7c2960-20f1-43a9-b353-abcb8eec574b" providerId="ADAL" clId="{28D517C4-3A8A-44D2-9B3D-408962D98F68}" dt="2022-01-05T10:32:19.123" v="7957" actId="20577"/>
          <ac:spMkLst>
            <pc:docMk/>
            <pc:sldMk cId="2615959725" sldId="299"/>
            <ac:spMk id="54" creationId="{25FD9017-67F8-4290-A168-2CB68C008ABC}"/>
          </ac:spMkLst>
        </pc:spChg>
        <pc:spChg chg="mod">
          <ac:chgData name="王月" userId="9d7c2960-20f1-43a9-b353-abcb8eec574b" providerId="ADAL" clId="{28D517C4-3A8A-44D2-9B3D-408962D98F68}" dt="2022-01-05T10:32:05.638" v="7950" actId="20577"/>
          <ac:spMkLst>
            <pc:docMk/>
            <pc:sldMk cId="2615959725" sldId="299"/>
            <ac:spMk id="55" creationId="{7885B0FD-18FC-4EFE-BCC2-050DE760B313}"/>
          </ac:spMkLst>
        </pc:spChg>
        <pc:spChg chg="mod">
          <ac:chgData name="王月" userId="9d7c2960-20f1-43a9-b353-abcb8eec574b" providerId="ADAL" clId="{28D517C4-3A8A-44D2-9B3D-408962D98F68}" dt="2022-01-05T10:31:50.830" v="7947"/>
          <ac:spMkLst>
            <pc:docMk/>
            <pc:sldMk cId="2615959725" sldId="299"/>
            <ac:spMk id="68" creationId="{7EA69B6D-3639-4610-8CA9-DE0E49CF3F0C}"/>
          </ac:spMkLst>
        </pc:spChg>
        <pc:spChg chg="mod">
          <ac:chgData name="王月" userId="9d7c2960-20f1-43a9-b353-abcb8eec574b" providerId="ADAL" clId="{28D517C4-3A8A-44D2-9B3D-408962D98F68}" dt="2022-01-05T10:33:22.723" v="7972" actId="20577"/>
          <ac:spMkLst>
            <pc:docMk/>
            <pc:sldMk cId="2615959725" sldId="299"/>
            <ac:spMk id="96" creationId="{57E1B1EE-749A-4171-925B-C9A2808D85A2}"/>
          </ac:spMkLst>
        </pc:spChg>
        <pc:spChg chg="mod">
          <ac:chgData name="王月" userId="9d7c2960-20f1-43a9-b353-abcb8eec574b" providerId="ADAL" clId="{28D517C4-3A8A-44D2-9B3D-408962D98F68}" dt="2022-01-05T10:33:16.867" v="7968" actId="20577"/>
          <ac:spMkLst>
            <pc:docMk/>
            <pc:sldMk cId="2615959725" sldId="299"/>
            <ac:spMk id="105" creationId="{BFDD6873-C5A1-45EA-A48C-AF6FF7DA7985}"/>
          </ac:spMkLst>
        </pc:spChg>
        <pc:spChg chg="mod">
          <ac:chgData name="王月" userId="9d7c2960-20f1-43a9-b353-abcb8eec574b" providerId="ADAL" clId="{28D517C4-3A8A-44D2-9B3D-408962D98F68}" dt="2022-01-05T10:32:30.342" v="7958" actId="20577"/>
          <ac:spMkLst>
            <pc:docMk/>
            <pc:sldMk cId="2615959725" sldId="299"/>
            <ac:spMk id="145" creationId="{4CC22DEC-8211-4281-B5BB-B00244E11C43}"/>
          </ac:spMkLst>
        </pc:spChg>
        <pc:spChg chg="mod">
          <ac:chgData name="王月" userId="9d7c2960-20f1-43a9-b353-abcb8eec574b" providerId="ADAL" clId="{28D517C4-3A8A-44D2-9B3D-408962D98F68}" dt="2022-01-05T10:32:38.915" v="7961" actId="20577"/>
          <ac:spMkLst>
            <pc:docMk/>
            <pc:sldMk cId="2615959725" sldId="299"/>
            <ac:spMk id="149" creationId="{0C99AF4B-3E3B-424A-BEBB-E82DC9D0C547}"/>
          </ac:spMkLst>
        </pc:spChg>
      </pc:sldChg>
      <pc:sldChg chg="modSp add mod modNotesTx">
        <pc:chgData name="王月" userId="9d7c2960-20f1-43a9-b353-abcb8eec574b" providerId="ADAL" clId="{28D517C4-3A8A-44D2-9B3D-408962D98F68}" dt="2022-01-05T10:44:57.144" v="8171" actId="20577"/>
        <pc:sldMkLst>
          <pc:docMk/>
          <pc:sldMk cId="2193338718" sldId="300"/>
        </pc:sldMkLst>
        <pc:spChg chg="mod">
          <ac:chgData name="王月" userId="9d7c2960-20f1-43a9-b353-abcb8eec574b" providerId="ADAL" clId="{28D517C4-3A8A-44D2-9B3D-408962D98F68}" dt="2022-01-05T10:34:01.445" v="7979" actId="20577"/>
          <ac:spMkLst>
            <pc:docMk/>
            <pc:sldMk cId="2193338718" sldId="300"/>
            <ac:spMk id="54" creationId="{25FD9017-67F8-4290-A168-2CB68C008ABC}"/>
          </ac:spMkLst>
        </pc:spChg>
        <pc:spChg chg="mod">
          <ac:chgData name="王月" userId="9d7c2960-20f1-43a9-b353-abcb8eec574b" providerId="ADAL" clId="{28D517C4-3A8A-44D2-9B3D-408962D98F68}" dt="2022-01-05T10:33:41.078" v="7976" actId="20577"/>
          <ac:spMkLst>
            <pc:docMk/>
            <pc:sldMk cId="2193338718" sldId="300"/>
            <ac:spMk id="68" creationId="{7EA69B6D-3639-4610-8CA9-DE0E49CF3F0C}"/>
          </ac:spMkLst>
        </pc:spChg>
        <pc:spChg chg="mod">
          <ac:chgData name="王月" userId="9d7c2960-20f1-43a9-b353-abcb8eec574b" providerId="ADAL" clId="{28D517C4-3A8A-44D2-9B3D-408962D98F68}" dt="2022-01-05T10:34:24.664" v="7984" actId="20577"/>
          <ac:spMkLst>
            <pc:docMk/>
            <pc:sldMk cId="2193338718" sldId="300"/>
            <ac:spMk id="94" creationId="{DA99C221-B936-4EB0-93AB-B90799578D6F}"/>
          </ac:spMkLst>
        </pc:spChg>
        <pc:spChg chg="mod">
          <ac:chgData name="王月" userId="9d7c2960-20f1-43a9-b353-abcb8eec574b" providerId="ADAL" clId="{28D517C4-3A8A-44D2-9B3D-408962D98F68}" dt="2022-01-05T10:34:53.971" v="7996" actId="20577"/>
          <ac:spMkLst>
            <pc:docMk/>
            <pc:sldMk cId="2193338718" sldId="300"/>
            <ac:spMk id="96" creationId="{57E1B1EE-749A-4171-925B-C9A2808D85A2}"/>
          </ac:spMkLst>
        </pc:spChg>
        <pc:spChg chg="mod">
          <ac:chgData name="王月" userId="9d7c2960-20f1-43a9-b353-abcb8eec574b" providerId="ADAL" clId="{28D517C4-3A8A-44D2-9B3D-408962D98F68}" dt="2022-01-05T10:34:48.916" v="7992" actId="20577"/>
          <ac:spMkLst>
            <pc:docMk/>
            <pc:sldMk cId="2193338718" sldId="300"/>
            <ac:spMk id="105" creationId="{BFDD6873-C5A1-45EA-A48C-AF6FF7DA7985}"/>
          </ac:spMkLst>
        </pc:spChg>
        <pc:spChg chg="mod">
          <ac:chgData name="王月" userId="9d7c2960-20f1-43a9-b353-abcb8eec574b" providerId="ADAL" clId="{28D517C4-3A8A-44D2-9B3D-408962D98F68}" dt="2022-01-05T10:34:17.752" v="7983" actId="20577"/>
          <ac:spMkLst>
            <pc:docMk/>
            <pc:sldMk cId="2193338718" sldId="300"/>
            <ac:spMk id="145" creationId="{4CC22DEC-8211-4281-B5BB-B00244E11C43}"/>
          </ac:spMkLst>
        </pc:spChg>
        <pc:spChg chg="mod">
          <ac:chgData name="王月" userId="9d7c2960-20f1-43a9-b353-abcb8eec574b" providerId="ADAL" clId="{28D517C4-3A8A-44D2-9B3D-408962D98F68}" dt="2022-01-05T10:34:34.291" v="7987" actId="20577"/>
          <ac:spMkLst>
            <pc:docMk/>
            <pc:sldMk cId="2193338718" sldId="300"/>
            <ac:spMk id="149" creationId="{0C99AF4B-3E3B-424A-BEBB-E82DC9D0C547}"/>
          </ac:spMkLst>
        </pc:spChg>
      </pc:sldChg>
      <pc:sldChg chg="modSp add mod modNotesTx">
        <pc:chgData name="王月" userId="9d7c2960-20f1-43a9-b353-abcb8eec574b" providerId="ADAL" clId="{28D517C4-3A8A-44D2-9B3D-408962D98F68}" dt="2022-01-05T10:44:58.613" v="8172" actId="20577"/>
        <pc:sldMkLst>
          <pc:docMk/>
          <pc:sldMk cId="2110923522" sldId="301"/>
        </pc:sldMkLst>
        <pc:spChg chg="mod">
          <ac:chgData name="王月" userId="9d7c2960-20f1-43a9-b353-abcb8eec574b" providerId="ADAL" clId="{28D517C4-3A8A-44D2-9B3D-408962D98F68}" dt="2022-01-05T10:35:55.924" v="8010" actId="20577"/>
          <ac:spMkLst>
            <pc:docMk/>
            <pc:sldMk cId="2110923522" sldId="301"/>
            <ac:spMk id="54" creationId="{25FD9017-67F8-4290-A168-2CB68C008ABC}"/>
          </ac:spMkLst>
        </pc:spChg>
        <pc:spChg chg="mod">
          <ac:chgData name="王月" userId="9d7c2960-20f1-43a9-b353-abcb8eec574b" providerId="ADAL" clId="{28D517C4-3A8A-44D2-9B3D-408962D98F68}" dt="2022-01-05T10:35:41.828" v="8003" actId="20577"/>
          <ac:spMkLst>
            <pc:docMk/>
            <pc:sldMk cId="2110923522" sldId="301"/>
            <ac:spMk id="55" creationId="{7885B0FD-18FC-4EFE-BCC2-050DE760B313}"/>
          </ac:spMkLst>
        </pc:spChg>
        <pc:spChg chg="mod">
          <ac:chgData name="王月" userId="9d7c2960-20f1-43a9-b353-abcb8eec574b" providerId="ADAL" clId="{28D517C4-3A8A-44D2-9B3D-408962D98F68}" dt="2022-01-05T10:35:31.779" v="7999"/>
          <ac:spMkLst>
            <pc:docMk/>
            <pc:sldMk cId="2110923522" sldId="301"/>
            <ac:spMk id="68" creationId="{7EA69B6D-3639-4610-8CA9-DE0E49CF3F0C}"/>
          </ac:spMkLst>
        </pc:spChg>
        <pc:spChg chg="mod">
          <ac:chgData name="王月" userId="9d7c2960-20f1-43a9-b353-abcb8eec574b" providerId="ADAL" clId="{28D517C4-3A8A-44D2-9B3D-408962D98F68}" dt="2022-01-05T10:36:09.175" v="8011" actId="20577"/>
          <ac:spMkLst>
            <pc:docMk/>
            <pc:sldMk cId="2110923522" sldId="301"/>
            <ac:spMk id="94" creationId="{DA99C221-B936-4EB0-93AB-B90799578D6F}"/>
          </ac:spMkLst>
        </pc:spChg>
        <pc:spChg chg="mod">
          <ac:chgData name="王月" userId="9d7c2960-20f1-43a9-b353-abcb8eec574b" providerId="ADAL" clId="{28D517C4-3A8A-44D2-9B3D-408962D98F68}" dt="2022-01-05T10:36:51.060" v="8028" actId="20577"/>
          <ac:spMkLst>
            <pc:docMk/>
            <pc:sldMk cId="2110923522" sldId="301"/>
            <ac:spMk id="96" creationId="{57E1B1EE-749A-4171-925B-C9A2808D85A2}"/>
          </ac:spMkLst>
        </pc:spChg>
        <pc:spChg chg="mod">
          <ac:chgData name="王月" userId="9d7c2960-20f1-43a9-b353-abcb8eec574b" providerId="ADAL" clId="{28D517C4-3A8A-44D2-9B3D-408962D98F68}" dt="2022-01-05T10:36:43.187" v="8024" actId="20577"/>
          <ac:spMkLst>
            <pc:docMk/>
            <pc:sldMk cId="2110923522" sldId="301"/>
            <ac:spMk id="105" creationId="{BFDD6873-C5A1-45EA-A48C-AF6FF7DA7985}"/>
          </ac:spMkLst>
        </pc:spChg>
        <pc:spChg chg="mod">
          <ac:chgData name="王月" userId="9d7c2960-20f1-43a9-b353-abcb8eec574b" providerId="ADAL" clId="{28D517C4-3A8A-44D2-9B3D-408962D98F68}" dt="2022-01-05T10:36:18.182" v="8014" actId="20577"/>
          <ac:spMkLst>
            <pc:docMk/>
            <pc:sldMk cId="2110923522" sldId="301"/>
            <ac:spMk id="145" creationId="{4CC22DEC-8211-4281-B5BB-B00244E11C43}"/>
          </ac:spMkLst>
        </pc:spChg>
        <pc:spChg chg="mod">
          <ac:chgData name="王月" userId="9d7c2960-20f1-43a9-b353-abcb8eec574b" providerId="ADAL" clId="{28D517C4-3A8A-44D2-9B3D-408962D98F68}" dt="2022-01-05T10:36:25.925" v="8017" actId="20577"/>
          <ac:spMkLst>
            <pc:docMk/>
            <pc:sldMk cId="2110923522" sldId="301"/>
            <ac:spMk id="149" creationId="{0C99AF4B-3E3B-424A-BEBB-E82DC9D0C547}"/>
          </ac:spMkLst>
        </pc:spChg>
      </pc:sldChg>
      <pc:sldChg chg="modSp add mod modNotesTx">
        <pc:chgData name="王月" userId="9d7c2960-20f1-43a9-b353-abcb8eec574b" providerId="ADAL" clId="{28D517C4-3A8A-44D2-9B3D-408962D98F68}" dt="2022-01-05T10:45:00.757" v="8173" actId="20577"/>
        <pc:sldMkLst>
          <pc:docMk/>
          <pc:sldMk cId="4268925450" sldId="302"/>
        </pc:sldMkLst>
        <pc:spChg chg="mod">
          <ac:chgData name="王月" userId="9d7c2960-20f1-43a9-b353-abcb8eec574b" providerId="ADAL" clId="{28D517C4-3A8A-44D2-9B3D-408962D98F68}" dt="2022-01-05T10:37:17.012" v="8033" actId="20577"/>
          <ac:spMkLst>
            <pc:docMk/>
            <pc:sldMk cId="4268925450" sldId="302"/>
            <ac:spMk id="54" creationId="{25FD9017-67F8-4290-A168-2CB68C008ABC}"/>
          </ac:spMkLst>
        </pc:spChg>
        <pc:spChg chg="mod">
          <ac:chgData name="王月" userId="9d7c2960-20f1-43a9-b353-abcb8eec574b" providerId="ADAL" clId="{28D517C4-3A8A-44D2-9B3D-408962D98F68}" dt="2022-01-05T10:37:00.933" v="8030" actId="20577"/>
          <ac:spMkLst>
            <pc:docMk/>
            <pc:sldMk cId="4268925450" sldId="302"/>
            <ac:spMk id="68" creationId="{7EA69B6D-3639-4610-8CA9-DE0E49CF3F0C}"/>
          </ac:spMkLst>
        </pc:spChg>
        <pc:spChg chg="mod">
          <ac:chgData name="王月" userId="9d7c2960-20f1-43a9-b353-abcb8eec574b" providerId="ADAL" clId="{28D517C4-3A8A-44D2-9B3D-408962D98F68}" dt="2022-01-05T10:38:02.179" v="8046" actId="20577"/>
          <ac:spMkLst>
            <pc:docMk/>
            <pc:sldMk cId="4268925450" sldId="302"/>
            <ac:spMk id="96" creationId="{57E1B1EE-749A-4171-925B-C9A2808D85A2}"/>
          </ac:spMkLst>
        </pc:spChg>
        <pc:spChg chg="mod">
          <ac:chgData name="王月" userId="9d7c2960-20f1-43a9-b353-abcb8eec574b" providerId="ADAL" clId="{28D517C4-3A8A-44D2-9B3D-408962D98F68}" dt="2022-01-05T10:37:53.427" v="8044" actId="20577"/>
          <ac:spMkLst>
            <pc:docMk/>
            <pc:sldMk cId="4268925450" sldId="302"/>
            <ac:spMk id="105" creationId="{BFDD6873-C5A1-45EA-A48C-AF6FF7DA7985}"/>
          </ac:spMkLst>
        </pc:spChg>
        <pc:spChg chg="mod">
          <ac:chgData name="王月" userId="9d7c2960-20f1-43a9-b353-abcb8eec574b" providerId="ADAL" clId="{28D517C4-3A8A-44D2-9B3D-408962D98F68}" dt="2022-01-05T10:37:29.844" v="8036" actId="20577"/>
          <ac:spMkLst>
            <pc:docMk/>
            <pc:sldMk cId="4268925450" sldId="302"/>
            <ac:spMk id="145" creationId="{4CC22DEC-8211-4281-B5BB-B00244E11C43}"/>
          </ac:spMkLst>
        </pc:spChg>
        <pc:spChg chg="mod">
          <ac:chgData name="王月" userId="9d7c2960-20f1-43a9-b353-abcb8eec574b" providerId="ADAL" clId="{28D517C4-3A8A-44D2-9B3D-408962D98F68}" dt="2022-01-05T10:37:37.091" v="8039" actId="20577"/>
          <ac:spMkLst>
            <pc:docMk/>
            <pc:sldMk cId="4268925450" sldId="302"/>
            <ac:spMk id="149" creationId="{0C99AF4B-3E3B-424A-BEBB-E82DC9D0C547}"/>
          </ac:spMkLst>
        </pc:spChg>
      </pc:sldChg>
      <pc:sldChg chg="modSp add mod modNotesTx">
        <pc:chgData name="王月" userId="9d7c2960-20f1-43a9-b353-abcb8eec574b" providerId="ADAL" clId="{28D517C4-3A8A-44D2-9B3D-408962D98F68}" dt="2022-01-05T10:45:02.756" v="8174" actId="20577"/>
        <pc:sldMkLst>
          <pc:docMk/>
          <pc:sldMk cId="2968455536" sldId="303"/>
        </pc:sldMkLst>
        <pc:spChg chg="mod">
          <ac:chgData name="王月" userId="9d7c2960-20f1-43a9-b353-abcb8eec574b" providerId="ADAL" clId="{28D517C4-3A8A-44D2-9B3D-408962D98F68}" dt="2022-01-05T10:39:23.987" v="8063" actId="20577"/>
          <ac:spMkLst>
            <pc:docMk/>
            <pc:sldMk cId="2968455536" sldId="303"/>
            <ac:spMk id="54" creationId="{25FD9017-67F8-4290-A168-2CB68C008ABC}"/>
          </ac:spMkLst>
        </pc:spChg>
        <pc:spChg chg="mod">
          <ac:chgData name="王月" userId="9d7c2960-20f1-43a9-b353-abcb8eec574b" providerId="ADAL" clId="{28D517C4-3A8A-44D2-9B3D-408962D98F68}" dt="2022-01-05T10:39:10.948" v="8056" actId="20577"/>
          <ac:spMkLst>
            <pc:docMk/>
            <pc:sldMk cId="2968455536" sldId="303"/>
            <ac:spMk id="55" creationId="{7885B0FD-18FC-4EFE-BCC2-050DE760B313}"/>
          </ac:spMkLst>
        </pc:spChg>
        <pc:spChg chg="mod">
          <ac:chgData name="王月" userId="9d7c2960-20f1-43a9-b353-abcb8eec574b" providerId="ADAL" clId="{28D517C4-3A8A-44D2-9B3D-408962D98F68}" dt="2022-01-05T10:38:56.864" v="8052"/>
          <ac:spMkLst>
            <pc:docMk/>
            <pc:sldMk cId="2968455536" sldId="303"/>
            <ac:spMk id="68" creationId="{7EA69B6D-3639-4610-8CA9-DE0E49CF3F0C}"/>
          </ac:spMkLst>
        </pc:spChg>
        <pc:spChg chg="mod">
          <ac:chgData name="王月" userId="9d7c2960-20f1-43a9-b353-abcb8eec574b" providerId="ADAL" clId="{28D517C4-3A8A-44D2-9B3D-408962D98F68}" dt="2022-01-05T10:39:38.645" v="8064" actId="20577"/>
          <ac:spMkLst>
            <pc:docMk/>
            <pc:sldMk cId="2968455536" sldId="303"/>
            <ac:spMk id="94" creationId="{DA99C221-B936-4EB0-93AB-B90799578D6F}"/>
          </ac:spMkLst>
        </pc:spChg>
        <pc:spChg chg="mod">
          <ac:chgData name="王月" userId="9d7c2960-20f1-43a9-b353-abcb8eec574b" providerId="ADAL" clId="{28D517C4-3A8A-44D2-9B3D-408962D98F68}" dt="2022-01-05T10:40:27.218" v="8080" actId="20577"/>
          <ac:spMkLst>
            <pc:docMk/>
            <pc:sldMk cId="2968455536" sldId="303"/>
            <ac:spMk id="96" creationId="{57E1B1EE-749A-4171-925B-C9A2808D85A2}"/>
          </ac:spMkLst>
        </pc:spChg>
        <pc:spChg chg="mod">
          <ac:chgData name="王月" userId="9d7c2960-20f1-43a9-b353-abcb8eec574b" providerId="ADAL" clId="{28D517C4-3A8A-44D2-9B3D-408962D98F68}" dt="2022-01-05T10:40:19.156" v="8076" actId="20577"/>
          <ac:spMkLst>
            <pc:docMk/>
            <pc:sldMk cId="2968455536" sldId="303"/>
            <ac:spMk id="105" creationId="{BFDD6873-C5A1-45EA-A48C-AF6FF7DA7985}"/>
          </ac:spMkLst>
        </pc:spChg>
        <pc:spChg chg="mod">
          <ac:chgData name="王月" userId="9d7c2960-20f1-43a9-b353-abcb8eec574b" providerId="ADAL" clId="{28D517C4-3A8A-44D2-9B3D-408962D98F68}" dt="2022-01-05T10:39:47.382" v="8067" actId="20577"/>
          <ac:spMkLst>
            <pc:docMk/>
            <pc:sldMk cId="2968455536" sldId="303"/>
            <ac:spMk id="145" creationId="{4CC22DEC-8211-4281-B5BB-B00244E11C43}"/>
          </ac:spMkLst>
        </pc:spChg>
        <pc:spChg chg="mod">
          <ac:chgData name="王月" userId="9d7c2960-20f1-43a9-b353-abcb8eec574b" providerId="ADAL" clId="{28D517C4-3A8A-44D2-9B3D-408962D98F68}" dt="2022-01-05T10:39:54.948" v="8070" actId="20577"/>
          <ac:spMkLst>
            <pc:docMk/>
            <pc:sldMk cId="2968455536" sldId="303"/>
            <ac:spMk id="149" creationId="{0C99AF4B-3E3B-424A-BEBB-E82DC9D0C547}"/>
          </ac:spMkLst>
        </pc:spChg>
      </pc:sldChg>
      <pc:sldChg chg="delSp modSp add mod modNotesTx">
        <pc:chgData name="王月" userId="9d7c2960-20f1-43a9-b353-abcb8eec574b" providerId="ADAL" clId="{28D517C4-3A8A-44D2-9B3D-408962D98F68}" dt="2022-01-05T10:45:04.117" v="8175" actId="20577"/>
        <pc:sldMkLst>
          <pc:docMk/>
          <pc:sldMk cId="706508879" sldId="304"/>
        </pc:sldMkLst>
        <pc:spChg chg="mod">
          <ac:chgData name="王月" userId="9d7c2960-20f1-43a9-b353-abcb8eec574b" providerId="ADAL" clId="{28D517C4-3A8A-44D2-9B3D-408962D98F68}" dt="2022-01-05T10:41:40.674" v="8093" actId="20577"/>
          <ac:spMkLst>
            <pc:docMk/>
            <pc:sldMk cId="706508879" sldId="304"/>
            <ac:spMk id="54" creationId="{25FD9017-67F8-4290-A168-2CB68C008ABC}"/>
          </ac:spMkLst>
        </pc:spChg>
        <pc:spChg chg="mod">
          <ac:chgData name="王月" userId="9d7c2960-20f1-43a9-b353-abcb8eec574b" providerId="ADAL" clId="{28D517C4-3A8A-44D2-9B3D-408962D98F68}" dt="2022-01-05T10:41:27.106" v="8086" actId="20577"/>
          <ac:spMkLst>
            <pc:docMk/>
            <pc:sldMk cId="706508879" sldId="304"/>
            <ac:spMk id="55" creationId="{7885B0FD-18FC-4EFE-BCC2-050DE760B313}"/>
          </ac:spMkLst>
        </pc:spChg>
        <pc:spChg chg="mod">
          <ac:chgData name="王月" userId="9d7c2960-20f1-43a9-b353-abcb8eec574b" providerId="ADAL" clId="{28D517C4-3A8A-44D2-9B3D-408962D98F68}" dt="2022-01-05T10:41:09.089" v="8084"/>
          <ac:spMkLst>
            <pc:docMk/>
            <pc:sldMk cId="706508879" sldId="304"/>
            <ac:spMk id="68" creationId="{7EA69B6D-3639-4610-8CA9-DE0E49CF3F0C}"/>
          </ac:spMkLst>
        </pc:spChg>
        <pc:spChg chg="mod topLvl">
          <ac:chgData name="王月" userId="9d7c2960-20f1-43a9-b353-abcb8eec574b" providerId="ADAL" clId="{28D517C4-3A8A-44D2-9B3D-408962D98F68}" dt="2022-01-05T10:42:38.989" v="8134" actId="1076"/>
          <ac:spMkLst>
            <pc:docMk/>
            <pc:sldMk cId="706508879" sldId="304"/>
            <ac:spMk id="94" creationId="{DA99C221-B936-4EB0-93AB-B90799578D6F}"/>
          </ac:spMkLst>
        </pc:spChg>
        <pc:spChg chg="mod">
          <ac:chgData name="王月" userId="9d7c2960-20f1-43a9-b353-abcb8eec574b" providerId="ADAL" clId="{28D517C4-3A8A-44D2-9B3D-408962D98F68}" dt="2022-01-05T10:43:05.362" v="8162" actId="20577"/>
          <ac:spMkLst>
            <pc:docMk/>
            <pc:sldMk cId="706508879" sldId="304"/>
            <ac:spMk id="96" creationId="{57E1B1EE-749A-4171-925B-C9A2808D85A2}"/>
          </ac:spMkLst>
        </pc:spChg>
        <pc:spChg chg="mod">
          <ac:chgData name="王月" userId="9d7c2960-20f1-43a9-b353-abcb8eec574b" providerId="ADAL" clId="{28D517C4-3A8A-44D2-9B3D-408962D98F68}" dt="2022-01-05T10:42:57.174" v="8158" actId="113"/>
          <ac:spMkLst>
            <pc:docMk/>
            <pc:sldMk cId="706508879" sldId="304"/>
            <ac:spMk id="105" creationId="{BFDD6873-C5A1-45EA-A48C-AF6FF7DA7985}"/>
          </ac:spMkLst>
        </pc:spChg>
        <pc:spChg chg="mod">
          <ac:chgData name="王月" userId="9d7c2960-20f1-43a9-b353-abcb8eec574b" providerId="ADAL" clId="{28D517C4-3A8A-44D2-9B3D-408962D98F68}" dt="2022-01-05T10:41:51.845" v="8104"/>
          <ac:spMkLst>
            <pc:docMk/>
            <pc:sldMk cId="706508879" sldId="304"/>
            <ac:spMk id="106" creationId="{AB97843F-1EE7-4862-A5E2-505706CDBA18}"/>
          </ac:spMkLst>
        </pc:spChg>
        <pc:spChg chg="mod topLvl">
          <ac:chgData name="王月" userId="9d7c2960-20f1-43a9-b353-abcb8eec574b" providerId="ADAL" clId="{28D517C4-3A8A-44D2-9B3D-408962D98F68}" dt="2022-01-05T10:42:36.200" v="8133" actId="1076"/>
          <ac:spMkLst>
            <pc:docMk/>
            <pc:sldMk cId="706508879" sldId="304"/>
            <ac:spMk id="125" creationId="{D62C2337-0792-4AF0-B075-E0156D9321F8}"/>
          </ac:spMkLst>
        </pc:spChg>
        <pc:spChg chg="del topLvl">
          <ac:chgData name="王月" userId="9d7c2960-20f1-43a9-b353-abcb8eec574b" providerId="ADAL" clId="{28D517C4-3A8A-44D2-9B3D-408962D98F68}" dt="2022-01-05T10:42:10.661" v="8118" actId="478"/>
          <ac:spMkLst>
            <pc:docMk/>
            <pc:sldMk cId="706508879" sldId="304"/>
            <ac:spMk id="145" creationId="{4CC22DEC-8211-4281-B5BB-B00244E11C43}"/>
          </ac:spMkLst>
        </pc:spChg>
        <pc:spChg chg="del mod topLvl">
          <ac:chgData name="王月" userId="9d7c2960-20f1-43a9-b353-abcb8eec574b" providerId="ADAL" clId="{28D517C4-3A8A-44D2-9B3D-408962D98F68}" dt="2022-01-05T10:42:23.605" v="8130" actId="478"/>
          <ac:spMkLst>
            <pc:docMk/>
            <pc:sldMk cId="706508879" sldId="304"/>
            <ac:spMk id="149" creationId="{0C99AF4B-3E3B-424A-BEBB-E82DC9D0C547}"/>
          </ac:spMkLst>
        </pc:spChg>
        <pc:grpChg chg="del">
          <ac:chgData name="王月" userId="9d7c2960-20f1-43a9-b353-abcb8eec574b" providerId="ADAL" clId="{28D517C4-3A8A-44D2-9B3D-408962D98F68}" dt="2022-01-05T10:42:10.661" v="8118" actId="478"/>
          <ac:grpSpMkLst>
            <pc:docMk/>
            <pc:sldMk cId="706508879" sldId="304"/>
            <ac:grpSpMk id="142" creationId="{301B2175-CA95-44A1-8289-3C5146CE41FD}"/>
          </ac:grpSpMkLst>
        </pc:grpChg>
        <pc:grpChg chg="del mod">
          <ac:chgData name="王月" userId="9d7c2960-20f1-43a9-b353-abcb8eec574b" providerId="ADAL" clId="{28D517C4-3A8A-44D2-9B3D-408962D98F68}" dt="2022-01-05T10:42:23.605" v="8130" actId="478"/>
          <ac:grpSpMkLst>
            <pc:docMk/>
            <pc:sldMk cId="706508879" sldId="304"/>
            <ac:grpSpMk id="143" creationId="{95ACA6EB-947E-4E21-BEFD-670C83DB52FE}"/>
          </ac:grpSpMkLst>
        </pc:grpChg>
      </pc:sldChg>
    </pc:docChg>
  </pc:docChgLst>
  <pc:docChgLst>
    <pc:chgData name="HaoHe" userId="9eed8998-4729-4426-85ca-8833e5c8ce10" providerId="ADAL" clId="{A6AC577A-DA98-794E-AF8F-A5B4E7B883D8}"/>
    <pc:docChg chg="undo custSel modSld">
      <pc:chgData name="HaoHe" userId="9eed8998-4729-4426-85ca-8833e5c8ce10" providerId="ADAL" clId="{A6AC577A-DA98-794E-AF8F-A5B4E7B883D8}" dt="2024-02-23T08:00:15.397" v="58" actId="20577"/>
      <pc:docMkLst>
        <pc:docMk/>
      </pc:docMkLst>
      <pc:sldChg chg="modSp mod">
        <pc:chgData name="HaoHe" userId="9eed8998-4729-4426-85ca-8833e5c8ce10" providerId="ADAL" clId="{A6AC577A-DA98-794E-AF8F-A5B4E7B883D8}" dt="2024-02-23T08:00:15.397" v="58" actId="20577"/>
        <pc:sldMkLst>
          <pc:docMk/>
          <pc:sldMk cId="2685881528" sldId="306"/>
        </pc:sldMkLst>
        <pc:spChg chg="mod">
          <ac:chgData name="HaoHe" userId="9eed8998-4729-4426-85ca-8833e5c8ce10" providerId="ADAL" clId="{A6AC577A-DA98-794E-AF8F-A5B4E7B883D8}" dt="2024-02-23T07:59:53.380" v="29"/>
          <ac:spMkLst>
            <pc:docMk/>
            <pc:sldMk cId="2685881528" sldId="306"/>
            <ac:spMk id="51" creationId="{71C01716-E2A5-4C05-B52D-E254612AC421}"/>
          </ac:spMkLst>
        </pc:spChg>
        <pc:spChg chg="mod">
          <ac:chgData name="HaoHe" userId="9eed8998-4729-4426-85ca-8833e5c8ce10" providerId="ADAL" clId="{A6AC577A-DA98-794E-AF8F-A5B4E7B883D8}" dt="2024-02-23T07:55:52.893" v="21" actId="20577"/>
          <ac:spMkLst>
            <pc:docMk/>
            <pc:sldMk cId="2685881528" sldId="306"/>
            <ac:spMk id="112" creationId="{D656F76B-3FE2-4688-802A-A5A5B361FBA6}"/>
          </ac:spMkLst>
        </pc:spChg>
        <pc:spChg chg="mod">
          <ac:chgData name="HaoHe" userId="9eed8998-4729-4426-85ca-8833e5c8ce10" providerId="ADAL" clId="{A6AC577A-DA98-794E-AF8F-A5B4E7B883D8}" dt="2024-02-23T07:59:51.250" v="28" actId="20577"/>
          <ac:spMkLst>
            <pc:docMk/>
            <pc:sldMk cId="2685881528" sldId="306"/>
            <ac:spMk id="129" creationId="{543E95A0-06A8-4573-BE35-2330E12EB58E}"/>
          </ac:spMkLst>
        </pc:spChg>
        <pc:spChg chg="mod">
          <ac:chgData name="HaoHe" userId="9eed8998-4729-4426-85ca-8833e5c8ce10" providerId="ADAL" clId="{A6AC577A-DA98-794E-AF8F-A5B4E7B883D8}" dt="2024-02-23T08:00:15.397" v="58" actId="20577"/>
          <ac:spMkLst>
            <pc:docMk/>
            <pc:sldMk cId="2685881528" sldId="306"/>
            <ac:spMk id="133" creationId="{40E38CB7-4C0D-4A2B-B0A6-CE734CFEED1C}"/>
          </ac:spMkLst>
        </pc:spChg>
        <pc:spChg chg="mod">
          <ac:chgData name="HaoHe" userId="9eed8998-4729-4426-85ca-8833e5c8ce10" providerId="ADAL" clId="{A6AC577A-DA98-794E-AF8F-A5B4E7B883D8}" dt="2024-02-23T08:00:10.710" v="50" actId="20577"/>
          <ac:spMkLst>
            <pc:docMk/>
            <pc:sldMk cId="2685881528" sldId="306"/>
            <ac:spMk id="135" creationId="{344DA240-E4E7-424C-8E79-9B08090ACB5A}"/>
          </ac:spMkLst>
        </pc:spChg>
      </pc:sldChg>
    </pc:docChg>
  </pc:docChgLst>
  <pc:docChgLst>
    <pc:chgData name="王月" userId="9d7c2960-20f1-43a9-b353-abcb8eec574b" providerId="ADAL" clId="{304C4ED5-D124-4347-A313-EC611F12B607}"/>
    <pc:docChg chg="undo custSel addSld delSld modSld addSection modSection">
      <pc:chgData name="王月" userId="9d7c2960-20f1-43a9-b353-abcb8eec574b" providerId="ADAL" clId="{304C4ED5-D124-4347-A313-EC611F12B607}" dt="2021-12-03T16:31:45.071" v="372" actId="1076"/>
      <pc:docMkLst>
        <pc:docMk/>
      </pc:docMkLst>
      <pc:sldChg chg="addSp delSp modSp new mod">
        <pc:chgData name="王月" userId="9d7c2960-20f1-43a9-b353-abcb8eec574b" providerId="ADAL" clId="{304C4ED5-D124-4347-A313-EC611F12B607}" dt="2021-12-03T14:04:23.905" v="122" actId="21"/>
        <pc:sldMkLst>
          <pc:docMk/>
          <pc:sldMk cId="3130572318" sldId="256"/>
        </pc:sldMkLst>
        <pc:spChg chg="del">
          <ac:chgData name="王月" userId="9d7c2960-20f1-43a9-b353-abcb8eec574b" providerId="ADAL" clId="{304C4ED5-D124-4347-A313-EC611F12B607}" dt="2021-12-03T13:45:47.250" v="1" actId="478"/>
          <ac:spMkLst>
            <pc:docMk/>
            <pc:sldMk cId="3130572318" sldId="256"/>
            <ac:spMk id="2" creationId="{BF03D32A-B369-483A-A3DF-8EBB2096A0D7}"/>
          </ac:spMkLst>
        </pc:spChg>
        <pc:spChg chg="del">
          <ac:chgData name="王月" userId="9d7c2960-20f1-43a9-b353-abcb8eec574b" providerId="ADAL" clId="{304C4ED5-D124-4347-A313-EC611F12B607}" dt="2021-12-03T13:45:47.250" v="1" actId="478"/>
          <ac:spMkLst>
            <pc:docMk/>
            <pc:sldMk cId="3130572318" sldId="256"/>
            <ac:spMk id="3" creationId="{A7326080-FAEB-4E83-ADFA-AB27D1A2F61B}"/>
          </ac:spMkLst>
        </pc:spChg>
        <pc:spChg chg="add mod">
          <ac:chgData name="王月" userId="9d7c2960-20f1-43a9-b353-abcb8eec574b" providerId="ADAL" clId="{304C4ED5-D124-4347-A313-EC611F12B607}" dt="2021-12-03T13:58:50.990" v="65"/>
          <ac:spMkLst>
            <pc:docMk/>
            <pc:sldMk cId="3130572318" sldId="256"/>
            <ac:spMk id="17" creationId="{84E61386-CC97-4986-ADE1-46501745EFA9}"/>
          </ac:spMkLst>
        </pc:spChg>
        <pc:spChg chg="add del mod">
          <ac:chgData name="王月" userId="9d7c2960-20f1-43a9-b353-abcb8eec574b" providerId="ADAL" clId="{304C4ED5-D124-4347-A313-EC611F12B607}" dt="2021-12-03T14:03:06.090" v="116"/>
          <ac:spMkLst>
            <pc:docMk/>
            <pc:sldMk cId="3130572318" sldId="256"/>
            <ac:spMk id="42" creationId="{CEA05160-5E65-4783-A1E8-A4239D9EC09F}"/>
          </ac:spMkLst>
        </pc:spChg>
        <pc:grpChg chg="add del mod">
          <ac:chgData name="王月" userId="9d7c2960-20f1-43a9-b353-abcb8eec574b" providerId="ADAL" clId="{304C4ED5-D124-4347-A313-EC611F12B607}" dt="2021-12-03T13:50:42.423" v="55" actId="478"/>
          <ac:grpSpMkLst>
            <pc:docMk/>
            <pc:sldMk cId="3130572318" sldId="256"/>
            <ac:grpSpMk id="11" creationId="{11FE58C4-1AF9-41E2-9AC7-1BCDEDD02DEE}"/>
          </ac:grpSpMkLst>
        </pc:grpChg>
        <pc:grpChg chg="add del mod">
          <ac:chgData name="王月" userId="9d7c2960-20f1-43a9-b353-abcb8eec574b" providerId="ADAL" clId="{304C4ED5-D124-4347-A313-EC611F12B607}" dt="2021-12-03T13:55:26.508" v="62" actId="478"/>
          <ac:grpSpMkLst>
            <pc:docMk/>
            <pc:sldMk cId="3130572318" sldId="256"/>
            <ac:grpSpMk id="18" creationId="{1024B962-977D-4B88-872F-8194C5431F56}"/>
          </ac:grpSpMkLst>
        </pc:grpChg>
        <pc:grpChg chg="add del mod ord">
          <ac:chgData name="王月" userId="9d7c2960-20f1-43a9-b353-abcb8eec574b" providerId="ADAL" clId="{304C4ED5-D124-4347-A313-EC611F12B607}" dt="2021-12-03T13:55:26.508" v="62" actId="478"/>
          <ac:grpSpMkLst>
            <pc:docMk/>
            <pc:sldMk cId="3130572318" sldId="256"/>
            <ac:grpSpMk id="23" creationId="{67544365-4478-49ED-8180-0AAE44EA4319}"/>
          </ac:grpSpMkLst>
        </pc:grpChg>
        <pc:grpChg chg="add del mod">
          <ac:chgData name="王月" userId="9d7c2960-20f1-43a9-b353-abcb8eec574b" providerId="ADAL" clId="{304C4ED5-D124-4347-A313-EC611F12B607}" dt="2021-12-03T13:55:26.508" v="62" actId="478"/>
          <ac:grpSpMkLst>
            <pc:docMk/>
            <pc:sldMk cId="3130572318" sldId="256"/>
            <ac:grpSpMk id="26" creationId="{A228275F-45D4-4F49-923E-5519B3A6B70E}"/>
          </ac:grpSpMkLst>
        </pc:grpChg>
        <pc:grpChg chg="add mod">
          <ac:chgData name="王月" userId="9d7c2960-20f1-43a9-b353-abcb8eec574b" providerId="ADAL" clId="{304C4ED5-D124-4347-A313-EC611F12B607}" dt="2021-12-03T14:02:49.087" v="100" actId="1076"/>
          <ac:grpSpMkLst>
            <pc:docMk/>
            <pc:sldMk cId="3130572318" sldId="256"/>
            <ac:grpSpMk id="31" creationId="{895316AF-11F7-4C47-9174-D421B012E23B}"/>
          </ac:grpSpMkLst>
        </pc:grpChg>
        <pc:grpChg chg="add mod">
          <ac:chgData name="王月" userId="9d7c2960-20f1-43a9-b353-abcb8eec574b" providerId="ADAL" clId="{304C4ED5-D124-4347-A313-EC611F12B607}" dt="2021-12-03T14:02:28.324" v="99" actId="1076"/>
          <ac:grpSpMkLst>
            <pc:docMk/>
            <pc:sldMk cId="3130572318" sldId="256"/>
            <ac:grpSpMk id="38" creationId="{0703320F-F797-40F7-89B6-8F42033F49BB}"/>
          </ac:grpSpMkLst>
        </pc:grpChg>
        <pc:grpChg chg="add mod">
          <ac:chgData name="王月" userId="9d7c2960-20f1-43a9-b353-abcb8eec574b" providerId="ADAL" clId="{304C4ED5-D124-4347-A313-EC611F12B607}" dt="2021-12-03T14:03:05.627" v="114" actId="1076"/>
          <ac:grpSpMkLst>
            <pc:docMk/>
            <pc:sldMk cId="3130572318" sldId="256"/>
            <ac:grpSpMk id="41" creationId="{4DF74F58-2465-4FA7-A338-F180358B3732}"/>
          </ac:grpSpMkLst>
        </pc:grpChg>
        <pc:picChg chg="add del">
          <ac:chgData name="王月" userId="9d7c2960-20f1-43a9-b353-abcb8eec574b" providerId="ADAL" clId="{304C4ED5-D124-4347-A313-EC611F12B607}" dt="2021-12-03T13:48:27.003" v="18" actId="478"/>
          <ac:picMkLst>
            <pc:docMk/>
            <pc:sldMk cId="3130572318" sldId="256"/>
            <ac:picMk id="5" creationId="{45D4F66F-0E9F-4A88-A436-F2E425248F66}"/>
          </ac:picMkLst>
        </pc:picChg>
        <pc:picChg chg="add del">
          <ac:chgData name="王月" userId="9d7c2960-20f1-43a9-b353-abcb8eec574b" providerId="ADAL" clId="{304C4ED5-D124-4347-A313-EC611F12B607}" dt="2021-12-03T13:47:39.580" v="8" actId="21"/>
          <ac:picMkLst>
            <pc:docMk/>
            <pc:sldMk cId="3130572318" sldId="256"/>
            <ac:picMk id="7" creationId="{A8508844-C9EE-43DB-B82E-9EE8329D4241}"/>
          </ac:picMkLst>
        </pc:picChg>
        <pc:picChg chg="add mod topLvl">
          <ac:chgData name="王月" userId="9d7c2960-20f1-43a9-b353-abcb8eec574b" providerId="ADAL" clId="{304C4ED5-D124-4347-A313-EC611F12B607}" dt="2021-12-03T13:50:46.272" v="57" actId="164"/>
          <ac:picMkLst>
            <pc:docMk/>
            <pc:sldMk cId="3130572318" sldId="256"/>
            <ac:picMk id="8" creationId="{794DE739-109C-4EED-AA5B-3954AB811CE2}"/>
          </ac:picMkLst>
        </pc:picChg>
        <pc:picChg chg="add del mod topLvl">
          <ac:chgData name="王月" userId="9d7c2960-20f1-43a9-b353-abcb8eec574b" providerId="ADAL" clId="{304C4ED5-D124-4347-A313-EC611F12B607}" dt="2021-12-03T13:50:42.423" v="55" actId="478"/>
          <ac:picMkLst>
            <pc:docMk/>
            <pc:sldMk cId="3130572318" sldId="256"/>
            <ac:picMk id="10" creationId="{64FEFB0A-5D6A-48AE-8EA6-5E93C4549A72}"/>
          </ac:picMkLst>
        </pc:picChg>
        <pc:picChg chg="add mod">
          <ac:chgData name="王月" userId="9d7c2960-20f1-43a9-b353-abcb8eec574b" providerId="ADAL" clId="{304C4ED5-D124-4347-A313-EC611F12B607}" dt="2021-12-03T13:49:18.372" v="39" actId="164"/>
          <ac:picMkLst>
            <pc:docMk/>
            <pc:sldMk cId="3130572318" sldId="256"/>
            <ac:picMk id="13" creationId="{6A357BC7-3403-4B9A-AEAE-441F66747421}"/>
          </ac:picMkLst>
        </pc:picChg>
        <pc:picChg chg="add mod">
          <ac:chgData name="王月" userId="9d7c2960-20f1-43a9-b353-abcb8eec574b" providerId="ADAL" clId="{304C4ED5-D124-4347-A313-EC611F12B607}" dt="2021-12-03T13:49:18.372" v="39" actId="164"/>
          <ac:picMkLst>
            <pc:docMk/>
            <pc:sldMk cId="3130572318" sldId="256"/>
            <ac:picMk id="15" creationId="{897D8900-DF0F-4418-A033-A87CEEE79872}"/>
          </ac:picMkLst>
        </pc:picChg>
        <pc:picChg chg="add mod">
          <ac:chgData name="王月" userId="9d7c2960-20f1-43a9-b353-abcb8eec574b" providerId="ADAL" clId="{304C4ED5-D124-4347-A313-EC611F12B607}" dt="2021-12-03T13:50:25.861" v="50" actId="164"/>
          <ac:picMkLst>
            <pc:docMk/>
            <pc:sldMk cId="3130572318" sldId="256"/>
            <ac:picMk id="20" creationId="{2D33CE2B-E743-4237-A1A5-942A4B37ECF9}"/>
          </ac:picMkLst>
        </pc:picChg>
        <pc:picChg chg="add mod">
          <ac:chgData name="王月" userId="9d7c2960-20f1-43a9-b353-abcb8eec574b" providerId="ADAL" clId="{304C4ED5-D124-4347-A313-EC611F12B607}" dt="2021-12-03T13:50:25.861" v="50" actId="164"/>
          <ac:picMkLst>
            <pc:docMk/>
            <pc:sldMk cId="3130572318" sldId="256"/>
            <ac:picMk id="22" creationId="{64A0DC9E-AA1C-4774-A9E9-E5AE327E5FB3}"/>
          </ac:picMkLst>
        </pc:picChg>
        <pc:picChg chg="add mod">
          <ac:chgData name="王月" userId="9d7c2960-20f1-43a9-b353-abcb8eec574b" providerId="ADAL" clId="{304C4ED5-D124-4347-A313-EC611F12B607}" dt="2021-12-03T13:50:46.272" v="57" actId="164"/>
          <ac:picMkLst>
            <pc:docMk/>
            <pc:sldMk cId="3130572318" sldId="256"/>
            <ac:picMk id="25" creationId="{8A977E80-788E-4A2F-95C7-ADAC9628C497}"/>
          </ac:picMkLst>
        </pc:picChg>
        <pc:picChg chg="add mod">
          <ac:chgData name="王月" userId="9d7c2960-20f1-43a9-b353-abcb8eec574b" providerId="ADAL" clId="{304C4ED5-D124-4347-A313-EC611F12B607}" dt="2021-12-03T13:59:32.841" v="72" actId="164"/>
          <ac:picMkLst>
            <pc:docMk/>
            <pc:sldMk cId="3130572318" sldId="256"/>
            <ac:picMk id="28" creationId="{E4E9B33E-4AB9-43C6-8135-5E0FA4806A9B}"/>
          </ac:picMkLst>
        </pc:picChg>
        <pc:picChg chg="add mod">
          <ac:chgData name="王月" userId="9d7c2960-20f1-43a9-b353-abcb8eec574b" providerId="ADAL" clId="{304C4ED5-D124-4347-A313-EC611F12B607}" dt="2021-12-03T13:59:32.841" v="72" actId="164"/>
          <ac:picMkLst>
            <pc:docMk/>
            <pc:sldMk cId="3130572318" sldId="256"/>
            <ac:picMk id="30" creationId="{8CE99785-0753-4F66-A131-3714B59EB1FA}"/>
          </ac:picMkLst>
        </pc:picChg>
        <pc:picChg chg="add mod ord">
          <ac:chgData name="王月" userId="9d7c2960-20f1-43a9-b353-abcb8eec574b" providerId="ADAL" clId="{304C4ED5-D124-4347-A313-EC611F12B607}" dt="2021-12-03T14:01:00.987" v="86" actId="1076"/>
          <ac:picMkLst>
            <pc:docMk/>
            <pc:sldMk cId="3130572318" sldId="256"/>
            <ac:picMk id="33" creationId="{B3110AF7-1D3A-4928-BED6-02F4E0F6D08A}"/>
          </ac:picMkLst>
        </pc:picChg>
        <pc:picChg chg="add mod">
          <ac:chgData name="王月" userId="9d7c2960-20f1-43a9-b353-abcb8eec574b" providerId="ADAL" clId="{304C4ED5-D124-4347-A313-EC611F12B607}" dt="2021-12-03T14:00:59.282" v="85" actId="1076"/>
          <ac:picMkLst>
            <pc:docMk/>
            <pc:sldMk cId="3130572318" sldId="256"/>
            <ac:picMk id="35" creationId="{81587228-92A1-4CBC-A890-402DDFBC7F73}"/>
          </ac:picMkLst>
        </pc:picChg>
        <pc:picChg chg="add mod">
          <ac:chgData name="王月" userId="9d7c2960-20f1-43a9-b353-abcb8eec574b" providerId="ADAL" clId="{304C4ED5-D124-4347-A313-EC611F12B607}" dt="2021-12-03T14:01:20.941" v="93" actId="164"/>
          <ac:picMkLst>
            <pc:docMk/>
            <pc:sldMk cId="3130572318" sldId="256"/>
            <ac:picMk id="37" creationId="{D4DA9017-543B-40F2-A8D1-8E871A2F0F39}"/>
          </ac:picMkLst>
        </pc:picChg>
        <pc:picChg chg="add mod">
          <ac:chgData name="王月" userId="9d7c2960-20f1-43a9-b353-abcb8eec574b" providerId="ADAL" clId="{304C4ED5-D124-4347-A313-EC611F12B607}" dt="2021-12-03T14:01:20.941" v="93" actId="164"/>
          <ac:picMkLst>
            <pc:docMk/>
            <pc:sldMk cId="3130572318" sldId="256"/>
            <ac:picMk id="40" creationId="{0FBC6819-32B6-429D-857F-54435BE18CF6}"/>
          </ac:picMkLst>
        </pc:picChg>
        <pc:picChg chg="add del mod">
          <ac:chgData name="王月" userId="9d7c2960-20f1-43a9-b353-abcb8eec574b" providerId="ADAL" clId="{304C4ED5-D124-4347-A313-EC611F12B607}" dt="2021-12-03T14:04:23.905" v="122" actId="21"/>
          <ac:picMkLst>
            <pc:docMk/>
            <pc:sldMk cId="3130572318" sldId="256"/>
            <ac:picMk id="44" creationId="{39285F3D-D0E5-464A-B8BE-8407E24CC5BC}"/>
          </ac:picMkLst>
        </pc:picChg>
      </pc:sldChg>
      <pc:sldChg chg="new del">
        <pc:chgData name="王月" userId="9d7c2960-20f1-43a9-b353-abcb8eec574b" providerId="ADAL" clId="{304C4ED5-D124-4347-A313-EC611F12B607}" dt="2021-12-03T13:47:26.244" v="5" actId="680"/>
        <pc:sldMkLst>
          <pc:docMk/>
          <pc:sldMk cId="1598932523" sldId="257"/>
        </pc:sldMkLst>
      </pc:sldChg>
      <pc:sldChg chg="addSp delSp modSp new mod">
        <pc:chgData name="王月" userId="9d7c2960-20f1-43a9-b353-abcb8eec574b" providerId="ADAL" clId="{304C4ED5-D124-4347-A313-EC611F12B607}" dt="2021-12-03T14:05:38.066" v="168" actId="1076"/>
        <pc:sldMkLst>
          <pc:docMk/>
          <pc:sldMk cId="2545199163" sldId="257"/>
        </pc:sldMkLst>
        <pc:spChg chg="del">
          <ac:chgData name="王月" userId="9d7c2960-20f1-43a9-b353-abcb8eec574b" providerId="ADAL" clId="{304C4ED5-D124-4347-A313-EC611F12B607}" dt="2021-12-03T14:04:30.970" v="123" actId="478"/>
          <ac:spMkLst>
            <pc:docMk/>
            <pc:sldMk cId="2545199163" sldId="257"/>
            <ac:spMk id="2" creationId="{3271C60A-1CE2-4A13-A473-9C14E0D5B22B}"/>
          </ac:spMkLst>
        </pc:spChg>
        <pc:spChg chg="del">
          <ac:chgData name="王月" userId="9d7c2960-20f1-43a9-b353-abcb8eec574b" providerId="ADAL" clId="{304C4ED5-D124-4347-A313-EC611F12B607}" dt="2021-12-03T14:04:30.970" v="123" actId="478"/>
          <ac:spMkLst>
            <pc:docMk/>
            <pc:sldMk cId="2545199163" sldId="257"/>
            <ac:spMk id="3" creationId="{610E6484-65A7-47BE-81D4-384B449DC7E1}"/>
          </ac:spMkLst>
        </pc:spChg>
        <pc:spChg chg="add mod">
          <ac:chgData name="王月" userId="9d7c2960-20f1-43a9-b353-abcb8eec574b" providerId="ADAL" clId="{304C4ED5-D124-4347-A313-EC611F12B607}" dt="2021-12-03T14:05:38.066" v="168" actId="1076"/>
          <ac:spMkLst>
            <pc:docMk/>
            <pc:sldMk cId="2545199163" sldId="257"/>
            <ac:spMk id="5" creationId="{8FB5EC4E-7FE5-4617-8BEF-CA33A9B61F0B}"/>
          </ac:spMkLst>
        </pc:spChg>
        <pc:picChg chg="add mod">
          <ac:chgData name="王月" userId="9d7c2960-20f1-43a9-b353-abcb8eec574b" providerId="ADAL" clId="{304C4ED5-D124-4347-A313-EC611F12B607}" dt="2021-12-03T14:04:33.181" v="125" actId="1076"/>
          <ac:picMkLst>
            <pc:docMk/>
            <pc:sldMk cId="2545199163" sldId="257"/>
            <ac:picMk id="4" creationId="{DEA8C865-D883-431F-9DCD-0B3C2DEB004A}"/>
          </ac:picMkLst>
        </pc:picChg>
      </pc:sldChg>
      <pc:sldChg chg="addSp delSp modSp new mod">
        <pc:chgData name="王月" userId="9d7c2960-20f1-43a9-b353-abcb8eec574b" providerId="ADAL" clId="{304C4ED5-D124-4347-A313-EC611F12B607}" dt="2021-12-03T14:21:26.462" v="227" actId="21"/>
        <pc:sldMkLst>
          <pc:docMk/>
          <pc:sldMk cId="1107512234" sldId="258"/>
        </pc:sldMkLst>
        <pc:spChg chg="del">
          <ac:chgData name="王月" userId="9d7c2960-20f1-43a9-b353-abcb8eec574b" providerId="ADAL" clId="{304C4ED5-D124-4347-A313-EC611F12B607}" dt="2021-12-03T14:08:31.435" v="173" actId="478"/>
          <ac:spMkLst>
            <pc:docMk/>
            <pc:sldMk cId="1107512234" sldId="258"/>
            <ac:spMk id="2" creationId="{4C6C0859-C64E-4B8B-BF05-1AB8A3E6C9EA}"/>
          </ac:spMkLst>
        </pc:spChg>
        <pc:spChg chg="del">
          <ac:chgData name="王月" userId="9d7c2960-20f1-43a9-b353-abcb8eec574b" providerId="ADAL" clId="{304C4ED5-D124-4347-A313-EC611F12B607}" dt="2021-12-03T14:08:31.435" v="173" actId="478"/>
          <ac:spMkLst>
            <pc:docMk/>
            <pc:sldMk cId="1107512234" sldId="258"/>
            <ac:spMk id="3" creationId="{EA9B9722-4213-45BE-8D68-0E64BFA11F2D}"/>
          </ac:spMkLst>
        </pc:spChg>
        <pc:spChg chg="add mod">
          <ac:chgData name="王月" userId="9d7c2960-20f1-43a9-b353-abcb8eec574b" providerId="ADAL" clId="{304C4ED5-D124-4347-A313-EC611F12B607}" dt="2021-12-03T14:08:44.884" v="177" actId="1076"/>
          <ac:spMkLst>
            <pc:docMk/>
            <pc:sldMk cId="1107512234" sldId="258"/>
            <ac:spMk id="5" creationId="{EDEE769F-024B-4164-A27B-A5F84954A141}"/>
          </ac:spMkLst>
        </pc:spChg>
        <pc:grpChg chg="add del mod">
          <ac:chgData name="王月" userId="9d7c2960-20f1-43a9-b353-abcb8eec574b" providerId="ADAL" clId="{304C4ED5-D124-4347-A313-EC611F12B607}" dt="2021-12-03T14:21:26.462" v="227" actId="21"/>
          <ac:grpSpMkLst>
            <pc:docMk/>
            <pc:sldMk cId="1107512234" sldId="258"/>
            <ac:grpSpMk id="24" creationId="{11A3813C-A1B1-488C-9A79-85C0E4CDB1C7}"/>
          </ac:grpSpMkLst>
        </pc:grpChg>
        <pc:grpChg chg="add del mod">
          <ac:chgData name="王月" userId="9d7c2960-20f1-43a9-b353-abcb8eec574b" providerId="ADAL" clId="{304C4ED5-D124-4347-A313-EC611F12B607}" dt="2021-12-03T14:21:26.462" v="227" actId="21"/>
          <ac:grpSpMkLst>
            <pc:docMk/>
            <pc:sldMk cId="1107512234" sldId="258"/>
            <ac:grpSpMk id="29" creationId="{ECEBC9C6-EA12-41FF-B0A3-DEE98C0A5700}"/>
          </ac:grpSpMkLst>
        </pc:grpChg>
        <pc:grpChg chg="add del mod">
          <ac:chgData name="王月" userId="9d7c2960-20f1-43a9-b353-abcb8eec574b" providerId="ADAL" clId="{304C4ED5-D124-4347-A313-EC611F12B607}" dt="2021-12-03T14:21:26.462" v="227" actId="21"/>
          <ac:grpSpMkLst>
            <pc:docMk/>
            <pc:sldMk cId="1107512234" sldId="258"/>
            <ac:grpSpMk id="34" creationId="{A774C0EC-0317-45EB-A7E0-25FE8803A2E4}"/>
          </ac:grpSpMkLst>
        </pc:grpChg>
        <pc:picChg chg="add mod">
          <ac:chgData name="王月" userId="9d7c2960-20f1-43a9-b353-abcb8eec574b" providerId="ADAL" clId="{304C4ED5-D124-4347-A313-EC611F12B607}" dt="2021-12-03T14:09:49.275" v="185" actId="1076"/>
          <ac:picMkLst>
            <pc:docMk/>
            <pc:sldMk cId="1107512234" sldId="258"/>
            <ac:picMk id="7" creationId="{1FA8C8D1-9E6E-4B88-AE64-326E6A9C13B9}"/>
          </ac:picMkLst>
        </pc:picChg>
        <pc:picChg chg="add del mod">
          <ac:chgData name="王月" userId="9d7c2960-20f1-43a9-b353-abcb8eec574b" providerId="ADAL" clId="{304C4ED5-D124-4347-A313-EC611F12B607}" dt="2021-12-03T14:10:24.859" v="191" actId="478"/>
          <ac:picMkLst>
            <pc:docMk/>
            <pc:sldMk cId="1107512234" sldId="258"/>
            <ac:picMk id="9" creationId="{4225DF98-ECDB-406F-8187-EACE62CC4BB2}"/>
          </ac:picMkLst>
        </pc:picChg>
        <pc:picChg chg="add mod">
          <ac:chgData name="王月" userId="9d7c2960-20f1-43a9-b353-abcb8eec574b" providerId="ADAL" clId="{304C4ED5-D124-4347-A313-EC611F12B607}" dt="2021-12-03T14:10:02.797" v="190" actId="1076"/>
          <ac:picMkLst>
            <pc:docMk/>
            <pc:sldMk cId="1107512234" sldId="258"/>
            <ac:picMk id="11" creationId="{A6F5AEFF-6C0B-4A54-A390-FBF2867A7D37}"/>
          </ac:picMkLst>
        </pc:picChg>
        <pc:picChg chg="add mod">
          <ac:chgData name="王月" userId="9d7c2960-20f1-43a9-b353-abcb8eec574b" providerId="ADAL" clId="{304C4ED5-D124-4347-A313-EC611F12B607}" dt="2021-12-03T14:10:28.315" v="194" actId="1076"/>
          <ac:picMkLst>
            <pc:docMk/>
            <pc:sldMk cId="1107512234" sldId="258"/>
            <ac:picMk id="13" creationId="{3BEEA611-5338-41C7-AB76-16F7EC2A1E1C}"/>
          </ac:picMkLst>
        </pc:picChg>
        <pc:picChg chg="add mod">
          <ac:chgData name="王月" userId="9d7c2960-20f1-43a9-b353-abcb8eec574b" providerId="ADAL" clId="{304C4ED5-D124-4347-A313-EC611F12B607}" dt="2021-12-03T14:10:43.849" v="197" actId="1076"/>
          <ac:picMkLst>
            <pc:docMk/>
            <pc:sldMk cId="1107512234" sldId="258"/>
            <ac:picMk id="15" creationId="{6167F69B-E517-487B-8572-F3AA8638134C}"/>
          </ac:picMkLst>
        </pc:picChg>
        <pc:picChg chg="add mod">
          <ac:chgData name="王月" userId="9d7c2960-20f1-43a9-b353-abcb8eec574b" providerId="ADAL" clId="{304C4ED5-D124-4347-A313-EC611F12B607}" dt="2021-12-03T14:14:54.358" v="199" actId="14100"/>
          <ac:picMkLst>
            <pc:docMk/>
            <pc:sldMk cId="1107512234" sldId="258"/>
            <ac:picMk id="17" creationId="{3F8EB5E1-AEF1-4CFC-A30F-D8957866A65B}"/>
          </ac:picMkLst>
        </pc:picChg>
        <pc:picChg chg="add mod">
          <ac:chgData name="王月" userId="9d7c2960-20f1-43a9-b353-abcb8eec574b" providerId="ADAL" clId="{304C4ED5-D124-4347-A313-EC611F12B607}" dt="2021-12-03T14:15:05.981" v="201" actId="1076"/>
          <ac:picMkLst>
            <pc:docMk/>
            <pc:sldMk cId="1107512234" sldId="258"/>
            <ac:picMk id="19" creationId="{69F0D95F-1492-4B3B-8419-BAFFEA5086D2}"/>
          </ac:picMkLst>
        </pc:picChg>
        <pc:picChg chg="add mod">
          <ac:chgData name="王月" userId="9d7c2960-20f1-43a9-b353-abcb8eec574b" providerId="ADAL" clId="{304C4ED5-D124-4347-A313-EC611F12B607}" dt="2021-12-03T14:16:52.021" v="209" actId="164"/>
          <ac:picMkLst>
            <pc:docMk/>
            <pc:sldMk cId="1107512234" sldId="258"/>
            <ac:picMk id="21" creationId="{AC7877F8-1796-45E0-8EBE-2E9E073D07D2}"/>
          </ac:picMkLst>
        </pc:picChg>
        <pc:picChg chg="add mod">
          <ac:chgData name="王月" userId="9d7c2960-20f1-43a9-b353-abcb8eec574b" providerId="ADAL" clId="{304C4ED5-D124-4347-A313-EC611F12B607}" dt="2021-12-03T14:16:52.021" v="209" actId="164"/>
          <ac:picMkLst>
            <pc:docMk/>
            <pc:sldMk cId="1107512234" sldId="258"/>
            <ac:picMk id="23" creationId="{55E98FF1-6744-4857-A101-5BC69C2B40F8}"/>
          </ac:picMkLst>
        </pc:picChg>
        <pc:picChg chg="add mod">
          <ac:chgData name="王月" userId="9d7c2960-20f1-43a9-b353-abcb8eec574b" providerId="ADAL" clId="{304C4ED5-D124-4347-A313-EC611F12B607}" dt="2021-12-03T14:18:18.258" v="216" actId="164"/>
          <ac:picMkLst>
            <pc:docMk/>
            <pc:sldMk cId="1107512234" sldId="258"/>
            <ac:picMk id="26" creationId="{267F0316-E834-41CF-8D15-A16A711FFAC7}"/>
          </ac:picMkLst>
        </pc:picChg>
        <pc:picChg chg="add mod">
          <ac:chgData name="王月" userId="9d7c2960-20f1-43a9-b353-abcb8eec574b" providerId="ADAL" clId="{304C4ED5-D124-4347-A313-EC611F12B607}" dt="2021-12-03T14:18:18.258" v="216" actId="164"/>
          <ac:picMkLst>
            <pc:docMk/>
            <pc:sldMk cId="1107512234" sldId="258"/>
            <ac:picMk id="28" creationId="{7AD2E99A-5162-40E2-8723-262F45BEC410}"/>
          </ac:picMkLst>
        </pc:picChg>
        <pc:picChg chg="add mod">
          <ac:chgData name="王月" userId="9d7c2960-20f1-43a9-b353-abcb8eec574b" providerId="ADAL" clId="{304C4ED5-D124-4347-A313-EC611F12B607}" dt="2021-12-03T14:21:19.838" v="224" actId="164"/>
          <ac:picMkLst>
            <pc:docMk/>
            <pc:sldMk cId="1107512234" sldId="258"/>
            <ac:picMk id="31" creationId="{5ECF9ED5-3D34-4E10-9461-EA4BDA79F791}"/>
          </ac:picMkLst>
        </pc:picChg>
        <pc:picChg chg="add mod">
          <ac:chgData name="王月" userId="9d7c2960-20f1-43a9-b353-abcb8eec574b" providerId="ADAL" clId="{304C4ED5-D124-4347-A313-EC611F12B607}" dt="2021-12-03T14:21:19.838" v="224" actId="164"/>
          <ac:picMkLst>
            <pc:docMk/>
            <pc:sldMk cId="1107512234" sldId="258"/>
            <ac:picMk id="33" creationId="{6FFF80BE-2656-4955-809D-156D0CFD6FBB}"/>
          </ac:picMkLst>
        </pc:picChg>
      </pc:sldChg>
      <pc:sldChg chg="addSp delSp modSp new mod">
        <pc:chgData name="王月" userId="9d7c2960-20f1-43a9-b353-abcb8eec574b" providerId="ADAL" clId="{304C4ED5-D124-4347-A313-EC611F12B607}" dt="2021-12-03T14:21:36.032" v="233" actId="1076"/>
        <pc:sldMkLst>
          <pc:docMk/>
          <pc:sldMk cId="2524463980" sldId="259"/>
        </pc:sldMkLst>
        <pc:spChg chg="del">
          <ac:chgData name="王月" userId="9d7c2960-20f1-43a9-b353-abcb8eec574b" providerId="ADAL" clId="{304C4ED5-D124-4347-A313-EC611F12B607}" dt="2021-12-03T14:21:30.201" v="228" actId="478"/>
          <ac:spMkLst>
            <pc:docMk/>
            <pc:sldMk cId="2524463980" sldId="259"/>
            <ac:spMk id="2" creationId="{AD650C38-AA66-40E1-A674-7F27A973A6CF}"/>
          </ac:spMkLst>
        </pc:spChg>
        <pc:spChg chg="del">
          <ac:chgData name="王月" userId="9d7c2960-20f1-43a9-b353-abcb8eec574b" providerId="ADAL" clId="{304C4ED5-D124-4347-A313-EC611F12B607}" dt="2021-12-03T14:21:30.201" v="228" actId="478"/>
          <ac:spMkLst>
            <pc:docMk/>
            <pc:sldMk cId="2524463980" sldId="259"/>
            <ac:spMk id="3" creationId="{511D5A0C-4902-40AE-A01B-B05F96C6D5B1}"/>
          </ac:spMkLst>
        </pc:spChg>
        <pc:grpChg chg="add mod">
          <ac:chgData name="王月" userId="9d7c2960-20f1-43a9-b353-abcb8eec574b" providerId="ADAL" clId="{304C4ED5-D124-4347-A313-EC611F12B607}" dt="2021-12-03T14:21:34.928" v="232" actId="1076"/>
          <ac:grpSpMkLst>
            <pc:docMk/>
            <pc:sldMk cId="2524463980" sldId="259"/>
            <ac:grpSpMk id="4" creationId="{0BAA0BAB-7339-4DAD-9348-1D5600DD4AD3}"/>
          </ac:grpSpMkLst>
        </pc:grpChg>
        <pc:grpChg chg="add mod">
          <ac:chgData name="王月" userId="9d7c2960-20f1-43a9-b353-abcb8eec574b" providerId="ADAL" clId="{304C4ED5-D124-4347-A313-EC611F12B607}" dt="2021-12-03T14:21:34.188" v="231" actId="1076"/>
          <ac:grpSpMkLst>
            <pc:docMk/>
            <pc:sldMk cId="2524463980" sldId="259"/>
            <ac:grpSpMk id="7" creationId="{A92BAED6-E022-4AB0-A2DE-B3AF70EE30D7}"/>
          </ac:grpSpMkLst>
        </pc:grpChg>
        <pc:grpChg chg="add mod">
          <ac:chgData name="王月" userId="9d7c2960-20f1-43a9-b353-abcb8eec574b" providerId="ADAL" clId="{304C4ED5-D124-4347-A313-EC611F12B607}" dt="2021-12-03T14:21:36.032" v="233" actId="1076"/>
          <ac:grpSpMkLst>
            <pc:docMk/>
            <pc:sldMk cId="2524463980" sldId="259"/>
            <ac:grpSpMk id="10" creationId="{C21CA6C7-3E8F-4B48-8931-7DB2765AB667}"/>
          </ac:grpSpMkLst>
        </pc:grpChg>
        <pc:picChg chg="mod">
          <ac:chgData name="王月" userId="9d7c2960-20f1-43a9-b353-abcb8eec574b" providerId="ADAL" clId="{304C4ED5-D124-4347-A313-EC611F12B607}" dt="2021-12-03T14:21:30.572" v="229"/>
          <ac:picMkLst>
            <pc:docMk/>
            <pc:sldMk cId="2524463980" sldId="259"/>
            <ac:picMk id="5" creationId="{22E1699F-1974-44F9-B490-EDEA1752A22B}"/>
          </ac:picMkLst>
        </pc:picChg>
        <pc:picChg chg="mod">
          <ac:chgData name="王月" userId="9d7c2960-20f1-43a9-b353-abcb8eec574b" providerId="ADAL" clId="{304C4ED5-D124-4347-A313-EC611F12B607}" dt="2021-12-03T14:21:30.572" v="229"/>
          <ac:picMkLst>
            <pc:docMk/>
            <pc:sldMk cId="2524463980" sldId="259"/>
            <ac:picMk id="6" creationId="{D23A225B-6DDE-466F-94F5-9233ABAA43AC}"/>
          </ac:picMkLst>
        </pc:picChg>
        <pc:picChg chg="mod">
          <ac:chgData name="王月" userId="9d7c2960-20f1-43a9-b353-abcb8eec574b" providerId="ADAL" clId="{304C4ED5-D124-4347-A313-EC611F12B607}" dt="2021-12-03T14:21:30.572" v="229"/>
          <ac:picMkLst>
            <pc:docMk/>
            <pc:sldMk cId="2524463980" sldId="259"/>
            <ac:picMk id="8" creationId="{B3F3976D-9A69-46CF-A1D0-E05FDF368E28}"/>
          </ac:picMkLst>
        </pc:picChg>
        <pc:picChg chg="mod">
          <ac:chgData name="王月" userId="9d7c2960-20f1-43a9-b353-abcb8eec574b" providerId="ADAL" clId="{304C4ED5-D124-4347-A313-EC611F12B607}" dt="2021-12-03T14:21:30.572" v="229"/>
          <ac:picMkLst>
            <pc:docMk/>
            <pc:sldMk cId="2524463980" sldId="259"/>
            <ac:picMk id="9" creationId="{677F4CFF-2BD0-4A53-8ED9-DD94FC7A87C8}"/>
          </ac:picMkLst>
        </pc:picChg>
        <pc:picChg chg="mod">
          <ac:chgData name="王月" userId="9d7c2960-20f1-43a9-b353-abcb8eec574b" providerId="ADAL" clId="{304C4ED5-D124-4347-A313-EC611F12B607}" dt="2021-12-03T14:21:30.572" v="229"/>
          <ac:picMkLst>
            <pc:docMk/>
            <pc:sldMk cId="2524463980" sldId="259"/>
            <ac:picMk id="11" creationId="{6393FFAF-0059-4FCF-89F2-51D3100E3876}"/>
          </ac:picMkLst>
        </pc:picChg>
        <pc:picChg chg="mod">
          <ac:chgData name="王月" userId="9d7c2960-20f1-43a9-b353-abcb8eec574b" providerId="ADAL" clId="{304C4ED5-D124-4347-A313-EC611F12B607}" dt="2021-12-03T14:21:30.572" v="229"/>
          <ac:picMkLst>
            <pc:docMk/>
            <pc:sldMk cId="2524463980" sldId="259"/>
            <ac:picMk id="12" creationId="{860151D1-F2C0-4252-986F-6D992A151FF6}"/>
          </ac:picMkLst>
        </pc:picChg>
      </pc:sldChg>
      <pc:sldChg chg="addSp delSp modSp new mod">
        <pc:chgData name="王月" userId="9d7c2960-20f1-43a9-b353-abcb8eec574b" providerId="ADAL" clId="{304C4ED5-D124-4347-A313-EC611F12B607}" dt="2021-12-03T14:41:26.026" v="294" actId="1076"/>
        <pc:sldMkLst>
          <pc:docMk/>
          <pc:sldMk cId="1894044320" sldId="260"/>
        </pc:sldMkLst>
        <pc:spChg chg="del">
          <ac:chgData name="王月" userId="9d7c2960-20f1-43a9-b353-abcb8eec574b" providerId="ADAL" clId="{304C4ED5-D124-4347-A313-EC611F12B607}" dt="2021-12-03T14:30:39.384" v="237" actId="478"/>
          <ac:spMkLst>
            <pc:docMk/>
            <pc:sldMk cId="1894044320" sldId="260"/>
            <ac:spMk id="2" creationId="{43762CFB-60BB-4621-95DB-487DEBA4E601}"/>
          </ac:spMkLst>
        </pc:spChg>
        <pc:spChg chg="del">
          <ac:chgData name="王月" userId="9d7c2960-20f1-43a9-b353-abcb8eec574b" providerId="ADAL" clId="{304C4ED5-D124-4347-A313-EC611F12B607}" dt="2021-12-03T14:30:39.384" v="237" actId="478"/>
          <ac:spMkLst>
            <pc:docMk/>
            <pc:sldMk cId="1894044320" sldId="260"/>
            <ac:spMk id="3" creationId="{D8DF40A2-D684-4770-A482-BFCEE721A3DD}"/>
          </ac:spMkLst>
        </pc:spChg>
        <pc:spChg chg="add mod">
          <ac:chgData name="王月" userId="9d7c2960-20f1-43a9-b353-abcb8eec574b" providerId="ADAL" clId="{304C4ED5-D124-4347-A313-EC611F12B607}" dt="2021-12-03T14:41:26.026" v="294" actId="1076"/>
          <ac:spMkLst>
            <pc:docMk/>
            <pc:sldMk cId="1894044320" sldId="260"/>
            <ac:spMk id="5" creationId="{7F148451-BA1A-4B8A-AA0D-8DA0FC8045BF}"/>
          </ac:spMkLst>
        </pc:spChg>
        <pc:grpChg chg="add mod">
          <ac:chgData name="王月" userId="9d7c2960-20f1-43a9-b353-abcb8eec574b" providerId="ADAL" clId="{304C4ED5-D124-4347-A313-EC611F12B607}" dt="2021-12-03T14:39:28.995" v="286" actId="1076"/>
          <ac:grpSpMkLst>
            <pc:docMk/>
            <pc:sldMk cId="1894044320" sldId="260"/>
            <ac:grpSpMk id="16" creationId="{767078F8-DEBD-4AA4-B10C-04DE40BB1851}"/>
          </ac:grpSpMkLst>
        </pc:grpChg>
        <pc:grpChg chg="add del mod">
          <ac:chgData name="王月" userId="9d7c2960-20f1-43a9-b353-abcb8eec574b" providerId="ADAL" clId="{304C4ED5-D124-4347-A313-EC611F12B607}" dt="2021-12-03T14:39:24.134" v="284" actId="21"/>
          <ac:grpSpMkLst>
            <pc:docMk/>
            <pc:sldMk cId="1894044320" sldId="260"/>
            <ac:grpSpMk id="21" creationId="{4645C636-02F8-4F65-9F45-0410DC968D93}"/>
          </ac:grpSpMkLst>
        </pc:grpChg>
        <pc:picChg chg="add del mod">
          <ac:chgData name="王月" userId="9d7c2960-20f1-43a9-b353-abcb8eec574b" providerId="ADAL" clId="{304C4ED5-D124-4347-A313-EC611F12B607}" dt="2021-12-03T14:33:21.958" v="253" actId="478"/>
          <ac:picMkLst>
            <pc:docMk/>
            <pc:sldMk cId="1894044320" sldId="260"/>
            <ac:picMk id="7" creationId="{D1BD7687-9E35-4CBA-AD9B-7FAF06ECE5E8}"/>
          </ac:picMkLst>
        </pc:picChg>
        <pc:picChg chg="add mod">
          <ac:chgData name="王月" userId="9d7c2960-20f1-43a9-b353-abcb8eec574b" providerId="ADAL" clId="{304C4ED5-D124-4347-A313-EC611F12B607}" dt="2021-12-03T14:33:42.017" v="257" actId="14100"/>
          <ac:picMkLst>
            <pc:docMk/>
            <pc:sldMk cId="1894044320" sldId="260"/>
            <ac:picMk id="9" creationId="{AEA83E78-DECD-456C-B26A-BC2BCBAF5A9A}"/>
          </ac:picMkLst>
        </pc:picChg>
        <pc:picChg chg="add mod">
          <ac:chgData name="王月" userId="9d7c2960-20f1-43a9-b353-abcb8eec574b" providerId="ADAL" clId="{304C4ED5-D124-4347-A313-EC611F12B607}" dt="2021-12-03T14:33:52.186" v="261" actId="1076"/>
          <ac:picMkLst>
            <pc:docMk/>
            <pc:sldMk cId="1894044320" sldId="260"/>
            <ac:picMk id="11" creationId="{C6D603F5-3BC6-4CAB-A0F6-EBCAC44A23C4}"/>
          </ac:picMkLst>
        </pc:picChg>
        <pc:picChg chg="add mod">
          <ac:chgData name="王月" userId="9d7c2960-20f1-43a9-b353-abcb8eec574b" providerId="ADAL" clId="{304C4ED5-D124-4347-A313-EC611F12B607}" dt="2021-12-03T14:35:45.849" v="269" actId="164"/>
          <ac:picMkLst>
            <pc:docMk/>
            <pc:sldMk cId="1894044320" sldId="260"/>
            <ac:picMk id="13" creationId="{B03C4C80-476D-4C63-99C3-BADE9D0D8CF9}"/>
          </ac:picMkLst>
        </pc:picChg>
        <pc:picChg chg="add mod">
          <ac:chgData name="王月" userId="9d7c2960-20f1-43a9-b353-abcb8eec574b" providerId="ADAL" clId="{304C4ED5-D124-4347-A313-EC611F12B607}" dt="2021-12-03T14:35:45.849" v="269" actId="164"/>
          <ac:picMkLst>
            <pc:docMk/>
            <pc:sldMk cId="1894044320" sldId="260"/>
            <ac:picMk id="15" creationId="{B0665F11-2523-421C-8FA0-310AFEC6274E}"/>
          </ac:picMkLst>
        </pc:picChg>
        <pc:picChg chg="add mod">
          <ac:chgData name="王月" userId="9d7c2960-20f1-43a9-b353-abcb8eec574b" providerId="ADAL" clId="{304C4ED5-D124-4347-A313-EC611F12B607}" dt="2021-12-03T14:38:38.804" v="276" actId="164"/>
          <ac:picMkLst>
            <pc:docMk/>
            <pc:sldMk cId="1894044320" sldId="260"/>
            <ac:picMk id="18" creationId="{59F04263-3710-4BC9-8961-A38D8C4198DD}"/>
          </ac:picMkLst>
        </pc:picChg>
        <pc:picChg chg="add mod">
          <ac:chgData name="王月" userId="9d7c2960-20f1-43a9-b353-abcb8eec574b" providerId="ADAL" clId="{304C4ED5-D124-4347-A313-EC611F12B607}" dt="2021-12-03T14:38:38.804" v="276" actId="164"/>
          <ac:picMkLst>
            <pc:docMk/>
            <pc:sldMk cId="1894044320" sldId="260"/>
            <ac:picMk id="20" creationId="{13E67B4B-1D3E-4F04-8239-F6B5E8D92F0E}"/>
          </ac:picMkLst>
        </pc:picChg>
      </pc:sldChg>
      <pc:sldChg chg="addSp delSp modSp new mod">
        <pc:chgData name="王月" userId="9d7c2960-20f1-43a9-b353-abcb8eec574b" providerId="ADAL" clId="{304C4ED5-D124-4347-A313-EC611F12B607}" dt="2021-12-03T14:44:23.518" v="306" actId="1076"/>
        <pc:sldMkLst>
          <pc:docMk/>
          <pc:sldMk cId="1632169346" sldId="261"/>
        </pc:sldMkLst>
        <pc:spChg chg="del">
          <ac:chgData name="王月" userId="9d7c2960-20f1-43a9-b353-abcb8eec574b" providerId="ADAL" clId="{304C4ED5-D124-4347-A313-EC611F12B607}" dt="2021-12-03T14:39:16.025" v="279" actId="478"/>
          <ac:spMkLst>
            <pc:docMk/>
            <pc:sldMk cId="1632169346" sldId="261"/>
            <ac:spMk id="2" creationId="{C4969993-4BE7-497B-ADEA-765671601C48}"/>
          </ac:spMkLst>
        </pc:spChg>
        <pc:spChg chg="del">
          <ac:chgData name="王月" userId="9d7c2960-20f1-43a9-b353-abcb8eec574b" providerId="ADAL" clId="{304C4ED5-D124-4347-A313-EC611F12B607}" dt="2021-12-03T14:39:16.025" v="279" actId="478"/>
          <ac:spMkLst>
            <pc:docMk/>
            <pc:sldMk cId="1632169346" sldId="261"/>
            <ac:spMk id="3" creationId="{9A7FF62B-EF77-4D32-AAFE-0F791BAAD21D}"/>
          </ac:spMkLst>
        </pc:spChg>
        <pc:grpChg chg="add mod ord">
          <ac:chgData name="王月" userId="9d7c2960-20f1-43a9-b353-abcb8eec574b" providerId="ADAL" clId="{304C4ED5-D124-4347-A313-EC611F12B607}" dt="2021-12-03T14:43:14.952" v="303" actId="1076"/>
          <ac:grpSpMkLst>
            <pc:docMk/>
            <pc:sldMk cId="1632169346" sldId="261"/>
            <ac:grpSpMk id="4" creationId="{613092E7-593F-4ABE-AE48-BDBB3A687F3D}"/>
          </ac:grpSpMkLst>
        </pc:grpChg>
        <pc:picChg chg="mod">
          <ac:chgData name="王月" userId="9d7c2960-20f1-43a9-b353-abcb8eec574b" providerId="ADAL" clId="{304C4ED5-D124-4347-A313-EC611F12B607}" dt="2021-12-03T14:39:25.689" v="285"/>
          <ac:picMkLst>
            <pc:docMk/>
            <pc:sldMk cId="1632169346" sldId="261"/>
            <ac:picMk id="5" creationId="{C784E61B-E7DE-408B-8616-37DC4C7353DC}"/>
          </ac:picMkLst>
        </pc:picChg>
        <pc:picChg chg="mod">
          <ac:chgData name="王月" userId="9d7c2960-20f1-43a9-b353-abcb8eec574b" providerId="ADAL" clId="{304C4ED5-D124-4347-A313-EC611F12B607}" dt="2021-12-03T14:39:25.689" v="285"/>
          <ac:picMkLst>
            <pc:docMk/>
            <pc:sldMk cId="1632169346" sldId="261"/>
            <ac:picMk id="6" creationId="{79806E9A-8677-4869-9816-6F620C1D6AF2}"/>
          </ac:picMkLst>
        </pc:picChg>
        <pc:picChg chg="add mod">
          <ac:chgData name="王月" userId="9d7c2960-20f1-43a9-b353-abcb8eec574b" providerId="ADAL" clId="{304C4ED5-D124-4347-A313-EC611F12B607}" dt="2021-12-03T14:40:52.782" v="291" actId="14100"/>
          <ac:picMkLst>
            <pc:docMk/>
            <pc:sldMk cId="1632169346" sldId="261"/>
            <ac:picMk id="8" creationId="{977A8F7C-C49E-465C-9E2F-0F76A47E3022}"/>
          </ac:picMkLst>
        </pc:picChg>
        <pc:picChg chg="add mod">
          <ac:chgData name="王月" userId="9d7c2960-20f1-43a9-b353-abcb8eec574b" providerId="ADAL" clId="{304C4ED5-D124-4347-A313-EC611F12B607}" dt="2021-12-03T14:41:01.004" v="293" actId="1076"/>
          <ac:picMkLst>
            <pc:docMk/>
            <pc:sldMk cId="1632169346" sldId="261"/>
            <ac:picMk id="10" creationId="{5202094D-FF96-4DEA-908C-30950B40D1DB}"/>
          </ac:picMkLst>
        </pc:picChg>
        <pc:picChg chg="add mod">
          <ac:chgData name="王月" userId="9d7c2960-20f1-43a9-b353-abcb8eec574b" providerId="ADAL" clId="{304C4ED5-D124-4347-A313-EC611F12B607}" dt="2021-12-03T14:43:09.981" v="302" actId="1076"/>
          <ac:picMkLst>
            <pc:docMk/>
            <pc:sldMk cId="1632169346" sldId="261"/>
            <ac:picMk id="12" creationId="{A3926E67-7BF9-426E-A9F3-FF3121E492A2}"/>
          </ac:picMkLst>
        </pc:picChg>
        <pc:picChg chg="add mod">
          <ac:chgData name="王月" userId="9d7c2960-20f1-43a9-b353-abcb8eec574b" providerId="ADAL" clId="{304C4ED5-D124-4347-A313-EC611F12B607}" dt="2021-12-03T14:44:23.518" v="306" actId="1076"/>
          <ac:picMkLst>
            <pc:docMk/>
            <pc:sldMk cId="1632169346" sldId="261"/>
            <ac:picMk id="14" creationId="{62228745-C397-4E7D-8BDA-32CC056AE665}"/>
          </ac:picMkLst>
        </pc:picChg>
      </pc:sldChg>
      <pc:sldChg chg="add del">
        <pc:chgData name="王月" userId="9d7c2960-20f1-43a9-b353-abcb8eec574b" providerId="ADAL" clId="{304C4ED5-D124-4347-A313-EC611F12B607}" dt="2021-12-03T14:39:22.105" v="282"/>
        <pc:sldMkLst>
          <pc:docMk/>
          <pc:sldMk cId="994183597" sldId="262"/>
        </pc:sldMkLst>
      </pc:sldChg>
      <pc:sldChg chg="addSp delSp modSp new mod">
        <pc:chgData name="王月" userId="9d7c2960-20f1-43a9-b353-abcb8eec574b" providerId="ADAL" clId="{304C4ED5-D124-4347-A313-EC611F12B607}" dt="2021-12-03T15:36:23.602" v="355" actId="20577"/>
        <pc:sldMkLst>
          <pc:docMk/>
          <pc:sldMk cId="1534092447" sldId="262"/>
        </pc:sldMkLst>
        <pc:spChg chg="del">
          <ac:chgData name="王月" userId="9d7c2960-20f1-43a9-b353-abcb8eec574b" providerId="ADAL" clId="{304C4ED5-D124-4347-A313-EC611F12B607}" dt="2021-12-03T15:33:03.937" v="310" actId="478"/>
          <ac:spMkLst>
            <pc:docMk/>
            <pc:sldMk cId="1534092447" sldId="262"/>
            <ac:spMk id="2" creationId="{F5B2B5AC-6DA2-4E17-B8DE-EFA90B24DF19}"/>
          </ac:spMkLst>
        </pc:spChg>
        <pc:spChg chg="del">
          <ac:chgData name="王月" userId="9d7c2960-20f1-43a9-b353-abcb8eec574b" providerId="ADAL" clId="{304C4ED5-D124-4347-A313-EC611F12B607}" dt="2021-12-03T15:33:03.937" v="310" actId="478"/>
          <ac:spMkLst>
            <pc:docMk/>
            <pc:sldMk cId="1534092447" sldId="262"/>
            <ac:spMk id="3" creationId="{2AB1AF63-537C-4C0D-B652-B5EBAF0951FD}"/>
          </ac:spMkLst>
        </pc:spChg>
        <pc:spChg chg="add mod">
          <ac:chgData name="王月" userId="9d7c2960-20f1-43a9-b353-abcb8eec574b" providerId="ADAL" clId="{304C4ED5-D124-4347-A313-EC611F12B607}" dt="2021-12-03T15:36:23.602" v="355" actId="20577"/>
          <ac:spMkLst>
            <pc:docMk/>
            <pc:sldMk cId="1534092447" sldId="262"/>
            <ac:spMk id="8" creationId="{4A7DB31B-23B6-437B-8C04-CA280B68C1D1}"/>
          </ac:spMkLst>
        </pc:spChg>
        <pc:picChg chg="add mod">
          <ac:chgData name="王月" userId="9d7c2960-20f1-43a9-b353-abcb8eec574b" providerId="ADAL" clId="{304C4ED5-D124-4347-A313-EC611F12B607}" dt="2021-12-03T15:33:48.239" v="345" actId="1076"/>
          <ac:picMkLst>
            <pc:docMk/>
            <pc:sldMk cId="1534092447" sldId="262"/>
            <ac:picMk id="5" creationId="{89E978C1-9E49-485B-9D81-E9E813EAF247}"/>
          </ac:picMkLst>
        </pc:picChg>
        <pc:picChg chg="add mod">
          <ac:chgData name="王月" userId="9d7c2960-20f1-43a9-b353-abcb8eec574b" providerId="ADAL" clId="{304C4ED5-D124-4347-A313-EC611F12B607}" dt="2021-12-03T15:33:51.583" v="347" actId="1076"/>
          <ac:picMkLst>
            <pc:docMk/>
            <pc:sldMk cId="1534092447" sldId="262"/>
            <ac:picMk id="7" creationId="{D652143C-809D-43BB-94E0-8DF19526E721}"/>
          </ac:picMkLst>
        </pc:picChg>
        <pc:picChg chg="add del mod">
          <ac:chgData name="王月" userId="9d7c2960-20f1-43a9-b353-abcb8eec574b" providerId="ADAL" clId="{304C4ED5-D124-4347-A313-EC611F12B607}" dt="2021-12-03T15:36:17.619" v="350" actId="478"/>
          <ac:picMkLst>
            <pc:docMk/>
            <pc:sldMk cId="1534092447" sldId="262"/>
            <ac:picMk id="10" creationId="{7B1D9E28-0F0A-4A16-A842-54E2A7B645BE}"/>
          </ac:picMkLst>
        </pc:picChg>
        <pc:picChg chg="add mod">
          <ac:chgData name="王月" userId="9d7c2960-20f1-43a9-b353-abcb8eec574b" providerId="ADAL" clId="{304C4ED5-D124-4347-A313-EC611F12B607}" dt="2021-12-03T15:36:21.419" v="353" actId="1076"/>
          <ac:picMkLst>
            <pc:docMk/>
            <pc:sldMk cId="1534092447" sldId="262"/>
            <ac:picMk id="12" creationId="{10389CF5-4CB2-4D91-917D-C2439FE97AF9}"/>
          </ac:picMkLst>
        </pc:picChg>
      </pc:sldChg>
      <pc:sldChg chg="addSp delSp modSp new mod">
        <pc:chgData name="王月" userId="9d7c2960-20f1-43a9-b353-abcb8eec574b" providerId="ADAL" clId="{304C4ED5-D124-4347-A313-EC611F12B607}" dt="2021-12-03T16:31:45.071" v="372" actId="1076"/>
        <pc:sldMkLst>
          <pc:docMk/>
          <pc:sldMk cId="1635899450" sldId="263"/>
        </pc:sldMkLst>
        <pc:spChg chg="del">
          <ac:chgData name="王月" userId="9d7c2960-20f1-43a9-b353-abcb8eec574b" providerId="ADAL" clId="{304C4ED5-D124-4347-A313-EC611F12B607}" dt="2021-12-03T16:31:19.901" v="359" actId="478"/>
          <ac:spMkLst>
            <pc:docMk/>
            <pc:sldMk cId="1635899450" sldId="263"/>
            <ac:spMk id="2" creationId="{CDDC7843-91FC-4AE3-B5FB-AD4A8DA1C2E1}"/>
          </ac:spMkLst>
        </pc:spChg>
        <pc:spChg chg="del">
          <ac:chgData name="王月" userId="9d7c2960-20f1-43a9-b353-abcb8eec574b" providerId="ADAL" clId="{304C4ED5-D124-4347-A313-EC611F12B607}" dt="2021-12-03T16:31:19.901" v="359" actId="478"/>
          <ac:spMkLst>
            <pc:docMk/>
            <pc:sldMk cId="1635899450" sldId="263"/>
            <ac:spMk id="3" creationId="{635E3BD7-C66B-4DFA-834F-192F4EF7D927}"/>
          </ac:spMkLst>
        </pc:spChg>
        <pc:spChg chg="add mod">
          <ac:chgData name="王月" userId="9d7c2960-20f1-43a9-b353-abcb8eec574b" providerId="ADAL" clId="{304C4ED5-D124-4347-A313-EC611F12B607}" dt="2021-12-03T16:31:38.687" v="370"/>
          <ac:spMkLst>
            <pc:docMk/>
            <pc:sldMk cId="1635899450" sldId="263"/>
            <ac:spMk id="6" creationId="{4C372B10-662A-4359-8F11-6DFE4B07F45D}"/>
          </ac:spMkLst>
        </pc:spChg>
        <pc:picChg chg="add mod">
          <ac:chgData name="王月" userId="9d7c2960-20f1-43a9-b353-abcb8eec574b" providerId="ADAL" clId="{304C4ED5-D124-4347-A313-EC611F12B607}" dt="2021-12-03T16:31:45.071" v="372" actId="1076"/>
          <ac:picMkLst>
            <pc:docMk/>
            <pc:sldMk cId="1635899450" sldId="263"/>
            <ac:picMk id="5" creationId="{F2720B28-9737-47C6-BA17-A3F335FBC144}"/>
          </ac:picMkLst>
        </pc:picChg>
      </pc:sldChg>
    </pc:docChg>
  </pc:docChgLst>
  <pc:docChgLst>
    <pc:chgData name="赫 郝" userId="eac1196edf7977d1" providerId="LiveId" clId="{097FE606-B6E6-B34F-8BC8-F32752C2A8B1}"/>
    <pc:docChg chg="undo custSel addSld modSld modSection">
      <pc:chgData name="赫 郝" userId="eac1196edf7977d1" providerId="LiveId" clId="{097FE606-B6E6-B34F-8BC8-F32752C2A8B1}" dt="2024-06-24T04:46:28.550" v="797" actId="20577"/>
      <pc:docMkLst>
        <pc:docMk/>
      </pc:docMkLst>
      <pc:sldChg chg="addSp delSp modSp new mod">
        <pc:chgData name="赫 郝" userId="eac1196edf7977d1" providerId="LiveId" clId="{097FE606-B6E6-B34F-8BC8-F32752C2A8B1}" dt="2024-06-24T03:00:08.263" v="40"/>
        <pc:sldMkLst>
          <pc:docMk/>
          <pc:sldMk cId="3288676960" sldId="307"/>
        </pc:sldMkLst>
        <pc:spChg chg="del">
          <ac:chgData name="赫 郝" userId="eac1196edf7977d1" providerId="LiveId" clId="{097FE606-B6E6-B34F-8BC8-F32752C2A8B1}" dt="2024-06-23T09:22:29.655" v="1" actId="478"/>
          <ac:spMkLst>
            <pc:docMk/>
            <pc:sldMk cId="3288676960" sldId="307"/>
            <ac:spMk id="2" creationId="{46FFD26A-CE62-BF19-CE54-05A4CB367474}"/>
          </ac:spMkLst>
        </pc:spChg>
        <pc:spChg chg="del">
          <ac:chgData name="赫 郝" userId="eac1196edf7977d1" providerId="LiveId" clId="{097FE606-B6E6-B34F-8BC8-F32752C2A8B1}" dt="2024-06-23T09:22:29.655" v="1" actId="478"/>
          <ac:spMkLst>
            <pc:docMk/>
            <pc:sldMk cId="3288676960" sldId="307"/>
            <ac:spMk id="3" creationId="{E94627AC-24F4-A953-7803-EB05270371BD}"/>
          </ac:spMkLst>
        </pc:spChg>
        <pc:spChg chg="add mod">
          <ac:chgData name="赫 郝" userId="eac1196edf7977d1" providerId="LiveId" clId="{097FE606-B6E6-B34F-8BC8-F32752C2A8B1}" dt="2024-06-24T03:00:05.937" v="38" actId="403"/>
          <ac:spMkLst>
            <pc:docMk/>
            <pc:sldMk cId="3288676960" sldId="307"/>
            <ac:spMk id="5" creationId="{4986AACB-299E-F04A-D226-7D987E9D6D0A}"/>
          </ac:spMkLst>
        </pc:spChg>
        <pc:spChg chg="add del mod">
          <ac:chgData name="赫 郝" userId="eac1196edf7977d1" providerId="LiveId" clId="{097FE606-B6E6-B34F-8BC8-F32752C2A8B1}" dt="2024-06-24T03:00:08.263" v="40"/>
          <ac:spMkLst>
            <pc:docMk/>
            <pc:sldMk cId="3288676960" sldId="307"/>
            <ac:spMk id="6" creationId="{7957FA89-D91A-4B59-B6B4-64C770934AAA}"/>
          </ac:spMkLst>
        </pc:spChg>
        <pc:picChg chg="add del mod">
          <ac:chgData name="赫 郝" userId="eac1196edf7977d1" providerId="LiveId" clId="{097FE606-B6E6-B34F-8BC8-F32752C2A8B1}" dt="2024-06-23T09:22:46.700" v="4" actId="478"/>
          <ac:picMkLst>
            <pc:docMk/>
            <pc:sldMk cId="3288676960" sldId="307"/>
            <ac:picMk id="4" creationId="{BF88EDAC-A55B-58AB-2AE1-BA98701BABB2}"/>
          </ac:picMkLst>
        </pc:picChg>
      </pc:sldChg>
      <pc:sldChg chg="addSp delSp modSp new mod">
        <pc:chgData name="赫 郝" userId="eac1196edf7977d1" providerId="LiveId" clId="{097FE606-B6E6-B34F-8BC8-F32752C2A8B1}" dt="2024-06-24T03:07:16.535" v="47" actId="1076"/>
        <pc:sldMkLst>
          <pc:docMk/>
          <pc:sldMk cId="2966790964" sldId="308"/>
        </pc:sldMkLst>
        <pc:spChg chg="del">
          <ac:chgData name="赫 郝" userId="eac1196edf7977d1" providerId="LiveId" clId="{097FE606-B6E6-B34F-8BC8-F32752C2A8B1}" dt="2024-06-24T03:07:08.316" v="42" actId="478"/>
          <ac:spMkLst>
            <pc:docMk/>
            <pc:sldMk cId="2966790964" sldId="308"/>
            <ac:spMk id="2" creationId="{9CA2DECA-9B8E-DECB-4BFB-3DFAA734C39D}"/>
          </ac:spMkLst>
        </pc:spChg>
        <pc:spChg chg="del">
          <ac:chgData name="赫 郝" userId="eac1196edf7977d1" providerId="LiveId" clId="{097FE606-B6E6-B34F-8BC8-F32752C2A8B1}" dt="2024-06-24T03:07:08.316" v="42" actId="478"/>
          <ac:spMkLst>
            <pc:docMk/>
            <pc:sldMk cId="2966790964" sldId="308"/>
            <ac:spMk id="3" creationId="{1E523F4E-9639-D013-4017-93C404A481BA}"/>
          </ac:spMkLst>
        </pc:spChg>
        <pc:picChg chg="add mod">
          <ac:chgData name="赫 郝" userId="eac1196edf7977d1" providerId="LiveId" clId="{097FE606-B6E6-B34F-8BC8-F32752C2A8B1}" dt="2024-06-24T03:07:16.535" v="47" actId="1076"/>
          <ac:picMkLst>
            <pc:docMk/>
            <pc:sldMk cId="2966790964" sldId="308"/>
            <ac:picMk id="4" creationId="{E585C7BC-D11B-4CB8-8B9B-12F799E9A20B}"/>
          </ac:picMkLst>
        </pc:picChg>
      </pc:sldChg>
      <pc:sldChg chg="addSp delSp modSp new mod">
        <pc:chgData name="赫 郝" userId="eac1196edf7977d1" providerId="LiveId" clId="{097FE606-B6E6-B34F-8BC8-F32752C2A8B1}" dt="2024-06-24T04:46:28.550" v="797" actId="20577"/>
        <pc:sldMkLst>
          <pc:docMk/>
          <pc:sldMk cId="4186655974" sldId="309"/>
        </pc:sldMkLst>
        <pc:spChg chg="del">
          <ac:chgData name="赫 郝" userId="eac1196edf7977d1" providerId="LiveId" clId="{097FE606-B6E6-B34F-8BC8-F32752C2A8B1}" dt="2024-06-24T03:07:58.777" v="49" actId="478"/>
          <ac:spMkLst>
            <pc:docMk/>
            <pc:sldMk cId="4186655974" sldId="309"/>
            <ac:spMk id="2" creationId="{BC4A39A6-19DD-5277-E466-6FF38C3C47F5}"/>
          </ac:spMkLst>
        </pc:spChg>
        <pc:spChg chg="del">
          <ac:chgData name="赫 郝" userId="eac1196edf7977d1" providerId="LiveId" clId="{097FE606-B6E6-B34F-8BC8-F32752C2A8B1}" dt="2024-06-24T03:07:58.777" v="49" actId="478"/>
          <ac:spMkLst>
            <pc:docMk/>
            <pc:sldMk cId="4186655974" sldId="309"/>
            <ac:spMk id="3" creationId="{9B009D1F-90F3-68BB-CAA6-55968E21E872}"/>
          </ac:spMkLst>
        </pc:spChg>
        <pc:spChg chg="add mod">
          <ac:chgData name="赫 郝" userId="eac1196edf7977d1" providerId="LiveId" clId="{097FE606-B6E6-B34F-8BC8-F32752C2A8B1}" dt="2024-06-24T03:17:46.625" v="164" actId="1076"/>
          <ac:spMkLst>
            <pc:docMk/>
            <pc:sldMk cId="4186655974" sldId="309"/>
            <ac:spMk id="5" creationId="{93568EB9-B6A1-32A2-59DA-FAFD6F4E9BE1}"/>
          </ac:spMkLst>
        </pc:spChg>
        <pc:spChg chg="add mod">
          <ac:chgData name="赫 郝" userId="eac1196edf7977d1" providerId="LiveId" clId="{097FE606-B6E6-B34F-8BC8-F32752C2A8B1}" dt="2024-06-24T03:17:46.625" v="164" actId="1076"/>
          <ac:spMkLst>
            <pc:docMk/>
            <pc:sldMk cId="4186655974" sldId="309"/>
            <ac:spMk id="6" creationId="{FC3BB381-5FAE-6236-DF5E-FD1949C22001}"/>
          </ac:spMkLst>
        </pc:spChg>
        <pc:spChg chg="add mod">
          <ac:chgData name="赫 郝" userId="eac1196edf7977d1" providerId="LiveId" clId="{097FE606-B6E6-B34F-8BC8-F32752C2A8B1}" dt="2024-06-24T04:18:23.317" v="387" actId="14100"/>
          <ac:spMkLst>
            <pc:docMk/>
            <pc:sldMk cId="4186655974" sldId="309"/>
            <ac:spMk id="16" creationId="{C9651450-08B5-C599-7ABE-391906E341A0}"/>
          </ac:spMkLst>
        </pc:spChg>
        <pc:spChg chg="add del mod">
          <ac:chgData name="赫 郝" userId="eac1196edf7977d1" providerId="LiveId" clId="{097FE606-B6E6-B34F-8BC8-F32752C2A8B1}" dt="2024-06-24T03:21:53.002" v="192" actId="478"/>
          <ac:spMkLst>
            <pc:docMk/>
            <pc:sldMk cId="4186655974" sldId="309"/>
            <ac:spMk id="17" creationId="{95FD17DA-E3E4-8472-DB66-0EBB6CC4EAA1}"/>
          </ac:spMkLst>
        </pc:spChg>
        <pc:spChg chg="add mod">
          <ac:chgData name="赫 郝" userId="eac1196edf7977d1" providerId="LiveId" clId="{097FE606-B6E6-B34F-8BC8-F32752C2A8B1}" dt="2024-06-24T03:21:51.494" v="191"/>
          <ac:spMkLst>
            <pc:docMk/>
            <pc:sldMk cId="4186655974" sldId="309"/>
            <ac:spMk id="18" creationId="{83B4EC26-C4D0-88EB-E30E-90C4E02D8869}"/>
          </ac:spMkLst>
        </pc:spChg>
        <pc:spChg chg="add mod">
          <ac:chgData name="赫 郝" userId="eac1196edf7977d1" providerId="LiveId" clId="{097FE606-B6E6-B34F-8BC8-F32752C2A8B1}" dt="2024-06-24T04:23:35.934" v="419" actId="1038"/>
          <ac:spMkLst>
            <pc:docMk/>
            <pc:sldMk cId="4186655974" sldId="309"/>
            <ac:spMk id="19" creationId="{6169D600-FD5C-C8AC-1AC6-5B520D7CEF4F}"/>
          </ac:spMkLst>
        </pc:spChg>
        <pc:spChg chg="mod">
          <ac:chgData name="赫 郝" userId="eac1196edf7977d1" providerId="LiveId" clId="{097FE606-B6E6-B34F-8BC8-F32752C2A8B1}" dt="2024-06-24T03:23:13.354" v="205"/>
          <ac:spMkLst>
            <pc:docMk/>
            <pc:sldMk cId="4186655974" sldId="309"/>
            <ac:spMk id="22" creationId="{44023617-6249-F2D1-0838-F0FC7888B644}"/>
          </ac:spMkLst>
        </pc:spChg>
        <pc:spChg chg="mod">
          <ac:chgData name="赫 郝" userId="eac1196edf7977d1" providerId="LiveId" clId="{097FE606-B6E6-B34F-8BC8-F32752C2A8B1}" dt="2024-06-24T03:23:13.354" v="205"/>
          <ac:spMkLst>
            <pc:docMk/>
            <pc:sldMk cId="4186655974" sldId="309"/>
            <ac:spMk id="23" creationId="{B26F0D01-0FF1-2CF9-880C-E9556C89F5DC}"/>
          </ac:spMkLst>
        </pc:spChg>
        <pc:spChg chg="mod">
          <ac:chgData name="赫 郝" userId="eac1196edf7977d1" providerId="LiveId" clId="{097FE606-B6E6-B34F-8BC8-F32752C2A8B1}" dt="2024-06-24T03:23:13.354" v="205"/>
          <ac:spMkLst>
            <pc:docMk/>
            <pc:sldMk cId="4186655974" sldId="309"/>
            <ac:spMk id="24" creationId="{4525E52F-F46D-AEDA-E604-3F48CEA1F912}"/>
          </ac:spMkLst>
        </pc:spChg>
        <pc:spChg chg="mod">
          <ac:chgData name="赫 郝" userId="eac1196edf7977d1" providerId="LiveId" clId="{097FE606-B6E6-B34F-8BC8-F32752C2A8B1}" dt="2024-06-24T03:23:13.354" v="205"/>
          <ac:spMkLst>
            <pc:docMk/>
            <pc:sldMk cId="4186655974" sldId="309"/>
            <ac:spMk id="25" creationId="{08B1292E-5523-DD7D-0FD1-2A51CC863559}"/>
          </ac:spMkLst>
        </pc:spChg>
        <pc:spChg chg="mod">
          <ac:chgData name="赫 郝" userId="eac1196edf7977d1" providerId="LiveId" clId="{097FE606-B6E6-B34F-8BC8-F32752C2A8B1}" dt="2024-06-24T03:23:13.354" v="205"/>
          <ac:spMkLst>
            <pc:docMk/>
            <pc:sldMk cId="4186655974" sldId="309"/>
            <ac:spMk id="26" creationId="{704EE272-B757-7F2A-BE04-CE77853DF98C}"/>
          </ac:spMkLst>
        </pc:spChg>
        <pc:spChg chg="mod">
          <ac:chgData name="赫 郝" userId="eac1196edf7977d1" providerId="LiveId" clId="{097FE606-B6E6-B34F-8BC8-F32752C2A8B1}" dt="2024-06-24T03:23:13.354" v="205"/>
          <ac:spMkLst>
            <pc:docMk/>
            <pc:sldMk cId="4186655974" sldId="309"/>
            <ac:spMk id="28" creationId="{B4488274-FCC7-AE61-7F36-90829A21F4BF}"/>
          </ac:spMkLst>
        </pc:spChg>
        <pc:spChg chg="mod">
          <ac:chgData name="赫 郝" userId="eac1196edf7977d1" providerId="LiveId" clId="{097FE606-B6E6-B34F-8BC8-F32752C2A8B1}" dt="2024-06-24T03:23:13.354" v="205"/>
          <ac:spMkLst>
            <pc:docMk/>
            <pc:sldMk cId="4186655974" sldId="309"/>
            <ac:spMk id="29" creationId="{C1D83CC6-89B3-A075-95AD-6EBA3CBA2B60}"/>
          </ac:spMkLst>
        </pc:spChg>
        <pc:spChg chg="mod">
          <ac:chgData name="赫 郝" userId="eac1196edf7977d1" providerId="LiveId" clId="{097FE606-B6E6-B34F-8BC8-F32752C2A8B1}" dt="2024-06-24T03:23:13.354" v="205"/>
          <ac:spMkLst>
            <pc:docMk/>
            <pc:sldMk cId="4186655974" sldId="309"/>
            <ac:spMk id="30" creationId="{8E2CEC1E-F9C7-D5A7-3D77-CDB4ECF43171}"/>
          </ac:spMkLst>
        </pc:spChg>
        <pc:spChg chg="mod">
          <ac:chgData name="赫 郝" userId="eac1196edf7977d1" providerId="LiveId" clId="{097FE606-B6E6-B34F-8BC8-F32752C2A8B1}" dt="2024-06-24T03:23:13.354" v="205"/>
          <ac:spMkLst>
            <pc:docMk/>
            <pc:sldMk cId="4186655974" sldId="309"/>
            <ac:spMk id="34" creationId="{1DB94A48-7A12-9997-CD54-61AC25557355}"/>
          </ac:spMkLst>
        </pc:spChg>
        <pc:spChg chg="mod">
          <ac:chgData name="赫 郝" userId="eac1196edf7977d1" providerId="LiveId" clId="{097FE606-B6E6-B34F-8BC8-F32752C2A8B1}" dt="2024-06-24T03:23:13.354" v="205"/>
          <ac:spMkLst>
            <pc:docMk/>
            <pc:sldMk cId="4186655974" sldId="309"/>
            <ac:spMk id="35" creationId="{5D37C30B-8CA4-10BB-B716-4BFA62A4ECB2}"/>
          </ac:spMkLst>
        </pc:spChg>
        <pc:spChg chg="mod">
          <ac:chgData name="赫 郝" userId="eac1196edf7977d1" providerId="LiveId" clId="{097FE606-B6E6-B34F-8BC8-F32752C2A8B1}" dt="2024-06-24T03:23:13.354" v="205"/>
          <ac:spMkLst>
            <pc:docMk/>
            <pc:sldMk cId="4186655974" sldId="309"/>
            <ac:spMk id="36" creationId="{12CFDEBF-7035-09AE-5281-C8FD3ABD88E7}"/>
          </ac:spMkLst>
        </pc:spChg>
        <pc:spChg chg="mod">
          <ac:chgData name="赫 郝" userId="eac1196edf7977d1" providerId="LiveId" clId="{097FE606-B6E6-B34F-8BC8-F32752C2A8B1}" dt="2024-06-24T03:23:13.354" v="205"/>
          <ac:spMkLst>
            <pc:docMk/>
            <pc:sldMk cId="4186655974" sldId="309"/>
            <ac:spMk id="38" creationId="{91B0555F-508E-D68E-C67D-99FB4B4CEA95}"/>
          </ac:spMkLst>
        </pc:spChg>
        <pc:spChg chg="mod">
          <ac:chgData name="赫 郝" userId="eac1196edf7977d1" providerId="LiveId" clId="{097FE606-B6E6-B34F-8BC8-F32752C2A8B1}" dt="2024-06-24T03:23:13.354" v="205"/>
          <ac:spMkLst>
            <pc:docMk/>
            <pc:sldMk cId="4186655974" sldId="309"/>
            <ac:spMk id="39" creationId="{C0DD39C6-F281-8FD4-F796-C3E0E04E4D10}"/>
          </ac:spMkLst>
        </pc:spChg>
        <pc:spChg chg="mod">
          <ac:chgData name="赫 郝" userId="eac1196edf7977d1" providerId="LiveId" clId="{097FE606-B6E6-B34F-8BC8-F32752C2A8B1}" dt="2024-06-24T03:23:13.354" v="205"/>
          <ac:spMkLst>
            <pc:docMk/>
            <pc:sldMk cId="4186655974" sldId="309"/>
            <ac:spMk id="40" creationId="{E9B88E4F-37D3-9C86-2338-0B66F944B9F7}"/>
          </ac:spMkLst>
        </pc:spChg>
        <pc:spChg chg="mod">
          <ac:chgData name="赫 郝" userId="eac1196edf7977d1" providerId="LiveId" clId="{097FE606-B6E6-B34F-8BC8-F32752C2A8B1}" dt="2024-06-24T03:23:13.354" v="205"/>
          <ac:spMkLst>
            <pc:docMk/>
            <pc:sldMk cId="4186655974" sldId="309"/>
            <ac:spMk id="41" creationId="{85204B61-0074-8005-DC23-4685CE1B0C38}"/>
          </ac:spMkLst>
        </pc:spChg>
        <pc:spChg chg="mod">
          <ac:chgData name="赫 郝" userId="eac1196edf7977d1" providerId="LiveId" clId="{097FE606-B6E6-B34F-8BC8-F32752C2A8B1}" dt="2024-06-24T03:23:13.354" v="205"/>
          <ac:spMkLst>
            <pc:docMk/>
            <pc:sldMk cId="4186655974" sldId="309"/>
            <ac:spMk id="42" creationId="{9E30344C-F595-97F4-2AC7-DB9C20EDC861}"/>
          </ac:spMkLst>
        </pc:spChg>
        <pc:spChg chg="mod">
          <ac:chgData name="赫 郝" userId="eac1196edf7977d1" providerId="LiveId" clId="{097FE606-B6E6-B34F-8BC8-F32752C2A8B1}" dt="2024-06-24T03:23:13.354" v="205"/>
          <ac:spMkLst>
            <pc:docMk/>
            <pc:sldMk cId="4186655974" sldId="309"/>
            <ac:spMk id="43" creationId="{49591603-41CC-6CDD-2C93-A3F4663131D5}"/>
          </ac:spMkLst>
        </pc:spChg>
        <pc:spChg chg="mod">
          <ac:chgData name="赫 郝" userId="eac1196edf7977d1" providerId="LiveId" clId="{097FE606-B6E6-B34F-8BC8-F32752C2A8B1}" dt="2024-06-24T03:23:13.354" v="205"/>
          <ac:spMkLst>
            <pc:docMk/>
            <pc:sldMk cId="4186655974" sldId="309"/>
            <ac:spMk id="45" creationId="{CCC104DB-3563-CC59-5513-FCEED1327376}"/>
          </ac:spMkLst>
        </pc:spChg>
        <pc:spChg chg="mod">
          <ac:chgData name="赫 郝" userId="eac1196edf7977d1" providerId="LiveId" clId="{097FE606-B6E6-B34F-8BC8-F32752C2A8B1}" dt="2024-06-24T03:23:13.354" v="205"/>
          <ac:spMkLst>
            <pc:docMk/>
            <pc:sldMk cId="4186655974" sldId="309"/>
            <ac:spMk id="46" creationId="{2C7C5E47-9D63-58CA-3F6B-C5F868CB3A26}"/>
          </ac:spMkLst>
        </pc:spChg>
        <pc:spChg chg="mod">
          <ac:chgData name="赫 郝" userId="eac1196edf7977d1" providerId="LiveId" clId="{097FE606-B6E6-B34F-8BC8-F32752C2A8B1}" dt="2024-06-24T03:23:13.354" v="205"/>
          <ac:spMkLst>
            <pc:docMk/>
            <pc:sldMk cId="4186655974" sldId="309"/>
            <ac:spMk id="47" creationId="{B0D01DE1-62F6-9620-EDC3-D591D6E543B4}"/>
          </ac:spMkLst>
        </pc:spChg>
        <pc:spChg chg="mod">
          <ac:chgData name="赫 郝" userId="eac1196edf7977d1" providerId="LiveId" clId="{097FE606-B6E6-B34F-8BC8-F32752C2A8B1}" dt="2024-06-24T03:23:13.354" v="205"/>
          <ac:spMkLst>
            <pc:docMk/>
            <pc:sldMk cId="4186655974" sldId="309"/>
            <ac:spMk id="48" creationId="{8AAC91DC-BF8A-3759-53AC-D1286604A596}"/>
          </ac:spMkLst>
        </pc:spChg>
        <pc:spChg chg="mod">
          <ac:chgData name="赫 郝" userId="eac1196edf7977d1" providerId="LiveId" clId="{097FE606-B6E6-B34F-8BC8-F32752C2A8B1}" dt="2024-06-24T03:23:13.354" v="205"/>
          <ac:spMkLst>
            <pc:docMk/>
            <pc:sldMk cId="4186655974" sldId="309"/>
            <ac:spMk id="49" creationId="{4457EDBC-5011-562A-7B49-01AE1E22FB91}"/>
          </ac:spMkLst>
        </pc:spChg>
        <pc:spChg chg="mod">
          <ac:chgData name="赫 郝" userId="eac1196edf7977d1" providerId="LiveId" clId="{097FE606-B6E6-B34F-8BC8-F32752C2A8B1}" dt="2024-06-24T03:23:13.354" v="205"/>
          <ac:spMkLst>
            <pc:docMk/>
            <pc:sldMk cId="4186655974" sldId="309"/>
            <ac:spMk id="50" creationId="{F8A4B8C5-0B46-A513-929E-3C4E6F3215ED}"/>
          </ac:spMkLst>
        </pc:spChg>
        <pc:spChg chg="mod">
          <ac:chgData name="赫 郝" userId="eac1196edf7977d1" providerId="LiveId" clId="{097FE606-B6E6-B34F-8BC8-F32752C2A8B1}" dt="2024-06-24T03:23:13.354" v="205"/>
          <ac:spMkLst>
            <pc:docMk/>
            <pc:sldMk cId="4186655974" sldId="309"/>
            <ac:spMk id="51" creationId="{D8AB0AA0-5EF9-5A12-DE64-66ED4AE95D25}"/>
          </ac:spMkLst>
        </pc:spChg>
        <pc:spChg chg="mod">
          <ac:chgData name="赫 郝" userId="eac1196edf7977d1" providerId="LiveId" clId="{097FE606-B6E6-B34F-8BC8-F32752C2A8B1}" dt="2024-06-24T03:23:13.354" v="205"/>
          <ac:spMkLst>
            <pc:docMk/>
            <pc:sldMk cId="4186655974" sldId="309"/>
            <ac:spMk id="52" creationId="{44B963DB-5601-AF35-08A6-F200E546949C}"/>
          </ac:spMkLst>
        </pc:spChg>
        <pc:spChg chg="mod">
          <ac:chgData name="赫 郝" userId="eac1196edf7977d1" providerId="LiveId" clId="{097FE606-B6E6-B34F-8BC8-F32752C2A8B1}" dt="2024-06-24T03:23:13.354" v="205"/>
          <ac:spMkLst>
            <pc:docMk/>
            <pc:sldMk cId="4186655974" sldId="309"/>
            <ac:spMk id="53" creationId="{34CDA348-23C6-375F-ADAD-A79DA2865FD3}"/>
          </ac:spMkLst>
        </pc:spChg>
        <pc:spChg chg="mod">
          <ac:chgData name="赫 郝" userId="eac1196edf7977d1" providerId="LiveId" clId="{097FE606-B6E6-B34F-8BC8-F32752C2A8B1}" dt="2024-06-24T03:23:13.354" v="205"/>
          <ac:spMkLst>
            <pc:docMk/>
            <pc:sldMk cId="4186655974" sldId="309"/>
            <ac:spMk id="54" creationId="{1361823E-F68C-3653-E7AB-6B8FC9658857}"/>
          </ac:spMkLst>
        </pc:spChg>
        <pc:spChg chg="mod">
          <ac:chgData name="赫 郝" userId="eac1196edf7977d1" providerId="LiveId" clId="{097FE606-B6E6-B34F-8BC8-F32752C2A8B1}" dt="2024-06-24T03:23:13.354" v="205"/>
          <ac:spMkLst>
            <pc:docMk/>
            <pc:sldMk cId="4186655974" sldId="309"/>
            <ac:spMk id="55" creationId="{5CA1D8E4-D9DC-BA7A-0FBB-821F483A7511}"/>
          </ac:spMkLst>
        </pc:spChg>
        <pc:spChg chg="mod">
          <ac:chgData name="赫 郝" userId="eac1196edf7977d1" providerId="LiveId" clId="{097FE606-B6E6-B34F-8BC8-F32752C2A8B1}" dt="2024-06-24T03:23:13.354" v="205"/>
          <ac:spMkLst>
            <pc:docMk/>
            <pc:sldMk cId="4186655974" sldId="309"/>
            <ac:spMk id="56" creationId="{639E4968-BEB7-FB80-10EB-313C4670A4BC}"/>
          </ac:spMkLst>
        </pc:spChg>
        <pc:spChg chg="mod">
          <ac:chgData name="赫 郝" userId="eac1196edf7977d1" providerId="LiveId" clId="{097FE606-B6E6-B34F-8BC8-F32752C2A8B1}" dt="2024-06-24T03:23:13.354" v="205"/>
          <ac:spMkLst>
            <pc:docMk/>
            <pc:sldMk cId="4186655974" sldId="309"/>
            <ac:spMk id="57" creationId="{269597C9-5D90-11C4-0556-B5CC5601A6C6}"/>
          </ac:spMkLst>
        </pc:spChg>
        <pc:spChg chg="mod">
          <ac:chgData name="赫 郝" userId="eac1196edf7977d1" providerId="LiveId" clId="{097FE606-B6E6-B34F-8BC8-F32752C2A8B1}" dt="2024-06-24T03:23:26.015" v="206"/>
          <ac:spMkLst>
            <pc:docMk/>
            <pc:sldMk cId="4186655974" sldId="309"/>
            <ac:spMk id="71" creationId="{57C7F53D-80E0-66F6-1DFA-5E447FF3F2E2}"/>
          </ac:spMkLst>
        </pc:spChg>
        <pc:spChg chg="mod">
          <ac:chgData name="赫 郝" userId="eac1196edf7977d1" providerId="LiveId" clId="{097FE606-B6E6-B34F-8BC8-F32752C2A8B1}" dt="2024-06-24T03:29:06.529" v="256" actId="2711"/>
          <ac:spMkLst>
            <pc:docMk/>
            <pc:sldMk cId="4186655974" sldId="309"/>
            <ac:spMk id="72" creationId="{424BEB3C-EFA4-EA78-08B7-9BC594B07F5C}"/>
          </ac:spMkLst>
        </pc:spChg>
        <pc:spChg chg="mod">
          <ac:chgData name="赫 郝" userId="eac1196edf7977d1" providerId="LiveId" clId="{097FE606-B6E6-B34F-8BC8-F32752C2A8B1}" dt="2024-06-24T04:46:28.550" v="797" actId="20577"/>
          <ac:spMkLst>
            <pc:docMk/>
            <pc:sldMk cId="4186655974" sldId="309"/>
            <ac:spMk id="73" creationId="{2ED88D94-BEB5-D3BB-29EF-85EC9A4FF1B8}"/>
          </ac:spMkLst>
        </pc:spChg>
        <pc:spChg chg="mod">
          <ac:chgData name="赫 郝" userId="eac1196edf7977d1" providerId="LiveId" clId="{097FE606-B6E6-B34F-8BC8-F32752C2A8B1}" dt="2024-06-24T03:24:38.478" v="227" actId="2711"/>
          <ac:spMkLst>
            <pc:docMk/>
            <pc:sldMk cId="4186655974" sldId="309"/>
            <ac:spMk id="74" creationId="{60A8EE8D-1263-1113-4384-456915334266}"/>
          </ac:spMkLst>
        </pc:spChg>
        <pc:spChg chg="mod">
          <ac:chgData name="赫 郝" userId="eac1196edf7977d1" providerId="LiveId" clId="{097FE606-B6E6-B34F-8BC8-F32752C2A8B1}" dt="2024-06-24T03:23:26.015" v="206"/>
          <ac:spMkLst>
            <pc:docMk/>
            <pc:sldMk cId="4186655974" sldId="309"/>
            <ac:spMk id="75" creationId="{F23C5B5C-79B7-F081-3792-557717181125}"/>
          </ac:spMkLst>
        </pc:spChg>
        <pc:spChg chg="mod">
          <ac:chgData name="赫 郝" userId="eac1196edf7977d1" providerId="LiveId" clId="{097FE606-B6E6-B34F-8BC8-F32752C2A8B1}" dt="2024-06-24T04:12:50.073" v="276" actId="20577"/>
          <ac:spMkLst>
            <pc:docMk/>
            <pc:sldMk cId="4186655974" sldId="309"/>
            <ac:spMk id="77" creationId="{FB19C64E-5D9C-AC73-6950-325EE0C858FC}"/>
          </ac:spMkLst>
        </pc:spChg>
        <pc:spChg chg="mod">
          <ac:chgData name="赫 郝" userId="eac1196edf7977d1" providerId="LiveId" clId="{097FE606-B6E6-B34F-8BC8-F32752C2A8B1}" dt="2024-06-24T04:13:23.981" v="301" actId="20577"/>
          <ac:spMkLst>
            <pc:docMk/>
            <pc:sldMk cId="4186655974" sldId="309"/>
            <ac:spMk id="78" creationId="{89A44D88-6ACF-4FEC-3AEF-4628C5820666}"/>
          </ac:spMkLst>
        </pc:spChg>
        <pc:spChg chg="mod">
          <ac:chgData name="赫 郝" userId="eac1196edf7977d1" providerId="LiveId" clId="{097FE606-B6E6-B34F-8BC8-F32752C2A8B1}" dt="2024-06-24T04:13:18.997" v="295" actId="14100"/>
          <ac:spMkLst>
            <pc:docMk/>
            <pc:sldMk cId="4186655974" sldId="309"/>
            <ac:spMk id="79" creationId="{006448BA-E401-A077-D43B-880A2EA7FFD1}"/>
          </ac:spMkLst>
        </pc:spChg>
        <pc:spChg chg="mod">
          <ac:chgData name="赫 郝" userId="eac1196edf7977d1" providerId="LiveId" clId="{097FE606-B6E6-B34F-8BC8-F32752C2A8B1}" dt="2024-06-24T03:23:26.015" v="206"/>
          <ac:spMkLst>
            <pc:docMk/>
            <pc:sldMk cId="4186655974" sldId="309"/>
            <ac:spMk id="83" creationId="{87C7E3B5-0552-0959-CFE2-EF6BE9565689}"/>
          </ac:spMkLst>
        </pc:spChg>
        <pc:spChg chg="mod">
          <ac:chgData name="赫 郝" userId="eac1196edf7977d1" providerId="LiveId" clId="{097FE606-B6E6-B34F-8BC8-F32752C2A8B1}" dt="2024-06-24T04:43:46.186" v="662" actId="2711"/>
          <ac:spMkLst>
            <pc:docMk/>
            <pc:sldMk cId="4186655974" sldId="309"/>
            <ac:spMk id="84" creationId="{20926648-5BDA-EFBE-7E40-5474A4824238}"/>
          </ac:spMkLst>
        </pc:spChg>
        <pc:spChg chg="mod">
          <ac:chgData name="赫 郝" userId="eac1196edf7977d1" providerId="LiveId" clId="{097FE606-B6E6-B34F-8BC8-F32752C2A8B1}" dt="2024-06-24T04:35:34.548" v="509" actId="14100"/>
          <ac:spMkLst>
            <pc:docMk/>
            <pc:sldMk cId="4186655974" sldId="309"/>
            <ac:spMk id="85" creationId="{7D88C339-C9E6-CDD0-8DB8-932012202DDC}"/>
          </ac:spMkLst>
        </pc:spChg>
        <pc:spChg chg="mod">
          <ac:chgData name="赫 郝" userId="eac1196edf7977d1" providerId="LiveId" clId="{097FE606-B6E6-B34F-8BC8-F32752C2A8B1}" dt="2024-06-24T04:44:52.529" v="758" actId="2711"/>
          <ac:spMkLst>
            <pc:docMk/>
            <pc:sldMk cId="4186655974" sldId="309"/>
            <ac:spMk id="87" creationId="{4ED4F111-1875-5066-3840-D89FED97CB7F}"/>
          </ac:spMkLst>
        </pc:spChg>
        <pc:spChg chg="mod">
          <ac:chgData name="赫 郝" userId="eac1196edf7977d1" providerId="LiveId" clId="{097FE606-B6E6-B34F-8BC8-F32752C2A8B1}" dt="2024-06-24T04:45:14.040" v="776" actId="2711"/>
          <ac:spMkLst>
            <pc:docMk/>
            <pc:sldMk cId="4186655974" sldId="309"/>
            <ac:spMk id="88" creationId="{1629FF39-F629-6058-FAFE-C18E32A5119D}"/>
          </ac:spMkLst>
        </pc:spChg>
        <pc:spChg chg="mod">
          <ac:chgData name="赫 郝" userId="eac1196edf7977d1" providerId="LiveId" clId="{097FE606-B6E6-B34F-8BC8-F32752C2A8B1}" dt="2024-06-24T03:23:26.015" v="206"/>
          <ac:spMkLst>
            <pc:docMk/>
            <pc:sldMk cId="4186655974" sldId="309"/>
            <ac:spMk id="89" creationId="{49DEBB33-4819-C6D6-A918-0F5B983C5AE9}"/>
          </ac:spMkLst>
        </pc:spChg>
        <pc:spChg chg="mod">
          <ac:chgData name="赫 郝" userId="eac1196edf7977d1" providerId="LiveId" clId="{097FE606-B6E6-B34F-8BC8-F32752C2A8B1}" dt="2024-06-24T03:23:26.015" v="206"/>
          <ac:spMkLst>
            <pc:docMk/>
            <pc:sldMk cId="4186655974" sldId="309"/>
            <ac:spMk id="90" creationId="{EEED5C9F-44D8-EED9-38ED-6BD90262D6E7}"/>
          </ac:spMkLst>
        </pc:spChg>
        <pc:spChg chg="mod">
          <ac:chgData name="赫 郝" userId="eac1196edf7977d1" providerId="LiveId" clId="{097FE606-B6E6-B34F-8BC8-F32752C2A8B1}" dt="2024-06-24T03:23:26.015" v="206"/>
          <ac:spMkLst>
            <pc:docMk/>
            <pc:sldMk cId="4186655974" sldId="309"/>
            <ac:spMk id="91" creationId="{BF292F6B-4297-4C7A-670A-D0BD2FB95264}"/>
          </ac:spMkLst>
        </pc:spChg>
        <pc:spChg chg="del mod">
          <ac:chgData name="赫 郝" userId="eac1196edf7977d1" providerId="LiveId" clId="{097FE606-B6E6-B34F-8BC8-F32752C2A8B1}" dt="2024-06-24T04:11:43.447" v="260" actId="478"/>
          <ac:spMkLst>
            <pc:docMk/>
            <pc:sldMk cId="4186655974" sldId="309"/>
            <ac:spMk id="92" creationId="{8531E24E-8FE7-62C3-FFB7-F246DD3876EB}"/>
          </ac:spMkLst>
        </pc:spChg>
        <pc:spChg chg="mod">
          <ac:chgData name="赫 郝" userId="eac1196edf7977d1" providerId="LiveId" clId="{097FE606-B6E6-B34F-8BC8-F32752C2A8B1}" dt="2024-06-24T04:43:41.889" v="661" actId="2711"/>
          <ac:spMkLst>
            <pc:docMk/>
            <pc:sldMk cId="4186655974" sldId="309"/>
            <ac:spMk id="94" creationId="{7AE3432D-F757-F207-141A-9D94E276D8C5}"/>
          </ac:spMkLst>
        </pc:spChg>
        <pc:spChg chg="mod">
          <ac:chgData name="赫 郝" userId="eac1196edf7977d1" providerId="LiveId" clId="{097FE606-B6E6-B34F-8BC8-F32752C2A8B1}" dt="2024-06-24T04:43:37.090" v="660" actId="14100"/>
          <ac:spMkLst>
            <pc:docMk/>
            <pc:sldMk cId="4186655974" sldId="309"/>
            <ac:spMk id="95" creationId="{2A8026BB-517A-AC74-6860-BB5B8CF9CDE8}"/>
          </ac:spMkLst>
        </pc:spChg>
        <pc:spChg chg="mod">
          <ac:chgData name="赫 郝" userId="eac1196edf7977d1" providerId="LiveId" clId="{097FE606-B6E6-B34F-8BC8-F32752C2A8B1}" dt="2024-06-24T04:44:19.162" v="703" actId="1035"/>
          <ac:spMkLst>
            <pc:docMk/>
            <pc:sldMk cId="4186655974" sldId="309"/>
            <ac:spMk id="96" creationId="{59E20C61-DD3C-B66B-F8E5-8D1643128934}"/>
          </ac:spMkLst>
        </pc:spChg>
        <pc:spChg chg="del mod">
          <ac:chgData name="赫 郝" userId="eac1196edf7977d1" providerId="LiveId" clId="{097FE606-B6E6-B34F-8BC8-F32752C2A8B1}" dt="2024-06-24T04:44:46.627" v="756" actId="478"/>
          <ac:spMkLst>
            <pc:docMk/>
            <pc:sldMk cId="4186655974" sldId="309"/>
            <ac:spMk id="97" creationId="{35CD7D8A-1785-8E60-0D84-C761625BAB34}"/>
          </ac:spMkLst>
        </pc:spChg>
        <pc:spChg chg="mod">
          <ac:chgData name="赫 郝" userId="eac1196edf7977d1" providerId="LiveId" clId="{097FE606-B6E6-B34F-8BC8-F32752C2A8B1}" dt="2024-06-24T03:23:26.015" v="206"/>
          <ac:spMkLst>
            <pc:docMk/>
            <pc:sldMk cId="4186655974" sldId="309"/>
            <ac:spMk id="98" creationId="{A938817A-9B68-C696-9E79-88F80F45C798}"/>
          </ac:spMkLst>
        </pc:spChg>
        <pc:spChg chg="mod">
          <ac:chgData name="赫 郝" userId="eac1196edf7977d1" providerId="LiveId" clId="{097FE606-B6E6-B34F-8BC8-F32752C2A8B1}" dt="2024-06-24T03:23:26.015" v="206"/>
          <ac:spMkLst>
            <pc:docMk/>
            <pc:sldMk cId="4186655974" sldId="309"/>
            <ac:spMk id="99" creationId="{F2D5F310-A0FB-FDEC-F3A7-61B6C5E81B56}"/>
          </ac:spMkLst>
        </pc:spChg>
        <pc:spChg chg="mod">
          <ac:chgData name="赫 郝" userId="eac1196edf7977d1" providerId="LiveId" clId="{097FE606-B6E6-B34F-8BC8-F32752C2A8B1}" dt="2024-06-24T03:23:26.015" v="206"/>
          <ac:spMkLst>
            <pc:docMk/>
            <pc:sldMk cId="4186655974" sldId="309"/>
            <ac:spMk id="100" creationId="{CDC8002D-1618-EA28-6BF6-C34AF1D7C7EA}"/>
          </ac:spMkLst>
        </pc:spChg>
        <pc:spChg chg="mod">
          <ac:chgData name="赫 郝" userId="eac1196edf7977d1" providerId="LiveId" clId="{097FE606-B6E6-B34F-8BC8-F32752C2A8B1}" dt="2024-06-24T03:23:26.015" v="206"/>
          <ac:spMkLst>
            <pc:docMk/>
            <pc:sldMk cId="4186655974" sldId="309"/>
            <ac:spMk id="101" creationId="{D42AA04A-E530-C754-0189-A8AC1A907BF6}"/>
          </ac:spMkLst>
        </pc:spChg>
        <pc:spChg chg="mod">
          <ac:chgData name="赫 郝" userId="eac1196edf7977d1" providerId="LiveId" clId="{097FE606-B6E6-B34F-8BC8-F32752C2A8B1}" dt="2024-06-24T03:23:26.015" v="206"/>
          <ac:spMkLst>
            <pc:docMk/>
            <pc:sldMk cId="4186655974" sldId="309"/>
            <ac:spMk id="102" creationId="{6DB5043F-6A8F-0168-D4F6-AB40C7E03132}"/>
          </ac:spMkLst>
        </pc:spChg>
        <pc:spChg chg="mod">
          <ac:chgData name="赫 郝" userId="eac1196edf7977d1" providerId="LiveId" clId="{097FE606-B6E6-B34F-8BC8-F32752C2A8B1}" dt="2024-06-24T03:23:26.015" v="206"/>
          <ac:spMkLst>
            <pc:docMk/>
            <pc:sldMk cId="4186655974" sldId="309"/>
            <ac:spMk id="103" creationId="{E49C7812-A0AD-A9C9-A5B4-DA2E1EE44DCD}"/>
          </ac:spMkLst>
        </pc:spChg>
        <pc:spChg chg="mod">
          <ac:chgData name="赫 郝" userId="eac1196edf7977d1" providerId="LiveId" clId="{097FE606-B6E6-B34F-8BC8-F32752C2A8B1}" dt="2024-06-24T04:14:01.518" v="315" actId="20577"/>
          <ac:spMkLst>
            <pc:docMk/>
            <pc:sldMk cId="4186655974" sldId="309"/>
            <ac:spMk id="104" creationId="{8A785F2C-8F0C-0F00-62DE-4A3B41CB2143}"/>
          </ac:spMkLst>
        </pc:spChg>
        <pc:spChg chg="mod">
          <ac:chgData name="赫 郝" userId="eac1196edf7977d1" providerId="LiveId" clId="{097FE606-B6E6-B34F-8BC8-F32752C2A8B1}" dt="2024-06-24T04:14:13.991" v="330" actId="1076"/>
          <ac:spMkLst>
            <pc:docMk/>
            <pc:sldMk cId="4186655974" sldId="309"/>
            <ac:spMk id="105" creationId="{49BFC47C-62A9-F3A2-DDFE-688AE371372F}"/>
          </ac:spMkLst>
        </pc:spChg>
        <pc:spChg chg="mod">
          <ac:chgData name="赫 郝" userId="eac1196edf7977d1" providerId="LiveId" clId="{097FE606-B6E6-B34F-8BC8-F32752C2A8B1}" dt="2024-06-24T04:14:19.398" v="341" actId="1038"/>
          <ac:spMkLst>
            <pc:docMk/>
            <pc:sldMk cId="4186655974" sldId="309"/>
            <ac:spMk id="106" creationId="{D22EE0A5-2150-9FA4-BAA0-462FD2462842}"/>
          </ac:spMkLst>
        </pc:spChg>
        <pc:spChg chg="add mod">
          <ac:chgData name="赫 郝" userId="eac1196edf7977d1" providerId="LiveId" clId="{097FE606-B6E6-B34F-8BC8-F32752C2A8B1}" dt="2024-06-24T04:18:26.338" v="388" actId="1076"/>
          <ac:spMkLst>
            <pc:docMk/>
            <pc:sldMk cId="4186655974" sldId="309"/>
            <ac:spMk id="109" creationId="{01137C0B-89FA-7003-D7EF-F1815DC42074}"/>
          </ac:spMkLst>
        </pc:spChg>
        <pc:spChg chg="add mod">
          <ac:chgData name="赫 郝" userId="eac1196edf7977d1" providerId="LiveId" clId="{097FE606-B6E6-B34F-8BC8-F32752C2A8B1}" dt="2024-06-24T04:29:45.323" v="445" actId="1035"/>
          <ac:spMkLst>
            <pc:docMk/>
            <pc:sldMk cId="4186655974" sldId="309"/>
            <ac:spMk id="110" creationId="{4C483AAE-74C5-3112-BFFF-79CB0F38AEB6}"/>
          </ac:spMkLst>
        </pc:spChg>
        <pc:spChg chg="add mod">
          <ac:chgData name="赫 郝" userId="eac1196edf7977d1" providerId="LiveId" clId="{097FE606-B6E6-B34F-8BC8-F32752C2A8B1}" dt="2024-06-24T04:29:45.323" v="445" actId="1035"/>
          <ac:spMkLst>
            <pc:docMk/>
            <pc:sldMk cId="4186655974" sldId="309"/>
            <ac:spMk id="111" creationId="{FEEA87D8-5966-BFAF-D7CE-6EB1FCF72A12}"/>
          </ac:spMkLst>
        </pc:spChg>
        <pc:spChg chg="add mod">
          <ac:chgData name="赫 郝" userId="eac1196edf7977d1" providerId="LiveId" clId="{097FE606-B6E6-B34F-8BC8-F32752C2A8B1}" dt="2024-06-24T04:29:45.323" v="445" actId="1035"/>
          <ac:spMkLst>
            <pc:docMk/>
            <pc:sldMk cId="4186655974" sldId="309"/>
            <ac:spMk id="112" creationId="{C00374EB-146E-032F-AE38-25B8878C34E9}"/>
          </ac:spMkLst>
        </pc:spChg>
        <pc:spChg chg="add mod">
          <ac:chgData name="赫 郝" userId="eac1196edf7977d1" providerId="LiveId" clId="{097FE606-B6E6-B34F-8BC8-F32752C2A8B1}" dt="2024-06-24T04:46:07.301" v="789" actId="14100"/>
          <ac:spMkLst>
            <pc:docMk/>
            <pc:sldMk cId="4186655974" sldId="309"/>
            <ac:spMk id="113" creationId="{9AA6EB1E-FDCA-60E1-A3E8-F1D281BADE1D}"/>
          </ac:spMkLst>
        </pc:spChg>
        <pc:spChg chg="add mod">
          <ac:chgData name="赫 郝" userId="eac1196edf7977d1" providerId="LiveId" clId="{097FE606-B6E6-B34F-8BC8-F32752C2A8B1}" dt="2024-06-24T04:30:02.585" v="461" actId="1036"/>
          <ac:spMkLst>
            <pc:docMk/>
            <pc:sldMk cId="4186655974" sldId="309"/>
            <ac:spMk id="114" creationId="{D9877DF1-46EA-EF3D-DC21-3F3340A90A0B}"/>
          </ac:spMkLst>
        </pc:spChg>
        <pc:spChg chg="add mod">
          <ac:chgData name="赫 郝" userId="eac1196edf7977d1" providerId="LiveId" clId="{097FE606-B6E6-B34F-8BC8-F32752C2A8B1}" dt="2024-06-24T04:46:11.103" v="792" actId="1036"/>
          <ac:spMkLst>
            <pc:docMk/>
            <pc:sldMk cId="4186655974" sldId="309"/>
            <ac:spMk id="115" creationId="{F0F1DF72-1225-4CED-D5A2-3BFF9B050E51}"/>
          </ac:spMkLst>
        </pc:spChg>
        <pc:spChg chg="mod">
          <ac:chgData name="赫 郝" userId="eac1196edf7977d1" providerId="LiveId" clId="{097FE606-B6E6-B34F-8BC8-F32752C2A8B1}" dt="2024-06-24T04:31:22.289" v="462"/>
          <ac:spMkLst>
            <pc:docMk/>
            <pc:sldMk cId="4186655974" sldId="309"/>
            <ac:spMk id="117" creationId="{8A0A63C4-7F59-5D95-4A31-DD78C05867C1}"/>
          </ac:spMkLst>
        </pc:spChg>
        <pc:spChg chg="mod">
          <ac:chgData name="赫 郝" userId="eac1196edf7977d1" providerId="LiveId" clId="{097FE606-B6E6-B34F-8BC8-F32752C2A8B1}" dt="2024-06-24T04:31:22.289" v="462"/>
          <ac:spMkLst>
            <pc:docMk/>
            <pc:sldMk cId="4186655974" sldId="309"/>
            <ac:spMk id="118" creationId="{99393F9A-3821-3F6F-BA9B-DA54483CF64F}"/>
          </ac:spMkLst>
        </pc:spChg>
        <pc:spChg chg="mod">
          <ac:chgData name="赫 郝" userId="eac1196edf7977d1" providerId="LiveId" clId="{097FE606-B6E6-B34F-8BC8-F32752C2A8B1}" dt="2024-06-24T04:31:22.289" v="462"/>
          <ac:spMkLst>
            <pc:docMk/>
            <pc:sldMk cId="4186655974" sldId="309"/>
            <ac:spMk id="119" creationId="{55D7CB17-63BF-4780-5ECE-536B7146B509}"/>
          </ac:spMkLst>
        </pc:spChg>
        <pc:spChg chg="mod">
          <ac:chgData name="赫 郝" userId="eac1196edf7977d1" providerId="LiveId" clId="{097FE606-B6E6-B34F-8BC8-F32752C2A8B1}" dt="2024-06-24T04:31:22.289" v="462"/>
          <ac:spMkLst>
            <pc:docMk/>
            <pc:sldMk cId="4186655974" sldId="309"/>
            <ac:spMk id="120" creationId="{64A23B05-3235-4AA1-021B-26C55A40C4B0}"/>
          </ac:spMkLst>
        </pc:spChg>
        <pc:spChg chg="mod">
          <ac:chgData name="赫 郝" userId="eac1196edf7977d1" providerId="LiveId" clId="{097FE606-B6E6-B34F-8BC8-F32752C2A8B1}" dt="2024-06-24T04:31:22.289" v="462"/>
          <ac:spMkLst>
            <pc:docMk/>
            <pc:sldMk cId="4186655974" sldId="309"/>
            <ac:spMk id="121" creationId="{F6858D65-7424-652F-869A-1648F8FA546B}"/>
          </ac:spMkLst>
        </pc:spChg>
        <pc:spChg chg="mod">
          <ac:chgData name="赫 郝" userId="eac1196edf7977d1" providerId="LiveId" clId="{097FE606-B6E6-B34F-8BC8-F32752C2A8B1}" dt="2024-06-24T04:31:22.289" v="462"/>
          <ac:spMkLst>
            <pc:docMk/>
            <pc:sldMk cId="4186655974" sldId="309"/>
            <ac:spMk id="122" creationId="{0EEC329A-345C-A6DB-6F24-3F551004712D}"/>
          </ac:spMkLst>
        </pc:spChg>
        <pc:spChg chg="mod">
          <ac:chgData name="赫 郝" userId="eac1196edf7977d1" providerId="LiveId" clId="{097FE606-B6E6-B34F-8BC8-F32752C2A8B1}" dt="2024-06-24T04:31:22.289" v="462"/>
          <ac:spMkLst>
            <pc:docMk/>
            <pc:sldMk cId="4186655974" sldId="309"/>
            <ac:spMk id="123" creationId="{17730C07-2831-10C7-41AF-09CC3151FB7D}"/>
          </ac:spMkLst>
        </pc:spChg>
        <pc:spChg chg="mod">
          <ac:chgData name="赫 郝" userId="eac1196edf7977d1" providerId="LiveId" clId="{097FE606-B6E6-B34F-8BC8-F32752C2A8B1}" dt="2024-06-24T04:31:22.289" v="462"/>
          <ac:spMkLst>
            <pc:docMk/>
            <pc:sldMk cId="4186655974" sldId="309"/>
            <ac:spMk id="124" creationId="{D7DD6346-620F-C17F-305F-BD864CCF815E}"/>
          </ac:spMkLst>
        </pc:spChg>
        <pc:spChg chg="mod">
          <ac:chgData name="赫 郝" userId="eac1196edf7977d1" providerId="LiveId" clId="{097FE606-B6E6-B34F-8BC8-F32752C2A8B1}" dt="2024-06-24T04:31:22.289" v="462"/>
          <ac:spMkLst>
            <pc:docMk/>
            <pc:sldMk cId="4186655974" sldId="309"/>
            <ac:spMk id="125" creationId="{4A9CB8AE-6AA9-ADC6-C4D6-51754D8A9C27}"/>
          </ac:spMkLst>
        </pc:spChg>
        <pc:spChg chg="mod">
          <ac:chgData name="赫 郝" userId="eac1196edf7977d1" providerId="LiveId" clId="{097FE606-B6E6-B34F-8BC8-F32752C2A8B1}" dt="2024-06-24T04:31:22.289" v="462"/>
          <ac:spMkLst>
            <pc:docMk/>
            <pc:sldMk cId="4186655974" sldId="309"/>
            <ac:spMk id="126" creationId="{17516C20-97A2-CCEB-382A-B4AB0ACA7368}"/>
          </ac:spMkLst>
        </pc:spChg>
        <pc:spChg chg="mod">
          <ac:chgData name="赫 郝" userId="eac1196edf7977d1" providerId="LiveId" clId="{097FE606-B6E6-B34F-8BC8-F32752C2A8B1}" dt="2024-06-24T04:31:22.289" v="462"/>
          <ac:spMkLst>
            <pc:docMk/>
            <pc:sldMk cId="4186655974" sldId="309"/>
            <ac:spMk id="127" creationId="{2ACA829B-75CD-C124-27D6-6532598094E5}"/>
          </ac:spMkLst>
        </pc:spChg>
        <pc:spChg chg="mod">
          <ac:chgData name="赫 郝" userId="eac1196edf7977d1" providerId="LiveId" clId="{097FE606-B6E6-B34F-8BC8-F32752C2A8B1}" dt="2024-06-24T04:31:22.289" v="462"/>
          <ac:spMkLst>
            <pc:docMk/>
            <pc:sldMk cId="4186655974" sldId="309"/>
            <ac:spMk id="128" creationId="{8F8FBAF2-3120-94E6-7605-40E46D60DF6A}"/>
          </ac:spMkLst>
        </pc:spChg>
        <pc:spChg chg="mod">
          <ac:chgData name="赫 郝" userId="eac1196edf7977d1" providerId="LiveId" clId="{097FE606-B6E6-B34F-8BC8-F32752C2A8B1}" dt="2024-06-24T04:31:22.289" v="462"/>
          <ac:spMkLst>
            <pc:docMk/>
            <pc:sldMk cId="4186655974" sldId="309"/>
            <ac:spMk id="129" creationId="{B39B7039-D252-7E03-5D24-BAE585DD7F5B}"/>
          </ac:spMkLst>
        </pc:spChg>
        <pc:spChg chg="mod">
          <ac:chgData name="赫 郝" userId="eac1196edf7977d1" providerId="LiveId" clId="{097FE606-B6E6-B34F-8BC8-F32752C2A8B1}" dt="2024-06-24T04:31:22.289" v="462"/>
          <ac:spMkLst>
            <pc:docMk/>
            <pc:sldMk cId="4186655974" sldId="309"/>
            <ac:spMk id="130" creationId="{51627981-A836-028C-1B76-96AD2D6AADCA}"/>
          </ac:spMkLst>
        </pc:spChg>
        <pc:spChg chg="mod">
          <ac:chgData name="赫 郝" userId="eac1196edf7977d1" providerId="LiveId" clId="{097FE606-B6E6-B34F-8BC8-F32752C2A8B1}" dt="2024-06-24T04:31:22.289" v="462"/>
          <ac:spMkLst>
            <pc:docMk/>
            <pc:sldMk cId="4186655974" sldId="309"/>
            <ac:spMk id="131" creationId="{8E4AC8AC-71F2-D4C9-40BD-44989BFF6692}"/>
          </ac:spMkLst>
        </pc:spChg>
        <pc:spChg chg="mod">
          <ac:chgData name="赫 郝" userId="eac1196edf7977d1" providerId="LiveId" clId="{097FE606-B6E6-B34F-8BC8-F32752C2A8B1}" dt="2024-06-24T04:31:22.289" v="462"/>
          <ac:spMkLst>
            <pc:docMk/>
            <pc:sldMk cId="4186655974" sldId="309"/>
            <ac:spMk id="132" creationId="{A1E65320-981F-D574-2689-9167D0BE6F50}"/>
          </ac:spMkLst>
        </pc:spChg>
        <pc:spChg chg="mod">
          <ac:chgData name="赫 郝" userId="eac1196edf7977d1" providerId="LiveId" clId="{097FE606-B6E6-B34F-8BC8-F32752C2A8B1}" dt="2024-06-24T04:31:22.289" v="462"/>
          <ac:spMkLst>
            <pc:docMk/>
            <pc:sldMk cId="4186655974" sldId="309"/>
            <ac:spMk id="133" creationId="{EB4F9914-A495-460F-5938-6AAB771BA414}"/>
          </ac:spMkLst>
        </pc:spChg>
        <pc:spChg chg="mod">
          <ac:chgData name="赫 郝" userId="eac1196edf7977d1" providerId="LiveId" clId="{097FE606-B6E6-B34F-8BC8-F32752C2A8B1}" dt="2024-06-24T04:31:22.289" v="462"/>
          <ac:spMkLst>
            <pc:docMk/>
            <pc:sldMk cId="4186655974" sldId="309"/>
            <ac:spMk id="134" creationId="{C3534254-506D-7015-7DE4-D4FF6E25EFD5}"/>
          </ac:spMkLst>
        </pc:spChg>
        <pc:spChg chg="mod">
          <ac:chgData name="赫 郝" userId="eac1196edf7977d1" providerId="LiveId" clId="{097FE606-B6E6-B34F-8BC8-F32752C2A8B1}" dt="2024-06-24T04:31:22.289" v="462"/>
          <ac:spMkLst>
            <pc:docMk/>
            <pc:sldMk cId="4186655974" sldId="309"/>
            <ac:spMk id="135" creationId="{7945F951-C8A2-EE5B-55D8-4FC0C473725C}"/>
          </ac:spMkLst>
        </pc:spChg>
        <pc:spChg chg="mod">
          <ac:chgData name="赫 郝" userId="eac1196edf7977d1" providerId="LiveId" clId="{097FE606-B6E6-B34F-8BC8-F32752C2A8B1}" dt="2024-06-24T04:31:22.289" v="462"/>
          <ac:spMkLst>
            <pc:docMk/>
            <pc:sldMk cId="4186655974" sldId="309"/>
            <ac:spMk id="136" creationId="{F13DACBF-683E-2066-ABF8-811A713D157C}"/>
          </ac:spMkLst>
        </pc:spChg>
        <pc:spChg chg="mod">
          <ac:chgData name="赫 郝" userId="eac1196edf7977d1" providerId="LiveId" clId="{097FE606-B6E6-B34F-8BC8-F32752C2A8B1}" dt="2024-06-24T04:31:22.289" v="462"/>
          <ac:spMkLst>
            <pc:docMk/>
            <pc:sldMk cId="4186655974" sldId="309"/>
            <ac:spMk id="137" creationId="{116C57AA-24F1-B810-FDCB-4FFEC73C6B79}"/>
          </ac:spMkLst>
        </pc:spChg>
        <pc:spChg chg="mod">
          <ac:chgData name="赫 郝" userId="eac1196edf7977d1" providerId="LiveId" clId="{097FE606-B6E6-B34F-8BC8-F32752C2A8B1}" dt="2024-06-24T04:31:22.289" v="462"/>
          <ac:spMkLst>
            <pc:docMk/>
            <pc:sldMk cId="4186655974" sldId="309"/>
            <ac:spMk id="138" creationId="{BBC1D703-0C98-0197-74D6-8A347BDB9960}"/>
          </ac:spMkLst>
        </pc:spChg>
        <pc:spChg chg="mod">
          <ac:chgData name="赫 郝" userId="eac1196edf7977d1" providerId="LiveId" clId="{097FE606-B6E6-B34F-8BC8-F32752C2A8B1}" dt="2024-06-24T04:31:22.289" v="462"/>
          <ac:spMkLst>
            <pc:docMk/>
            <pc:sldMk cId="4186655974" sldId="309"/>
            <ac:spMk id="139" creationId="{22CACA23-B480-2908-780A-72AE93E80E1A}"/>
          </ac:spMkLst>
        </pc:spChg>
        <pc:spChg chg="mod">
          <ac:chgData name="赫 郝" userId="eac1196edf7977d1" providerId="LiveId" clId="{097FE606-B6E6-B34F-8BC8-F32752C2A8B1}" dt="2024-06-24T04:31:22.289" v="462"/>
          <ac:spMkLst>
            <pc:docMk/>
            <pc:sldMk cId="4186655974" sldId="309"/>
            <ac:spMk id="140" creationId="{0A7806DF-BEB2-1654-EB57-A53C2FD23DD9}"/>
          </ac:spMkLst>
        </pc:spChg>
        <pc:spChg chg="mod">
          <ac:chgData name="赫 郝" userId="eac1196edf7977d1" providerId="LiveId" clId="{097FE606-B6E6-B34F-8BC8-F32752C2A8B1}" dt="2024-06-24T04:31:22.289" v="462"/>
          <ac:spMkLst>
            <pc:docMk/>
            <pc:sldMk cId="4186655974" sldId="309"/>
            <ac:spMk id="141" creationId="{54C268AA-117D-9A7D-D4FB-0BFEE1B6C693}"/>
          </ac:spMkLst>
        </pc:spChg>
        <pc:spChg chg="mod">
          <ac:chgData name="赫 郝" userId="eac1196edf7977d1" providerId="LiveId" clId="{097FE606-B6E6-B34F-8BC8-F32752C2A8B1}" dt="2024-06-24T04:31:22.289" v="462"/>
          <ac:spMkLst>
            <pc:docMk/>
            <pc:sldMk cId="4186655974" sldId="309"/>
            <ac:spMk id="142" creationId="{F346253C-C571-A20E-CE23-979192286415}"/>
          </ac:spMkLst>
        </pc:spChg>
        <pc:spChg chg="mod">
          <ac:chgData name="赫 郝" userId="eac1196edf7977d1" providerId="LiveId" clId="{097FE606-B6E6-B34F-8BC8-F32752C2A8B1}" dt="2024-06-24T04:31:22.289" v="462"/>
          <ac:spMkLst>
            <pc:docMk/>
            <pc:sldMk cId="4186655974" sldId="309"/>
            <ac:spMk id="143" creationId="{0880D154-3B1D-7696-F140-C62E7202204C}"/>
          </ac:spMkLst>
        </pc:spChg>
        <pc:spChg chg="mod">
          <ac:chgData name="赫 郝" userId="eac1196edf7977d1" providerId="LiveId" clId="{097FE606-B6E6-B34F-8BC8-F32752C2A8B1}" dt="2024-06-24T04:31:22.289" v="462"/>
          <ac:spMkLst>
            <pc:docMk/>
            <pc:sldMk cId="4186655974" sldId="309"/>
            <ac:spMk id="144" creationId="{19798A84-34FE-11E6-173B-5D7895BB951E}"/>
          </ac:spMkLst>
        </pc:spChg>
        <pc:spChg chg="mod">
          <ac:chgData name="赫 郝" userId="eac1196edf7977d1" providerId="LiveId" clId="{097FE606-B6E6-B34F-8BC8-F32752C2A8B1}" dt="2024-06-24T04:31:22.289" v="462"/>
          <ac:spMkLst>
            <pc:docMk/>
            <pc:sldMk cId="4186655974" sldId="309"/>
            <ac:spMk id="145" creationId="{16FAFDB2-6308-6295-4D01-19D17ED40230}"/>
          </ac:spMkLst>
        </pc:spChg>
        <pc:spChg chg="mod">
          <ac:chgData name="赫 郝" userId="eac1196edf7977d1" providerId="LiveId" clId="{097FE606-B6E6-B34F-8BC8-F32752C2A8B1}" dt="2024-06-24T04:31:22.289" v="462"/>
          <ac:spMkLst>
            <pc:docMk/>
            <pc:sldMk cId="4186655974" sldId="309"/>
            <ac:spMk id="146" creationId="{5FF74CA7-8D92-38AD-A51E-22BA4841C564}"/>
          </ac:spMkLst>
        </pc:spChg>
        <pc:spChg chg="mod">
          <ac:chgData name="赫 郝" userId="eac1196edf7977d1" providerId="LiveId" clId="{097FE606-B6E6-B34F-8BC8-F32752C2A8B1}" dt="2024-06-24T04:31:22.289" v="462"/>
          <ac:spMkLst>
            <pc:docMk/>
            <pc:sldMk cId="4186655974" sldId="309"/>
            <ac:spMk id="147" creationId="{B67FBB01-3717-C874-70FE-B462FFB45037}"/>
          </ac:spMkLst>
        </pc:spChg>
        <pc:spChg chg="mod">
          <ac:chgData name="赫 郝" userId="eac1196edf7977d1" providerId="LiveId" clId="{097FE606-B6E6-B34F-8BC8-F32752C2A8B1}" dt="2024-06-24T04:31:22.289" v="462"/>
          <ac:spMkLst>
            <pc:docMk/>
            <pc:sldMk cId="4186655974" sldId="309"/>
            <ac:spMk id="148" creationId="{E017AB22-05EB-522B-CFCA-D44584B531D3}"/>
          </ac:spMkLst>
        </pc:spChg>
        <pc:spChg chg="mod">
          <ac:chgData name="赫 郝" userId="eac1196edf7977d1" providerId="LiveId" clId="{097FE606-B6E6-B34F-8BC8-F32752C2A8B1}" dt="2024-06-24T04:31:22.289" v="462"/>
          <ac:spMkLst>
            <pc:docMk/>
            <pc:sldMk cId="4186655974" sldId="309"/>
            <ac:spMk id="149" creationId="{D6832E70-5C84-989F-281C-E2BFE930FD8A}"/>
          </ac:spMkLst>
        </pc:spChg>
        <pc:spChg chg="mod">
          <ac:chgData name="赫 郝" userId="eac1196edf7977d1" providerId="LiveId" clId="{097FE606-B6E6-B34F-8BC8-F32752C2A8B1}" dt="2024-06-24T04:31:22.289" v="462"/>
          <ac:spMkLst>
            <pc:docMk/>
            <pc:sldMk cId="4186655974" sldId="309"/>
            <ac:spMk id="150" creationId="{AD964E26-EDBE-C027-5B15-5A648B2A4531}"/>
          </ac:spMkLst>
        </pc:spChg>
        <pc:spChg chg="mod">
          <ac:chgData name="赫 郝" userId="eac1196edf7977d1" providerId="LiveId" clId="{097FE606-B6E6-B34F-8BC8-F32752C2A8B1}" dt="2024-06-24T04:31:22.289" v="462"/>
          <ac:spMkLst>
            <pc:docMk/>
            <pc:sldMk cId="4186655974" sldId="309"/>
            <ac:spMk id="151" creationId="{AE167740-A811-E209-9A8E-C9A998D45C39}"/>
          </ac:spMkLst>
        </pc:spChg>
        <pc:spChg chg="mod">
          <ac:chgData name="赫 郝" userId="eac1196edf7977d1" providerId="LiveId" clId="{097FE606-B6E6-B34F-8BC8-F32752C2A8B1}" dt="2024-06-24T04:31:22.289" v="462"/>
          <ac:spMkLst>
            <pc:docMk/>
            <pc:sldMk cId="4186655974" sldId="309"/>
            <ac:spMk id="152" creationId="{886E61F5-B851-6594-32FA-A81AF4E3CB63}"/>
          </ac:spMkLst>
        </pc:spChg>
        <pc:spChg chg="mod">
          <ac:chgData name="赫 郝" userId="eac1196edf7977d1" providerId="LiveId" clId="{097FE606-B6E6-B34F-8BC8-F32752C2A8B1}" dt="2024-06-24T04:31:22.289" v="462"/>
          <ac:spMkLst>
            <pc:docMk/>
            <pc:sldMk cId="4186655974" sldId="309"/>
            <ac:spMk id="153" creationId="{DA2F62AF-3739-709D-5AD6-A17D92B7EDFE}"/>
          </ac:spMkLst>
        </pc:spChg>
        <pc:spChg chg="mod">
          <ac:chgData name="赫 郝" userId="eac1196edf7977d1" providerId="LiveId" clId="{097FE606-B6E6-B34F-8BC8-F32752C2A8B1}" dt="2024-06-24T04:31:22.289" v="462"/>
          <ac:spMkLst>
            <pc:docMk/>
            <pc:sldMk cId="4186655974" sldId="309"/>
            <ac:spMk id="154" creationId="{E2C0913E-67DD-8700-37CC-D1CD4EDC2B95}"/>
          </ac:spMkLst>
        </pc:spChg>
        <pc:spChg chg="mod">
          <ac:chgData name="赫 郝" userId="eac1196edf7977d1" providerId="LiveId" clId="{097FE606-B6E6-B34F-8BC8-F32752C2A8B1}" dt="2024-06-24T04:31:22.289" v="462"/>
          <ac:spMkLst>
            <pc:docMk/>
            <pc:sldMk cId="4186655974" sldId="309"/>
            <ac:spMk id="155" creationId="{D5D45A11-D651-28AF-8BD2-649DF890BC48}"/>
          </ac:spMkLst>
        </pc:spChg>
        <pc:spChg chg="mod">
          <ac:chgData name="赫 郝" userId="eac1196edf7977d1" providerId="LiveId" clId="{097FE606-B6E6-B34F-8BC8-F32752C2A8B1}" dt="2024-06-24T04:31:22.289" v="462"/>
          <ac:spMkLst>
            <pc:docMk/>
            <pc:sldMk cId="4186655974" sldId="309"/>
            <ac:spMk id="156" creationId="{27B4EC1E-D29B-43DE-C0CF-C05927154A7A}"/>
          </ac:spMkLst>
        </pc:spChg>
        <pc:spChg chg="mod">
          <ac:chgData name="赫 郝" userId="eac1196edf7977d1" providerId="LiveId" clId="{097FE606-B6E6-B34F-8BC8-F32752C2A8B1}" dt="2024-06-24T04:31:22.289" v="462"/>
          <ac:spMkLst>
            <pc:docMk/>
            <pc:sldMk cId="4186655974" sldId="309"/>
            <ac:spMk id="157" creationId="{DE5BB093-4977-6CAA-347E-7735D70D6F20}"/>
          </ac:spMkLst>
        </pc:spChg>
        <pc:spChg chg="mod">
          <ac:chgData name="赫 郝" userId="eac1196edf7977d1" providerId="LiveId" clId="{097FE606-B6E6-B34F-8BC8-F32752C2A8B1}" dt="2024-06-24T04:31:22.289" v="462"/>
          <ac:spMkLst>
            <pc:docMk/>
            <pc:sldMk cId="4186655974" sldId="309"/>
            <ac:spMk id="158" creationId="{C1861ABD-E215-AFE2-9289-A143029AC1EB}"/>
          </ac:spMkLst>
        </pc:spChg>
        <pc:spChg chg="mod">
          <ac:chgData name="赫 郝" userId="eac1196edf7977d1" providerId="LiveId" clId="{097FE606-B6E6-B34F-8BC8-F32752C2A8B1}" dt="2024-06-24T04:31:22.289" v="462"/>
          <ac:spMkLst>
            <pc:docMk/>
            <pc:sldMk cId="4186655974" sldId="309"/>
            <ac:spMk id="159" creationId="{B290B50E-AAD9-AFC5-8B6D-32138CCDBBFE}"/>
          </ac:spMkLst>
        </pc:spChg>
        <pc:spChg chg="mod">
          <ac:chgData name="赫 郝" userId="eac1196edf7977d1" providerId="LiveId" clId="{097FE606-B6E6-B34F-8BC8-F32752C2A8B1}" dt="2024-06-24T04:31:22.289" v="462"/>
          <ac:spMkLst>
            <pc:docMk/>
            <pc:sldMk cId="4186655974" sldId="309"/>
            <ac:spMk id="160" creationId="{81773207-FBF0-FD2E-F077-271BE52D7E60}"/>
          </ac:spMkLst>
        </pc:spChg>
        <pc:spChg chg="mod">
          <ac:chgData name="赫 郝" userId="eac1196edf7977d1" providerId="LiveId" clId="{097FE606-B6E6-B34F-8BC8-F32752C2A8B1}" dt="2024-06-24T04:31:22.289" v="462"/>
          <ac:spMkLst>
            <pc:docMk/>
            <pc:sldMk cId="4186655974" sldId="309"/>
            <ac:spMk id="161" creationId="{B1C02B57-EDB8-0114-D996-8F93127AC663}"/>
          </ac:spMkLst>
        </pc:spChg>
        <pc:spChg chg="add del mod">
          <ac:chgData name="赫 郝" userId="eac1196edf7977d1" providerId="LiveId" clId="{097FE606-B6E6-B34F-8BC8-F32752C2A8B1}" dt="2024-06-24T04:32:06.626" v="468" actId="478"/>
          <ac:spMkLst>
            <pc:docMk/>
            <pc:sldMk cId="4186655974" sldId="309"/>
            <ac:spMk id="162" creationId="{582EEC65-3694-7E51-068F-CE8C9E2A705F}"/>
          </ac:spMkLst>
        </pc:spChg>
        <pc:spChg chg="add mod">
          <ac:chgData name="赫 郝" userId="eac1196edf7977d1" providerId="LiveId" clId="{097FE606-B6E6-B34F-8BC8-F32752C2A8B1}" dt="2024-06-24T04:35:45.142" v="513" actId="255"/>
          <ac:spMkLst>
            <pc:docMk/>
            <pc:sldMk cId="4186655974" sldId="309"/>
            <ac:spMk id="163" creationId="{B53E287B-DCB7-4078-4148-737143F11244}"/>
          </ac:spMkLst>
        </pc:spChg>
        <pc:grpChg chg="add del mod">
          <ac:chgData name="赫 郝" userId="eac1196edf7977d1" providerId="LiveId" clId="{097FE606-B6E6-B34F-8BC8-F32752C2A8B1}" dt="2024-06-24T04:39:47.629" v="519" actId="165"/>
          <ac:grpSpMkLst>
            <pc:docMk/>
            <pc:sldMk cId="4186655974" sldId="309"/>
            <ac:grpSpMk id="7" creationId="{A41A0800-6B50-ACE2-3F51-639BFEAF4694}"/>
          </ac:grpSpMkLst>
        </pc:grpChg>
        <pc:grpChg chg="add mod">
          <ac:chgData name="赫 郝" userId="eac1196edf7977d1" providerId="LiveId" clId="{097FE606-B6E6-B34F-8BC8-F32752C2A8B1}" dt="2024-06-24T03:23:13.354" v="205"/>
          <ac:grpSpMkLst>
            <pc:docMk/>
            <pc:sldMk cId="4186655974" sldId="309"/>
            <ac:grpSpMk id="20" creationId="{53D957DF-33FC-757D-4C9E-E1BC30B97BDC}"/>
          </ac:grpSpMkLst>
        </pc:grpChg>
        <pc:grpChg chg="mod">
          <ac:chgData name="赫 郝" userId="eac1196edf7977d1" providerId="LiveId" clId="{097FE606-B6E6-B34F-8BC8-F32752C2A8B1}" dt="2024-06-24T03:23:13.354" v="205"/>
          <ac:grpSpMkLst>
            <pc:docMk/>
            <pc:sldMk cId="4186655974" sldId="309"/>
            <ac:grpSpMk id="27" creationId="{6C937F54-B5BA-38D2-6F93-4D49F7E404C7}"/>
          </ac:grpSpMkLst>
        </pc:grpChg>
        <pc:grpChg chg="mod">
          <ac:chgData name="赫 郝" userId="eac1196edf7977d1" providerId="LiveId" clId="{097FE606-B6E6-B34F-8BC8-F32752C2A8B1}" dt="2024-06-24T03:23:13.354" v="205"/>
          <ac:grpSpMkLst>
            <pc:docMk/>
            <pc:sldMk cId="4186655974" sldId="309"/>
            <ac:grpSpMk id="32" creationId="{3D94251E-A628-A1BA-961F-7684E98AB361}"/>
          </ac:grpSpMkLst>
        </pc:grpChg>
        <pc:grpChg chg="mod">
          <ac:chgData name="赫 郝" userId="eac1196edf7977d1" providerId="LiveId" clId="{097FE606-B6E6-B34F-8BC8-F32752C2A8B1}" dt="2024-06-24T03:23:13.354" v="205"/>
          <ac:grpSpMkLst>
            <pc:docMk/>
            <pc:sldMk cId="4186655974" sldId="309"/>
            <ac:grpSpMk id="33" creationId="{BE956565-0A1E-198B-1A12-CD26FE2AEA5E}"/>
          </ac:grpSpMkLst>
        </pc:grpChg>
        <pc:grpChg chg="add mod">
          <ac:chgData name="赫 郝" userId="eac1196edf7977d1" providerId="LiveId" clId="{097FE606-B6E6-B34F-8BC8-F32752C2A8B1}" dt="2024-06-24T03:23:46.097" v="207" actId="1076"/>
          <ac:grpSpMkLst>
            <pc:docMk/>
            <pc:sldMk cId="4186655974" sldId="309"/>
            <ac:grpSpMk id="62" creationId="{ABE1FFD4-4616-EA6A-ABDE-A1B38DDD14EE}"/>
          </ac:grpSpMkLst>
        </pc:grpChg>
        <pc:grpChg chg="mod">
          <ac:chgData name="赫 郝" userId="eac1196edf7977d1" providerId="LiveId" clId="{097FE606-B6E6-B34F-8BC8-F32752C2A8B1}" dt="2024-06-24T03:23:26.015" v="206"/>
          <ac:grpSpMkLst>
            <pc:docMk/>
            <pc:sldMk cId="4186655974" sldId="309"/>
            <ac:grpSpMk id="64" creationId="{0967D01F-7103-6C80-E931-5E7C1597416A}"/>
          </ac:grpSpMkLst>
        </pc:grpChg>
        <pc:grpChg chg="mod">
          <ac:chgData name="赫 郝" userId="eac1196edf7977d1" providerId="LiveId" clId="{097FE606-B6E6-B34F-8BC8-F32752C2A8B1}" dt="2024-06-24T03:23:26.015" v="206"/>
          <ac:grpSpMkLst>
            <pc:docMk/>
            <pc:sldMk cId="4186655974" sldId="309"/>
            <ac:grpSpMk id="76" creationId="{B040B556-E381-5B22-10D3-F8D9743C40C2}"/>
          </ac:grpSpMkLst>
        </pc:grpChg>
        <pc:grpChg chg="mod">
          <ac:chgData name="赫 郝" userId="eac1196edf7977d1" providerId="LiveId" clId="{097FE606-B6E6-B34F-8BC8-F32752C2A8B1}" dt="2024-06-24T03:23:26.015" v="206"/>
          <ac:grpSpMkLst>
            <pc:docMk/>
            <pc:sldMk cId="4186655974" sldId="309"/>
            <ac:grpSpMk id="81" creationId="{B56A5F08-A07A-2C9D-7BAF-E7D3A2F52194}"/>
          </ac:grpSpMkLst>
        </pc:grpChg>
        <pc:grpChg chg="mod">
          <ac:chgData name="赫 郝" userId="eac1196edf7977d1" providerId="LiveId" clId="{097FE606-B6E6-B34F-8BC8-F32752C2A8B1}" dt="2024-06-24T03:23:26.015" v="206"/>
          <ac:grpSpMkLst>
            <pc:docMk/>
            <pc:sldMk cId="4186655974" sldId="309"/>
            <ac:grpSpMk id="82" creationId="{2A91623E-265A-0522-7D40-4A0B6BC119BD}"/>
          </ac:grpSpMkLst>
        </pc:grpChg>
        <pc:grpChg chg="add del mod">
          <ac:chgData name="赫 郝" userId="eac1196edf7977d1" providerId="LiveId" clId="{097FE606-B6E6-B34F-8BC8-F32752C2A8B1}" dt="2024-06-24T04:32:06.626" v="468" actId="478"/>
          <ac:grpSpMkLst>
            <pc:docMk/>
            <pc:sldMk cId="4186655974" sldId="309"/>
            <ac:grpSpMk id="116" creationId="{3BD30976-0B82-7F90-9AB1-F3253F4E2442}"/>
          </ac:grpSpMkLst>
        </pc:grpChg>
        <pc:grpChg chg="add mod">
          <ac:chgData name="赫 郝" userId="eac1196edf7977d1" providerId="LiveId" clId="{097FE606-B6E6-B34F-8BC8-F32752C2A8B1}" dt="2024-06-24T04:45:58.787" v="788" actId="1036"/>
          <ac:grpSpMkLst>
            <pc:docMk/>
            <pc:sldMk cId="4186655974" sldId="309"/>
            <ac:grpSpMk id="167" creationId="{48CF168F-CA48-B7A8-C8C1-79EA7EA29F27}"/>
          </ac:grpSpMkLst>
        </pc:grpChg>
        <pc:picChg chg="del mod topLvl">
          <ac:chgData name="赫 郝" userId="eac1196edf7977d1" providerId="LiveId" clId="{097FE606-B6E6-B34F-8BC8-F32752C2A8B1}" dt="2024-06-24T04:39:53.195" v="522" actId="478"/>
          <ac:picMkLst>
            <pc:docMk/>
            <pc:sldMk cId="4186655974" sldId="309"/>
            <ac:picMk id="8" creationId="{E96FDA60-968A-9510-793B-2888581BB721}"/>
          </ac:picMkLst>
        </pc:picChg>
        <pc:picChg chg="add del mod topLvl">
          <ac:chgData name="赫 郝" userId="eac1196edf7977d1" providerId="LiveId" clId="{097FE606-B6E6-B34F-8BC8-F32752C2A8B1}" dt="2024-06-24T04:45:47.291" v="781" actId="1036"/>
          <ac:picMkLst>
            <pc:docMk/>
            <pc:sldMk cId="4186655974" sldId="309"/>
            <ac:picMk id="9" creationId="{B2FEB111-D015-908B-E3BC-1969E2739BB2}"/>
          </ac:picMkLst>
        </pc:picChg>
        <pc:picChg chg="add del mod">
          <ac:chgData name="赫 郝" userId="eac1196edf7977d1" providerId="LiveId" clId="{097FE606-B6E6-B34F-8BC8-F32752C2A8B1}" dt="2024-06-24T03:20:09.411" v="168" actId="478"/>
          <ac:picMkLst>
            <pc:docMk/>
            <pc:sldMk cId="4186655974" sldId="309"/>
            <ac:picMk id="11" creationId="{18D29F18-44F7-B201-3A59-CDDCBDFFB264}"/>
          </ac:picMkLst>
        </pc:picChg>
        <pc:picChg chg="add mod">
          <ac:chgData name="赫 郝" userId="eac1196edf7977d1" providerId="LiveId" clId="{097FE606-B6E6-B34F-8BC8-F32752C2A8B1}" dt="2024-06-24T03:20:32.938" v="175" actId="1076"/>
          <ac:picMkLst>
            <pc:docMk/>
            <pc:sldMk cId="4186655974" sldId="309"/>
            <ac:picMk id="13" creationId="{640AEBF6-2AB7-A367-65C7-667E9FE895E0}"/>
          </ac:picMkLst>
        </pc:picChg>
        <pc:picChg chg="add mod">
          <ac:chgData name="赫 郝" userId="eac1196edf7977d1" providerId="LiveId" clId="{097FE606-B6E6-B34F-8BC8-F32752C2A8B1}" dt="2024-06-24T03:21:22.715" v="186" actId="1037"/>
          <ac:picMkLst>
            <pc:docMk/>
            <pc:sldMk cId="4186655974" sldId="309"/>
            <ac:picMk id="15" creationId="{628C352B-441D-E6A7-B131-775FB3803D1D}"/>
          </ac:picMkLst>
        </pc:picChg>
        <pc:picChg chg="mod">
          <ac:chgData name="赫 郝" userId="eac1196edf7977d1" providerId="LiveId" clId="{097FE606-B6E6-B34F-8BC8-F32752C2A8B1}" dt="2024-06-24T03:23:13.354" v="205"/>
          <ac:picMkLst>
            <pc:docMk/>
            <pc:sldMk cId="4186655974" sldId="309"/>
            <ac:picMk id="21" creationId="{BC3A1D0E-B71B-DEE2-ACBE-F8569D22B936}"/>
          </ac:picMkLst>
        </pc:picChg>
        <pc:picChg chg="mod">
          <ac:chgData name="赫 郝" userId="eac1196edf7977d1" providerId="LiveId" clId="{097FE606-B6E6-B34F-8BC8-F32752C2A8B1}" dt="2024-06-24T03:23:26.015" v="206"/>
          <ac:picMkLst>
            <pc:docMk/>
            <pc:sldMk cId="4186655974" sldId="309"/>
            <ac:picMk id="63" creationId="{503B960F-A22E-314C-5BC4-DDAA2F71DBAE}"/>
          </ac:picMkLst>
        </pc:picChg>
        <pc:picChg chg="mod">
          <ac:chgData name="赫 郝" userId="eac1196edf7977d1" providerId="LiveId" clId="{097FE606-B6E6-B34F-8BC8-F32752C2A8B1}" dt="2024-06-24T03:23:26.015" v="206"/>
          <ac:picMkLst>
            <pc:docMk/>
            <pc:sldMk cId="4186655974" sldId="309"/>
            <ac:picMk id="70" creationId="{2D651F41-D909-B1BB-AFBF-6B5F4BAED4F2}"/>
          </ac:picMkLst>
        </pc:picChg>
        <pc:picChg chg="add mod">
          <ac:chgData name="赫 郝" userId="eac1196edf7977d1" providerId="LiveId" clId="{097FE606-B6E6-B34F-8BC8-F32752C2A8B1}" dt="2024-06-24T04:12:12.495" v="265" actId="1076"/>
          <ac:picMkLst>
            <pc:docMk/>
            <pc:sldMk cId="4186655974" sldId="309"/>
            <ac:picMk id="108" creationId="{01C293F4-2A2E-741E-3863-A4B1124990F5}"/>
          </ac:picMkLst>
        </pc:picChg>
        <pc:picChg chg="add mod modCrop">
          <ac:chgData name="赫 郝" userId="eac1196edf7977d1" providerId="LiveId" clId="{097FE606-B6E6-B34F-8BC8-F32752C2A8B1}" dt="2024-06-24T04:40:54.645" v="542" actId="167"/>
          <ac:picMkLst>
            <pc:docMk/>
            <pc:sldMk cId="4186655974" sldId="309"/>
            <ac:picMk id="165" creationId="{8029CF7F-67A7-0D76-85B4-C54DAFDBCCC1}"/>
          </ac:picMkLst>
        </pc:picChg>
        <pc:picChg chg="add del mod modCrop">
          <ac:chgData name="赫 郝" userId="eac1196edf7977d1" providerId="LiveId" clId="{097FE606-B6E6-B34F-8BC8-F32752C2A8B1}" dt="2024-06-24T04:40:17.460" v="530" actId="478"/>
          <ac:picMkLst>
            <pc:docMk/>
            <pc:sldMk cId="4186655974" sldId="309"/>
            <ac:picMk id="166" creationId="{CFD5BFD9-CCA7-5F0E-0644-D05BBC802E68}"/>
          </ac:picMkLst>
        </pc:picChg>
        <pc:inkChg chg="add mod">
          <ac:chgData name="赫 郝" userId="eac1196edf7977d1" providerId="LiveId" clId="{097FE606-B6E6-B34F-8BC8-F32752C2A8B1}" dt="2024-06-24T03:23:13.354" v="205"/>
          <ac:inkMkLst>
            <pc:docMk/>
            <pc:sldMk cId="4186655974" sldId="309"/>
            <ac:inkMk id="58" creationId="{AF0491EB-3D7A-86EF-F565-8388689F3780}"/>
          </ac:inkMkLst>
        </pc:inkChg>
        <pc:inkChg chg="add mod">
          <ac:chgData name="赫 郝" userId="eac1196edf7977d1" providerId="LiveId" clId="{097FE606-B6E6-B34F-8BC8-F32752C2A8B1}" dt="2024-06-24T03:23:13.354" v="205"/>
          <ac:inkMkLst>
            <pc:docMk/>
            <pc:sldMk cId="4186655974" sldId="309"/>
            <ac:inkMk id="59" creationId="{5E9BF14A-5039-9093-28C6-FD9CB6BA04B6}"/>
          </ac:inkMkLst>
        </pc:inkChg>
        <pc:inkChg chg="add mod">
          <ac:chgData name="赫 郝" userId="eac1196edf7977d1" providerId="LiveId" clId="{097FE606-B6E6-B34F-8BC8-F32752C2A8B1}" dt="2024-06-24T03:23:13.354" v="205"/>
          <ac:inkMkLst>
            <pc:docMk/>
            <pc:sldMk cId="4186655974" sldId="309"/>
            <ac:inkMk id="60" creationId="{0E0CD5E3-678B-54C7-DAB8-8987136467F6}"/>
          </ac:inkMkLst>
        </pc:inkChg>
        <pc:inkChg chg="add mod">
          <ac:chgData name="赫 郝" userId="eac1196edf7977d1" providerId="LiveId" clId="{097FE606-B6E6-B34F-8BC8-F32752C2A8B1}" dt="2024-06-24T03:23:13.354" v="205"/>
          <ac:inkMkLst>
            <pc:docMk/>
            <pc:sldMk cId="4186655974" sldId="309"/>
            <ac:inkMk id="61" creationId="{9D51FDC2-B691-3DB0-9EBF-C39D977A6BAD}"/>
          </ac:inkMkLst>
        </pc:inkChg>
        <pc:inkChg chg="mod">
          <ac:chgData name="赫 郝" userId="eac1196edf7977d1" providerId="LiveId" clId="{097FE606-B6E6-B34F-8BC8-F32752C2A8B1}" dt="2024-06-24T03:23:26.015" v="206"/>
          <ac:inkMkLst>
            <pc:docMk/>
            <pc:sldMk cId="4186655974" sldId="309"/>
            <ac:inkMk id="65" creationId="{8294F144-1F89-B13F-B8E7-2E42E0FD5A35}"/>
          </ac:inkMkLst>
        </pc:inkChg>
        <pc:inkChg chg="mod">
          <ac:chgData name="赫 郝" userId="eac1196edf7977d1" providerId="LiveId" clId="{097FE606-B6E6-B34F-8BC8-F32752C2A8B1}" dt="2024-06-24T03:23:26.015" v="206"/>
          <ac:inkMkLst>
            <pc:docMk/>
            <pc:sldMk cId="4186655974" sldId="309"/>
            <ac:inkMk id="66" creationId="{479A6062-C4AD-D5BB-DB21-460B299556FE}"/>
          </ac:inkMkLst>
        </pc:inkChg>
        <pc:inkChg chg="del mod">
          <ac:chgData name="赫 郝" userId="eac1196edf7977d1" providerId="LiveId" clId="{097FE606-B6E6-B34F-8BC8-F32752C2A8B1}" dt="2024-06-24T03:24:44.964" v="228" actId="478"/>
          <ac:inkMkLst>
            <pc:docMk/>
            <pc:sldMk cId="4186655974" sldId="309"/>
            <ac:inkMk id="67" creationId="{F507EFF0-6897-9033-1A28-8929A7E6433C}"/>
          </ac:inkMkLst>
        </pc:inkChg>
        <pc:inkChg chg="del mod">
          <ac:chgData name="赫 郝" userId="eac1196edf7977d1" providerId="LiveId" clId="{097FE606-B6E6-B34F-8BC8-F32752C2A8B1}" dt="2024-06-24T03:29:54.035" v="257" actId="478"/>
          <ac:inkMkLst>
            <pc:docMk/>
            <pc:sldMk cId="4186655974" sldId="309"/>
            <ac:inkMk id="68" creationId="{B3134F81-D344-DAA1-30AD-9A043CDD10E5}"/>
          </ac:inkMkLst>
        </pc:inkChg>
        <pc:inkChg chg="del mod">
          <ac:chgData name="赫 郝" userId="eac1196edf7977d1" providerId="LiveId" clId="{097FE606-B6E6-B34F-8BC8-F32752C2A8B1}" dt="2024-06-24T03:24:47.280" v="229" actId="478"/>
          <ac:inkMkLst>
            <pc:docMk/>
            <pc:sldMk cId="4186655974" sldId="309"/>
            <ac:inkMk id="69" creationId="{8D88CAEB-BFB9-4B81-C7A7-079CE93BDA5C}"/>
          </ac:inkMkLst>
        </pc:inkChg>
        <pc:cxnChg chg="mod">
          <ac:chgData name="赫 郝" userId="eac1196edf7977d1" providerId="LiveId" clId="{097FE606-B6E6-B34F-8BC8-F32752C2A8B1}" dt="2024-06-24T03:23:13.354" v="205"/>
          <ac:cxnSpMkLst>
            <pc:docMk/>
            <pc:sldMk cId="4186655974" sldId="309"/>
            <ac:cxnSpMk id="31" creationId="{7875DAA3-87EB-3F02-8443-C0178A2A1787}"/>
          </ac:cxnSpMkLst>
        </pc:cxnChg>
        <pc:cxnChg chg="mod">
          <ac:chgData name="赫 郝" userId="eac1196edf7977d1" providerId="LiveId" clId="{097FE606-B6E6-B34F-8BC8-F32752C2A8B1}" dt="2024-06-24T03:23:13.354" v="205"/>
          <ac:cxnSpMkLst>
            <pc:docMk/>
            <pc:sldMk cId="4186655974" sldId="309"/>
            <ac:cxnSpMk id="37" creationId="{1F5FC317-9476-7739-738C-8015FE6B4CDE}"/>
          </ac:cxnSpMkLst>
        </pc:cxnChg>
        <pc:cxnChg chg="mod">
          <ac:chgData name="赫 郝" userId="eac1196edf7977d1" providerId="LiveId" clId="{097FE606-B6E6-B34F-8BC8-F32752C2A8B1}" dt="2024-06-24T03:23:13.354" v="205"/>
          <ac:cxnSpMkLst>
            <pc:docMk/>
            <pc:sldMk cId="4186655974" sldId="309"/>
            <ac:cxnSpMk id="44" creationId="{F84BA310-AAB6-8704-8C48-84D87534834C}"/>
          </ac:cxnSpMkLst>
        </pc:cxnChg>
        <pc:cxnChg chg="mod">
          <ac:chgData name="赫 郝" userId="eac1196edf7977d1" providerId="LiveId" clId="{097FE606-B6E6-B34F-8BC8-F32752C2A8B1}" dt="2024-06-24T03:23:26.015" v="206"/>
          <ac:cxnSpMkLst>
            <pc:docMk/>
            <pc:sldMk cId="4186655974" sldId="309"/>
            <ac:cxnSpMk id="80" creationId="{A33F9128-F4DF-D554-B1DB-B4EDAF99A58B}"/>
          </ac:cxnSpMkLst>
        </pc:cxnChg>
        <pc:cxnChg chg="mod">
          <ac:chgData name="赫 郝" userId="eac1196edf7977d1" providerId="LiveId" clId="{097FE606-B6E6-B34F-8BC8-F32752C2A8B1}" dt="2024-06-24T03:23:26.015" v="206"/>
          <ac:cxnSpMkLst>
            <pc:docMk/>
            <pc:sldMk cId="4186655974" sldId="309"/>
            <ac:cxnSpMk id="86" creationId="{8D086A38-61D2-AC19-000D-E7772F880AC6}"/>
          </ac:cxnSpMkLst>
        </pc:cxnChg>
        <pc:cxnChg chg="mod">
          <ac:chgData name="赫 郝" userId="eac1196edf7977d1" providerId="LiveId" clId="{097FE606-B6E6-B34F-8BC8-F32752C2A8B1}" dt="2024-06-24T03:23:26.015" v="206"/>
          <ac:cxnSpMkLst>
            <pc:docMk/>
            <pc:sldMk cId="4186655974" sldId="309"/>
            <ac:cxnSpMk id="93" creationId="{C481EC37-6564-7FE7-EEA9-D8BF289A072B}"/>
          </ac:cxnSpMkLst>
        </pc:cxnChg>
      </pc:sldChg>
    </pc:docChg>
  </pc:docChgLst>
  <pc:docChgLst>
    <pc:chgData name="王月" userId="9d7c2960-20f1-43a9-b353-abcb8eec574b" providerId="ADAL" clId="{F73A7BA7-9103-46AD-8CBE-434FF565B33A}"/>
    <pc:docChg chg="undo redo custSel addSld delSld modSld addSection modSection">
      <pc:chgData name="王月" userId="9d7c2960-20f1-43a9-b353-abcb8eec574b" providerId="ADAL" clId="{F73A7BA7-9103-46AD-8CBE-434FF565B33A}" dt="2022-01-26T08:42:16.546" v="145" actId="478"/>
      <pc:docMkLst>
        <pc:docMk/>
      </pc:docMkLst>
      <pc:sldChg chg="addSp delSp modSp mod">
        <pc:chgData name="王月" userId="9d7c2960-20f1-43a9-b353-abcb8eec574b" providerId="ADAL" clId="{F73A7BA7-9103-46AD-8CBE-434FF565B33A}" dt="2022-01-26T08:29:13.523" v="84" actId="1035"/>
        <pc:sldMkLst>
          <pc:docMk/>
          <pc:sldMk cId="2379760615" sldId="265"/>
        </pc:sldMkLst>
        <pc:spChg chg="add del">
          <ac:chgData name="王月" userId="9d7c2960-20f1-43a9-b353-abcb8eec574b" providerId="ADAL" clId="{F73A7BA7-9103-46AD-8CBE-434FF565B33A}" dt="2022-01-26T08:25:45.882" v="42" actId="11529"/>
          <ac:spMkLst>
            <pc:docMk/>
            <pc:sldMk cId="2379760615" sldId="265"/>
            <ac:spMk id="2" creationId="{084ECEF9-8F96-416E-B43E-06CDFD81BCD6}"/>
          </ac:spMkLst>
        </pc:spChg>
        <pc:spChg chg="add del mod">
          <ac:chgData name="王月" userId="9d7c2960-20f1-43a9-b353-abcb8eec574b" providerId="ADAL" clId="{F73A7BA7-9103-46AD-8CBE-434FF565B33A}" dt="2022-01-26T08:26:36.885" v="53" actId="478"/>
          <ac:spMkLst>
            <pc:docMk/>
            <pc:sldMk cId="2379760615" sldId="265"/>
            <ac:spMk id="3" creationId="{36E0D5A6-654E-4B20-8D76-03DDDEE0BEFC}"/>
          </ac:spMkLst>
        </pc:spChg>
        <pc:spChg chg="mod">
          <ac:chgData name="王月" userId="9d7c2960-20f1-43a9-b353-abcb8eec574b" providerId="ADAL" clId="{F73A7BA7-9103-46AD-8CBE-434FF565B33A}" dt="2022-01-26T08:29:13.523" v="84" actId="1035"/>
          <ac:spMkLst>
            <pc:docMk/>
            <pc:sldMk cId="2379760615" sldId="265"/>
            <ac:spMk id="6" creationId="{52409091-3FDF-4436-9C5F-F7989FE87B7D}"/>
          </ac:spMkLst>
        </pc:spChg>
        <pc:spChg chg="mod">
          <ac:chgData name="王月" userId="9d7c2960-20f1-43a9-b353-abcb8eec574b" providerId="ADAL" clId="{F73A7BA7-9103-46AD-8CBE-434FF565B33A}" dt="2022-01-26T08:29:13.523" v="84" actId="1035"/>
          <ac:spMkLst>
            <pc:docMk/>
            <pc:sldMk cId="2379760615" sldId="265"/>
            <ac:spMk id="7" creationId="{8CF21405-785F-40F2-9690-8251D1F8AB2F}"/>
          </ac:spMkLst>
        </pc:spChg>
        <pc:spChg chg="mod">
          <ac:chgData name="王月" userId="9d7c2960-20f1-43a9-b353-abcb8eec574b" providerId="ADAL" clId="{F73A7BA7-9103-46AD-8CBE-434FF565B33A}" dt="2022-01-26T08:29:13.523" v="84" actId="1035"/>
          <ac:spMkLst>
            <pc:docMk/>
            <pc:sldMk cId="2379760615" sldId="265"/>
            <ac:spMk id="8" creationId="{EAD05449-A6E2-4EF2-8D6B-411B105ED5AE}"/>
          </ac:spMkLst>
        </pc:spChg>
        <pc:spChg chg="mod">
          <ac:chgData name="王月" userId="9d7c2960-20f1-43a9-b353-abcb8eec574b" providerId="ADAL" clId="{F73A7BA7-9103-46AD-8CBE-434FF565B33A}" dt="2022-01-26T08:29:13.523" v="84" actId="1035"/>
          <ac:spMkLst>
            <pc:docMk/>
            <pc:sldMk cId="2379760615" sldId="265"/>
            <ac:spMk id="27" creationId="{58744EF7-52E8-4DD1-BD05-1348847C15FE}"/>
          </ac:spMkLst>
        </pc:spChg>
        <pc:spChg chg="mod">
          <ac:chgData name="王月" userId="9d7c2960-20f1-43a9-b353-abcb8eec574b" providerId="ADAL" clId="{F73A7BA7-9103-46AD-8CBE-434FF565B33A}" dt="2022-01-26T08:29:13.523" v="84" actId="1035"/>
          <ac:spMkLst>
            <pc:docMk/>
            <pc:sldMk cId="2379760615" sldId="265"/>
            <ac:spMk id="52" creationId="{9F8E9849-1E62-4013-AB01-BA147BE36A23}"/>
          </ac:spMkLst>
        </pc:spChg>
        <pc:spChg chg="mod">
          <ac:chgData name="王月" userId="9d7c2960-20f1-43a9-b353-abcb8eec574b" providerId="ADAL" clId="{F73A7BA7-9103-46AD-8CBE-434FF565B33A}" dt="2022-01-26T08:29:13.523" v="84" actId="1035"/>
          <ac:spMkLst>
            <pc:docMk/>
            <pc:sldMk cId="2379760615" sldId="265"/>
            <ac:spMk id="58" creationId="{700416C5-9311-4AF0-B9CE-2817BFE082A3}"/>
          </ac:spMkLst>
        </pc:spChg>
        <pc:spChg chg="mod">
          <ac:chgData name="王月" userId="9d7c2960-20f1-43a9-b353-abcb8eec574b" providerId="ADAL" clId="{F73A7BA7-9103-46AD-8CBE-434FF565B33A}" dt="2022-01-26T08:29:13.523" v="84" actId="1035"/>
          <ac:spMkLst>
            <pc:docMk/>
            <pc:sldMk cId="2379760615" sldId="265"/>
            <ac:spMk id="60" creationId="{FC23E375-8F08-47A2-8426-7F2ACA61681F}"/>
          </ac:spMkLst>
        </pc:spChg>
        <pc:spChg chg="mod">
          <ac:chgData name="王月" userId="9d7c2960-20f1-43a9-b353-abcb8eec574b" providerId="ADAL" clId="{F73A7BA7-9103-46AD-8CBE-434FF565B33A}" dt="2022-01-26T08:29:13.523" v="84" actId="1035"/>
          <ac:spMkLst>
            <pc:docMk/>
            <pc:sldMk cId="2379760615" sldId="265"/>
            <ac:spMk id="61" creationId="{A6FD4D9C-6308-43C3-82F7-DB169E86CA85}"/>
          </ac:spMkLst>
        </pc:spChg>
        <pc:spChg chg="mod">
          <ac:chgData name="王月" userId="9d7c2960-20f1-43a9-b353-abcb8eec574b" providerId="ADAL" clId="{F73A7BA7-9103-46AD-8CBE-434FF565B33A}" dt="2022-01-26T08:29:13.523" v="84" actId="1035"/>
          <ac:spMkLst>
            <pc:docMk/>
            <pc:sldMk cId="2379760615" sldId="265"/>
            <ac:spMk id="64" creationId="{B717A050-05F2-4F7B-934C-7A6E3AB34BAD}"/>
          </ac:spMkLst>
        </pc:spChg>
        <pc:spChg chg="mod">
          <ac:chgData name="王月" userId="9d7c2960-20f1-43a9-b353-abcb8eec574b" providerId="ADAL" clId="{F73A7BA7-9103-46AD-8CBE-434FF565B33A}" dt="2022-01-26T08:29:13.523" v="84" actId="1035"/>
          <ac:spMkLst>
            <pc:docMk/>
            <pc:sldMk cId="2379760615" sldId="265"/>
            <ac:spMk id="66" creationId="{FE23F55C-F7C7-45C7-87DA-E5C684B7B090}"/>
          </ac:spMkLst>
        </pc:spChg>
        <pc:spChg chg="mod">
          <ac:chgData name="王月" userId="9d7c2960-20f1-43a9-b353-abcb8eec574b" providerId="ADAL" clId="{F73A7BA7-9103-46AD-8CBE-434FF565B33A}" dt="2022-01-26T08:29:13.523" v="84" actId="1035"/>
          <ac:spMkLst>
            <pc:docMk/>
            <pc:sldMk cId="2379760615" sldId="265"/>
            <ac:spMk id="67" creationId="{86C77210-7B6E-4F86-902B-899993E2B935}"/>
          </ac:spMkLst>
        </pc:spChg>
        <pc:spChg chg="mod">
          <ac:chgData name="王月" userId="9d7c2960-20f1-43a9-b353-abcb8eec574b" providerId="ADAL" clId="{F73A7BA7-9103-46AD-8CBE-434FF565B33A}" dt="2022-01-26T08:23:09.590" v="12" actId="1076"/>
          <ac:spMkLst>
            <pc:docMk/>
            <pc:sldMk cId="2379760615" sldId="265"/>
            <ac:spMk id="68" creationId="{7EA69B6D-3639-4610-8CA9-DE0E49CF3F0C}"/>
          </ac:spMkLst>
        </pc:spChg>
        <pc:spChg chg="mod">
          <ac:chgData name="王月" userId="9d7c2960-20f1-43a9-b353-abcb8eec574b" providerId="ADAL" clId="{F73A7BA7-9103-46AD-8CBE-434FF565B33A}" dt="2022-01-26T08:29:13.523" v="84" actId="1035"/>
          <ac:spMkLst>
            <pc:docMk/>
            <pc:sldMk cId="2379760615" sldId="265"/>
            <ac:spMk id="75" creationId="{F033E56A-65CC-420E-B5F1-B994DC97C539}"/>
          </ac:spMkLst>
        </pc:spChg>
        <pc:spChg chg="mod">
          <ac:chgData name="王月" userId="9d7c2960-20f1-43a9-b353-abcb8eec574b" providerId="ADAL" clId="{F73A7BA7-9103-46AD-8CBE-434FF565B33A}" dt="2022-01-26T08:29:13.523" v="84" actId="1035"/>
          <ac:spMkLst>
            <pc:docMk/>
            <pc:sldMk cId="2379760615" sldId="265"/>
            <ac:spMk id="77" creationId="{676152F3-72A6-4159-94DF-7945B35B0690}"/>
          </ac:spMkLst>
        </pc:spChg>
        <pc:spChg chg="mod">
          <ac:chgData name="王月" userId="9d7c2960-20f1-43a9-b353-abcb8eec574b" providerId="ADAL" clId="{F73A7BA7-9103-46AD-8CBE-434FF565B33A}" dt="2022-01-26T08:29:13.523" v="84" actId="1035"/>
          <ac:spMkLst>
            <pc:docMk/>
            <pc:sldMk cId="2379760615" sldId="265"/>
            <ac:spMk id="79" creationId="{9974F7C0-A4BC-41F4-B8A3-845A34476286}"/>
          </ac:spMkLst>
        </pc:spChg>
        <pc:spChg chg="mod">
          <ac:chgData name="王月" userId="9d7c2960-20f1-43a9-b353-abcb8eec574b" providerId="ADAL" clId="{F73A7BA7-9103-46AD-8CBE-434FF565B33A}" dt="2022-01-26T08:29:13.523" v="84" actId="1035"/>
          <ac:spMkLst>
            <pc:docMk/>
            <pc:sldMk cId="2379760615" sldId="265"/>
            <ac:spMk id="83" creationId="{18C9A173-36FE-4B7F-A571-71325101F3E9}"/>
          </ac:spMkLst>
        </pc:spChg>
        <pc:spChg chg="mod">
          <ac:chgData name="王月" userId="9d7c2960-20f1-43a9-b353-abcb8eec574b" providerId="ADAL" clId="{F73A7BA7-9103-46AD-8CBE-434FF565B33A}" dt="2022-01-26T08:29:13.523" v="84" actId="1035"/>
          <ac:spMkLst>
            <pc:docMk/>
            <pc:sldMk cId="2379760615" sldId="265"/>
            <ac:spMk id="84" creationId="{1931BD1C-C56F-44AB-A520-CF0AF3004602}"/>
          </ac:spMkLst>
        </pc:spChg>
        <pc:spChg chg="mod">
          <ac:chgData name="王月" userId="9d7c2960-20f1-43a9-b353-abcb8eec574b" providerId="ADAL" clId="{F73A7BA7-9103-46AD-8CBE-434FF565B33A}" dt="2022-01-26T08:29:13.523" v="84" actId="1035"/>
          <ac:spMkLst>
            <pc:docMk/>
            <pc:sldMk cId="2379760615" sldId="265"/>
            <ac:spMk id="87" creationId="{BDCB23FA-3737-4CD7-85B7-689F6E983444}"/>
          </ac:spMkLst>
        </pc:spChg>
        <pc:spChg chg="mod">
          <ac:chgData name="王月" userId="9d7c2960-20f1-43a9-b353-abcb8eec574b" providerId="ADAL" clId="{F73A7BA7-9103-46AD-8CBE-434FF565B33A}" dt="2022-01-26T08:29:13.523" v="84" actId="1035"/>
          <ac:spMkLst>
            <pc:docMk/>
            <pc:sldMk cId="2379760615" sldId="265"/>
            <ac:spMk id="88" creationId="{5EE0C992-8C7D-44A7-863F-4DF1BD45E3F4}"/>
          </ac:spMkLst>
        </pc:spChg>
        <pc:spChg chg="mod">
          <ac:chgData name="王月" userId="9d7c2960-20f1-43a9-b353-abcb8eec574b" providerId="ADAL" clId="{F73A7BA7-9103-46AD-8CBE-434FF565B33A}" dt="2022-01-26T08:29:13.523" v="84" actId="1035"/>
          <ac:spMkLst>
            <pc:docMk/>
            <pc:sldMk cId="2379760615" sldId="265"/>
            <ac:spMk id="89" creationId="{01227717-B3DC-4027-924A-E95886D81EEE}"/>
          </ac:spMkLst>
        </pc:spChg>
        <pc:spChg chg="mod">
          <ac:chgData name="王月" userId="9d7c2960-20f1-43a9-b353-abcb8eec574b" providerId="ADAL" clId="{F73A7BA7-9103-46AD-8CBE-434FF565B33A}" dt="2022-01-26T08:29:13.523" v="84" actId="1035"/>
          <ac:spMkLst>
            <pc:docMk/>
            <pc:sldMk cId="2379760615" sldId="265"/>
            <ac:spMk id="90" creationId="{AF52C901-45F0-4A06-8AA9-FC22B17A6825}"/>
          </ac:spMkLst>
        </pc:spChg>
        <pc:spChg chg="mod">
          <ac:chgData name="王月" userId="9d7c2960-20f1-43a9-b353-abcb8eec574b" providerId="ADAL" clId="{F73A7BA7-9103-46AD-8CBE-434FF565B33A}" dt="2022-01-26T08:29:13.523" v="84" actId="1035"/>
          <ac:spMkLst>
            <pc:docMk/>
            <pc:sldMk cId="2379760615" sldId="265"/>
            <ac:spMk id="138" creationId="{A8A28F1A-AB39-45E9-8540-17E53D19CAB5}"/>
          </ac:spMkLst>
        </pc:spChg>
        <pc:spChg chg="mod">
          <ac:chgData name="王月" userId="9d7c2960-20f1-43a9-b353-abcb8eec574b" providerId="ADAL" clId="{F73A7BA7-9103-46AD-8CBE-434FF565B33A}" dt="2022-01-26T08:29:13.523" v="84" actId="1035"/>
          <ac:spMkLst>
            <pc:docMk/>
            <pc:sldMk cId="2379760615" sldId="265"/>
            <ac:spMk id="139" creationId="{0568C151-86B2-4411-AA43-F9CC0E4C49E6}"/>
          </ac:spMkLst>
        </pc:spChg>
        <pc:spChg chg="mod">
          <ac:chgData name="王月" userId="9d7c2960-20f1-43a9-b353-abcb8eec574b" providerId="ADAL" clId="{F73A7BA7-9103-46AD-8CBE-434FF565B33A}" dt="2022-01-26T08:29:13.523" v="84" actId="1035"/>
          <ac:spMkLst>
            <pc:docMk/>
            <pc:sldMk cId="2379760615" sldId="265"/>
            <ac:spMk id="179" creationId="{B95FBC11-4D33-44BF-A7BF-9631F058547E}"/>
          </ac:spMkLst>
        </pc:spChg>
        <pc:cxnChg chg="mod">
          <ac:chgData name="王月" userId="9d7c2960-20f1-43a9-b353-abcb8eec574b" providerId="ADAL" clId="{F73A7BA7-9103-46AD-8CBE-434FF565B33A}" dt="2022-01-26T08:29:13.523" v="84" actId="1035"/>
          <ac:cxnSpMkLst>
            <pc:docMk/>
            <pc:sldMk cId="2379760615" sldId="265"/>
            <ac:cxnSpMk id="10" creationId="{FE1229D0-33AE-452A-96B8-4AD91A07A8D8}"/>
          </ac:cxnSpMkLst>
        </pc:cxnChg>
        <pc:cxnChg chg="mod">
          <ac:chgData name="王月" userId="9d7c2960-20f1-43a9-b353-abcb8eec574b" providerId="ADAL" clId="{F73A7BA7-9103-46AD-8CBE-434FF565B33A}" dt="2022-01-26T08:29:13.523" v="84" actId="1035"/>
          <ac:cxnSpMkLst>
            <pc:docMk/>
            <pc:sldMk cId="2379760615" sldId="265"/>
            <ac:cxnSpMk id="22" creationId="{77D20C79-13BF-4802-82EE-C440F77123B8}"/>
          </ac:cxnSpMkLst>
        </pc:cxnChg>
        <pc:cxnChg chg="mod">
          <ac:chgData name="王月" userId="9d7c2960-20f1-43a9-b353-abcb8eec574b" providerId="ADAL" clId="{F73A7BA7-9103-46AD-8CBE-434FF565B33A}" dt="2022-01-26T08:29:13.523" v="84" actId="1035"/>
          <ac:cxnSpMkLst>
            <pc:docMk/>
            <pc:sldMk cId="2379760615" sldId="265"/>
            <ac:cxnSpMk id="38" creationId="{110DE3C2-A436-4D56-9405-AF598A5BD50F}"/>
          </ac:cxnSpMkLst>
        </pc:cxnChg>
        <pc:cxnChg chg="mod">
          <ac:chgData name="王月" userId="9d7c2960-20f1-43a9-b353-abcb8eec574b" providerId="ADAL" clId="{F73A7BA7-9103-46AD-8CBE-434FF565B33A}" dt="2022-01-26T08:29:13.523" v="84" actId="1035"/>
          <ac:cxnSpMkLst>
            <pc:docMk/>
            <pc:sldMk cId="2379760615" sldId="265"/>
            <ac:cxnSpMk id="59" creationId="{A33095B9-24AE-43F5-9BF6-F7D3AD7F7914}"/>
          </ac:cxnSpMkLst>
        </pc:cxnChg>
        <pc:cxnChg chg="mod">
          <ac:chgData name="王月" userId="9d7c2960-20f1-43a9-b353-abcb8eec574b" providerId="ADAL" clId="{F73A7BA7-9103-46AD-8CBE-434FF565B33A}" dt="2022-01-26T08:29:13.523" v="84" actId="1035"/>
          <ac:cxnSpMkLst>
            <pc:docMk/>
            <pc:sldMk cId="2379760615" sldId="265"/>
            <ac:cxnSpMk id="62" creationId="{59C53261-41A7-467A-ADCE-D2C574D3918D}"/>
          </ac:cxnSpMkLst>
        </pc:cxnChg>
        <pc:cxnChg chg="mod">
          <ac:chgData name="王月" userId="9d7c2960-20f1-43a9-b353-abcb8eec574b" providerId="ADAL" clId="{F73A7BA7-9103-46AD-8CBE-434FF565B33A}" dt="2022-01-26T08:29:13.523" v="84" actId="1035"/>
          <ac:cxnSpMkLst>
            <pc:docMk/>
            <pc:sldMk cId="2379760615" sldId="265"/>
            <ac:cxnSpMk id="65" creationId="{D1A2F1F2-3BE4-4319-8D51-0A844AA69871}"/>
          </ac:cxnSpMkLst>
        </pc:cxnChg>
        <pc:cxnChg chg="mod">
          <ac:chgData name="王月" userId="9d7c2960-20f1-43a9-b353-abcb8eec574b" providerId="ADAL" clId="{F73A7BA7-9103-46AD-8CBE-434FF565B33A}" dt="2022-01-26T08:29:13.523" v="84" actId="1035"/>
          <ac:cxnSpMkLst>
            <pc:docMk/>
            <pc:sldMk cId="2379760615" sldId="265"/>
            <ac:cxnSpMk id="69" creationId="{E43536FC-5BBB-47D0-AE75-6589307647B0}"/>
          </ac:cxnSpMkLst>
        </pc:cxnChg>
        <pc:cxnChg chg="mod">
          <ac:chgData name="王月" userId="9d7c2960-20f1-43a9-b353-abcb8eec574b" providerId="ADAL" clId="{F73A7BA7-9103-46AD-8CBE-434FF565B33A}" dt="2022-01-26T08:29:13.523" v="84" actId="1035"/>
          <ac:cxnSpMkLst>
            <pc:docMk/>
            <pc:sldMk cId="2379760615" sldId="265"/>
            <ac:cxnSpMk id="70" creationId="{2F641818-B7D1-4660-AA46-3FE2945BF066}"/>
          </ac:cxnSpMkLst>
        </pc:cxnChg>
        <pc:cxnChg chg="mod">
          <ac:chgData name="王月" userId="9d7c2960-20f1-43a9-b353-abcb8eec574b" providerId="ADAL" clId="{F73A7BA7-9103-46AD-8CBE-434FF565B33A}" dt="2022-01-26T08:29:13.523" v="84" actId="1035"/>
          <ac:cxnSpMkLst>
            <pc:docMk/>
            <pc:sldMk cId="2379760615" sldId="265"/>
            <ac:cxnSpMk id="71" creationId="{AA9D191E-8437-416B-9856-AEC52D0B3B49}"/>
          </ac:cxnSpMkLst>
        </pc:cxnChg>
        <pc:cxnChg chg="mod">
          <ac:chgData name="王月" userId="9d7c2960-20f1-43a9-b353-abcb8eec574b" providerId="ADAL" clId="{F73A7BA7-9103-46AD-8CBE-434FF565B33A}" dt="2022-01-26T08:29:13.523" v="84" actId="1035"/>
          <ac:cxnSpMkLst>
            <pc:docMk/>
            <pc:sldMk cId="2379760615" sldId="265"/>
            <ac:cxnSpMk id="72" creationId="{6764DC0F-DBE1-4060-B541-E617BB43DF63}"/>
          </ac:cxnSpMkLst>
        </pc:cxnChg>
        <pc:cxnChg chg="mod">
          <ac:chgData name="王月" userId="9d7c2960-20f1-43a9-b353-abcb8eec574b" providerId="ADAL" clId="{F73A7BA7-9103-46AD-8CBE-434FF565B33A}" dt="2022-01-26T08:29:13.523" v="84" actId="1035"/>
          <ac:cxnSpMkLst>
            <pc:docMk/>
            <pc:sldMk cId="2379760615" sldId="265"/>
            <ac:cxnSpMk id="73" creationId="{1B51D365-2772-499D-8E86-DFCD467F16F3}"/>
          </ac:cxnSpMkLst>
        </pc:cxnChg>
        <pc:cxnChg chg="mod">
          <ac:chgData name="王月" userId="9d7c2960-20f1-43a9-b353-abcb8eec574b" providerId="ADAL" clId="{F73A7BA7-9103-46AD-8CBE-434FF565B33A}" dt="2022-01-26T08:29:13.523" v="84" actId="1035"/>
          <ac:cxnSpMkLst>
            <pc:docMk/>
            <pc:sldMk cId="2379760615" sldId="265"/>
            <ac:cxnSpMk id="80" creationId="{914C476E-551B-40EC-9439-44625A262668}"/>
          </ac:cxnSpMkLst>
        </pc:cxnChg>
        <pc:cxnChg chg="mod">
          <ac:chgData name="王月" userId="9d7c2960-20f1-43a9-b353-abcb8eec574b" providerId="ADAL" clId="{F73A7BA7-9103-46AD-8CBE-434FF565B33A}" dt="2022-01-26T08:29:13.523" v="84" actId="1035"/>
          <ac:cxnSpMkLst>
            <pc:docMk/>
            <pc:sldMk cId="2379760615" sldId="265"/>
            <ac:cxnSpMk id="82" creationId="{231776A8-F2FD-4357-BCE3-6B0715275CD9}"/>
          </ac:cxnSpMkLst>
        </pc:cxnChg>
        <pc:cxnChg chg="mod">
          <ac:chgData name="王月" userId="9d7c2960-20f1-43a9-b353-abcb8eec574b" providerId="ADAL" clId="{F73A7BA7-9103-46AD-8CBE-434FF565B33A}" dt="2022-01-26T08:29:13.523" v="84" actId="1035"/>
          <ac:cxnSpMkLst>
            <pc:docMk/>
            <pc:sldMk cId="2379760615" sldId="265"/>
            <ac:cxnSpMk id="85" creationId="{3512FA4D-B8B6-4BEA-999C-AAA7BD83F950}"/>
          </ac:cxnSpMkLst>
        </pc:cxnChg>
        <pc:cxnChg chg="mod">
          <ac:chgData name="王月" userId="9d7c2960-20f1-43a9-b353-abcb8eec574b" providerId="ADAL" clId="{F73A7BA7-9103-46AD-8CBE-434FF565B33A}" dt="2022-01-26T08:29:13.523" v="84" actId="1035"/>
          <ac:cxnSpMkLst>
            <pc:docMk/>
            <pc:sldMk cId="2379760615" sldId="265"/>
            <ac:cxnSpMk id="86" creationId="{514D83E6-3AF9-434D-8C65-B03A355B78FC}"/>
          </ac:cxnSpMkLst>
        </pc:cxnChg>
        <pc:cxnChg chg="mod">
          <ac:chgData name="王月" userId="9d7c2960-20f1-43a9-b353-abcb8eec574b" providerId="ADAL" clId="{F73A7BA7-9103-46AD-8CBE-434FF565B33A}" dt="2022-01-26T08:29:13.523" v="84" actId="1035"/>
          <ac:cxnSpMkLst>
            <pc:docMk/>
            <pc:sldMk cId="2379760615" sldId="265"/>
            <ac:cxnSpMk id="91" creationId="{CD1219AD-C597-4A4A-9894-9483BCEE5BB5}"/>
          </ac:cxnSpMkLst>
        </pc:cxnChg>
        <pc:cxnChg chg="mod">
          <ac:chgData name="王月" userId="9d7c2960-20f1-43a9-b353-abcb8eec574b" providerId="ADAL" clId="{F73A7BA7-9103-46AD-8CBE-434FF565B33A}" dt="2022-01-26T08:29:13.523" v="84" actId="1035"/>
          <ac:cxnSpMkLst>
            <pc:docMk/>
            <pc:sldMk cId="2379760615" sldId="265"/>
            <ac:cxnSpMk id="92" creationId="{AC9F6E13-3850-4E23-A95F-DA30E2CAF6F3}"/>
          </ac:cxnSpMkLst>
        </pc:cxnChg>
        <pc:cxnChg chg="mod">
          <ac:chgData name="王月" userId="9d7c2960-20f1-43a9-b353-abcb8eec574b" providerId="ADAL" clId="{F73A7BA7-9103-46AD-8CBE-434FF565B33A}" dt="2022-01-26T08:29:13.523" v="84" actId="1035"/>
          <ac:cxnSpMkLst>
            <pc:docMk/>
            <pc:sldMk cId="2379760615" sldId="265"/>
            <ac:cxnSpMk id="93" creationId="{3AB7523B-E386-4952-A4ED-F8DB6151690C}"/>
          </ac:cxnSpMkLst>
        </pc:cxnChg>
        <pc:cxnChg chg="mod">
          <ac:chgData name="王月" userId="9d7c2960-20f1-43a9-b353-abcb8eec574b" providerId="ADAL" clId="{F73A7BA7-9103-46AD-8CBE-434FF565B33A}" dt="2022-01-26T08:29:13.523" v="84" actId="1035"/>
          <ac:cxnSpMkLst>
            <pc:docMk/>
            <pc:sldMk cId="2379760615" sldId="265"/>
            <ac:cxnSpMk id="113" creationId="{5DCBD1C6-5797-46B9-991D-9379890E4930}"/>
          </ac:cxnSpMkLst>
        </pc:cxnChg>
        <pc:cxnChg chg="mod">
          <ac:chgData name="王月" userId="9d7c2960-20f1-43a9-b353-abcb8eec574b" providerId="ADAL" clId="{F73A7BA7-9103-46AD-8CBE-434FF565B33A}" dt="2022-01-26T08:29:13.523" v="84" actId="1035"/>
          <ac:cxnSpMkLst>
            <pc:docMk/>
            <pc:sldMk cId="2379760615" sldId="265"/>
            <ac:cxnSpMk id="114" creationId="{3495B156-E26B-4272-A6BD-2CC3E8269B4E}"/>
          </ac:cxnSpMkLst>
        </pc:cxnChg>
        <pc:cxnChg chg="mod">
          <ac:chgData name="王月" userId="9d7c2960-20f1-43a9-b353-abcb8eec574b" providerId="ADAL" clId="{F73A7BA7-9103-46AD-8CBE-434FF565B33A}" dt="2022-01-26T08:29:13.523" v="84" actId="1035"/>
          <ac:cxnSpMkLst>
            <pc:docMk/>
            <pc:sldMk cId="2379760615" sldId="265"/>
            <ac:cxnSpMk id="128" creationId="{A7845375-0DBE-4093-B611-BBDE3D70A3ED}"/>
          </ac:cxnSpMkLst>
        </pc:cxnChg>
        <pc:cxnChg chg="mod">
          <ac:chgData name="王月" userId="9d7c2960-20f1-43a9-b353-abcb8eec574b" providerId="ADAL" clId="{F73A7BA7-9103-46AD-8CBE-434FF565B33A}" dt="2022-01-26T08:29:13.523" v="84" actId="1035"/>
          <ac:cxnSpMkLst>
            <pc:docMk/>
            <pc:sldMk cId="2379760615" sldId="265"/>
            <ac:cxnSpMk id="130" creationId="{6DA42AC8-A0B1-41C1-AD83-5E55DC71A44F}"/>
          </ac:cxnSpMkLst>
        </pc:cxnChg>
        <pc:cxnChg chg="mod">
          <ac:chgData name="王月" userId="9d7c2960-20f1-43a9-b353-abcb8eec574b" providerId="ADAL" clId="{F73A7BA7-9103-46AD-8CBE-434FF565B33A}" dt="2022-01-26T08:29:13.523" v="84" actId="1035"/>
          <ac:cxnSpMkLst>
            <pc:docMk/>
            <pc:sldMk cId="2379760615" sldId="265"/>
            <ac:cxnSpMk id="134" creationId="{89553271-EAD3-4123-9C20-1799DA944227}"/>
          </ac:cxnSpMkLst>
        </pc:cxnChg>
        <pc:cxnChg chg="mod">
          <ac:chgData name="王月" userId="9d7c2960-20f1-43a9-b353-abcb8eec574b" providerId="ADAL" clId="{F73A7BA7-9103-46AD-8CBE-434FF565B33A}" dt="2022-01-26T08:29:13.523" v="84" actId="1035"/>
          <ac:cxnSpMkLst>
            <pc:docMk/>
            <pc:sldMk cId="2379760615" sldId="265"/>
            <ac:cxnSpMk id="171" creationId="{06559C6D-A95E-4473-80F1-9BDD70875706}"/>
          </ac:cxnSpMkLst>
        </pc:cxnChg>
        <pc:cxnChg chg="mod">
          <ac:chgData name="王月" userId="9d7c2960-20f1-43a9-b353-abcb8eec574b" providerId="ADAL" clId="{F73A7BA7-9103-46AD-8CBE-434FF565B33A}" dt="2022-01-26T08:29:13.523" v="84" actId="1035"/>
          <ac:cxnSpMkLst>
            <pc:docMk/>
            <pc:sldMk cId="2379760615" sldId="265"/>
            <ac:cxnSpMk id="176" creationId="{52AE1DBD-0A08-4D18-BCFC-B66AD4455E0D}"/>
          </ac:cxnSpMkLst>
        </pc:cxnChg>
      </pc:sldChg>
      <pc:sldChg chg="addSp modSp mod">
        <pc:chgData name="王月" userId="9d7c2960-20f1-43a9-b353-abcb8eec574b" providerId="ADAL" clId="{F73A7BA7-9103-46AD-8CBE-434FF565B33A}" dt="2022-01-26T08:29:34.009" v="86" actId="1076"/>
        <pc:sldMkLst>
          <pc:docMk/>
          <pc:sldMk cId="2522639901" sldId="267"/>
        </pc:sldMkLst>
        <pc:spChg chg="add mod">
          <ac:chgData name="王月" userId="9d7c2960-20f1-43a9-b353-abcb8eec574b" providerId="ADAL" clId="{F73A7BA7-9103-46AD-8CBE-434FF565B33A}" dt="2022-01-26T08:29:34.009" v="86" actId="1076"/>
          <ac:spMkLst>
            <pc:docMk/>
            <pc:sldMk cId="2522639901" sldId="267"/>
            <ac:spMk id="44" creationId="{A6855049-24C5-4B7E-AB72-6AFAB5115C3E}"/>
          </ac:spMkLst>
        </pc:spChg>
      </pc:sldChg>
      <pc:sldChg chg="addSp delSp modSp">
        <pc:chgData name="王月" userId="9d7c2960-20f1-43a9-b353-abcb8eec574b" providerId="ADAL" clId="{F73A7BA7-9103-46AD-8CBE-434FF565B33A}" dt="2022-01-26T08:29:37.963" v="88"/>
        <pc:sldMkLst>
          <pc:docMk/>
          <pc:sldMk cId="1189980027" sldId="268"/>
        </pc:sldMkLst>
        <pc:spChg chg="add del mod">
          <ac:chgData name="王月" userId="9d7c2960-20f1-43a9-b353-abcb8eec574b" providerId="ADAL" clId="{F73A7BA7-9103-46AD-8CBE-434FF565B33A}" dt="2022-01-26T08:29:37.963" v="88"/>
          <ac:spMkLst>
            <pc:docMk/>
            <pc:sldMk cId="1189980027" sldId="268"/>
            <ac:spMk id="45" creationId="{89240A6A-9254-4994-AAD4-F8F0F000BD37}"/>
          </ac:spMkLst>
        </pc:spChg>
      </pc:sldChg>
      <pc:sldChg chg="addSp modSp mod">
        <pc:chgData name="王月" userId="9d7c2960-20f1-43a9-b353-abcb8eec574b" providerId="ADAL" clId="{F73A7BA7-9103-46AD-8CBE-434FF565B33A}" dt="2022-01-26T08:28:21.182" v="58" actId="1076"/>
        <pc:sldMkLst>
          <pc:docMk/>
          <pc:sldMk cId="1741331094" sldId="269"/>
        </pc:sldMkLst>
        <pc:spChg chg="add mod">
          <ac:chgData name="王月" userId="9d7c2960-20f1-43a9-b353-abcb8eec574b" providerId="ADAL" clId="{F73A7BA7-9103-46AD-8CBE-434FF565B33A}" dt="2022-01-26T08:28:13.669" v="57" actId="571"/>
          <ac:spMkLst>
            <pc:docMk/>
            <pc:sldMk cId="1741331094" sldId="269"/>
            <ac:spMk id="49" creationId="{40868FC8-62EA-4FAE-A1F0-2C12EB14826C}"/>
          </ac:spMkLst>
        </pc:spChg>
        <pc:spChg chg="add mod">
          <ac:chgData name="王月" userId="9d7c2960-20f1-43a9-b353-abcb8eec574b" providerId="ADAL" clId="{F73A7BA7-9103-46AD-8CBE-434FF565B33A}" dt="2022-01-26T08:28:13.669" v="57" actId="571"/>
          <ac:spMkLst>
            <pc:docMk/>
            <pc:sldMk cId="1741331094" sldId="269"/>
            <ac:spMk id="50" creationId="{ED7DF98B-39AA-4EDB-BA46-2F71AAD6A03F}"/>
          </ac:spMkLst>
        </pc:spChg>
        <pc:spChg chg="mod">
          <ac:chgData name="王月" userId="9d7c2960-20f1-43a9-b353-abcb8eec574b" providerId="ADAL" clId="{F73A7BA7-9103-46AD-8CBE-434FF565B33A}" dt="2022-01-26T08:28:21.182" v="58" actId="1076"/>
          <ac:spMkLst>
            <pc:docMk/>
            <pc:sldMk cId="1741331094" sldId="269"/>
            <ac:spMk id="51" creationId="{78969C98-11FE-449C-A3E1-E79893E65C98}"/>
          </ac:spMkLst>
        </pc:spChg>
        <pc:spChg chg="add mod">
          <ac:chgData name="王月" userId="9d7c2960-20f1-43a9-b353-abcb8eec574b" providerId="ADAL" clId="{F73A7BA7-9103-46AD-8CBE-434FF565B33A}" dt="2022-01-26T08:28:13.669" v="57" actId="571"/>
          <ac:spMkLst>
            <pc:docMk/>
            <pc:sldMk cId="1741331094" sldId="269"/>
            <ac:spMk id="52" creationId="{35F4F9FA-AD8F-4899-954D-5465EF21BED1}"/>
          </ac:spMkLst>
        </pc:spChg>
        <pc:spChg chg="mod">
          <ac:chgData name="王月" userId="9d7c2960-20f1-43a9-b353-abcb8eec574b" providerId="ADAL" clId="{F73A7BA7-9103-46AD-8CBE-434FF565B33A}" dt="2022-01-26T08:28:21.182" v="58" actId="1076"/>
          <ac:spMkLst>
            <pc:docMk/>
            <pc:sldMk cId="1741331094" sldId="269"/>
            <ac:spMk id="53" creationId="{EA4D96B6-04D3-4A21-B45F-1D3319C92190}"/>
          </ac:spMkLst>
        </pc:spChg>
        <pc:spChg chg="mod">
          <ac:chgData name="王月" userId="9d7c2960-20f1-43a9-b353-abcb8eec574b" providerId="ADAL" clId="{F73A7BA7-9103-46AD-8CBE-434FF565B33A}" dt="2022-01-26T08:28:21.182" v="58" actId="1076"/>
          <ac:spMkLst>
            <pc:docMk/>
            <pc:sldMk cId="1741331094" sldId="269"/>
            <ac:spMk id="54" creationId="{25FD9017-67F8-4290-A168-2CB68C008ABC}"/>
          </ac:spMkLst>
        </pc:spChg>
        <pc:spChg chg="mod">
          <ac:chgData name="王月" userId="9d7c2960-20f1-43a9-b353-abcb8eec574b" providerId="ADAL" clId="{F73A7BA7-9103-46AD-8CBE-434FF565B33A}" dt="2022-01-26T08:28:21.182" v="58" actId="1076"/>
          <ac:spMkLst>
            <pc:docMk/>
            <pc:sldMk cId="1741331094" sldId="269"/>
            <ac:spMk id="55" creationId="{7885B0FD-18FC-4EFE-BCC2-050DE760B313}"/>
          </ac:spMkLst>
        </pc:spChg>
        <pc:spChg chg="add mod">
          <ac:chgData name="王月" userId="9d7c2960-20f1-43a9-b353-abcb8eec574b" providerId="ADAL" clId="{F73A7BA7-9103-46AD-8CBE-434FF565B33A}" dt="2022-01-26T08:28:13.669" v="57" actId="571"/>
          <ac:spMkLst>
            <pc:docMk/>
            <pc:sldMk cId="1741331094" sldId="269"/>
            <ac:spMk id="56" creationId="{3FEEDB1B-75AC-4428-8B60-60205D6C3021}"/>
          </ac:spMkLst>
        </pc:spChg>
        <pc:spChg chg="add mod">
          <ac:chgData name="王月" userId="9d7c2960-20f1-43a9-b353-abcb8eec574b" providerId="ADAL" clId="{F73A7BA7-9103-46AD-8CBE-434FF565B33A}" dt="2022-01-26T08:28:13.669" v="57" actId="571"/>
          <ac:spMkLst>
            <pc:docMk/>
            <pc:sldMk cId="1741331094" sldId="269"/>
            <ac:spMk id="57" creationId="{12A89E37-479F-48D7-B27A-D56AE09550F8}"/>
          </ac:spMkLst>
        </pc:spChg>
        <pc:spChg chg="add mod">
          <ac:chgData name="王月" userId="9d7c2960-20f1-43a9-b353-abcb8eec574b" providerId="ADAL" clId="{F73A7BA7-9103-46AD-8CBE-434FF565B33A}" dt="2022-01-26T08:28:13.669" v="57" actId="571"/>
          <ac:spMkLst>
            <pc:docMk/>
            <pc:sldMk cId="1741331094" sldId="269"/>
            <ac:spMk id="58" creationId="{72C6B926-4556-4B21-9D9F-D01AEA1D9AE6}"/>
          </ac:spMkLst>
        </pc:spChg>
        <pc:spChg chg="add mod">
          <ac:chgData name="王月" userId="9d7c2960-20f1-43a9-b353-abcb8eec574b" providerId="ADAL" clId="{F73A7BA7-9103-46AD-8CBE-434FF565B33A}" dt="2022-01-26T08:28:13.669" v="57" actId="571"/>
          <ac:spMkLst>
            <pc:docMk/>
            <pc:sldMk cId="1741331094" sldId="269"/>
            <ac:spMk id="59" creationId="{E1C69C50-78E7-42EA-A418-89EEB59C60B8}"/>
          </ac:spMkLst>
        </pc:spChg>
        <pc:spChg chg="add mod">
          <ac:chgData name="王月" userId="9d7c2960-20f1-43a9-b353-abcb8eec574b" providerId="ADAL" clId="{F73A7BA7-9103-46AD-8CBE-434FF565B33A}" dt="2022-01-26T08:28:13.669" v="57" actId="571"/>
          <ac:spMkLst>
            <pc:docMk/>
            <pc:sldMk cId="1741331094" sldId="269"/>
            <ac:spMk id="64" creationId="{A8B1D94B-7E85-48A9-8028-949FCCDAC172}"/>
          </ac:spMkLst>
        </pc:spChg>
        <pc:spChg chg="add mod">
          <ac:chgData name="王月" userId="9d7c2960-20f1-43a9-b353-abcb8eec574b" providerId="ADAL" clId="{F73A7BA7-9103-46AD-8CBE-434FF565B33A}" dt="2022-01-26T08:28:13.669" v="57" actId="571"/>
          <ac:spMkLst>
            <pc:docMk/>
            <pc:sldMk cId="1741331094" sldId="269"/>
            <ac:spMk id="70" creationId="{6C07E584-D9BB-4235-A82C-3F066758A0BF}"/>
          </ac:spMkLst>
        </pc:spChg>
        <pc:spChg chg="add mod">
          <ac:chgData name="王月" userId="9d7c2960-20f1-43a9-b353-abcb8eec574b" providerId="ADAL" clId="{F73A7BA7-9103-46AD-8CBE-434FF565B33A}" dt="2022-01-26T08:28:13.669" v="57" actId="571"/>
          <ac:spMkLst>
            <pc:docMk/>
            <pc:sldMk cId="1741331094" sldId="269"/>
            <ac:spMk id="73" creationId="{28CBCABA-24CA-43A1-B281-66B18EF61641}"/>
          </ac:spMkLst>
        </pc:spChg>
        <pc:spChg chg="add mod">
          <ac:chgData name="王月" userId="9d7c2960-20f1-43a9-b353-abcb8eec574b" providerId="ADAL" clId="{F73A7BA7-9103-46AD-8CBE-434FF565B33A}" dt="2022-01-26T08:28:13.669" v="57" actId="571"/>
          <ac:spMkLst>
            <pc:docMk/>
            <pc:sldMk cId="1741331094" sldId="269"/>
            <ac:spMk id="75" creationId="{8986F6C2-D38D-43E1-BB26-CCE5B3AA6E87}"/>
          </ac:spMkLst>
        </pc:spChg>
        <pc:spChg chg="add mod">
          <ac:chgData name="王月" userId="9d7c2960-20f1-43a9-b353-abcb8eec574b" providerId="ADAL" clId="{F73A7BA7-9103-46AD-8CBE-434FF565B33A}" dt="2022-01-26T08:28:13.669" v="57" actId="571"/>
          <ac:spMkLst>
            <pc:docMk/>
            <pc:sldMk cId="1741331094" sldId="269"/>
            <ac:spMk id="76" creationId="{86FF3A73-2A45-4517-890B-84EB39E3F83F}"/>
          </ac:spMkLst>
        </pc:spChg>
        <pc:spChg chg="add mod">
          <ac:chgData name="王月" userId="9d7c2960-20f1-43a9-b353-abcb8eec574b" providerId="ADAL" clId="{F73A7BA7-9103-46AD-8CBE-434FF565B33A}" dt="2022-01-26T08:28:13.669" v="57" actId="571"/>
          <ac:spMkLst>
            <pc:docMk/>
            <pc:sldMk cId="1741331094" sldId="269"/>
            <ac:spMk id="77" creationId="{9489DAD8-02E3-4B1F-B66D-F0EFB11F9956}"/>
          </ac:spMkLst>
        </pc:spChg>
        <pc:spChg chg="mod">
          <ac:chgData name="王月" userId="9d7c2960-20f1-43a9-b353-abcb8eec574b" providerId="ADAL" clId="{F73A7BA7-9103-46AD-8CBE-434FF565B33A}" dt="2022-01-26T08:28:21.182" v="58" actId="1076"/>
          <ac:spMkLst>
            <pc:docMk/>
            <pc:sldMk cId="1741331094" sldId="269"/>
            <ac:spMk id="78" creationId="{B5E2CF4E-6DEF-4224-A201-E61A896E4182}"/>
          </ac:spMkLst>
        </pc:spChg>
        <pc:spChg chg="mod">
          <ac:chgData name="王月" userId="9d7c2960-20f1-43a9-b353-abcb8eec574b" providerId="ADAL" clId="{F73A7BA7-9103-46AD-8CBE-434FF565B33A}" dt="2022-01-26T08:28:21.182" v="58" actId="1076"/>
          <ac:spMkLst>
            <pc:docMk/>
            <pc:sldMk cId="1741331094" sldId="269"/>
            <ac:spMk id="79" creationId="{E9D27CA2-3EFE-4E27-A8A3-AF88DC8050AC}"/>
          </ac:spMkLst>
        </pc:spChg>
        <pc:spChg chg="mod">
          <ac:chgData name="王月" userId="9d7c2960-20f1-43a9-b353-abcb8eec574b" providerId="ADAL" clId="{F73A7BA7-9103-46AD-8CBE-434FF565B33A}" dt="2022-01-26T08:28:21.182" v="58" actId="1076"/>
          <ac:spMkLst>
            <pc:docMk/>
            <pc:sldMk cId="1741331094" sldId="269"/>
            <ac:spMk id="89" creationId="{7270BAD6-721E-4A3E-AD1B-A42C191FC6A9}"/>
          </ac:spMkLst>
        </pc:spChg>
        <pc:spChg chg="mod">
          <ac:chgData name="王月" userId="9d7c2960-20f1-43a9-b353-abcb8eec574b" providerId="ADAL" clId="{F73A7BA7-9103-46AD-8CBE-434FF565B33A}" dt="2022-01-26T08:28:21.182" v="58" actId="1076"/>
          <ac:spMkLst>
            <pc:docMk/>
            <pc:sldMk cId="1741331094" sldId="269"/>
            <ac:spMk id="91" creationId="{1CCDE010-CA90-4DFB-AAC5-118BC52DD98F}"/>
          </ac:spMkLst>
        </pc:spChg>
        <pc:spChg chg="mod">
          <ac:chgData name="王月" userId="9d7c2960-20f1-43a9-b353-abcb8eec574b" providerId="ADAL" clId="{F73A7BA7-9103-46AD-8CBE-434FF565B33A}" dt="2022-01-26T08:28:21.182" v="58" actId="1076"/>
          <ac:spMkLst>
            <pc:docMk/>
            <pc:sldMk cId="1741331094" sldId="269"/>
            <ac:spMk id="93" creationId="{A6F82E40-BB79-4B59-9FAD-2CEBF7C0D8BA}"/>
          </ac:spMkLst>
        </pc:spChg>
        <pc:spChg chg="mod">
          <ac:chgData name="王月" userId="9d7c2960-20f1-43a9-b353-abcb8eec574b" providerId="ADAL" clId="{F73A7BA7-9103-46AD-8CBE-434FF565B33A}" dt="2022-01-26T08:28:21.182" v="58" actId="1076"/>
          <ac:spMkLst>
            <pc:docMk/>
            <pc:sldMk cId="1741331094" sldId="269"/>
            <ac:spMk id="96" creationId="{57E1B1EE-749A-4171-925B-C9A2808D85A2}"/>
          </ac:spMkLst>
        </pc:spChg>
        <pc:spChg chg="add mod">
          <ac:chgData name="王月" userId="9d7c2960-20f1-43a9-b353-abcb8eec574b" providerId="ADAL" clId="{F73A7BA7-9103-46AD-8CBE-434FF565B33A}" dt="2022-01-26T08:28:13.669" v="57" actId="571"/>
          <ac:spMkLst>
            <pc:docMk/>
            <pc:sldMk cId="1741331094" sldId="269"/>
            <ac:spMk id="98" creationId="{C23401FC-65C1-4D08-9348-A24BF7AAC8BD}"/>
          </ac:spMkLst>
        </pc:spChg>
        <pc:spChg chg="add mod">
          <ac:chgData name="王月" userId="9d7c2960-20f1-43a9-b353-abcb8eec574b" providerId="ADAL" clId="{F73A7BA7-9103-46AD-8CBE-434FF565B33A}" dt="2022-01-26T08:28:13.669" v="57" actId="571"/>
          <ac:spMkLst>
            <pc:docMk/>
            <pc:sldMk cId="1741331094" sldId="269"/>
            <ac:spMk id="101" creationId="{3A559096-0B0D-4D41-9695-01347BA2830B}"/>
          </ac:spMkLst>
        </pc:spChg>
        <pc:spChg chg="add mod">
          <ac:chgData name="王月" userId="9d7c2960-20f1-43a9-b353-abcb8eec574b" providerId="ADAL" clId="{F73A7BA7-9103-46AD-8CBE-434FF565B33A}" dt="2022-01-26T08:28:13.669" v="57" actId="571"/>
          <ac:spMkLst>
            <pc:docMk/>
            <pc:sldMk cId="1741331094" sldId="269"/>
            <ac:spMk id="103" creationId="{1F361F23-8483-41A2-ABBA-E1408C08DF01}"/>
          </ac:spMkLst>
        </pc:spChg>
        <pc:spChg chg="add mod">
          <ac:chgData name="王月" userId="9d7c2960-20f1-43a9-b353-abcb8eec574b" providerId="ADAL" clId="{F73A7BA7-9103-46AD-8CBE-434FF565B33A}" dt="2022-01-26T08:28:13.669" v="57" actId="571"/>
          <ac:spMkLst>
            <pc:docMk/>
            <pc:sldMk cId="1741331094" sldId="269"/>
            <ac:spMk id="104" creationId="{24A95437-7C49-4AA3-AF90-7F1E63E38DF2}"/>
          </ac:spMkLst>
        </pc:spChg>
        <pc:spChg chg="mod">
          <ac:chgData name="王月" userId="9d7c2960-20f1-43a9-b353-abcb8eec574b" providerId="ADAL" clId="{F73A7BA7-9103-46AD-8CBE-434FF565B33A}" dt="2022-01-26T08:28:21.182" v="58" actId="1076"/>
          <ac:spMkLst>
            <pc:docMk/>
            <pc:sldMk cId="1741331094" sldId="269"/>
            <ac:spMk id="105" creationId="{BFDD6873-C5A1-45EA-A48C-AF6FF7DA7985}"/>
          </ac:spMkLst>
        </pc:spChg>
        <pc:spChg chg="mod">
          <ac:chgData name="王月" userId="9d7c2960-20f1-43a9-b353-abcb8eec574b" providerId="ADAL" clId="{F73A7BA7-9103-46AD-8CBE-434FF565B33A}" dt="2022-01-26T08:28:21.182" v="58" actId="1076"/>
          <ac:spMkLst>
            <pc:docMk/>
            <pc:sldMk cId="1741331094" sldId="269"/>
            <ac:spMk id="106" creationId="{AB97843F-1EE7-4862-A5E2-505706CDBA18}"/>
          </ac:spMkLst>
        </pc:spChg>
        <pc:spChg chg="mod">
          <ac:chgData name="王月" userId="9d7c2960-20f1-43a9-b353-abcb8eec574b" providerId="ADAL" clId="{F73A7BA7-9103-46AD-8CBE-434FF565B33A}" dt="2022-01-26T08:28:21.182" v="58" actId="1076"/>
          <ac:spMkLst>
            <pc:docMk/>
            <pc:sldMk cId="1741331094" sldId="269"/>
            <ac:spMk id="107" creationId="{5B39A151-7BDF-4812-9237-66B496ED2238}"/>
          </ac:spMkLst>
        </pc:spChg>
        <pc:spChg chg="add mod">
          <ac:chgData name="王月" userId="9d7c2960-20f1-43a9-b353-abcb8eec574b" providerId="ADAL" clId="{F73A7BA7-9103-46AD-8CBE-434FF565B33A}" dt="2022-01-26T08:28:13.669" v="57" actId="571"/>
          <ac:spMkLst>
            <pc:docMk/>
            <pc:sldMk cId="1741331094" sldId="269"/>
            <ac:spMk id="113" creationId="{6D56A5DE-653F-4BBE-A9C4-3D2A77AABEC2}"/>
          </ac:spMkLst>
        </pc:spChg>
        <pc:spChg chg="mod">
          <ac:chgData name="王月" userId="9d7c2960-20f1-43a9-b353-abcb8eec574b" providerId="ADAL" clId="{F73A7BA7-9103-46AD-8CBE-434FF565B33A}" dt="2022-01-26T08:28:21.182" v="58" actId="1076"/>
          <ac:spMkLst>
            <pc:docMk/>
            <pc:sldMk cId="1741331094" sldId="269"/>
            <ac:spMk id="115" creationId="{7F7992E1-E2A1-49A3-93CD-87CF72091AD0}"/>
          </ac:spMkLst>
        </pc:spChg>
        <pc:spChg chg="add mod">
          <ac:chgData name="王月" userId="9d7c2960-20f1-43a9-b353-abcb8eec574b" providerId="ADAL" clId="{F73A7BA7-9103-46AD-8CBE-434FF565B33A}" dt="2022-01-26T08:28:13.669" v="57" actId="571"/>
          <ac:spMkLst>
            <pc:docMk/>
            <pc:sldMk cId="1741331094" sldId="269"/>
            <ac:spMk id="120" creationId="{09873D6B-ECFC-46E5-9197-FDBB60AD8A2E}"/>
          </ac:spMkLst>
        </pc:spChg>
        <pc:spChg chg="mod">
          <ac:chgData name="王月" userId="9d7c2960-20f1-43a9-b353-abcb8eec574b" providerId="ADAL" clId="{F73A7BA7-9103-46AD-8CBE-434FF565B33A}" dt="2022-01-26T08:28:13.669" v="57" actId="571"/>
          <ac:spMkLst>
            <pc:docMk/>
            <pc:sldMk cId="1741331094" sldId="269"/>
            <ac:spMk id="122" creationId="{921ED44D-3290-482F-AB9D-F46FDACDE1A9}"/>
          </ac:spMkLst>
        </pc:spChg>
        <pc:spChg chg="mod">
          <ac:chgData name="王月" userId="9d7c2960-20f1-43a9-b353-abcb8eec574b" providerId="ADAL" clId="{F73A7BA7-9103-46AD-8CBE-434FF565B33A}" dt="2022-01-26T08:28:21.182" v="58" actId="1076"/>
          <ac:spMkLst>
            <pc:docMk/>
            <pc:sldMk cId="1741331094" sldId="269"/>
            <ac:spMk id="124" creationId="{731217B6-8308-4D1E-ABAC-2CDB47F86CB9}"/>
          </ac:spMkLst>
        </pc:spChg>
        <pc:spChg chg="mod">
          <ac:chgData name="王月" userId="9d7c2960-20f1-43a9-b353-abcb8eec574b" providerId="ADAL" clId="{F73A7BA7-9103-46AD-8CBE-434FF565B33A}" dt="2022-01-26T08:28:21.182" v="58" actId="1076"/>
          <ac:spMkLst>
            <pc:docMk/>
            <pc:sldMk cId="1741331094" sldId="269"/>
            <ac:spMk id="128" creationId="{1C468733-FDB5-4503-9C80-95FAA197D491}"/>
          </ac:spMkLst>
        </pc:spChg>
        <pc:spChg chg="mod">
          <ac:chgData name="王月" userId="9d7c2960-20f1-43a9-b353-abcb8eec574b" providerId="ADAL" clId="{F73A7BA7-9103-46AD-8CBE-434FF565B33A}" dt="2022-01-26T08:28:13.669" v="57" actId="571"/>
          <ac:spMkLst>
            <pc:docMk/>
            <pc:sldMk cId="1741331094" sldId="269"/>
            <ac:spMk id="129" creationId="{83A52DAB-4190-4E19-BDF9-D77677D70B50}"/>
          </ac:spMkLst>
        </pc:spChg>
        <pc:spChg chg="mod">
          <ac:chgData name="王月" userId="9d7c2960-20f1-43a9-b353-abcb8eec574b" providerId="ADAL" clId="{F73A7BA7-9103-46AD-8CBE-434FF565B33A}" dt="2022-01-26T08:28:21.182" v="58" actId="1076"/>
          <ac:spMkLst>
            <pc:docMk/>
            <pc:sldMk cId="1741331094" sldId="269"/>
            <ac:spMk id="130" creationId="{355FF5BB-CA5B-427D-B1DE-AF1368BC9F38}"/>
          </ac:spMkLst>
        </pc:spChg>
        <pc:spChg chg="mod">
          <ac:chgData name="王月" userId="9d7c2960-20f1-43a9-b353-abcb8eec574b" providerId="ADAL" clId="{F73A7BA7-9103-46AD-8CBE-434FF565B33A}" dt="2022-01-26T08:28:21.182" v="58" actId="1076"/>
          <ac:spMkLst>
            <pc:docMk/>
            <pc:sldMk cId="1741331094" sldId="269"/>
            <ac:spMk id="133" creationId="{46F77B71-6610-42A9-8E0B-F992971CD956}"/>
          </ac:spMkLst>
        </pc:spChg>
        <pc:spChg chg="mod">
          <ac:chgData name="王月" userId="9d7c2960-20f1-43a9-b353-abcb8eec574b" providerId="ADAL" clId="{F73A7BA7-9103-46AD-8CBE-434FF565B33A}" dt="2022-01-26T08:28:13.669" v="57" actId="571"/>
          <ac:spMkLst>
            <pc:docMk/>
            <pc:sldMk cId="1741331094" sldId="269"/>
            <ac:spMk id="135" creationId="{BD1600F8-DA9F-492D-BD42-A3C227501547}"/>
          </ac:spMkLst>
        </pc:spChg>
        <pc:spChg chg="mod">
          <ac:chgData name="王月" userId="9d7c2960-20f1-43a9-b353-abcb8eec574b" providerId="ADAL" clId="{F73A7BA7-9103-46AD-8CBE-434FF565B33A}" dt="2022-01-26T08:28:13.669" v="57" actId="571"/>
          <ac:spMkLst>
            <pc:docMk/>
            <pc:sldMk cId="1741331094" sldId="269"/>
            <ac:spMk id="136" creationId="{C293F826-8068-4B1D-A298-07E55D5E9CDE}"/>
          </ac:spMkLst>
        </pc:spChg>
        <pc:spChg chg="mod">
          <ac:chgData name="王月" userId="9d7c2960-20f1-43a9-b353-abcb8eec574b" providerId="ADAL" clId="{F73A7BA7-9103-46AD-8CBE-434FF565B33A}" dt="2022-01-26T08:28:21.182" v="58" actId="1076"/>
          <ac:spMkLst>
            <pc:docMk/>
            <pc:sldMk cId="1741331094" sldId="269"/>
            <ac:spMk id="137" creationId="{C7490265-A8C4-4B07-9BC5-2AA03CF4BE55}"/>
          </ac:spMkLst>
        </pc:spChg>
        <pc:grpChg chg="add mod">
          <ac:chgData name="王月" userId="9d7c2960-20f1-43a9-b353-abcb8eec574b" providerId="ADAL" clId="{F73A7BA7-9103-46AD-8CBE-434FF565B33A}" dt="2022-01-26T08:28:13.669" v="57" actId="571"/>
          <ac:grpSpMkLst>
            <pc:docMk/>
            <pc:sldMk cId="1741331094" sldId="269"/>
            <ac:grpSpMk id="121" creationId="{D9856391-4AF6-4519-A09E-AC8CD992DFE0}"/>
          </ac:grpSpMkLst>
        </pc:grpChg>
        <pc:grpChg chg="add mod">
          <ac:chgData name="王月" userId="9d7c2960-20f1-43a9-b353-abcb8eec574b" providerId="ADAL" clId="{F73A7BA7-9103-46AD-8CBE-434FF565B33A}" dt="2022-01-26T08:28:13.669" v="57" actId="571"/>
          <ac:grpSpMkLst>
            <pc:docMk/>
            <pc:sldMk cId="1741331094" sldId="269"/>
            <ac:grpSpMk id="131" creationId="{580EBD75-EA55-4080-9417-A92378C30B63}"/>
          </ac:grpSpMkLst>
        </pc:grpChg>
        <pc:grpChg chg="mod">
          <ac:chgData name="王月" userId="9d7c2960-20f1-43a9-b353-abcb8eec574b" providerId="ADAL" clId="{F73A7BA7-9103-46AD-8CBE-434FF565B33A}" dt="2022-01-26T08:28:21.182" v="58" actId="1076"/>
          <ac:grpSpMkLst>
            <pc:docMk/>
            <pc:sldMk cId="1741331094" sldId="269"/>
            <ac:grpSpMk id="142" creationId="{301B2175-CA95-44A1-8289-3C5146CE41FD}"/>
          </ac:grpSpMkLst>
        </pc:grpChg>
        <pc:grpChg chg="mod">
          <ac:chgData name="王月" userId="9d7c2960-20f1-43a9-b353-abcb8eec574b" providerId="ADAL" clId="{F73A7BA7-9103-46AD-8CBE-434FF565B33A}" dt="2022-01-26T08:28:21.182" v="58" actId="1076"/>
          <ac:grpSpMkLst>
            <pc:docMk/>
            <pc:sldMk cId="1741331094" sldId="269"/>
            <ac:grpSpMk id="143" creationId="{95ACA6EB-947E-4E21-BEFD-670C83DB52FE}"/>
          </ac:grpSpMkLst>
        </pc:grpChg>
        <pc:cxnChg chg="add mod">
          <ac:chgData name="王月" userId="9d7c2960-20f1-43a9-b353-abcb8eec574b" providerId="ADAL" clId="{F73A7BA7-9103-46AD-8CBE-434FF565B33A}" dt="2022-01-26T08:28:13.669" v="57" actId="571"/>
          <ac:cxnSpMkLst>
            <pc:docMk/>
            <pc:sldMk cId="1741331094" sldId="269"/>
            <ac:cxnSpMk id="60" creationId="{BD4D34AC-8943-4146-ABB7-E9AA8BDEB902}"/>
          </ac:cxnSpMkLst>
        </pc:cxnChg>
        <pc:cxnChg chg="add mod">
          <ac:chgData name="王月" userId="9d7c2960-20f1-43a9-b353-abcb8eec574b" providerId="ADAL" clId="{F73A7BA7-9103-46AD-8CBE-434FF565B33A}" dt="2022-01-26T08:28:13.669" v="57" actId="571"/>
          <ac:cxnSpMkLst>
            <pc:docMk/>
            <pc:sldMk cId="1741331094" sldId="269"/>
            <ac:cxnSpMk id="61" creationId="{11DE34BF-89C6-4079-84B5-DA2E4F80D69B}"/>
          </ac:cxnSpMkLst>
        </pc:cxnChg>
        <pc:cxnChg chg="add mod">
          <ac:chgData name="王月" userId="9d7c2960-20f1-43a9-b353-abcb8eec574b" providerId="ADAL" clId="{F73A7BA7-9103-46AD-8CBE-434FF565B33A}" dt="2022-01-26T08:28:13.669" v="57" actId="571"/>
          <ac:cxnSpMkLst>
            <pc:docMk/>
            <pc:sldMk cId="1741331094" sldId="269"/>
            <ac:cxnSpMk id="62" creationId="{6A60B290-94D8-4F56-9441-D73D2A4AB277}"/>
          </ac:cxnSpMkLst>
        </pc:cxnChg>
        <pc:cxnChg chg="add mod">
          <ac:chgData name="王月" userId="9d7c2960-20f1-43a9-b353-abcb8eec574b" providerId="ADAL" clId="{F73A7BA7-9103-46AD-8CBE-434FF565B33A}" dt="2022-01-26T08:28:13.669" v="57" actId="571"/>
          <ac:cxnSpMkLst>
            <pc:docMk/>
            <pc:sldMk cId="1741331094" sldId="269"/>
            <ac:cxnSpMk id="63" creationId="{8FCC420E-7B5A-4B95-B891-2BC9506EBC28}"/>
          </ac:cxnSpMkLst>
        </pc:cxnChg>
        <pc:cxnChg chg="add mod">
          <ac:chgData name="王月" userId="9d7c2960-20f1-43a9-b353-abcb8eec574b" providerId="ADAL" clId="{F73A7BA7-9103-46AD-8CBE-434FF565B33A}" dt="2022-01-26T08:28:13.669" v="57" actId="571"/>
          <ac:cxnSpMkLst>
            <pc:docMk/>
            <pc:sldMk cId="1741331094" sldId="269"/>
            <ac:cxnSpMk id="65" creationId="{10C08954-DA67-4266-9972-E6997EAA4227}"/>
          </ac:cxnSpMkLst>
        </pc:cxnChg>
        <pc:cxnChg chg="add mod">
          <ac:chgData name="王月" userId="9d7c2960-20f1-43a9-b353-abcb8eec574b" providerId="ADAL" clId="{F73A7BA7-9103-46AD-8CBE-434FF565B33A}" dt="2022-01-26T08:28:13.669" v="57" actId="571"/>
          <ac:cxnSpMkLst>
            <pc:docMk/>
            <pc:sldMk cId="1741331094" sldId="269"/>
            <ac:cxnSpMk id="66" creationId="{26D9C6BC-3487-4400-A890-ED27FAECF45F}"/>
          </ac:cxnSpMkLst>
        </pc:cxnChg>
        <pc:cxnChg chg="add mod">
          <ac:chgData name="王月" userId="9d7c2960-20f1-43a9-b353-abcb8eec574b" providerId="ADAL" clId="{F73A7BA7-9103-46AD-8CBE-434FF565B33A}" dt="2022-01-26T08:28:13.669" v="57" actId="571"/>
          <ac:cxnSpMkLst>
            <pc:docMk/>
            <pc:sldMk cId="1741331094" sldId="269"/>
            <ac:cxnSpMk id="67" creationId="{2A2A9DD2-65BD-42C0-A10F-F8B698F6FF0F}"/>
          </ac:cxnSpMkLst>
        </pc:cxnChg>
        <pc:cxnChg chg="add mod">
          <ac:chgData name="王月" userId="9d7c2960-20f1-43a9-b353-abcb8eec574b" providerId="ADAL" clId="{F73A7BA7-9103-46AD-8CBE-434FF565B33A}" dt="2022-01-26T08:28:13.669" v="57" actId="571"/>
          <ac:cxnSpMkLst>
            <pc:docMk/>
            <pc:sldMk cId="1741331094" sldId="269"/>
            <ac:cxnSpMk id="69" creationId="{A9628396-0C3E-4901-9B8F-CB136093236F}"/>
          </ac:cxnSpMkLst>
        </pc:cxnChg>
        <pc:cxnChg chg="mod">
          <ac:chgData name="王月" userId="9d7c2960-20f1-43a9-b353-abcb8eec574b" providerId="ADAL" clId="{F73A7BA7-9103-46AD-8CBE-434FF565B33A}" dt="2022-01-26T08:28:21.182" v="58" actId="1076"/>
          <ac:cxnSpMkLst>
            <pc:docMk/>
            <pc:sldMk cId="1741331094" sldId="269"/>
            <ac:cxnSpMk id="71" creationId="{E0576483-2A7B-4821-AEE7-A92B03F6C9A3}"/>
          </ac:cxnSpMkLst>
        </pc:cxnChg>
        <pc:cxnChg chg="add mod">
          <ac:chgData name="王月" userId="9d7c2960-20f1-43a9-b353-abcb8eec574b" providerId="ADAL" clId="{F73A7BA7-9103-46AD-8CBE-434FF565B33A}" dt="2022-01-26T08:28:13.669" v="57" actId="571"/>
          <ac:cxnSpMkLst>
            <pc:docMk/>
            <pc:sldMk cId="1741331094" sldId="269"/>
            <ac:cxnSpMk id="72" creationId="{9B633BB3-25BA-4797-827C-FD031CEF346E}"/>
          </ac:cxnSpMkLst>
        </pc:cxnChg>
        <pc:cxnChg chg="add mod">
          <ac:chgData name="王月" userId="9d7c2960-20f1-43a9-b353-abcb8eec574b" providerId="ADAL" clId="{F73A7BA7-9103-46AD-8CBE-434FF565B33A}" dt="2022-01-26T08:28:13.669" v="57" actId="571"/>
          <ac:cxnSpMkLst>
            <pc:docMk/>
            <pc:sldMk cId="1741331094" sldId="269"/>
            <ac:cxnSpMk id="74" creationId="{F1F41075-4991-4FB1-AD42-5DB8DDC61B6B}"/>
          </ac:cxnSpMkLst>
        </pc:cxnChg>
        <pc:cxnChg chg="mod">
          <ac:chgData name="王月" userId="9d7c2960-20f1-43a9-b353-abcb8eec574b" providerId="ADAL" clId="{F73A7BA7-9103-46AD-8CBE-434FF565B33A}" dt="2022-01-26T08:28:21.182" v="58" actId="1076"/>
          <ac:cxnSpMkLst>
            <pc:docMk/>
            <pc:sldMk cId="1741331094" sldId="269"/>
            <ac:cxnSpMk id="80" creationId="{96C97F63-E006-4D56-8F2B-4F7E51A54228}"/>
          </ac:cxnSpMkLst>
        </pc:cxnChg>
        <pc:cxnChg chg="mod">
          <ac:chgData name="王月" userId="9d7c2960-20f1-43a9-b353-abcb8eec574b" providerId="ADAL" clId="{F73A7BA7-9103-46AD-8CBE-434FF565B33A}" dt="2022-01-26T08:28:21.182" v="58" actId="1076"/>
          <ac:cxnSpMkLst>
            <pc:docMk/>
            <pc:sldMk cId="1741331094" sldId="269"/>
            <ac:cxnSpMk id="81" creationId="{9E418336-AEBD-4F2A-A1B1-978D342AFE83}"/>
          </ac:cxnSpMkLst>
        </pc:cxnChg>
        <pc:cxnChg chg="mod">
          <ac:chgData name="王月" userId="9d7c2960-20f1-43a9-b353-abcb8eec574b" providerId="ADAL" clId="{F73A7BA7-9103-46AD-8CBE-434FF565B33A}" dt="2022-01-26T08:28:21.182" v="58" actId="1076"/>
          <ac:cxnSpMkLst>
            <pc:docMk/>
            <pc:sldMk cId="1741331094" sldId="269"/>
            <ac:cxnSpMk id="82" creationId="{479C0F2C-8ED6-4F64-B6BC-ED57D6E32D23}"/>
          </ac:cxnSpMkLst>
        </pc:cxnChg>
        <pc:cxnChg chg="mod">
          <ac:chgData name="王月" userId="9d7c2960-20f1-43a9-b353-abcb8eec574b" providerId="ADAL" clId="{F73A7BA7-9103-46AD-8CBE-434FF565B33A}" dt="2022-01-26T08:28:21.182" v="58" actId="1076"/>
          <ac:cxnSpMkLst>
            <pc:docMk/>
            <pc:sldMk cId="1741331094" sldId="269"/>
            <ac:cxnSpMk id="83" creationId="{FDC23C06-8920-4C0E-9F57-908B1BD59119}"/>
          </ac:cxnSpMkLst>
        </pc:cxnChg>
        <pc:cxnChg chg="add mod">
          <ac:chgData name="王月" userId="9d7c2960-20f1-43a9-b353-abcb8eec574b" providerId="ADAL" clId="{F73A7BA7-9103-46AD-8CBE-434FF565B33A}" dt="2022-01-26T08:28:13.669" v="57" actId="571"/>
          <ac:cxnSpMkLst>
            <pc:docMk/>
            <pc:sldMk cId="1741331094" sldId="269"/>
            <ac:cxnSpMk id="84" creationId="{F771A325-6D43-4022-8500-78B0D960E9D4}"/>
          </ac:cxnSpMkLst>
        </pc:cxnChg>
        <pc:cxnChg chg="add mod">
          <ac:chgData name="王月" userId="9d7c2960-20f1-43a9-b353-abcb8eec574b" providerId="ADAL" clId="{F73A7BA7-9103-46AD-8CBE-434FF565B33A}" dt="2022-01-26T08:28:13.669" v="57" actId="571"/>
          <ac:cxnSpMkLst>
            <pc:docMk/>
            <pc:sldMk cId="1741331094" sldId="269"/>
            <ac:cxnSpMk id="85" creationId="{1FF75C42-9AB6-4EF1-9F84-1C1F2FE86BED}"/>
          </ac:cxnSpMkLst>
        </pc:cxnChg>
        <pc:cxnChg chg="add mod">
          <ac:chgData name="王月" userId="9d7c2960-20f1-43a9-b353-abcb8eec574b" providerId="ADAL" clId="{F73A7BA7-9103-46AD-8CBE-434FF565B33A}" dt="2022-01-26T08:28:13.669" v="57" actId="571"/>
          <ac:cxnSpMkLst>
            <pc:docMk/>
            <pc:sldMk cId="1741331094" sldId="269"/>
            <ac:cxnSpMk id="86" creationId="{FE060867-9C8E-4AB5-8B71-11374A6E83F3}"/>
          </ac:cxnSpMkLst>
        </pc:cxnChg>
        <pc:cxnChg chg="mod">
          <ac:chgData name="王月" userId="9d7c2960-20f1-43a9-b353-abcb8eec574b" providerId="ADAL" clId="{F73A7BA7-9103-46AD-8CBE-434FF565B33A}" dt="2022-01-26T08:28:21.182" v="58" actId="1076"/>
          <ac:cxnSpMkLst>
            <pc:docMk/>
            <pc:sldMk cId="1741331094" sldId="269"/>
            <ac:cxnSpMk id="87" creationId="{19E120FA-E439-40F6-8446-CF6BFAC8B852}"/>
          </ac:cxnSpMkLst>
        </pc:cxnChg>
        <pc:cxnChg chg="add mod">
          <ac:chgData name="王月" userId="9d7c2960-20f1-43a9-b353-abcb8eec574b" providerId="ADAL" clId="{F73A7BA7-9103-46AD-8CBE-434FF565B33A}" dt="2022-01-26T08:28:13.669" v="57" actId="571"/>
          <ac:cxnSpMkLst>
            <pc:docMk/>
            <pc:sldMk cId="1741331094" sldId="269"/>
            <ac:cxnSpMk id="88" creationId="{30751EEA-3EAE-4E33-A818-3B0FD8D3E9FC}"/>
          </ac:cxnSpMkLst>
        </pc:cxnChg>
        <pc:cxnChg chg="mod">
          <ac:chgData name="王月" userId="9d7c2960-20f1-43a9-b353-abcb8eec574b" providerId="ADAL" clId="{F73A7BA7-9103-46AD-8CBE-434FF565B33A}" dt="2022-01-26T08:28:21.182" v="58" actId="1076"/>
          <ac:cxnSpMkLst>
            <pc:docMk/>
            <pc:sldMk cId="1741331094" sldId="269"/>
            <ac:cxnSpMk id="90" creationId="{7573961B-334C-4527-B59B-60E64B130987}"/>
          </ac:cxnSpMkLst>
        </pc:cxnChg>
        <pc:cxnChg chg="mod">
          <ac:chgData name="王月" userId="9d7c2960-20f1-43a9-b353-abcb8eec574b" providerId="ADAL" clId="{F73A7BA7-9103-46AD-8CBE-434FF565B33A}" dt="2022-01-26T08:28:21.182" v="58" actId="1076"/>
          <ac:cxnSpMkLst>
            <pc:docMk/>
            <pc:sldMk cId="1741331094" sldId="269"/>
            <ac:cxnSpMk id="92" creationId="{E9208C8F-51A3-43FF-AFFF-C3B4A326854A}"/>
          </ac:cxnSpMkLst>
        </pc:cxnChg>
        <pc:cxnChg chg="add mod">
          <ac:chgData name="王月" userId="9d7c2960-20f1-43a9-b353-abcb8eec574b" providerId="ADAL" clId="{F73A7BA7-9103-46AD-8CBE-434FF565B33A}" dt="2022-01-26T08:28:13.669" v="57" actId="571"/>
          <ac:cxnSpMkLst>
            <pc:docMk/>
            <pc:sldMk cId="1741331094" sldId="269"/>
            <ac:cxnSpMk id="95" creationId="{3CAEFB40-2D53-4F52-8660-508C66B53ACC}"/>
          </ac:cxnSpMkLst>
        </pc:cxnChg>
        <pc:cxnChg chg="add mod">
          <ac:chgData name="王月" userId="9d7c2960-20f1-43a9-b353-abcb8eec574b" providerId="ADAL" clId="{F73A7BA7-9103-46AD-8CBE-434FF565B33A}" dt="2022-01-26T08:28:13.669" v="57" actId="571"/>
          <ac:cxnSpMkLst>
            <pc:docMk/>
            <pc:sldMk cId="1741331094" sldId="269"/>
            <ac:cxnSpMk id="97" creationId="{82AA5A54-9A3F-49C9-8434-D4096612280C}"/>
          </ac:cxnSpMkLst>
        </pc:cxnChg>
        <pc:cxnChg chg="add mod">
          <ac:chgData name="王月" userId="9d7c2960-20f1-43a9-b353-abcb8eec574b" providerId="ADAL" clId="{F73A7BA7-9103-46AD-8CBE-434FF565B33A}" dt="2022-01-26T08:28:13.669" v="57" actId="571"/>
          <ac:cxnSpMkLst>
            <pc:docMk/>
            <pc:sldMk cId="1741331094" sldId="269"/>
            <ac:cxnSpMk id="99" creationId="{92BB0FA9-2A68-4DCC-AEE1-27A05FF23B1B}"/>
          </ac:cxnSpMkLst>
        </pc:cxnChg>
        <pc:cxnChg chg="add mod">
          <ac:chgData name="王月" userId="9d7c2960-20f1-43a9-b353-abcb8eec574b" providerId="ADAL" clId="{F73A7BA7-9103-46AD-8CBE-434FF565B33A}" dt="2022-01-26T08:28:13.669" v="57" actId="571"/>
          <ac:cxnSpMkLst>
            <pc:docMk/>
            <pc:sldMk cId="1741331094" sldId="269"/>
            <ac:cxnSpMk id="100" creationId="{F33E4042-24D6-4DCB-AD63-349F93B80C21}"/>
          </ac:cxnSpMkLst>
        </pc:cxnChg>
        <pc:cxnChg chg="add mod">
          <ac:chgData name="王月" userId="9d7c2960-20f1-43a9-b353-abcb8eec574b" providerId="ADAL" clId="{F73A7BA7-9103-46AD-8CBE-434FF565B33A}" dt="2022-01-26T08:28:13.669" v="57" actId="571"/>
          <ac:cxnSpMkLst>
            <pc:docMk/>
            <pc:sldMk cId="1741331094" sldId="269"/>
            <ac:cxnSpMk id="102" creationId="{262E8F05-9122-43B5-BFCE-9504A9F332F7}"/>
          </ac:cxnSpMkLst>
        </pc:cxnChg>
        <pc:cxnChg chg="add mod">
          <ac:chgData name="王月" userId="9d7c2960-20f1-43a9-b353-abcb8eec574b" providerId="ADAL" clId="{F73A7BA7-9103-46AD-8CBE-434FF565B33A}" dt="2022-01-26T08:28:13.669" v="57" actId="571"/>
          <ac:cxnSpMkLst>
            <pc:docMk/>
            <pc:sldMk cId="1741331094" sldId="269"/>
            <ac:cxnSpMk id="108" creationId="{D5E6D27F-1D1C-4B6C-ABF4-DE99DEFB0FCB}"/>
          </ac:cxnSpMkLst>
        </pc:cxnChg>
        <pc:cxnChg chg="mod">
          <ac:chgData name="王月" userId="9d7c2960-20f1-43a9-b353-abcb8eec574b" providerId="ADAL" clId="{F73A7BA7-9103-46AD-8CBE-434FF565B33A}" dt="2022-01-26T08:28:21.182" v="58" actId="1076"/>
          <ac:cxnSpMkLst>
            <pc:docMk/>
            <pc:sldMk cId="1741331094" sldId="269"/>
            <ac:cxnSpMk id="109" creationId="{B609C263-033D-4DC4-BD96-53A3D07E6C76}"/>
          </ac:cxnSpMkLst>
        </pc:cxnChg>
        <pc:cxnChg chg="mod">
          <ac:chgData name="王月" userId="9d7c2960-20f1-43a9-b353-abcb8eec574b" providerId="ADAL" clId="{F73A7BA7-9103-46AD-8CBE-434FF565B33A}" dt="2022-01-26T08:28:21.182" v="58" actId="1076"/>
          <ac:cxnSpMkLst>
            <pc:docMk/>
            <pc:sldMk cId="1741331094" sldId="269"/>
            <ac:cxnSpMk id="110" creationId="{F4E34B97-308C-42C5-B0D6-CD12A8C7855E}"/>
          </ac:cxnSpMkLst>
        </pc:cxnChg>
        <pc:cxnChg chg="mod">
          <ac:chgData name="王月" userId="9d7c2960-20f1-43a9-b353-abcb8eec574b" providerId="ADAL" clId="{F73A7BA7-9103-46AD-8CBE-434FF565B33A}" dt="2022-01-26T08:28:21.182" v="58" actId="1076"/>
          <ac:cxnSpMkLst>
            <pc:docMk/>
            <pc:sldMk cId="1741331094" sldId="269"/>
            <ac:cxnSpMk id="111" creationId="{CFE47E50-9363-44FC-B5C7-41B2A2E98CC3}"/>
          </ac:cxnSpMkLst>
        </pc:cxnChg>
        <pc:cxnChg chg="mod">
          <ac:chgData name="王月" userId="9d7c2960-20f1-43a9-b353-abcb8eec574b" providerId="ADAL" clId="{F73A7BA7-9103-46AD-8CBE-434FF565B33A}" dt="2022-01-26T08:28:21.182" v="58" actId="1076"/>
          <ac:cxnSpMkLst>
            <pc:docMk/>
            <pc:sldMk cId="1741331094" sldId="269"/>
            <ac:cxnSpMk id="112" creationId="{992818B4-D884-4D72-B4B2-F01383C3B638}"/>
          </ac:cxnSpMkLst>
        </pc:cxnChg>
        <pc:cxnChg chg="mod">
          <ac:chgData name="王月" userId="9d7c2960-20f1-43a9-b353-abcb8eec574b" providerId="ADAL" clId="{F73A7BA7-9103-46AD-8CBE-434FF565B33A}" dt="2022-01-26T08:28:21.182" v="58" actId="1076"/>
          <ac:cxnSpMkLst>
            <pc:docMk/>
            <pc:sldMk cId="1741331094" sldId="269"/>
            <ac:cxnSpMk id="114" creationId="{8358A10C-8481-45CA-BFF0-A8FDD95D6F27}"/>
          </ac:cxnSpMkLst>
        </pc:cxnChg>
        <pc:cxnChg chg="mod">
          <ac:chgData name="王月" userId="9d7c2960-20f1-43a9-b353-abcb8eec574b" providerId="ADAL" clId="{F73A7BA7-9103-46AD-8CBE-434FF565B33A}" dt="2022-01-26T08:28:21.182" v="58" actId="1076"/>
          <ac:cxnSpMkLst>
            <pc:docMk/>
            <pc:sldMk cId="1741331094" sldId="269"/>
            <ac:cxnSpMk id="116" creationId="{3B352E6E-840B-48D0-81FF-54E14332E3C8}"/>
          </ac:cxnSpMkLst>
        </pc:cxnChg>
        <pc:cxnChg chg="mod">
          <ac:chgData name="王月" userId="9d7c2960-20f1-43a9-b353-abcb8eec574b" providerId="ADAL" clId="{F73A7BA7-9103-46AD-8CBE-434FF565B33A}" dt="2022-01-26T08:28:21.182" v="58" actId="1076"/>
          <ac:cxnSpMkLst>
            <pc:docMk/>
            <pc:sldMk cId="1741331094" sldId="269"/>
            <ac:cxnSpMk id="117" creationId="{6DE57C18-10BB-444F-8174-BA151E134A01}"/>
          </ac:cxnSpMkLst>
        </pc:cxnChg>
        <pc:cxnChg chg="add mod">
          <ac:chgData name="王月" userId="9d7c2960-20f1-43a9-b353-abcb8eec574b" providerId="ADAL" clId="{F73A7BA7-9103-46AD-8CBE-434FF565B33A}" dt="2022-01-26T08:28:13.669" v="57" actId="571"/>
          <ac:cxnSpMkLst>
            <pc:docMk/>
            <pc:sldMk cId="1741331094" sldId="269"/>
            <ac:cxnSpMk id="118" creationId="{3103DD2D-1F9A-4647-AC50-7580F47DB2BE}"/>
          </ac:cxnSpMkLst>
        </pc:cxnChg>
        <pc:cxnChg chg="mod">
          <ac:chgData name="王月" userId="9d7c2960-20f1-43a9-b353-abcb8eec574b" providerId="ADAL" clId="{F73A7BA7-9103-46AD-8CBE-434FF565B33A}" dt="2022-01-26T08:28:21.182" v="58" actId="1076"/>
          <ac:cxnSpMkLst>
            <pc:docMk/>
            <pc:sldMk cId="1741331094" sldId="269"/>
            <ac:cxnSpMk id="119" creationId="{4676736C-B7F6-435D-9BB3-F7B375795ACB}"/>
          </ac:cxnSpMkLst>
        </pc:cxnChg>
        <pc:cxnChg chg="mod">
          <ac:chgData name="王月" userId="9d7c2960-20f1-43a9-b353-abcb8eec574b" providerId="ADAL" clId="{F73A7BA7-9103-46AD-8CBE-434FF565B33A}" dt="2022-01-26T08:28:21.182" v="58" actId="1076"/>
          <ac:cxnSpMkLst>
            <pc:docMk/>
            <pc:sldMk cId="1741331094" sldId="269"/>
            <ac:cxnSpMk id="123" creationId="{F88AF12A-2339-4F2B-8DAC-9F5DC0601EBA}"/>
          </ac:cxnSpMkLst>
        </pc:cxnChg>
        <pc:cxnChg chg="mod">
          <ac:chgData name="王月" userId="9d7c2960-20f1-43a9-b353-abcb8eec574b" providerId="ADAL" clId="{F73A7BA7-9103-46AD-8CBE-434FF565B33A}" dt="2022-01-26T08:28:21.182" v="58" actId="1076"/>
          <ac:cxnSpMkLst>
            <pc:docMk/>
            <pc:sldMk cId="1741331094" sldId="269"/>
            <ac:cxnSpMk id="126" creationId="{68D27AD4-6D41-4A6C-B747-F6A9D627DE3C}"/>
          </ac:cxnSpMkLst>
        </pc:cxnChg>
        <pc:cxnChg chg="mod">
          <ac:chgData name="王月" userId="9d7c2960-20f1-43a9-b353-abcb8eec574b" providerId="ADAL" clId="{F73A7BA7-9103-46AD-8CBE-434FF565B33A}" dt="2022-01-26T08:28:21.182" v="58" actId="1076"/>
          <ac:cxnSpMkLst>
            <pc:docMk/>
            <pc:sldMk cId="1741331094" sldId="269"/>
            <ac:cxnSpMk id="127" creationId="{355CD5A1-2814-4FD3-A7CE-D27FF9619A19}"/>
          </ac:cxnSpMkLst>
        </pc:cxnChg>
        <pc:cxnChg chg="mod">
          <ac:chgData name="王月" userId="9d7c2960-20f1-43a9-b353-abcb8eec574b" providerId="ADAL" clId="{F73A7BA7-9103-46AD-8CBE-434FF565B33A}" dt="2022-01-26T08:28:21.182" v="58" actId="1076"/>
          <ac:cxnSpMkLst>
            <pc:docMk/>
            <pc:sldMk cId="1741331094" sldId="269"/>
            <ac:cxnSpMk id="132" creationId="{CFD8E0C7-E810-4FE6-9F8E-B28693DF189E}"/>
          </ac:cxnSpMkLst>
        </pc:cxnChg>
        <pc:cxnChg chg="mod">
          <ac:chgData name="王月" userId="9d7c2960-20f1-43a9-b353-abcb8eec574b" providerId="ADAL" clId="{F73A7BA7-9103-46AD-8CBE-434FF565B33A}" dt="2022-01-26T08:28:21.182" v="58" actId="1076"/>
          <ac:cxnSpMkLst>
            <pc:docMk/>
            <pc:sldMk cId="1741331094" sldId="269"/>
            <ac:cxnSpMk id="134" creationId="{F99FEBD1-FD1C-4C30-8B46-453AFA5BB5FC}"/>
          </ac:cxnSpMkLst>
        </pc:cxnChg>
      </pc:sldChg>
      <pc:sldChg chg="modSp mod">
        <pc:chgData name="王月" userId="9d7c2960-20f1-43a9-b353-abcb8eec574b" providerId="ADAL" clId="{F73A7BA7-9103-46AD-8CBE-434FF565B33A}" dt="2022-01-26T08:31:16.432" v="91" actId="1076"/>
        <pc:sldMkLst>
          <pc:docMk/>
          <pc:sldMk cId="1329520395" sldId="270"/>
        </pc:sldMkLst>
        <pc:spChg chg="mod">
          <ac:chgData name="王月" userId="9d7c2960-20f1-43a9-b353-abcb8eec574b" providerId="ADAL" clId="{F73A7BA7-9103-46AD-8CBE-434FF565B33A}" dt="2022-01-26T08:31:16.432" v="91" actId="1076"/>
          <ac:spMkLst>
            <pc:docMk/>
            <pc:sldMk cId="1329520395" sldId="270"/>
            <ac:spMk id="51" creationId="{78969C98-11FE-449C-A3E1-E79893E65C98}"/>
          </ac:spMkLst>
        </pc:spChg>
      </pc:sldChg>
      <pc:sldChg chg="addSp delSp modSp">
        <pc:chgData name="王月" userId="9d7c2960-20f1-43a9-b353-abcb8eec574b" providerId="ADAL" clId="{F73A7BA7-9103-46AD-8CBE-434FF565B33A}" dt="2022-01-26T08:41:09.833" v="142"/>
        <pc:sldMkLst>
          <pc:docMk/>
          <pc:sldMk cId="830646206" sldId="290"/>
        </pc:sldMkLst>
        <pc:spChg chg="add del mod">
          <ac:chgData name="王月" userId="9d7c2960-20f1-43a9-b353-abcb8eec574b" providerId="ADAL" clId="{F73A7BA7-9103-46AD-8CBE-434FF565B33A}" dt="2022-01-26T08:41:09.833" v="142"/>
          <ac:spMkLst>
            <pc:docMk/>
            <pc:sldMk cId="830646206" sldId="290"/>
            <ac:spMk id="45" creationId="{B6405E0B-642D-446A-BD53-14DD1B1CAE83}"/>
          </ac:spMkLst>
        </pc:spChg>
      </pc:sldChg>
      <pc:sldChg chg="addSp delSp modSp mod">
        <pc:chgData name="王月" userId="9d7c2960-20f1-43a9-b353-abcb8eec574b" providerId="ADAL" clId="{F73A7BA7-9103-46AD-8CBE-434FF565B33A}" dt="2022-01-26T08:31:20.347" v="93"/>
        <pc:sldMkLst>
          <pc:docMk/>
          <pc:sldMk cId="1818977063" sldId="291"/>
        </pc:sldMkLst>
        <pc:spChg chg="add mod">
          <ac:chgData name="王月" userId="9d7c2960-20f1-43a9-b353-abcb8eec574b" providerId="ADAL" clId="{F73A7BA7-9103-46AD-8CBE-434FF565B33A}" dt="2022-01-26T08:31:20.347" v="93"/>
          <ac:spMkLst>
            <pc:docMk/>
            <pc:sldMk cId="1818977063" sldId="291"/>
            <ac:spMk id="36" creationId="{1D75C54B-3157-4FFC-B4C4-1FE503477395}"/>
          </ac:spMkLst>
        </pc:spChg>
        <pc:spChg chg="del">
          <ac:chgData name="王月" userId="9d7c2960-20f1-43a9-b353-abcb8eec574b" providerId="ADAL" clId="{F73A7BA7-9103-46AD-8CBE-434FF565B33A}" dt="2022-01-26T08:31:20.094" v="92" actId="478"/>
          <ac:spMkLst>
            <pc:docMk/>
            <pc:sldMk cId="1818977063" sldId="291"/>
            <ac:spMk id="51" creationId="{78969C98-11FE-449C-A3E1-E79893E65C98}"/>
          </ac:spMkLst>
        </pc:spChg>
      </pc:sldChg>
      <pc:sldChg chg="addSp delSp modSp mod">
        <pc:chgData name="王月" userId="9d7c2960-20f1-43a9-b353-abcb8eec574b" providerId="ADAL" clId="{F73A7BA7-9103-46AD-8CBE-434FF565B33A}" dt="2022-01-26T08:31:24.031" v="95"/>
        <pc:sldMkLst>
          <pc:docMk/>
          <pc:sldMk cId="2718520257" sldId="292"/>
        </pc:sldMkLst>
        <pc:spChg chg="add mod">
          <ac:chgData name="王月" userId="9d7c2960-20f1-43a9-b353-abcb8eec574b" providerId="ADAL" clId="{F73A7BA7-9103-46AD-8CBE-434FF565B33A}" dt="2022-01-26T08:31:24.031" v="95"/>
          <ac:spMkLst>
            <pc:docMk/>
            <pc:sldMk cId="2718520257" sldId="292"/>
            <ac:spMk id="36" creationId="{387664C9-BF39-493A-8A20-60D87055C66C}"/>
          </ac:spMkLst>
        </pc:spChg>
        <pc:spChg chg="del">
          <ac:chgData name="王月" userId="9d7c2960-20f1-43a9-b353-abcb8eec574b" providerId="ADAL" clId="{F73A7BA7-9103-46AD-8CBE-434FF565B33A}" dt="2022-01-26T08:31:23.693" v="94" actId="478"/>
          <ac:spMkLst>
            <pc:docMk/>
            <pc:sldMk cId="2718520257" sldId="292"/>
            <ac:spMk id="51" creationId="{78969C98-11FE-449C-A3E1-E79893E65C98}"/>
          </ac:spMkLst>
        </pc:spChg>
      </pc:sldChg>
      <pc:sldChg chg="addSp delSp modSp mod">
        <pc:chgData name="王月" userId="9d7c2960-20f1-43a9-b353-abcb8eec574b" providerId="ADAL" clId="{F73A7BA7-9103-46AD-8CBE-434FF565B33A}" dt="2022-01-26T08:31:26.907" v="97"/>
        <pc:sldMkLst>
          <pc:docMk/>
          <pc:sldMk cId="3180307571" sldId="293"/>
        </pc:sldMkLst>
        <pc:spChg chg="add mod">
          <ac:chgData name="王月" userId="9d7c2960-20f1-43a9-b353-abcb8eec574b" providerId="ADAL" clId="{F73A7BA7-9103-46AD-8CBE-434FF565B33A}" dt="2022-01-26T08:31:26.907" v="97"/>
          <ac:spMkLst>
            <pc:docMk/>
            <pc:sldMk cId="3180307571" sldId="293"/>
            <ac:spMk id="36" creationId="{7B69FBCF-47B1-45CB-A93A-523D82E71998}"/>
          </ac:spMkLst>
        </pc:spChg>
        <pc:spChg chg="del">
          <ac:chgData name="王月" userId="9d7c2960-20f1-43a9-b353-abcb8eec574b" providerId="ADAL" clId="{F73A7BA7-9103-46AD-8CBE-434FF565B33A}" dt="2022-01-26T08:31:26.533" v="96" actId="478"/>
          <ac:spMkLst>
            <pc:docMk/>
            <pc:sldMk cId="3180307571" sldId="293"/>
            <ac:spMk id="51" creationId="{78969C98-11FE-449C-A3E1-E79893E65C98}"/>
          </ac:spMkLst>
        </pc:spChg>
      </pc:sldChg>
      <pc:sldChg chg="addSp delSp modSp mod">
        <pc:chgData name="王月" userId="9d7c2960-20f1-43a9-b353-abcb8eec574b" providerId="ADAL" clId="{F73A7BA7-9103-46AD-8CBE-434FF565B33A}" dt="2022-01-26T08:31:29.518" v="99"/>
        <pc:sldMkLst>
          <pc:docMk/>
          <pc:sldMk cId="4173807665" sldId="294"/>
        </pc:sldMkLst>
        <pc:spChg chg="add mod">
          <ac:chgData name="王月" userId="9d7c2960-20f1-43a9-b353-abcb8eec574b" providerId="ADAL" clId="{F73A7BA7-9103-46AD-8CBE-434FF565B33A}" dt="2022-01-26T08:31:29.518" v="99"/>
          <ac:spMkLst>
            <pc:docMk/>
            <pc:sldMk cId="4173807665" sldId="294"/>
            <ac:spMk id="36" creationId="{57249BFB-0F55-4C15-A3E9-F5478CED8C15}"/>
          </ac:spMkLst>
        </pc:spChg>
        <pc:spChg chg="del">
          <ac:chgData name="王月" userId="9d7c2960-20f1-43a9-b353-abcb8eec574b" providerId="ADAL" clId="{F73A7BA7-9103-46AD-8CBE-434FF565B33A}" dt="2022-01-26T08:31:29.221" v="98" actId="478"/>
          <ac:spMkLst>
            <pc:docMk/>
            <pc:sldMk cId="4173807665" sldId="294"/>
            <ac:spMk id="51" creationId="{78969C98-11FE-449C-A3E1-E79893E65C98}"/>
          </ac:spMkLst>
        </pc:spChg>
      </pc:sldChg>
      <pc:sldChg chg="addSp delSp modSp mod">
        <pc:chgData name="王月" userId="9d7c2960-20f1-43a9-b353-abcb8eec574b" providerId="ADAL" clId="{F73A7BA7-9103-46AD-8CBE-434FF565B33A}" dt="2022-01-26T08:31:32.231" v="101"/>
        <pc:sldMkLst>
          <pc:docMk/>
          <pc:sldMk cId="3233605169" sldId="295"/>
        </pc:sldMkLst>
        <pc:spChg chg="add mod">
          <ac:chgData name="王月" userId="9d7c2960-20f1-43a9-b353-abcb8eec574b" providerId="ADAL" clId="{F73A7BA7-9103-46AD-8CBE-434FF565B33A}" dt="2022-01-26T08:31:32.231" v="101"/>
          <ac:spMkLst>
            <pc:docMk/>
            <pc:sldMk cId="3233605169" sldId="295"/>
            <ac:spMk id="36" creationId="{8C892116-822C-468F-B5C2-AB3C88467B88}"/>
          </ac:spMkLst>
        </pc:spChg>
        <pc:spChg chg="del">
          <ac:chgData name="王月" userId="9d7c2960-20f1-43a9-b353-abcb8eec574b" providerId="ADAL" clId="{F73A7BA7-9103-46AD-8CBE-434FF565B33A}" dt="2022-01-26T08:31:31.917" v="100" actId="478"/>
          <ac:spMkLst>
            <pc:docMk/>
            <pc:sldMk cId="3233605169" sldId="295"/>
            <ac:spMk id="51" creationId="{78969C98-11FE-449C-A3E1-E79893E65C98}"/>
          </ac:spMkLst>
        </pc:spChg>
      </pc:sldChg>
      <pc:sldChg chg="addSp delSp modSp mod">
        <pc:chgData name="王月" userId="9d7c2960-20f1-43a9-b353-abcb8eec574b" providerId="ADAL" clId="{F73A7BA7-9103-46AD-8CBE-434FF565B33A}" dt="2022-01-26T08:39:38.831" v="128"/>
        <pc:sldMkLst>
          <pc:docMk/>
          <pc:sldMk cId="2391229859" sldId="297"/>
        </pc:sldMkLst>
        <pc:spChg chg="add del mod">
          <ac:chgData name="王月" userId="9d7c2960-20f1-43a9-b353-abcb8eec574b" providerId="ADAL" clId="{F73A7BA7-9103-46AD-8CBE-434FF565B33A}" dt="2022-01-26T08:39:07.430" v="115"/>
          <ac:spMkLst>
            <pc:docMk/>
            <pc:sldMk cId="2391229859" sldId="297"/>
            <ac:spMk id="36" creationId="{ABCBC16E-D871-4C3F-8A7F-AD3CC212844D}"/>
          </ac:spMkLst>
        </pc:spChg>
        <pc:spChg chg="add del mod">
          <ac:chgData name="王月" userId="9d7c2960-20f1-43a9-b353-abcb8eec574b" providerId="ADAL" clId="{F73A7BA7-9103-46AD-8CBE-434FF565B33A}" dt="2022-01-26T08:39:38.831" v="128"/>
          <ac:spMkLst>
            <pc:docMk/>
            <pc:sldMk cId="2391229859" sldId="297"/>
            <ac:spMk id="37" creationId="{532490D3-EE8A-4E37-9C52-61C72D7E4EB4}"/>
          </ac:spMkLst>
        </pc:spChg>
        <pc:spChg chg="del">
          <ac:chgData name="王月" userId="9d7c2960-20f1-43a9-b353-abcb8eec574b" providerId="ADAL" clId="{F73A7BA7-9103-46AD-8CBE-434FF565B33A}" dt="2022-01-26T08:31:35.624" v="102" actId="478"/>
          <ac:spMkLst>
            <pc:docMk/>
            <pc:sldMk cId="2391229859" sldId="297"/>
            <ac:spMk id="51" creationId="{78969C98-11FE-449C-A3E1-E79893E65C98}"/>
          </ac:spMkLst>
        </pc:spChg>
      </pc:sldChg>
      <pc:sldChg chg="modSp mod">
        <pc:chgData name="王月" userId="9d7c2960-20f1-43a9-b353-abcb8eec574b" providerId="ADAL" clId="{F73A7BA7-9103-46AD-8CBE-434FF565B33A}" dt="2022-01-26T08:40:07.384" v="133" actId="1076"/>
        <pc:sldMkLst>
          <pc:docMk/>
          <pc:sldMk cId="3150849797" sldId="298"/>
        </pc:sldMkLst>
        <pc:spChg chg="mod">
          <ac:chgData name="王月" userId="9d7c2960-20f1-43a9-b353-abcb8eec574b" providerId="ADAL" clId="{F73A7BA7-9103-46AD-8CBE-434FF565B33A}" dt="2022-01-26T08:40:07.384" v="133" actId="1076"/>
          <ac:spMkLst>
            <pc:docMk/>
            <pc:sldMk cId="3150849797" sldId="298"/>
            <ac:spMk id="51" creationId="{78969C98-11FE-449C-A3E1-E79893E65C98}"/>
          </ac:spMkLst>
        </pc:spChg>
        <pc:spChg chg="mod">
          <ac:chgData name="王月" userId="9d7c2960-20f1-43a9-b353-abcb8eec574b" providerId="ADAL" clId="{F73A7BA7-9103-46AD-8CBE-434FF565B33A}" dt="2022-01-26T08:40:07.384" v="133" actId="1076"/>
          <ac:spMkLst>
            <pc:docMk/>
            <pc:sldMk cId="3150849797" sldId="298"/>
            <ac:spMk id="53" creationId="{EA4D96B6-04D3-4A21-B45F-1D3319C92190}"/>
          </ac:spMkLst>
        </pc:spChg>
        <pc:spChg chg="mod">
          <ac:chgData name="王月" userId="9d7c2960-20f1-43a9-b353-abcb8eec574b" providerId="ADAL" clId="{F73A7BA7-9103-46AD-8CBE-434FF565B33A}" dt="2022-01-26T08:40:07.384" v="133" actId="1076"/>
          <ac:spMkLst>
            <pc:docMk/>
            <pc:sldMk cId="3150849797" sldId="298"/>
            <ac:spMk id="54" creationId="{25FD9017-67F8-4290-A168-2CB68C008ABC}"/>
          </ac:spMkLst>
        </pc:spChg>
        <pc:spChg chg="mod">
          <ac:chgData name="王月" userId="9d7c2960-20f1-43a9-b353-abcb8eec574b" providerId="ADAL" clId="{F73A7BA7-9103-46AD-8CBE-434FF565B33A}" dt="2022-01-26T08:40:07.384" v="133" actId="1076"/>
          <ac:spMkLst>
            <pc:docMk/>
            <pc:sldMk cId="3150849797" sldId="298"/>
            <ac:spMk id="55" creationId="{7885B0FD-18FC-4EFE-BCC2-050DE760B313}"/>
          </ac:spMkLst>
        </pc:spChg>
        <pc:spChg chg="mod">
          <ac:chgData name="王月" userId="9d7c2960-20f1-43a9-b353-abcb8eec574b" providerId="ADAL" clId="{F73A7BA7-9103-46AD-8CBE-434FF565B33A}" dt="2022-01-26T08:40:07.384" v="133" actId="1076"/>
          <ac:spMkLst>
            <pc:docMk/>
            <pc:sldMk cId="3150849797" sldId="298"/>
            <ac:spMk id="78" creationId="{B5E2CF4E-6DEF-4224-A201-E61A896E4182}"/>
          </ac:spMkLst>
        </pc:spChg>
        <pc:spChg chg="mod">
          <ac:chgData name="王月" userId="9d7c2960-20f1-43a9-b353-abcb8eec574b" providerId="ADAL" clId="{F73A7BA7-9103-46AD-8CBE-434FF565B33A}" dt="2022-01-26T08:40:07.384" v="133" actId="1076"/>
          <ac:spMkLst>
            <pc:docMk/>
            <pc:sldMk cId="3150849797" sldId="298"/>
            <ac:spMk id="79" creationId="{E9D27CA2-3EFE-4E27-A8A3-AF88DC8050AC}"/>
          </ac:spMkLst>
        </pc:spChg>
        <pc:spChg chg="mod">
          <ac:chgData name="王月" userId="9d7c2960-20f1-43a9-b353-abcb8eec574b" providerId="ADAL" clId="{F73A7BA7-9103-46AD-8CBE-434FF565B33A}" dt="2022-01-26T08:40:07.384" v="133" actId="1076"/>
          <ac:spMkLst>
            <pc:docMk/>
            <pc:sldMk cId="3150849797" sldId="298"/>
            <ac:spMk id="89" creationId="{7270BAD6-721E-4A3E-AD1B-A42C191FC6A9}"/>
          </ac:spMkLst>
        </pc:spChg>
        <pc:spChg chg="mod">
          <ac:chgData name="王月" userId="9d7c2960-20f1-43a9-b353-abcb8eec574b" providerId="ADAL" clId="{F73A7BA7-9103-46AD-8CBE-434FF565B33A}" dt="2022-01-26T08:40:07.384" v="133" actId="1076"/>
          <ac:spMkLst>
            <pc:docMk/>
            <pc:sldMk cId="3150849797" sldId="298"/>
            <ac:spMk id="91" creationId="{1CCDE010-CA90-4DFB-AAC5-118BC52DD98F}"/>
          </ac:spMkLst>
        </pc:spChg>
        <pc:spChg chg="mod">
          <ac:chgData name="王月" userId="9d7c2960-20f1-43a9-b353-abcb8eec574b" providerId="ADAL" clId="{F73A7BA7-9103-46AD-8CBE-434FF565B33A}" dt="2022-01-26T08:40:07.384" v="133" actId="1076"/>
          <ac:spMkLst>
            <pc:docMk/>
            <pc:sldMk cId="3150849797" sldId="298"/>
            <ac:spMk id="93" creationId="{A6F82E40-BB79-4B59-9FAD-2CEBF7C0D8BA}"/>
          </ac:spMkLst>
        </pc:spChg>
        <pc:spChg chg="mod">
          <ac:chgData name="王月" userId="9d7c2960-20f1-43a9-b353-abcb8eec574b" providerId="ADAL" clId="{F73A7BA7-9103-46AD-8CBE-434FF565B33A}" dt="2022-01-26T08:40:07.384" v="133" actId="1076"/>
          <ac:spMkLst>
            <pc:docMk/>
            <pc:sldMk cId="3150849797" sldId="298"/>
            <ac:spMk id="96" creationId="{57E1B1EE-749A-4171-925B-C9A2808D85A2}"/>
          </ac:spMkLst>
        </pc:spChg>
        <pc:spChg chg="mod">
          <ac:chgData name="王月" userId="9d7c2960-20f1-43a9-b353-abcb8eec574b" providerId="ADAL" clId="{F73A7BA7-9103-46AD-8CBE-434FF565B33A}" dt="2022-01-26T08:40:07.384" v="133" actId="1076"/>
          <ac:spMkLst>
            <pc:docMk/>
            <pc:sldMk cId="3150849797" sldId="298"/>
            <ac:spMk id="105" creationId="{BFDD6873-C5A1-45EA-A48C-AF6FF7DA7985}"/>
          </ac:spMkLst>
        </pc:spChg>
        <pc:spChg chg="mod">
          <ac:chgData name="王月" userId="9d7c2960-20f1-43a9-b353-abcb8eec574b" providerId="ADAL" clId="{F73A7BA7-9103-46AD-8CBE-434FF565B33A}" dt="2022-01-26T08:40:07.384" v="133" actId="1076"/>
          <ac:spMkLst>
            <pc:docMk/>
            <pc:sldMk cId="3150849797" sldId="298"/>
            <ac:spMk id="106" creationId="{AB97843F-1EE7-4862-A5E2-505706CDBA18}"/>
          </ac:spMkLst>
        </pc:spChg>
        <pc:spChg chg="mod">
          <ac:chgData name="王月" userId="9d7c2960-20f1-43a9-b353-abcb8eec574b" providerId="ADAL" clId="{F73A7BA7-9103-46AD-8CBE-434FF565B33A}" dt="2022-01-26T08:40:07.384" v="133" actId="1076"/>
          <ac:spMkLst>
            <pc:docMk/>
            <pc:sldMk cId="3150849797" sldId="298"/>
            <ac:spMk id="107" creationId="{5B39A151-7BDF-4812-9237-66B496ED2238}"/>
          </ac:spMkLst>
        </pc:spChg>
        <pc:spChg chg="mod">
          <ac:chgData name="王月" userId="9d7c2960-20f1-43a9-b353-abcb8eec574b" providerId="ADAL" clId="{F73A7BA7-9103-46AD-8CBE-434FF565B33A}" dt="2022-01-26T08:40:07.384" v="133" actId="1076"/>
          <ac:spMkLst>
            <pc:docMk/>
            <pc:sldMk cId="3150849797" sldId="298"/>
            <ac:spMk id="115" creationId="{7F7992E1-E2A1-49A3-93CD-87CF72091AD0}"/>
          </ac:spMkLst>
        </pc:spChg>
        <pc:spChg chg="mod">
          <ac:chgData name="王月" userId="9d7c2960-20f1-43a9-b353-abcb8eec574b" providerId="ADAL" clId="{F73A7BA7-9103-46AD-8CBE-434FF565B33A}" dt="2022-01-26T08:40:07.384" v="133" actId="1076"/>
          <ac:spMkLst>
            <pc:docMk/>
            <pc:sldMk cId="3150849797" sldId="298"/>
            <ac:spMk id="124" creationId="{731217B6-8308-4D1E-ABAC-2CDB47F86CB9}"/>
          </ac:spMkLst>
        </pc:spChg>
        <pc:spChg chg="mod">
          <ac:chgData name="王月" userId="9d7c2960-20f1-43a9-b353-abcb8eec574b" providerId="ADAL" clId="{F73A7BA7-9103-46AD-8CBE-434FF565B33A}" dt="2022-01-26T08:40:07.384" v="133" actId="1076"/>
          <ac:spMkLst>
            <pc:docMk/>
            <pc:sldMk cId="3150849797" sldId="298"/>
            <ac:spMk id="128" creationId="{1C468733-FDB5-4503-9C80-95FAA197D491}"/>
          </ac:spMkLst>
        </pc:spChg>
        <pc:spChg chg="mod">
          <ac:chgData name="王月" userId="9d7c2960-20f1-43a9-b353-abcb8eec574b" providerId="ADAL" clId="{F73A7BA7-9103-46AD-8CBE-434FF565B33A}" dt="2022-01-26T08:40:07.384" v="133" actId="1076"/>
          <ac:spMkLst>
            <pc:docMk/>
            <pc:sldMk cId="3150849797" sldId="298"/>
            <ac:spMk id="130" creationId="{355FF5BB-CA5B-427D-B1DE-AF1368BC9F38}"/>
          </ac:spMkLst>
        </pc:spChg>
        <pc:spChg chg="mod">
          <ac:chgData name="王月" userId="9d7c2960-20f1-43a9-b353-abcb8eec574b" providerId="ADAL" clId="{F73A7BA7-9103-46AD-8CBE-434FF565B33A}" dt="2022-01-26T08:40:07.384" v="133" actId="1076"/>
          <ac:spMkLst>
            <pc:docMk/>
            <pc:sldMk cId="3150849797" sldId="298"/>
            <ac:spMk id="133" creationId="{46F77B71-6610-42A9-8E0B-F992971CD956}"/>
          </ac:spMkLst>
        </pc:spChg>
        <pc:spChg chg="mod">
          <ac:chgData name="王月" userId="9d7c2960-20f1-43a9-b353-abcb8eec574b" providerId="ADAL" clId="{F73A7BA7-9103-46AD-8CBE-434FF565B33A}" dt="2022-01-26T08:40:07.384" v="133" actId="1076"/>
          <ac:spMkLst>
            <pc:docMk/>
            <pc:sldMk cId="3150849797" sldId="298"/>
            <ac:spMk id="137" creationId="{C7490265-A8C4-4B07-9BC5-2AA03CF4BE55}"/>
          </ac:spMkLst>
        </pc:spChg>
        <pc:grpChg chg="mod">
          <ac:chgData name="王月" userId="9d7c2960-20f1-43a9-b353-abcb8eec574b" providerId="ADAL" clId="{F73A7BA7-9103-46AD-8CBE-434FF565B33A}" dt="2022-01-26T08:40:07.384" v="133" actId="1076"/>
          <ac:grpSpMkLst>
            <pc:docMk/>
            <pc:sldMk cId="3150849797" sldId="298"/>
            <ac:grpSpMk id="142" creationId="{301B2175-CA95-44A1-8289-3C5146CE41FD}"/>
          </ac:grpSpMkLst>
        </pc:grpChg>
        <pc:grpChg chg="mod">
          <ac:chgData name="王月" userId="9d7c2960-20f1-43a9-b353-abcb8eec574b" providerId="ADAL" clId="{F73A7BA7-9103-46AD-8CBE-434FF565B33A}" dt="2022-01-26T08:40:07.384" v="133" actId="1076"/>
          <ac:grpSpMkLst>
            <pc:docMk/>
            <pc:sldMk cId="3150849797" sldId="298"/>
            <ac:grpSpMk id="143" creationId="{95ACA6EB-947E-4E21-BEFD-670C83DB52FE}"/>
          </ac:grpSpMkLst>
        </pc:grpChg>
        <pc:cxnChg chg="mod">
          <ac:chgData name="王月" userId="9d7c2960-20f1-43a9-b353-abcb8eec574b" providerId="ADAL" clId="{F73A7BA7-9103-46AD-8CBE-434FF565B33A}" dt="2022-01-26T08:40:07.384" v="133" actId="1076"/>
          <ac:cxnSpMkLst>
            <pc:docMk/>
            <pc:sldMk cId="3150849797" sldId="298"/>
            <ac:cxnSpMk id="71" creationId="{E0576483-2A7B-4821-AEE7-A92B03F6C9A3}"/>
          </ac:cxnSpMkLst>
        </pc:cxnChg>
        <pc:cxnChg chg="mod">
          <ac:chgData name="王月" userId="9d7c2960-20f1-43a9-b353-abcb8eec574b" providerId="ADAL" clId="{F73A7BA7-9103-46AD-8CBE-434FF565B33A}" dt="2022-01-26T08:40:07.384" v="133" actId="1076"/>
          <ac:cxnSpMkLst>
            <pc:docMk/>
            <pc:sldMk cId="3150849797" sldId="298"/>
            <ac:cxnSpMk id="80" creationId="{96C97F63-E006-4D56-8F2B-4F7E51A54228}"/>
          </ac:cxnSpMkLst>
        </pc:cxnChg>
        <pc:cxnChg chg="mod">
          <ac:chgData name="王月" userId="9d7c2960-20f1-43a9-b353-abcb8eec574b" providerId="ADAL" clId="{F73A7BA7-9103-46AD-8CBE-434FF565B33A}" dt="2022-01-26T08:40:07.384" v="133" actId="1076"/>
          <ac:cxnSpMkLst>
            <pc:docMk/>
            <pc:sldMk cId="3150849797" sldId="298"/>
            <ac:cxnSpMk id="81" creationId="{9E418336-AEBD-4F2A-A1B1-978D342AFE83}"/>
          </ac:cxnSpMkLst>
        </pc:cxnChg>
        <pc:cxnChg chg="mod">
          <ac:chgData name="王月" userId="9d7c2960-20f1-43a9-b353-abcb8eec574b" providerId="ADAL" clId="{F73A7BA7-9103-46AD-8CBE-434FF565B33A}" dt="2022-01-26T08:40:07.384" v="133" actId="1076"/>
          <ac:cxnSpMkLst>
            <pc:docMk/>
            <pc:sldMk cId="3150849797" sldId="298"/>
            <ac:cxnSpMk id="82" creationId="{479C0F2C-8ED6-4F64-B6BC-ED57D6E32D23}"/>
          </ac:cxnSpMkLst>
        </pc:cxnChg>
        <pc:cxnChg chg="mod">
          <ac:chgData name="王月" userId="9d7c2960-20f1-43a9-b353-abcb8eec574b" providerId="ADAL" clId="{F73A7BA7-9103-46AD-8CBE-434FF565B33A}" dt="2022-01-26T08:40:07.384" v="133" actId="1076"/>
          <ac:cxnSpMkLst>
            <pc:docMk/>
            <pc:sldMk cId="3150849797" sldId="298"/>
            <ac:cxnSpMk id="83" creationId="{FDC23C06-8920-4C0E-9F57-908B1BD59119}"/>
          </ac:cxnSpMkLst>
        </pc:cxnChg>
        <pc:cxnChg chg="mod">
          <ac:chgData name="王月" userId="9d7c2960-20f1-43a9-b353-abcb8eec574b" providerId="ADAL" clId="{F73A7BA7-9103-46AD-8CBE-434FF565B33A}" dt="2022-01-26T08:40:07.384" v="133" actId="1076"/>
          <ac:cxnSpMkLst>
            <pc:docMk/>
            <pc:sldMk cId="3150849797" sldId="298"/>
            <ac:cxnSpMk id="87" creationId="{19E120FA-E439-40F6-8446-CF6BFAC8B852}"/>
          </ac:cxnSpMkLst>
        </pc:cxnChg>
        <pc:cxnChg chg="mod">
          <ac:chgData name="王月" userId="9d7c2960-20f1-43a9-b353-abcb8eec574b" providerId="ADAL" clId="{F73A7BA7-9103-46AD-8CBE-434FF565B33A}" dt="2022-01-26T08:40:07.384" v="133" actId="1076"/>
          <ac:cxnSpMkLst>
            <pc:docMk/>
            <pc:sldMk cId="3150849797" sldId="298"/>
            <ac:cxnSpMk id="90" creationId="{7573961B-334C-4527-B59B-60E64B130987}"/>
          </ac:cxnSpMkLst>
        </pc:cxnChg>
        <pc:cxnChg chg="mod">
          <ac:chgData name="王月" userId="9d7c2960-20f1-43a9-b353-abcb8eec574b" providerId="ADAL" clId="{F73A7BA7-9103-46AD-8CBE-434FF565B33A}" dt="2022-01-26T08:40:07.384" v="133" actId="1076"/>
          <ac:cxnSpMkLst>
            <pc:docMk/>
            <pc:sldMk cId="3150849797" sldId="298"/>
            <ac:cxnSpMk id="92" creationId="{E9208C8F-51A3-43FF-AFFF-C3B4A326854A}"/>
          </ac:cxnSpMkLst>
        </pc:cxnChg>
        <pc:cxnChg chg="mod">
          <ac:chgData name="王月" userId="9d7c2960-20f1-43a9-b353-abcb8eec574b" providerId="ADAL" clId="{F73A7BA7-9103-46AD-8CBE-434FF565B33A}" dt="2022-01-26T08:40:07.384" v="133" actId="1076"/>
          <ac:cxnSpMkLst>
            <pc:docMk/>
            <pc:sldMk cId="3150849797" sldId="298"/>
            <ac:cxnSpMk id="109" creationId="{B609C263-033D-4DC4-BD96-53A3D07E6C76}"/>
          </ac:cxnSpMkLst>
        </pc:cxnChg>
        <pc:cxnChg chg="mod">
          <ac:chgData name="王月" userId="9d7c2960-20f1-43a9-b353-abcb8eec574b" providerId="ADAL" clId="{F73A7BA7-9103-46AD-8CBE-434FF565B33A}" dt="2022-01-26T08:40:07.384" v="133" actId="1076"/>
          <ac:cxnSpMkLst>
            <pc:docMk/>
            <pc:sldMk cId="3150849797" sldId="298"/>
            <ac:cxnSpMk id="110" creationId="{F4E34B97-308C-42C5-B0D6-CD12A8C7855E}"/>
          </ac:cxnSpMkLst>
        </pc:cxnChg>
        <pc:cxnChg chg="mod">
          <ac:chgData name="王月" userId="9d7c2960-20f1-43a9-b353-abcb8eec574b" providerId="ADAL" clId="{F73A7BA7-9103-46AD-8CBE-434FF565B33A}" dt="2022-01-26T08:40:07.384" v="133" actId="1076"/>
          <ac:cxnSpMkLst>
            <pc:docMk/>
            <pc:sldMk cId="3150849797" sldId="298"/>
            <ac:cxnSpMk id="111" creationId="{CFE47E50-9363-44FC-B5C7-41B2A2E98CC3}"/>
          </ac:cxnSpMkLst>
        </pc:cxnChg>
        <pc:cxnChg chg="mod">
          <ac:chgData name="王月" userId="9d7c2960-20f1-43a9-b353-abcb8eec574b" providerId="ADAL" clId="{F73A7BA7-9103-46AD-8CBE-434FF565B33A}" dt="2022-01-26T08:40:07.384" v="133" actId="1076"/>
          <ac:cxnSpMkLst>
            <pc:docMk/>
            <pc:sldMk cId="3150849797" sldId="298"/>
            <ac:cxnSpMk id="112" creationId="{992818B4-D884-4D72-B4B2-F01383C3B638}"/>
          </ac:cxnSpMkLst>
        </pc:cxnChg>
        <pc:cxnChg chg="mod">
          <ac:chgData name="王月" userId="9d7c2960-20f1-43a9-b353-abcb8eec574b" providerId="ADAL" clId="{F73A7BA7-9103-46AD-8CBE-434FF565B33A}" dt="2022-01-26T08:40:07.384" v="133" actId="1076"/>
          <ac:cxnSpMkLst>
            <pc:docMk/>
            <pc:sldMk cId="3150849797" sldId="298"/>
            <ac:cxnSpMk id="114" creationId="{8358A10C-8481-45CA-BFF0-A8FDD95D6F27}"/>
          </ac:cxnSpMkLst>
        </pc:cxnChg>
        <pc:cxnChg chg="mod">
          <ac:chgData name="王月" userId="9d7c2960-20f1-43a9-b353-abcb8eec574b" providerId="ADAL" clId="{F73A7BA7-9103-46AD-8CBE-434FF565B33A}" dt="2022-01-26T08:40:07.384" v="133" actId="1076"/>
          <ac:cxnSpMkLst>
            <pc:docMk/>
            <pc:sldMk cId="3150849797" sldId="298"/>
            <ac:cxnSpMk id="116" creationId="{3B352E6E-840B-48D0-81FF-54E14332E3C8}"/>
          </ac:cxnSpMkLst>
        </pc:cxnChg>
        <pc:cxnChg chg="mod">
          <ac:chgData name="王月" userId="9d7c2960-20f1-43a9-b353-abcb8eec574b" providerId="ADAL" clId="{F73A7BA7-9103-46AD-8CBE-434FF565B33A}" dt="2022-01-26T08:40:07.384" v="133" actId="1076"/>
          <ac:cxnSpMkLst>
            <pc:docMk/>
            <pc:sldMk cId="3150849797" sldId="298"/>
            <ac:cxnSpMk id="117" creationId="{6DE57C18-10BB-444F-8174-BA151E134A01}"/>
          </ac:cxnSpMkLst>
        </pc:cxnChg>
        <pc:cxnChg chg="mod">
          <ac:chgData name="王月" userId="9d7c2960-20f1-43a9-b353-abcb8eec574b" providerId="ADAL" clId="{F73A7BA7-9103-46AD-8CBE-434FF565B33A}" dt="2022-01-26T08:40:07.384" v="133" actId="1076"/>
          <ac:cxnSpMkLst>
            <pc:docMk/>
            <pc:sldMk cId="3150849797" sldId="298"/>
            <ac:cxnSpMk id="119" creationId="{4676736C-B7F6-435D-9BB3-F7B375795ACB}"/>
          </ac:cxnSpMkLst>
        </pc:cxnChg>
        <pc:cxnChg chg="mod">
          <ac:chgData name="王月" userId="9d7c2960-20f1-43a9-b353-abcb8eec574b" providerId="ADAL" clId="{F73A7BA7-9103-46AD-8CBE-434FF565B33A}" dt="2022-01-26T08:40:07.384" v="133" actId="1076"/>
          <ac:cxnSpMkLst>
            <pc:docMk/>
            <pc:sldMk cId="3150849797" sldId="298"/>
            <ac:cxnSpMk id="123" creationId="{F88AF12A-2339-4F2B-8DAC-9F5DC0601EBA}"/>
          </ac:cxnSpMkLst>
        </pc:cxnChg>
        <pc:cxnChg chg="mod">
          <ac:chgData name="王月" userId="9d7c2960-20f1-43a9-b353-abcb8eec574b" providerId="ADAL" clId="{F73A7BA7-9103-46AD-8CBE-434FF565B33A}" dt="2022-01-26T08:40:07.384" v="133" actId="1076"/>
          <ac:cxnSpMkLst>
            <pc:docMk/>
            <pc:sldMk cId="3150849797" sldId="298"/>
            <ac:cxnSpMk id="126" creationId="{68D27AD4-6D41-4A6C-B747-F6A9D627DE3C}"/>
          </ac:cxnSpMkLst>
        </pc:cxnChg>
        <pc:cxnChg chg="mod">
          <ac:chgData name="王月" userId="9d7c2960-20f1-43a9-b353-abcb8eec574b" providerId="ADAL" clId="{F73A7BA7-9103-46AD-8CBE-434FF565B33A}" dt="2022-01-26T08:40:07.384" v="133" actId="1076"/>
          <ac:cxnSpMkLst>
            <pc:docMk/>
            <pc:sldMk cId="3150849797" sldId="298"/>
            <ac:cxnSpMk id="127" creationId="{355CD5A1-2814-4FD3-A7CE-D27FF9619A19}"/>
          </ac:cxnSpMkLst>
        </pc:cxnChg>
        <pc:cxnChg chg="mod">
          <ac:chgData name="王月" userId="9d7c2960-20f1-43a9-b353-abcb8eec574b" providerId="ADAL" clId="{F73A7BA7-9103-46AD-8CBE-434FF565B33A}" dt="2022-01-26T08:40:07.384" v="133" actId="1076"/>
          <ac:cxnSpMkLst>
            <pc:docMk/>
            <pc:sldMk cId="3150849797" sldId="298"/>
            <ac:cxnSpMk id="132" creationId="{CFD8E0C7-E810-4FE6-9F8E-B28693DF189E}"/>
          </ac:cxnSpMkLst>
        </pc:cxnChg>
        <pc:cxnChg chg="mod">
          <ac:chgData name="王月" userId="9d7c2960-20f1-43a9-b353-abcb8eec574b" providerId="ADAL" clId="{F73A7BA7-9103-46AD-8CBE-434FF565B33A}" dt="2022-01-26T08:40:07.384" v="133" actId="1076"/>
          <ac:cxnSpMkLst>
            <pc:docMk/>
            <pc:sldMk cId="3150849797" sldId="298"/>
            <ac:cxnSpMk id="134" creationId="{F99FEBD1-FD1C-4C30-8B46-453AFA5BB5FC}"/>
          </ac:cxnSpMkLst>
        </pc:cxnChg>
      </pc:sldChg>
      <pc:sldChg chg="modSp mod">
        <pc:chgData name="王月" userId="9d7c2960-20f1-43a9-b353-abcb8eec574b" providerId="ADAL" clId="{F73A7BA7-9103-46AD-8CBE-434FF565B33A}" dt="2022-01-26T08:40:18.861" v="134" actId="1076"/>
        <pc:sldMkLst>
          <pc:docMk/>
          <pc:sldMk cId="2615959725" sldId="299"/>
        </pc:sldMkLst>
        <pc:spChg chg="mod">
          <ac:chgData name="王月" userId="9d7c2960-20f1-43a9-b353-abcb8eec574b" providerId="ADAL" clId="{F73A7BA7-9103-46AD-8CBE-434FF565B33A}" dt="2022-01-26T08:40:18.861" v="134" actId="1076"/>
          <ac:spMkLst>
            <pc:docMk/>
            <pc:sldMk cId="2615959725" sldId="299"/>
            <ac:spMk id="51" creationId="{78969C98-11FE-449C-A3E1-E79893E65C98}"/>
          </ac:spMkLst>
        </pc:spChg>
        <pc:spChg chg="mod">
          <ac:chgData name="王月" userId="9d7c2960-20f1-43a9-b353-abcb8eec574b" providerId="ADAL" clId="{F73A7BA7-9103-46AD-8CBE-434FF565B33A}" dt="2022-01-26T08:40:18.861" v="134" actId="1076"/>
          <ac:spMkLst>
            <pc:docMk/>
            <pc:sldMk cId="2615959725" sldId="299"/>
            <ac:spMk id="53" creationId="{EA4D96B6-04D3-4A21-B45F-1D3319C92190}"/>
          </ac:spMkLst>
        </pc:spChg>
        <pc:spChg chg="mod">
          <ac:chgData name="王月" userId="9d7c2960-20f1-43a9-b353-abcb8eec574b" providerId="ADAL" clId="{F73A7BA7-9103-46AD-8CBE-434FF565B33A}" dt="2022-01-26T08:40:18.861" v="134" actId="1076"/>
          <ac:spMkLst>
            <pc:docMk/>
            <pc:sldMk cId="2615959725" sldId="299"/>
            <ac:spMk id="54" creationId="{25FD9017-67F8-4290-A168-2CB68C008ABC}"/>
          </ac:spMkLst>
        </pc:spChg>
        <pc:spChg chg="mod">
          <ac:chgData name="王月" userId="9d7c2960-20f1-43a9-b353-abcb8eec574b" providerId="ADAL" clId="{F73A7BA7-9103-46AD-8CBE-434FF565B33A}" dt="2022-01-26T08:40:18.861" v="134" actId="1076"/>
          <ac:spMkLst>
            <pc:docMk/>
            <pc:sldMk cId="2615959725" sldId="299"/>
            <ac:spMk id="55" creationId="{7885B0FD-18FC-4EFE-BCC2-050DE760B313}"/>
          </ac:spMkLst>
        </pc:spChg>
        <pc:spChg chg="mod">
          <ac:chgData name="王月" userId="9d7c2960-20f1-43a9-b353-abcb8eec574b" providerId="ADAL" clId="{F73A7BA7-9103-46AD-8CBE-434FF565B33A}" dt="2022-01-26T08:40:18.861" v="134" actId="1076"/>
          <ac:spMkLst>
            <pc:docMk/>
            <pc:sldMk cId="2615959725" sldId="299"/>
            <ac:spMk id="78" creationId="{B5E2CF4E-6DEF-4224-A201-E61A896E4182}"/>
          </ac:spMkLst>
        </pc:spChg>
        <pc:spChg chg="mod">
          <ac:chgData name="王月" userId="9d7c2960-20f1-43a9-b353-abcb8eec574b" providerId="ADAL" clId="{F73A7BA7-9103-46AD-8CBE-434FF565B33A}" dt="2022-01-26T08:40:18.861" v="134" actId="1076"/>
          <ac:spMkLst>
            <pc:docMk/>
            <pc:sldMk cId="2615959725" sldId="299"/>
            <ac:spMk id="79" creationId="{E9D27CA2-3EFE-4E27-A8A3-AF88DC8050AC}"/>
          </ac:spMkLst>
        </pc:spChg>
        <pc:spChg chg="mod">
          <ac:chgData name="王月" userId="9d7c2960-20f1-43a9-b353-abcb8eec574b" providerId="ADAL" clId="{F73A7BA7-9103-46AD-8CBE-434FF565B33A}" dt="2022-01-26T08:40:18.861" v="134" actId="1076"/>
          <ac:spMkLst>
            <pc:docMk/>
            <pc:sldMk cId="2615959725" sldId="299"/>
            <ac:spMk id="89" creationId="{7270BAD6-721E-4A3E-AD1B-A42C191FC6A9}"/>
          </ac:spMkLst>
        </pc:spChg>
        <pc:spChg chg="mod">
          <ac:chgData name="王月" userId="9d7c2960-20f1-43a9-b353-abcb8eec574b" providerId="ADAL" clId="{F73A7BA7-9103-46AD-8CBE-434FF565B33A}" dt="2022-01-26T08:40:18.861" v="134" actId="1076"/>
          <ac:spMkLst>
            <pc:docMk/>
            <pc:sldMk cId="2615959725" sldId="299"/>
            <ac:spMk id="91" creationId="{1CCDE010-CA90-4DFB-AAC5-118BC52DD98F}"/>
          </ac:spMkLst>
        </pc:spChg>
        <pc:spChg chg="mod">
          <ac:chgData name="王月" userId="9d7c2960-20f1-43a9-b353-abcb8eec574b" providerId="ADAL" clId="{F73A7BA7-9103-46AD-8CBE-434FF565B33A}" dt="2022-01-26T08:40:18.861" v="134" actId="1076"/>
          <ac:spMkLst>
            <pc:docMk/>
            <pc:sldMk cId="2615959725" sldId="299"/>
            <ac:spMk id="93" creationId="{A6F82E40-BB79-4B59-9FAD-2CEBF7C0D8BA}"/>
          </ac:spMkLst>
        </pc:spChg>
        <pc:spChg chg="mod">
          <ac:chgData name="王月" userId="9d7c2960-20f1-43a9-b353-abcb8eec574b" providerId="ADAL" clId="{F73A7BA7-9103-46AD-8CBE-434FF565B33A}" dt="2022-01-26T08:40:18.861" v="134" actId="1076"/>
          <ac:spMkLst>
            <pc:docMk/>
            <pc:sldMk cId="2615959725" sldId="299"/>
            <ac:spMk id="96" creationId="{57E1B1EE-749A-4171-925B-C9A2808D85A2}"/>
          </ac:spMkLst>
        </pc:spChg>
        <pc:spChg chg="mod">
          <ac:chgData name="王月" userId="9d7c2960-20f1-43a9-b353-abcb8eec574b" providerId="ADAL" clId="{F73A7BA7-9103-46AD-8CBE-434FF565B33A}" dt="2022-01-26T08:40:18.861" v="134" actId="1076"/>
          <ac:spMkLst>
            <pc:docMk/>
            <pc:sldMk cId="2615959725" sldId="299"/>
            <ac:spMk id="105" creationId="{BFDD6873-C5A1-45EA-A48C-AF6FF7DA7985}"/>
          </ac:spMkLst>
        </pc:spChg>
        <pc:spChg chg="mod">
          <ac:chgData name="王月" userId="9d7c2960-20f1-43a9-b353-abcb8eec574b" providerId="ADAL" clId="{F73A7BA7-9103-46AD-8CBE-434FF565B33A}" dt="2022-01-26T08:40:18.861" v="134" actId="1076"/>
          <ac:spMkLst>
            <pc:docMk/>
            <pc:sldMk cId="2615959725" sldId="299"/>
            <ac:spMk id="106" creationId="{AB97843F-1EE7-4862-A5E2-505706CDBA18}"/>
          </ac:spMkLst>
        </pc:spChg>
        <pc:spChg chg="mod">
          <ac:chgData name="王月" userId="9d7c2960-20f1-43a9-b353-abcb8eec574b" providerId="ADAL" clId="{F73A7BA7-9103-46AD-8CBE-434FF565B33A}" dt="2022-01-26T08:40:18.861" v="134" actId="1076"/>
          <ac:spMkLst>
            <pc:docMk/>
            <pc:sldMk cId="2615959725" sldId="299"/>
            <ac:spMk id="107" creationId="{5B39A151-7BDF-4812-9237-66B496ED2238}"/>
          </ac:spMkLst>
        </pc:spChg>
        <pc:spChg chg="mod">
          <ac:chgData name="王月" userId="9d7c2960-20f1-43a9-b353-abcb8eec574b" providerId="ADAL" clId="{F73A7BA7-9103-46AD-8CBE-434FF565B33A}" dt="2022-01-26T08:40:18.861" v="134" actId="1076"/>
          <ac:spMkLst>
            <pc:docMk/>
            <pc:sldMk cId="2615959725" sldId="299"/>
            <ac:spMk id="115" creationId="{7F7992E1-E2A1-49A3-93CD-87CF72091AD0}"/>
          </ac:spMkLst>
        </pc:spChg>
        <pc:spChg chg="mod">
          <ac:chgData name="王月" userId="9d7c2960-20f1-43a9-b353-abcb8eec574b" providerId="ADAL" clId="{F73A7BA7-9103-46AD-8CBE-434FF565B33A}" dt="2022-01-26T08:40:18.861" v="134" actId="1076"/>
          <ac:spMkLst>
            <pc:docMk/>
            <pc:sldMk cId="2615959725" sldId="299"/>
            <ac:spMk id="124" creationId="{731217B6-8308-4D1E-ABAC-2CDB47F86CB9}"/>
          </ac:spMkLst>
        </pc:spChg>
        <pc:spChg chg="mod">
          <ac:chgData name="王月" userId="9d7c2960-20f1-43a9-b353-abcb8eec574b" providerId="ADAL" clId="{F73A7BA7-9103-46AD-8CBE-434FF565B33A}" dt="2022-01-26T08:40:18.861" v="134" actId="1076"/>
          <ac:spMkLst>
            <pc:docMk/>
            <pc:sldMk cId="2615959725" sldId="299"/>
            <ac:spMk id="128" creationId="{1C468733-FDB5-4503-9C80-95FAA197D491}"/>
          </ac:spMkLst>
        </pc:spChg>
        <pc:spChg chg="mod">
          <ac:chgData name="王月" userId="9d7c2960-20f1-43a9-b353-abcb8eec574b" providerId="ADAL" clId="{F73A7BA7-9103-46AD-8CBE-434FF565B33A}" dt="2022-01-26T08:40:18.861" v="134" actId="1076"/>
          <ac:spMkLst>
            <pc:docMk/>
            <pc:sldMk cId="2615959725" sldId="299"/>
            <ac:spMk id="130" creationId="{355FF5BB-CA5B-427D-B1DE-AF1368BC9F38}"/>
          </ac:spMkLst>
        </pc:spChg>
        <pc:spChg chg="mod">
          <ac:chgData name="王月" userId="9d7c2960-20f1-43a9-b353-abcb8eec574b" providerId="ADAL" clId="{F73A7BA7-9103-46AD-8CBE-434FF565B33A}" dt="2022-01-26T08:40:18.861" v="134" actId="1076"/>
          <ac:spMkLst>
            <pc:docMk/>
            <pc:sldMk cId="2615959725" sldId="299"/>
            <ac:spMk id="133" creationId="{46F77B71-6610-42A9-8E0B-F992971CD956}"/>
          </ac:spMkLst>
        </pc:spChg>
        <pc:spChg chg="mod">
          <ac:chgData name="王月" userId="9d7c2960-20f1-43a9-b353-abcb8eec574b" providerId="ADAL" clId="{F73A7BA7-9103-46AD-8CBE-434FF565B33A}" dt="2022-01-26T08:40:18.861" v="134" actId="1076"/>
          <ac:spMkLst>
            <pc:docMk/>
            <pc:sldMk cId="2615959725" sldId="299"/>
            <ac:spMk id="137" creationId="{C7490265-A8C4-4B07-9BC5-2AA03CF4BE55}"/>
          </ac:spMkLst>
        </pc:spChg>
        <pc:grpChg chg="mod">
          <ac:chgData name="王月" userId="9d7c2960-20f1-43a9-b353-abcb8eec574b" providerId="ADAL" clId="{F73A7BA7-9103-46AD-8CBE-434FF565B33A}" dt="2022-01-26T08:40:18.861" v="134" actId="1076"/>
          <ac:grpSpMkLst>
            <pc:docMk/>
            <pc:sldMk cId="2615959725" sldId="299"/>
            <ac:grpSpMk id="142" creationId="{301B2175-CA95-44A1-8289-3C5146CE41FD}"/>
          </ac:grpSpMkLst>
        </pc:grpChg>
        <pc:grpChg chg="mod">
          <ac:chgData name="王月" userId="9d7c2960-20f1-43a9-b353-abcb8eec574b" providerId="ADAL" clId="{F73A7BA7-9103-46AD-8CBE-434FF565B33A}" dt="2022-01-26T08:40:18.861" v="134" actId="1076"/>
          <ac:grpSpMkLst>
            <pc:docMk/>
            <pc:sldMk cId="2615959725" sldId="299"/>
            <ac:grpSpMk id="143" creationId="{95ACA6EB-947E-4E21-BEFD-670C83DB52FE}"/>
          </ac:grpSpMkLst>
        </pc:grpChg>
        <pc:cxnChg chg="mod">
          <ac:chgData name="王月" userId="9d7c2960-20f1-43a9-b353-abcb8eec574b" providerId="ADAL" clId="{F73A7BA7-9103-46AD-8CBE-434FF565B33A}" dt="2022-01-26T08:40:18.861" v="134" actId="1076"/>
          <ac:cxnSpMkLst>
            <pc:docMk/>
            <pc:sldMk cId="2615959725" sldId="299"/>
            <ac:cxnSpMk id="71" creationId="{E0576483-2A7B-4821-AEE7-A92B03F6C9A3}"/>
          </ac:cxnSpMkLst>
        </pc:cxnChg>
        <pc:cxnChg chg="mod">
          <ac:chgData name="王月" userId="9d7c2960-20f1-43a9-b353-abcb8eec574b" providerId="ADAL" clId="{F73A7BA7-9103-46AD-8CBE-434FF565B33A}" dt="2022-01-26T08:40:18.861" v="134" actId="1076"/>
          <ac:cxnSpMkLst>
            <pc:docMk/>
            <pc:sldMk cId="2615959725" sldId="299"/>
            <ac:cxnSpMk id="80" creationId="{96C97F63-E006-4D56-8F2B-4F7E51A54228}"/>
          </ac:cxnSpMkLst>
        </pc:cxnChg>
        <pc:cxnChg chg="mod">
          <ac:chgData name="王月" userId="9d7c2960-20f1-43a9-b353-abcb8eec574b" providerId="ADAL" clId="{F73A7BA7-9103-46AD-8CBE-434FF565B33A}" dt="2022-01-26T08:40:18.861" v="134" actId="1076"/>
          <ac:cxnSpMkLst>
            <pc:docMk/>
            <pc:sldMk cId="2615959725" sldId="299"/>
            <ac:cxnSpMk id="81" creationId="{9E418336-AEBD-4F2A-A1B1-978D342AFE83}"/>
          </ac:cxnSpMkLst>
        </pc:cxnChg>
        <pc:cxnChg chg="mod">
          <ac:chgData name="王月" userId="9d7c2960-20f1-43a9-b353-abcb8eec574b" providerId="ADAL" clId="{F73A7BA7-9103-46AD-8CBE-434FF565B33A}" dt="2022-01-26T08:40:18.861" v="134" actId="1076"/>
          <ac:cxnSpMkLst>
            <pc:docMk/>
            <pc:sldMk cId="2615959725" sldId="299"/>
            <ac:cxnSpMk id="82" creationId="{479C0F2C-8ED6-4F64-B6BC-ED57D6E32D23}"/>
          </ac:cxnSpMkLst>
        </pc:cxnChg>
        <pc:cxnChg chg="mod">
          <ac:chgData name="王月" userId="9d7c2960-20f1-43a9-b353-abcb8eec574b" providerId="ADAL" clId="{F73A7BA7-9103-46AD-8CBE-434FF565B33A}" dt="2022-01-26T08:40:18.861" v="134" actId="1076"/>
          <ac:cxnSpMkLst>
            <pc:docMk/>
            <pc:sldMk cId="2615959725" sldId="299"/>
            <ac:cxnSpMk id="83" creationId="{FDC23C06-8920-4C0E-9F57-908B1BD59119}"/>
          </ac:cxnSpMkLst>
        </pc:cxnChg>
        <pc:cxnChg chg="mod">
          <ac:chgData name="王月" userId="9d7c2960-20f1-43a9-b353-abcb8eec574b" providerId="ADAL" clId="{F73A7BA7-9103-46AD-8CBE-434FF565B33A}" dt="2022-01-26T08:40:18.861" v="134" actId="1076"/>
          <ac:cxnSpMkLst>
            <pc:docMk/>
            <pc:sldMk cId="2615959725" sldId="299"/>
            <ac:cxnSpMk id="87" creationId="{19E120FA-E439-40F6-8446-CF6BFAC8B852}"/>
          </ac:cxnSpMkLst>
        </pc:cxnChg>
        <pc:cxnChg chg="mod">
          <ac:chgData name="王月" userId="9d7c2960-20f1-43a9-b353-abcb8eec574b" providerId="ADAL" clId="{F73A7BA7-9103-46AD-8CBE-434FF565B33A}" dt="2022-01-26T08:40:18.861" v="134" actId="1076"/>
          <ac:cxnSpMkLst>
            <pc:docMk/>
            <pc:sldMk cId="2615959725" sldId="299"/>
            <ac:cxnSpMk id="90" creationId="{7573961B-334C-4527-B59B-60E64B130987}"/>
          </ac:cxnSpMkLst>
        </pc:cxnChg>
        <pc:cxnChg chg="mod">
          <ac:chgData name="王月" userId="9d7c2960-20f1-43a9-b353-abcb8eec574b" providerId="ADAL" clId="{F73A7BA7-9103-46AD-8CBE-434FF565B33A}" dt="2022-01-26T08:40:18.861" v="134" actId="1076"/>
          <ac:cxnSpMkLst>
            <pc:docMk/>
            <pc:sldMk cId="2615959725" sldId="299"/>
            <ac:cxnSpMk id="92" creationId="{E9208C8F-51A3-43FF-AFFF-C3B4A326854A}"/>
          </ac:cxnSpMkLst>
        </pc:cxnChg>
        <pc:cxnChg chg="mod">
          <ac:chgData name="王月" userId="9d7c2960-20f1-43a9-b353-abcb8eec574b" providerId="ADAL" clId="{F73A7BA7-9103-46AD-8CBE-434FF565B33A}" dt="2022-01-26T08:40:18.861" v="134" actId="1076"/>
          <ac:cxnSpMkLst>
            <pc:docMk/>
            <pc:sldMk cId="2615959725" sldId="299"/>
            <ac:cxnSpMk id="109" creationId="{B609C263-033D-4DC4-BD96-53A3D07E6C76}"/>
          </ac:cxnSpMkLst>
        </pc:cxnChg>
        <pc:cxnChg chg="mod">
          <ac:chgData name="王月" userId="9d7c2960-20f1-43a9-b353-abcb8eec574b" providerId="ADAL" clId="{F73A7BA7-9103-46AD-8CBE-434FF565B33A}" dt="2022-01-26T08:40:18.861" v="134" actId="1076"/>
          <ac:cxnSpMkLst>
            <pc:docMk/>
            <pc:sldMk cId="2615959725" sldId="299"/>
            <ac:cxnSpMk id="110" creationId="{F4E34B97-308C-42C5-B0D6-CD12A8C7855E}"/>
          </ac:cxnSpMkLst>
        </pc:cxnChg>
        <pc:cxnChg chg="mod">
          <ac:chgData name="王月" userId="9d7c2960-20f1-43a9-b353-abcb8eec574b" providerId="ADAL" clId="{F73A7BA7-9103-46AD-8CBE-434FF565B33A}" dt="2022-01-26T08:40:18.861" v="134" actId="1076"/>
          <ac:cxnSpMkLst>
            <pc:docMk/>
            <pc:sldMk cId="2615959725" sldId="299"/>
            <ac:cxnSpMk id="111" creationId="{CFE47E50-9363-44FC-B5C7-41B2A2E98CC3}"/>
          </ac:cxnSpMkLst>
        </pc:cxnChg>
        <pc:cxnChg chg="mod">
          <ac:chgData name="王月" userId="9d7c2960-20f1-43a9-b353-abcb8eec574b" providerId="ADAL" clId="{F73A7BA7-9103-46AD-8CBE-434FF565B33A}" dt="2022-01-26T08:40:18.861" v="134" actId="1076"/>
          <ac:cxnSpMkLst>
            <pc:docMk/>
            <pc:sldMk cId="2615959725" sldId="299"/>
            <ac:cxnSpMk id="112" creationId="{992818B4-D884-4D72-B4B2-F01383C3B638}"/>
          </ac:cxnSpMkLst>
        </pc:cxnChg>
        <pc:cxnChg chg="mod">
          <ac:chgData name="王月" userId="9d7c2960-20f1-43a9-b353-abcb8eec574b" providerId="ADAL" clId="{F73A7BA7-9103-46AD-8CBE-434FF565B33A}" dt="2022-01-26T08:40:18.861" v="134" actId="1076"/>
          <ac:cxnSpMkLst>
            <pc:docMk/>
            <pc:sldMk cId="2615959725" sldId="299"/>
            <ac:cxnSpMk id="114" creationId="{8358A10C-8481-45CA-BFF0-A8FDD95D6F27}"/>
          </ac:cxnSpMkLst>
        </pc:cxnChg>
        <pc:cxnChg chg="mod">
          <ac:chgData name="王月" userId="9d7c2960-20f1-43a9-b353-abcb8eec574b" providerId="ADAL" clId="{F73A7BA7-9103-46AD-8CBE-434FF565B33A}" dt="2022-01-26T08:40:18.861" v="134" actId="1076"/>
          <ac:cxnSpMkLst>
            <pc:docMk/>
            <pc:sldMk cId="2615959725" sldId="299"/>
            <ac:cxnSpMk id="116" creationId="{3B352E6E-840B-48D0-81FF-54E14332E3C8}"/>
          </ac:cxnSpMkLst>
        </pc:cxnChg>
        <pc:cxnChg chg="mod">
          <ac:chgData name="王月" userId="9d7c2960-20f1-43a9-b353-abcb8eec574b" providerId="ADAL" clId="{F73A7BA7-9103-46AD-8CBE-434FF565B33A}" dt="2022-01-26T08:40:18.861" v="134" actId="1076"/>
          <ac:cxnSpMkLst>
            <pc:docMk/>
            <pc:sldMk cId="2615959725" sldId="299"/>
            <ac:cxnSpMk id="117" creationId="{6DE57C18-10BB-444F-8174-BA151E134A01}"/>
          </ac:cxnSpMkLst>
        </pc:cxnChg>
        <pc:cxnChg chg="mod">
          <ac:chgData name="王月" userId="9d7c2960-20f1-43a9-b353-abcb8eec574b" providerId="ADAL" clId="{F73A7BA7-9103-46AD-8CBE-434FF565B33A}" dt="2022-01-26T08:40:18.861" v="134" actId="1076"/>
          <ac:cxnSpMkLst>
            <pc:docMk/>
            <pc:sldMk cId="2615959725" sldId="299"/>
            <ac:cxnSpMk id="119" creationId="{4676736C-B7F6-435D-9BB3-F7B375795ACB}"/>
          </ac:cxnSpMkLst>
        </pc:cxnChg>
        <pc:cxnChg chg="mod">
          <ac:chgData name="王月" userId="9d7c2960-20f1-43a9-b353-abcb8eec574b" providerId="ADAL" clId="{F73A7BA7-9103-46AD-8CBE-434FF565B33A}" dt="2022-01-26T08:40:18.861" v="134" actId="1076"/>
          <ac:cxnSpMkLst>
            <pc:docMk/>
            <pc:sldMk cId="2615959725" sldId="299"/>
            <ac:cxnSpMk id="123" creationId="{F88AF12A-2339-4F2B-8DAC-9F5DC0601EBA}"/>
          </ac:cxnSpMkLst>
        </pc:cxnChg>
        <pc:cxnChg chg="mod">
          <ac:chgData name="王月" userId="9d7c2960-20f1-43a9-b353-abcb8eec574b" providerId="ADAL" clId="{F73A7BA7-9103-46AD-8CBE-434FF565B33A}" dt="2022-01-26T08:40:18.861" v="134" actId="1076"/>
          <ac:cxnSpMkLst>
            <pc:docMk/>
            <pc:sldMk cId="2615959725" sldId="299"/>
            <ac:cxnSpMk id="126" creationId="{68D27AD4-6D41-4A6C-B747-F6A9D627DE3C}"/>
          </ac:cxnSpMkLst>
        </pc:cxnChg>
        <pc:cxnChg chg="mod">
          <ac:chgData name="王月" userId="9d7c2960-20f1-43a9-b353-abcb8eec574b" providerId="ADAL" clId="{F73A7BA7-9103-46AD-8CBE-434FF565B33A}" dt="2022-01-26T08:40:18.861" v="134" actId="1076"/>
          <ac:cxnSpMkLst>
            <pc:docMk/>
            <pc:sldMk cId="2615959725" sldId="299"/>
            <ac:cxnSpMk id="127" creationId="{355CD5A1-2814-4FD3-A7CE-D27FF9619A19}"/>
          </ac:cxnSpMkLst>
        </pc:cxnChg>
        <pc:cxnChg chg="mod">
          <ac:chgData name="王月" userId="9d7c2960-20f1-43a9-b353-abcb8eec574b" providerId="ADAL" clId="{F73A7BA7-9103-46AD-8CBE-434FF565B33A}" dt="2022-01-26T08:40:18.861" v="134" actId="1076"/>
          <ac:cxnSpMkLst>
            <pc:docMk/>
            <pc:sldMk cId="2615959725" sldId="299"/>
            <ac:cxnSpMk id="132" creationId="{CFD8E0C7-E810-4FE6-9F8E-B28693DF189E}"/>
          </ac:cxnSpMkLst>
        </pc:cxnChg>
        <pc:cxnChg chg="mod">
          <ac:chgData name="王月" userId="9d7c2960-20f1-43a9-b353-abcb8eec574b" providerId="ADAL" clId="{F73A7BA7-9103-46AD-8CBE-434FF565B33A}" dt="2022-01-26T08:40:18.861" v="134" actId="1076"/>
          <ac:cxnSpMkLst>
            <pc:docMk/>
            <pc:sldMk cId="2615959725" sldId="299"/>
            <ac:cxnSpMk id="134" creationId="{F99FEBD1-FD1C-4C30-8B46-453AFA5BB5FC}"/>
          </ac:cxnSpMkLst>
        </pc:cxnChg>
      </pc:sldChg>
      <pc:sldChg chg="modSp mod">
        <pc:chgData name="王月" userId="9d7c2960-20f1-43a9-b353-abcb8eec574b" providerId="ADAL" clId="{F73A7BA7-9103-46AD-8CBE-434FF565B33A}" dt="2022-01-26T08:40:24.609" v="135" actId="1076"/>
        <pc:sldMkLst>
          <pc:docMk/>
          <pc:sldMk cId="2193338718" sldId="300"/>
        </pc:sldMkLst>
        <pc:spChg chg="mod">
          <ac:chgData name="王月" userId="9d7c2960-20f1-43a9-b353-abcb8eec574b" providerId="ADAL" clId="{F73A7BA7-9103-46AD-8CBE-434FF565B33A}" dt="2022-01-26T08:40:24.609" v="135" actId="1076"/>
          <ac:spMkLst>
            <pc:docMk/>
            <pc:sldMk cId="2193338718" sldId="300"/>
            <ac:spMk id="51" creationId="{78969C98-11FE-449C-A3E1-E79893E65C98}"/>
          </ac:spMkLst>
        </pc:spChg>
        <pc:spChg chg="mod">
          <ac:chgData name="王月" userId="9d7c2960-20f1-43a9-b353-abcb8eec574b" providerId="ADAL" clId="{F73A7BA7-9103-46AD-8CBE-434FF565B33A}" dt="2022-01-26T08:40:24.609" v="135" actId="1076"/>
          <ac:spMkLst>
            <pc:docMk/>
            <pc:sldMk cId="2193338718" sldId="300"/>
            <ac:spMk id="53" creationId="{EA4D96B6-04D3-4A21-B45F-1D3319C92190}"/>
          </ac:spMkLst>
        </pc:spChg>
        <pc:spChg chg="mod">
          <ac:chgData name="王月" userId="9d7c2960-20f1-43a9-b353-abcb8eec574b" providerId="ADAL" clId="{F73A7BA7-9103-46AD-8CBE-434FF565B33A}" dt="2022-01-26T08:40:24.609" v="135" actId="1076"/>
          <ac:spMkLst>
            <pc:docMk/>
            <pc:sldMk cId="2193338718" sldId="300"/>
            <ac:spMk id="54" creationId="{25FD9017-67F8-4290-A168-2CB68C008ABC}"/>
          </ac:spMkLst>
        </pc:spChg>
        <pc:spChg chg="mod">
          <ac:chgData name="王月" userId="9d7c2960-20f1-43a9-b353-abcb8eec574b" providerId="ADAL" clId="{F73A7BA7-9103-46AD-8CBE-434FF565B33A}" dt="2022-01-26T08:40:24.609" v="135" actId="1076"/>
          <ac:spMkLst>
            <pc:docMk/>
            <pc:sldMk cId="2193338718" sldId="300"/>
            <ac:spMk id="55" creationId="{7885B0FD-18FC-4EFE-BCC2-050DE760B313}"/>
          </ac:spMkLst>
        </pc:spChg>
        <pc:spChg chg="mod">
          <ac:chgData name="王月" userId="9d7c2960-20f1-43a9-b353-abcb8eec574b" providerId="ADAL" clId="{F73A7BA7-9103-46AD-8CBE-434FF565B33A}" dt="2022-01-26T08:40:24.609" v="135" actId="1076"/>
          <ac:spMkLst>
            <pc:docMk/>
            <pc:sldMk cId="2193338718" sldId="300"/>
            <ac:spMk id="78" creationId="{B5E2CF4E-6DEF-4224-A201-E61A896E4182}"/>
          </ac:spMkLst>
        </pc:spChg>
        <pc:spChg chg="mod">
          <ac:chgData name="王月" userId="9d7c2960-20f1-43a9-b353-abcb8eec574b" providerId="ADAL" clId="{F73A7BA7-9103-46AD-8CBE-434FF565B33A}" dt="2022-01-26T08:40:24.609" v="135" actId="1076"/>
          <ac:spMkLst>
            <pc:docMk/>
            <pc:sldMk cId="2193338718" sldId="300"/>
            <ac:spMk id="79" creationId="{E9D27CA2-3EFE-4E27-A8A3-AF88DC8050AC}"/>
          </ac:spMkLst>
        </pc:spChg>
        <pc:spChg chg="mod">
          <ac:chgData name="王月" userId="9d7c2960-20f1-43a9-b353-abcb8eec574b" providerId="ADAL" clId="{F73A7BA7-9103-46AD-8CBE-434FF565B33A}" dt="2022-01-26T08:40:24.609" v="135" actId="1076"/>
          <ac:spMkLst>
            <pc:docMk/>
            <pc:sldMk cId="2193338718" sldId="300"/>
            <ac:spMk id="89" creationId="{7270BAD6-721E-4A3E-AD1B-A42C191FC6A9}"/>
          </ac:spMkLst>
        </pc:spChg>
        <pc:spChg chg="mod">
          <ac:chgData name="王月" userId="9d7c2960-20f1-43a9-b353-abcb8eec574b" providerId="ADAL" clId="{F73A7BA7-9103-46AD-8CBE-434FF565B33A}" dt="2022-01-26T08:40:24.609" v="135" actId="1076"/>
          <ac:spMkLst>
            <pc:docMk/>
            <pc:sldMk cId="2193338718" sldId="300"/>
            <ac:spMk id="91" creationId="{1CCDE010-CA90-4DFB-AAC5-118BC52DD98F}"/>
          </ac:spMkLst>
        </pc:spChg>
        <pc:spChg chg="mod">
          <ac:chgData name="王月" userId="9d7c2960-20f1-43a9-b353-abcb8eec574b" providerId="ADAL" clId="{F73A7BA7-9103-46AD-8CBE-434FF565B33A}" dt="2022-01-26T08:40:24.609" v="135" actId="1076"/>
          <ac:spMkLst>
            <pc:docMk/>
            <pc:sldMk cId="2193338718" sldId="300"/>
            <ac:spMk id="93" creationId="{A6F82E40-BB79-4B59-9FAD-2CEBF7C0D8BA}"/>
          </ac:spMkLst>
        </pc:spChg>
        <pc:spChg chg="mod">
          <ac:chgData name="王月" userId="9d7c2960-20f1-43a9-b353-abcb8eec574b" providerId="ADAL" clId="{F73A7BA7-9103-46AD-8CBE-434FF565B33A}" dt="2022-01-26T08:40:24.609" v="135" actId="1076"/>
          <ac:spMkLst>
            <pc:docMk/>
            <pc:sldMk cId="2193338718" sldId="300"/>
            <ac:spMk id="96" creationId="{57E1B1EE-749A-4171-925B-C9A2808D85A2}"/>
          </ac:spMkLst>
        </pc:spChg>
        <pc:spChg chg="mod">
          <ac:chgData name="王月" userId="9d7c2960-20f1-43a9-b353-abcb8eec574b" providerId="ADAL" clId="{F73A7BA7-9103-46AD-8CBE-434FF565B33A}" dt="2022-01-26T08:40:24.609" v="135" actId="1076"/>
          <ac:spMkLst>
            <pc:docMk/>
            <pc:sldMk cId="2193338718" sldId="300"/>
            <ac:spMk id="105" creationId="{BFDD6873-C5A1-45EA-A48C-AF6FF7DA7985}"/>
          </ac:spMkLst>
        </pc:spChg>
        <pc:spChg chg="mod">
          <ac:chgData name="王月" userId="9d7c2960-20f1-43a9-b353-abcb8eec574b" providerId="ADAL" clId="{F73A7BA7-9103-46AD-8CBE-434FF565B33A}" dt="2022-01-26T08:40:24.609" v="135" actId="1076"/>
          <ac:spMkLst>
            <pc:docMk/>
            <pc:sldMk cId="2193338718" sldId="300"/>
            <ac:spMk id="106" creationId="{AB97843F-1EE7-4862-A5E2-505706CDBA18}"/>
          </ac:spMkLst>
        </pc:spChg>
        <pc:spChg chg="mod">
          <ac:chgData name="王月" userId="9d7c2960-20f1-43a9-b353-abcb8eec574b" providerId="ADAL" clId="{F73A7BA7-9103-46AD-8CBE-434FF565B33A}" dt="2022-01-26T08:40:24.609" v="135" actId="1076"/>
          <ac:spMkLst>
            <pc:docMk/>
            <pc:sldMk cId="2193338718" sldId="300"/>
            <ac:spMk id="107" creationId="{5B39A151-7BDF-4812-9237-66B496ED2238}"/>
          </ac:spMkLst>
        </pc:spChg>
        <pc:spChg chg="mod">
          <ac:chgData name="王月" userId="9d7c2960-20f1-43a9-b353-abcb8eec574b" providerId="ADAL" clId="{F73A7BA7-9103-46AD-8CBE-434FF565B33A}" dt="2022-01-26T08:40:24.609" v="135" actId="1076"/>
          <ac:spMkLst>
            <pc:docMk/>
            <pc:sldMk cId="2193338718" sldId="300"/>
            <ac:spMk id="115" creationId="{7F7992E1-E2A1-49A3-93CD-87CF72091AD0}"/>
          </ac:spMkLst>
        </pc:spChg>
        <pc:spChg chg="mod">
          <ac:chgData name="王月" userId="9d7c2960-20f1-43a9-b353-abcb8eec574b" providerId="ADAL" clId="{F73A7BA7-9103-46AD-8CBE-434FF565B33A}" dt="2022-01-26T08:40:24.609" v="135" actId="1076"/>
          <ac:spMkLst>
            <pc:docMk/>
            <pc:sldMk cId="2193338718" sldId="300"/>
            <ac:spMk id="124" creationId="{731217B6-8308-4D1E-ABAC-2CDB47F86CB9}"/>
          </ac:spMkLst>
        </pc:spChg>
        <pc:spChg chg="mod">
          <ac:chgData name="王月" userId="9d7c2960-20f1-43a9-b353-abcb8eec574b" providerId="ADAL" clId="{F73A7BA7-9103-46AD-8CBE-434FF565B33A}" dt="2022-01-26T08:40:24.609" v="135" actId="1076"/>
          <ac:spMkLst>
            <pc:docMk/>
            <pc:sldMk cId="2193338718" sldId="300"/>
            <ac:spMk id="128" creationId="{1C468733-FDB5-4503-9C80-95FAA197D491}"/>
          </ac:spMkLst>
        </pc:spChg>
        <pc:spChg chg="mod">
          <ac:chgData name="王月" userId="9d7c2960-20f1-43a9-b353-abcb8eec574b" providerId="ADAL" clId="{F73A7BA7-9103-46AD-8CBE-434FF565B33A}" dt="2022-01-26T08:40:24.609" v="135" actId="1076"/>
          <ac:spMkLst>
            <pc:docMk/>
            <pc:sldMk cId="2193338718" sldId="300"/>
            <ac:spMk id="130" creationId="{355FF5BB-CA5B-427D-B1DE-AF1368BC9F38}"/>
          </ac:spMkLst>
        </pc:spChg>
        <pc:spChg chg="mod">
          <ac:chgData name="王月" userId="9d7c2960-20f1-43a9-b353-abcb8eec574b" providerId="ADAL" clId="{F73A7BA7-9103-46AD-8CBE-434FF565B33A}" dt="2022-01-26T08:40:24.609" v="135" actId="1076"/>
          <ac:spMkLst>
            <pc:docMk/>
            <pc:sldMk cId="2193338718" sldId="300"/>
            <ac:spMk id="133" creationId="{46F77B71-6610-42A9-8E0B-F992971CD956}"/>
          </ac:spMkLst>
        </pc:spChg>
        <pc:spChg chg="mod">
          <ac:chgData name="王月" userId="9d7c2960-20f1-43a9-b353-abcb8eec574b" providerId="ADAL" clId="{F73A7BA7-9103-46AD-8CBE-434FF565B33A}" dt="2022-01-26T08:40:24.609" v="135" actId="1076"/>
          <ac:spMkLst>
            <pc:docMk/>
            <pc:sldMk cId="2193338718" sldId="300"/>
            <ac:spMk id="137" creationId="{C7490265-A8C4-4B07-9BC5-2AA03CF4BE55}"/>
          </ac:spMkLst>
        </pc:spChg>
        <pc:grpChg chg="mod">
          <ac:chgData name="王月" userId="9d7c2960-20f1-43a9-b353-abcb8eec574b" providerId="ADAL" clId="{F73A7BA7-9103-46AD-8CBE-434FF565B33A}" dt="2022-01-26T08:40:24.609" v="135" actId="1076"/>
          <ac:grpSpMkLst>
            <pc:docMk/>
            <pc:sldMk cId="2193338718" sldId="300"/>
            <ac:grpSpMk id="142" creationId="{301B2175-CA95-44A1-8289-3C5146CE41FD}"/>
          </ac:grpSpMkLst>
        </pc:grpChg>
        <pc:grpChg chg="mod">
          <ac:chgData name="王月" userId="9d7c2960-20f1-43a9-b353-abcb8eec574b" providerId="ADAL" clId="{F73A7BA7-9103-46AD-8CBE-434FF565B33A}" dt="2022-01-26T08:40:24.609" v="135" actId="1076"/>
          <ac:grpSpMkLst>
            <pc:docMk/>
            <pc:sldMk cId="2193338718" sldId="300"/>
            <ac:grpSpMk id="143" creationId="{95ACA6EB-947E-4E21-BEFD-670C83DB52FE}"/>
          </ac:grpSpMkLst>
        </pc:grpChg>
        <pc:cxnChg chg="mod">
          <ac:chgData name="王月" userId="9d7c2960-20f1-43a9-b353-abcb8eec574b" providerId="ADAL" clId="{F73A7BA7-9103-46AD-8CBE-434FF565B33A}" dt="2022-01-26T08:40:24.609" v="135" actId="1076"/>
          <ac:cxnSpMkLst>
            <pc:docMk/>
            <pc:sldMk cId="2193338718" sldId="300"/>
            <ac:cxnSpMk id="71" creationId="{E0576483-2A7B-4821-AEE7-A92B03F6C9A3}"/>
          </ac:cxnSpMkLst>
        </pc:cxnChg>
        <pc:cxnChg chg="mod">
          <ac:chgData name="王月" userId="9d7c2960-20f1-43a9-b353-abcb8eec574b" providerId="ADAL" clId="{F73A7BA7-9103-46AD-8CBE-434FF565B33A}" dt="2022-01-26T08:40:24.609" v="135" actId="1076"/>
          <ac:cxnSpMkLst>
            <pc:docMk/>
            <pc:sldMk cId="2193338718" sldId="300"/>
            <ac:cxnSpMk id="80" creationId="{96C97F63-E006-4D56-8F2B-4F7E51A54228}"/>
          </ac:cxnSpMkLst>
        </pc:cxnChg>
        <pc:cxnChg chg="mod">
          <ac:chgData name="王月" userId="9d7c2960-20f1-43a9-b353-abcb8eec574b" providerId="ADAL" clId="{F73A7BA7-9103-46AD-8CBE-434FF565B33A}" dt="2022-01-26T08:40:24.609" v="135" actId="1076"/>
          <ac:cxnSpMkLst>
            <pc:docMk/>
            <pc:sldMk cId="2193338718" sldId="300"/>
            <ac:cxnSpMk id="81" creationId="{9E418336-AEBD-4F2A-A1B1-978D342AFE83}"/>
          </ac:cxnSpMkLst>
        </pc:cxnChg>
        <pc:cxnChg chg="mod">
          <ac:chgData name="王月" userId="9d7c2960-20f1-43a9-b353-abcb8eec574b" providerId="ADAL" clId="{F73A7BA7-9103-46AD-8CBE-434FF565B33A}" dt="2022-01-26T08:40:24.609" v="135" actId="1076"/>
          <ac:cxnSpMkLst>
            <pc:docMk/>
            <pc:sldMk cId="2193338718" sldId="300"/>
            <ac:cxnSpMk id="82" creationId="{479C0F2C-8ED6-4F64-B6BC-ED57D6E32D23}"/>
          </ac:cxnSpMkLst>
        </pc:cxnChg>
        <pc:cxnChg chg="mod">
          <ac:chgData name="王月" userId="9d7c2960-20f1-43a9-b353-abcb8eec574b" providerId="ADAL" clId="{F73A7BA7-9103-46AD-8CBE-434FF565B33A}" dt="2022-01-26T08:40:24.609" v="135" actId="1076"/>
          <ac:cxnSpMkLst>
            <pc:docMk/>
            <pc:sldMk cId="2193338718" sldId="300"/>
            <ac:cxnSpMk id="83" creationId="{FDC23C06-8920-4C0E-9F57-908B1BD59119}"/>
          </ac:cxnSpMkLst>
        </pc:cxnChg>
        <pc:cxnChg chg="mod">
          <ac:chgData name="王月" userId="9d7c2960-20f1-43a9-b353-abcb8eec574b" providerId="ADAL" clId="{F73A7BA7-9103-46AD-8CBE-434FF565B33A}" dt="2022-01-26T08:40:24.609" v="135" actId="1076"/>
          <ac:cxnSpMkLst>
            <pc:docMk/>
            <pc:sldMk cId="2193338718" sldId="300"/>
            <ac:cxnSpMk id="87" creationId="{19E120FA-E439-40F6-8446-CF6BFAC8B852}"/>
          </ac:cxnSpMkLst>
        </pc:cxnChg>
        <pc:cxnChg chg="mod">
          <ac:chgData name="王月" userId="9d7c2960-20f1-43a9-b353-abcb8eec574b" providerId="ADAL" clId="{F73A7BA7-9103-46AD-8CBE-434FF565B33A}" dt="2022-01-26T08:40:24.609" v="135" actId="1076"/>
          <ac:cxnSpMkLst>
            <pc:docMk/>
            <pc:sldMk cId="2193338718" sldId="300"/>
            <ac:cxnSpMk id="90" creationId="{7573961B-334C-4527-B59B-60E64B130987}"/>
          </ac:cxnSpMkLst>
        </pc:cxnChg>
        <pc:cxnChg chg="mod">
          <ac:chgData name="王月" userId="9d7c2960-20f1-43a9-b353-abcb8eec574b" providerId="ADAL" clId="{F73A7BA7-9103-46AD-8CBE-434FF565B33A}" dt="2022-01-26T08:40:24.609" v="135" actId="1076"/>
          <ac:cxnSpMkLst>
            <pc:docMk/>
            <pc:sldMk cId="2193338718" sldId="300"/>
            <ac:cxnSpMk id="92" creationId="{E9208C8F-51A3-43FF-AFFF-C3B4A326854A}"/>
          </ac:cxnSpMkLst>
        </pc:cxnChg>
        <pc:cxnChg chg="mod">
          <ac:chgData name="王月" userId="9d7c2960-20f1-43a9-b353-abcb8eec574b" providerId="ADAL" clId="{F73A7BA7-9103-46AD-8CBE-434FF565B33A}" dt="2022-01-26T08:40:24.609" v="135" actId="1076"/>
          <ac:cxnSpMkLst>
            <pc:docMk/>
            <pc:sldMk cId="2193338718" sldId="300"/>
            <ac:cxnSpMk id="109" creationId="{B609C263-033D-4DC4-BD96-53A3D07E6C76}"/>
          </ac:cxnSpMkLst>
        </pc:cxnChg>
        <pc:cxnChg chg="mod">
          <ac:chgData name="王月" userId="9d7c2960-20f1-43a9-b353-abcb8eec574b" providerId="ADAL" clId="{F73A7BA7-9103-46AD-8CBE-434FF565B33A}" dt="2022-01-26T08:40:24.609" v="135" actId="1076"/>
          <ac:cxnSpMkLst>
            <pc:docMk/>
            <pc:sldMk cId="2193338718" sldId="300"/>
            <ac:cxnSpMk id="110" creationId="{F4E34B97-308C-42C5-B0D6-CD12A8C7855E}"/>
          </ac:cxnSpMkLst>
        </pc:cxnChg>
        <pc:cxnChg chg="mod">
          <ac:chgData name="王月" userId="9d7c2960-20f1-43a9-b353-abcb8eec574b" providerId="ADAL" clId="{F73A7BA7-9103-46AD-8CBE-434FF565B33A}" dt="2022-01-26T08:40:24.609" v="135" actId="1076"/>
          <ac:cxnSpMkLst>
            <pc:docMk/>
            <pc:sldMk cId="2193338718" sldId="300"/>
            <ac:cxnSpMk id="111" creationId="{CFE47E50-9363-44FC-B5C7-41B2A2E98CC3}"/>
          </ac:cxnSpMkLst>
        </pc:cxnChg>
        <pc:cxnChg chg="mod">
          <ac:chgData name="王月" userId="9d7c2960-20f1-43a9-b353-abcb8eec574b" providerId="ADAL" clId="{F73A7BA7-9103-46AD-8CBE-434FF565B33A}" dt="2022-01-26T08:40:24.609" v="135" actId="1076"/>
          <ac:cxnSpMkLst>
            <pc:docMk/>
            <pc:sldMk cId="2193338718" sldId="300"/>
            <ac:cxnSpMk id="112" creationId="{992818B4-D884-4D72-B4B2-F01383C3B638}"/>
          </ac:cxnSpMkLst>
        </pc:cxnChg>
        <pc:cxnChg chg="mod">
          <ac:chgData name="王月" userId="9d7c2960-20f1-43a9-b353-abcb8eec574b" providerId="ADAL" clId="{F73A7BA7-9103-46AD-8CBE-434FF565B33A}" dt="2022-01-26T08:40:24.609" v="135" actId="1076"/>
          <ac:cxnSpMkLst>
            <pc:docMk/>
            <pc:sldMk cId="2193338718" sldId="300"/>
            <ac:cxnSpMk id="114" creationId="{8358A10C-8481-45CA-BFF0-A8FDD95D6F27}"/>
          </ac:cxnSpMkLst>
        </pc:cxnChg>
        <pc:cxnChg chg="mod">
          <ac:chgData name="王月" userId="9d7c2960-20f1-43a9-b353-abcb8eec574b" providerId="ADAL" clId="{F73A7BA7-9103-46AD-8CBE-434FF565B33A}" dt="2022-01-26T08:40:24.609" v="135" actId="1076"/>
          <ac:cxnSpMkLst>
            <pc:docMk/>
            <pc:sldMk cId="2193338718" sldId="300"/>
            <ac:cxnSpMk id="116" creationId="{3B352E6E-840B-48D0-81FF-54E14332E3C8}"/>
          </ac:cxnSpMkLst>
        </pc:cxnChg>
        <pc:cxnChg chg="mod">
          <ac:chgData name="王月" userId="9d7c2960-20f1-43a9-b353-abcb8eec574b" providerId="ADAL" clId="{F73A7BA7-9103-46AD-8CBE-434FF565B33A}" dt="2022-01-26T08:40:24.609" v="135" actId="1076"/>
          <ac:cxnSpMkLst>
            <pc:docMk/>
            <pc:sldMk cId="2193338718" sldId="300"/>
            <ac:cxnSpMk id="117" creationId="{6DE57C18-10BB-444F-8174-BA151E134A01}"/>
          </ac:cxnSpMkLst>
        </pc:cxnChg>
        <pc:cxnChg chg="mod">
          <ac:chgData name="王月" userId="9d7c2960-20f1-43a9-b353-abcb8eec574b" providerId="ADAL" clId="{F73A7BA7-9103-46AD-8CBE-434FF565B33A}" dt="2022-01-26T08:40:24.609" v="135" actId="1076"/>
          <ac:cxnSpMkLst>
            <pc:docMk/>
            <pc:sldMk cId="2193338718" sldId="300"/>
            <ac:cxnSpMk id="119" creationId="{4676736C-B7F6-435D-9BB3-F7B375795ACB}"/>
          </ac:cxnSpMkLst>
        </pc:cxnChg>
        <pc:cxnChg chg="mod">
          <ac:chgData name="王月" userId="9d7c2960-20f1-43a9-b353-abcb8eec574b" providerId="ADAL" clId="{F73A7BA7-9103-46AD-8CBE-434FF565B33A}" dt="2022-01-26T08:40:24.609" v="135" actId="1076"/>
          <ac:cxnSpMkLst>
            <pc:docMk/>
            <pc:sldMk cId="2193338718" sldId="300"/>
            <ac:cxnSpMk id="123" creationId="{F88AF12A-2339-4F2B-8DAC-9F5DC0601EBA}"/>
          </ac:cxnSpMkLst>
        </pc:cxnChg>
        <pc:cxnChg chg="mod">
          <ac:chgData name="王月" userId="9d7c2960-20f1-43a9-b353-abcb8eec574b" providerId="ADAL" clId="{F73A7BA7-9103-46AD-8CBE-434FF565B33A}" dt="2022-01-26T08:40:24.609" v="135" actId="1076"/>
          <ac:cxnSpMkLst>
            <pc:docMk/>
            <pc:sldMk cId="2193338718" sldId="300"/>
            <ac:cxnSpMk id="126" creationId="{68D27AD4-6D41-4A6C-B747-F6A9D627DE3C}"/>
          </ac:cxnSpMkLst>
        </pc:cxnChg>
        <pc:cxnChg chg="mod">
          <ac:chgData name="王月" userId="9d7c2960-20f1-43a9-b353-abcb8eec574b" providerId="ADAL" clId="{F73A7BA7-9103-46AD-8CBE-434FF565B33A}" dt="2022-01-26T08:40:24.609" v="135" actId="1076"/>
          <ac:cxnSpMkLst>
            <pc:docMk/>
            <pc:sldMk cId="2193338718" sldId="300"/>
            <ac:cxnSpMk id="127" creationId="{355CD5A1-2814-4FD3-A7CE-D27FF9619A19}"/>
          </ac:cxnSpMkLst>
        </pc:cxnChg>
        <pc:cxnChg chg="mod">
          <ac:chgData name="王月" userId="9d7c2960-20f1-43a9-b353-abcb8eec574b" providerId="ADAL" clId="{F73A7BA7-9103-46AD-8CBE-434FF565B33A}" dt="2022-01-26T08:40:24.609" v="135" actId="1076"/>
          <ac:cxnSpMkLst>
            <pc:docMk/>
            <pc:sldMk cId="2193338718" sldId="300"/>
            <ac:cxnSpMk id="132" creationId="{CFD8E0C7-E810-4FE6-9F8E-B28693DF189E}"/>
          </ac:cxnSpMkLst>
        </pc:cxnChg>
        <pc:cxnChg chg="mod">
          <ac:chgData name="王月" userId="9d7c2960-20f1-43a9-b353-abcb8eec574b" providerId="ADAL" clId="{F73A7BA7-9103-46AD-8CBE-434FF565B33A}" dt="2022-01-26T08:40:24.609" v="135" actId="1076"/>
          <ac:cxnSpMkLst>
            <pc:docMk/>
            <pc:sldMk cId="2193338718" sldId="300"/>
            <ac:cxnSpMk id="134" creationId="{F99FEBD1-FD1C-4C30-8B46-453AFA5BB5FC}"/>
          </ac:cxnSpMkLst>
        </pc:cxnChg>
      </pc:sldChg>
      <pc:sldChg chg="addSp delSp modSp mod">
        <pc:chgData name="王月" userId="9d7c2960-20f1-43a9-b353-abcb8eec574b" providerId="ADAL" clId="{F73A7BA7-9103-46AD-8CBE-434FF565B33A}" dt="2022-01-26T08:40:33.677" v="137" actId="1076"/>
        <pc:sldMkLst>
          <pc:docMk/>
          <pc:sldMk cId="2110923522" sldId="301"/>
        </pc:sldMkLst>
        <pc:spChg chg="add del mod">
          <ac:chgData name="王月" userId="9d7c2960-20f1-43a9-b353-abcb8eec574b" providerId="ADAL" clId="{F73A7BA7-9103-46AD-8CBE-434FF565B33A}" dt="2022-01-26T08:39:48.135" v="132"/>
          <ac:spMkLst>
            <pc:docMk/>
            <pc:sldMk cId="2110923522" sldId="301"/>
            <ac:spMk id="49" creationId="{6B09B38F-A6E1-47BF-B1FE-31ED345143BF}"/>
          </ac:spMkLst>
        </pc:spChg>
        <pc:spChg chg="mod">
          <ac:chgData name="王月" userId="9d7c2960-20f1-43a9-b353-abcb8eec574b" providerId="ADAL" clId="{F73A7BA7-9103-46AD-8CBE-434FF565B33A}" dt="2022-01-26T08:40:33.677" v="137" actId="1076"/>
          <ac:spMkLst>
            <pc:docMk/>
            <pc:sldMk cId="2110923522" sldId="301"/>
            <ac:spMk id="51" creationId="{78969C98-11FE-449C-A3E1-E79893E65C98}"/>
          </ac:spMkLst>
        </pc:spChg>
        <pc:spChg chg="mod">
          <ac:chgData name="王月" userId="9d7c2960-20f1-43a9-b353-abcb8eec574b" providerId="ADAL" clId="{F73A7BA7-9103-46AD-8CBE-434FF565B33A}" dt="2022-01-26T08:40:33.677" v="137" actId="1076"/>
          <ac:spMkLst>
            <pc:docMk/>
            <pc:sldMk cId="2110923522" sldId="301"/>
            <ac:spMk id="53" creationId="{EA4D96B6-04D3-4A21-B45F-1D3319C92190}"/>
          </ac:spMkLst>
        </pc:spChg>
        <pc:spChg chg="mod">
          <ac:chgData name="王月" userId="9d7c2960-20f1-43a9-b353-abcb8eec574b" providerId="ADAL" clId="{F73A7BA7-9103-46AD-8CBE-434FF565B33A}" dt="2022-01-26T08:40:33.677" v="137" actId="1076"/>
          <ac:spMkLst>
            <pc:docMk/>
            <pc:sldMk cId="2110923522" sldId="301"/>
            <ac:spMk id="54" creationId="{25FD9017-67F8-4290-A168-2CB68C008ABC}"/>
          </ac:spMkLst>
        </pc:spChg>
        <pc:spChg chg="mod">
          <ac:chgData name="王月" userId="9d7c2960-20f1-43a9-b353-abcb8eec574b" providerId="ADAL" clId="{F73A7BA7-9103-46AD-8CBE-434FF565B33A}" dt="2022-01-26T08:40:33.677" v="137" actId="1076"/>
          <ac:spMkLst>
            <pc:docMk/>
            <pc:sldMk cId="2110923522" sldId="301"/>
            <ac:spMk id="55" creationId="{7885B0FD-18FC-4EFE-BCC2-050DE760B313}"/>
          </ac:spMkLst>
        </pc:spChg>
        <pc:spChg chg="mod">
          <ac:chgData name="王月" userId="9d7c2960-20f1-43a9-b353-abcb8eec574b" providerId="ADAL" clId="{F73A7BA7-9103-46AD-8CBE-434FF565B33A}" dt="2022-01-26T08:40:33.677" v="137" actId="1076"/>
          <ac:spMkLst>
            <pc:docMk/>
            <pc:sldMk cId="2110923522" sldId="301"/>
            <ac:spMk id="78" creationId="{B5E2CF4E-6DEF-4224-A201-E61A896E4182}"/>
          </ac:spMkLst>
        </pc:spChg>
        <pc:spChg chg="mod">
          <ac:chgData name="王月" userId="9d7c2960-20f1-43a9-b353-abcb8eec574b" providerId="ADAL" clId="{F73A7BA7-9103-46AD-8CBE-434FF565B33A}" dt="2022-01-26T08:40:33.677" v="137" actId="1076"/>
          <ac:spMkLst>
            <pc:docMk/>
            <pc:sldMk cId="2110923522" sldId="301"/>
            <ac:spMk id="79" creationId="{E9D27CA2-3EFE-4E27-A8A3-AF88DC8050AC}"/>
          </ac:spMkLst>
        </pc:spChg>
        <pc:spChg chg="mod">
          <ac:chgData name="王月" userId="9d7c2960-20f1-43a9-b353-abcb8eec574b" providerId="ADAL" clId="{F73A7BA7-9103-46AD-8CBE-434FF565B33A}" dt="2022-01-26T08:40:33.677" v="137" actId="1076"/>
          <ac:spMkLst>
            <pc:docMk/>
            <pc:sldMk cId="2110923522" sldId="301"/>
            <ac:spMk id="89" creationId="{7270BAD6-721E-4A3E-AD1B-A42C191FC6A9}"/>
          </ac:spMkLst>
        </pc:spChg>
        <pc:spChg chg="mod">
          <ac:chgData name="王月" userId="9d7c2960-20f1-43a9-b353-abcb8eec574b" providerId="ADAL" clId="{F73A7BA7-9103-46AD-8CBE-434FF565B33A}" dt="2022-01-26T08:40:33.677" v="137" actId="1076"/>
          <ac:spMkLst>
            <pc:docMk/>
            <pc:sldMk cId="2110923522" sldId="301"/>
            <ac:spMk id="91" creationId="{1CCDE010-CA90-4DFB-AAC5-118BC52DD98F}"/>
          </ac:spMkLst>
        </pc:spChg>
        <pc:spChg chg="mod">
          <ac:chgData name="王月" userId="9d7c2960-20f1-43a9-b353-abcb8eec574b" providerId="ADAL" clId="{F73A7BA7-9103-46AD-8CBE-434FF565B33A}" dt="2022-01-26T08:40:33.677" v="137" actId="1076"/>
          <ac:spMkLst>
            <pc:docMk/>
            <pc:sldMk cId="2110923522" sldId="301"/>
            <ac:spMk id="93" creationId="{A6F82E40-BB79-4B59-9FAD-2CEBF7C0D8BA}"/>
          </ac:spMkLst>
        </pc:spChg>
        <pc:spChg chg="mod">
          <ac:chgData name="王月" userId="9d7c2960-20f1-43a9-b353-abcb8eec574b" providerId="ADAL" clId="{F73A7BA7-9103-46AD-8CBE-434FF565B33A}" dt="2022-01-26T08:40:33.677" v="137" actId="1076"/>
          <ac:spMkLst>
            <pc:docMk/>
            <pc:sldMk cId="2110923522" sldId="301"/>
            <ac:spMk id="96" creationId="{57E1B1EE-749A-4171-925B-C9A2808D85A2}"/>
          </ac:spMkLst>
        </pc:spChg>
        <pc:spChg chg="mod">
          <ac:chgData name="王月" userId="9d7c2960-20f1-43a9-b353-abcb8eec574b" providerId="ADAL" clId="{F73A7BA7-9103-46AD-8CBE-434FF565B33A}" dt="2022-01-26T08:40:33.677" v="137" actId="1076"/>
          <ac:spMkLst>
            <pc:docMk/>
            <pc:sldMk cId="2110923522" sldId="301"/>
            <ac:spMk id="105" creationId="{BFDD6873-C5A1-45EA-A48C-AF6FF7DA7985}"/>
          </ac:spMkLst>
        </pc:spChg>
        <pc:spChg chg="mod">
          <ac:chgData name="王月" userId="9d7c2960-20f1-43a9-b353-abcb8eec574b" providerId="ADAL" clId="{F73A7BA7-9103-46AD-8CBE-434FF565B33A}" dt="2022-01-26T08:40:33.677" v="137" actId="1076"/>
          <ac:spMkLst>
            <pc:docMk/>
            <pc:sldMk cId="2110923522" sldId="301"/>
            <ac:spMk id="106" creationId="{AB97843F-1EE7-4862-A5E2-505706CDBA18}"/>
          </ac:spMkLst>
        </pc:spChg>
        <pc:spChg chg="mod">
          <ac:chgData name="王月" userId="9d7c2960-20f1-43a9-b353-abcb8eec574b" providerId="ADAL" clId="{F73A7BA7-9103-46AD-8CBE-434FF565B33A}" dt="2022-01-26T08:40:33.677" v="137" actId="1076"/>
          <ac:spMkLst>
            <pc:docMk/>
            <pc:sldMk cId="2110923522" sldId="301"/>
            <ac:spMk id="107" creationId="{5B39A151-7BDF-4812-9237-66B496ED2238}"/>
          </ac:spMkLst>
        </pc:spChg>
        <pc:spChg chg="mod">
          <ac:chgData name="王月" userId="9d7c2960-20f1-43a9-b353-abcb8eec574b" providerId="ADAL" clId="{F73A7BA7-9103-46AD-8CBE-434FF565B33A}" dt="2022-01-26T08:40:33.677" v="137" actId="1076"/>
          <ac:spMkLst>
            <pc:docMk/>
            <pc:sldMk cId="2110923522" sldId="301"/>
            <ac:spMk id="115" creationId="{7F7992E1-E2A1-49A3-93CD-87CF72091AD0}"/>
          </ac:spMkLst>
        </pc:spChg>
        <pc:spChg chg="mod">
          <ac:chgData name="王月" userId="9d7c2960-20f1-43a9-b353-abcb8eec574b" providerId="ADAL" clId="{F73A7BA7-9103-46AD-8CBE-434FF565B33A}" dt="2022-01-26T08:40:33.677" v="137" actId="1076"/>
          <ac:spMkLst>
            <pc:docMk/>
            <pc:sldMk cId="2110923522" sldId="301"/>
            <ac:spMk id="124" creationId="{731217B6-8308-4D1E-ABAC-2CDB47F86CB9}"/>
          </ac:spMkLst>
        </pc:spChg>
        <pc:spChg chg="mod">
          <ac:chgData name="王月" userId="9d7c2960-20f1-43a9-b353-abcb8eec574b" providerId="ADAL" clId="{F73A7BA7-9103-46AD-8CBE-434FF565B33A}" dt="2022-01-26T08:40:33.677" v="137" actId="1076"/>
          <ac:spMkLst>
            <pc:docMk/>
            <pc:sldMk cId="2110923522" sldId="301"/>
            <ac:spMk id="128" creationId="{1C468733-FDB5-4503-9C80-95FAA197D491}"/>
          </ac:spMkLst>
        </pc:spChg>
        <pc:spChg chg="mod">
          <ac:chgData name="王月" userId="9d7c2960-20f1-43a9-b353-abcb8eec574b" providerId="ADAL" clId="{F73A7BA7-9103-46AD-8CBE-434FF565B33A}" dt="2022-01-26T08:40:33.677" v="137" actId="1076"/>
          <ac:spMkLst>
            <pc:docMk/>
            <pc:sldMk cId="2110923522" sldId="301"/>
            <ac:spMk id="130" creationId="{355FF5BB-CA5B-427D-B1DE-AF1368BC9F38}"/>
          </ac:spMkLst>
        </pc:spChg>
        <pc:spChg chg="mod">
          <ac:chgData name="王月" userId="9d7c2960-20f1-43a9-b353-abcb8eec574b" providerId="ADAL" clId="{F73A7BA7-9103-46AD-8CBE-434FF565B33A}" dt="2022-01-26T08:40:33.677" v="137" actId="1076"/>
          <ac:spMkLst>
            <pc:docMk/>
            <pc:sldMk cId="2110923522" sldId="301"/>
            <ac:spMk id="133" creationId="{46F77B71-6610-42A9-8E0B-F992971CD956}"/>
          </ac:spMkLst>
        </pc:spChg>
        <pc:spChg chg="mod">
          <ac:chgData name="王月" userId="9d7c2960-20f1-43a9-b353-abcb8eec574b" providerId="ADAL" clId="{F73A7BA7-9103-46AD-8CBE-434FF565B33A}" dt="2022-01-26T08:40:33.677" v="137" actId="1076"/>
          <ac:spMkLst>
            <pc:docMk/>
            <pc:sldMk cId="2110923522" sldId="301"/>
            <ac:spMk id="137" creationId="{C7490265-A8C4-4B07-9BC5-2AA03CF4BE55}"/>
          </ac:spMkLst>
        </pc:spChg>
        <pc:grpChg chg="mod">
          <ac:chgData name="王月" userId="9d7c2960-20f1-43a9-b353-abcb8eec574b" providerId="ADAL" clId="{F73A7BA7-9103-46AD-8CBE-434FF565B33A}" dt="2022-01-26T08:40:33.677" v="137" actId="1076"/>
          <ac:grpSpMkLst>
            <pc:docMk/>
            <pc:sldMk cId="2110923522" sldId="301"/>
            <ac:grpSpMk id="142" creationId="{301B2175-CA95-44A1-8289-3C5146CE41FD}"/>
          </ac:grpSpMkLst>
        </pc:grpChg>
        <pc:grpChg chg="mod">
          <ac:chgData name="王月" userId="9d7c2960-20f1-43a9-b353-abcb8eec574b" providerId="ADAL" clId="{F73A7BA7-9103-46AD-8CBE-434FF565B33A}" dt="2022-01-26T08:40:33.677" v="137" actId="1076"/>
          <ac:grpSpMkLst>
            <pc:docMk/>
            <pc:sldMk cId="2110923522" sldId="301"/>
            <ac:grpSpMk id="143" creationId="{95ACA6EB-947E-4E21-BEFD-670C83DB52FE}"/>
          </ac:grpSpMkLst>
        </pc:grpChg>
        <pc:cxnChg chg="mod">
          <ac:chgData name="王月" userId="9d7c2960-20f1-43a9-b353-abcb8eec574b" providerId="ADAL" clId="{F73A7BA7-9103-46AD-8CBE-434FF565B33A}" dt="2022-01-26T08:40:33.677" v="137" actId="1076"/>
          <ac:cxnSpMkLst>
            <pc:docMk/>
            <pc:sldMk cId="2110923522" sldId="301"/>
            <ac:cxnSpMk id="71" creationId="{E0576483-2A7B-4821-AEE7-A92B03F6C9A3}"/>
          </ac:cxnSpMkLst>
        </pc:cxnChg>
        <pc:cxnChg chg="mod">
          <ac:chgData name="王月" userId="9d7c2960-20f1-43a9-b353-abcb8eec574b" providerId="ADAL" clId="{F73A7BA7-9103-46AD-8CBE-434FF565B33A}" dt="2022-01-26T08:40:33.677" v="137" actId="1076"/>
          <ac:cxnSpMkLst>
            <pc:docMk/>
            <pc:sldMk cId="2110923522" sldId="301"/>
            <ac:cxnSpMk id="80" creationId="{96C97F63-E006-4D56-8F2B-4F7E51A54228}"/>
          </ac:cxnSpMkLst>
        </pc:cxnChg>
        <pc:cxnChg chg="mod">
          <ac:chgData name="王月" userId="9d7c2960-20f1-43a9-b353-abcb8eec574b" providerId="ADAL" clId="{F73A7BA7-9103-46AD-8CBE-434FF565B33A}" dt="2022-01-26T08:40:33.677" v="137" actId="1076"/>
          <ac:cxnSpMkLst>
            <pc:docMk/>
            <pc:sldMk cId="2110923522" sldId="301"/>
            <ac:cxnSpMk id="81" creationId="{9E418336-AEBD-4F2A-A1B1-978D342AFE83}"/>
          </ac:cxnSpMkLst>
        </pc:cxnChg>
        <pc:cxnChg chg="mod">
          <ac:chgData name="王月" userId="9d7c2960-20f1-43a9-b353-abcb8eec574b" providerId="ADAL" clId="{F73A7BA7-9103-46AD-8CBE-434FF565B33A}" dt="2022-01-26T08:40:33.677" v="137" actId="1076"/>
          <ac:cxnSpMkLst>
            <pc:docMk/>
            <pc:sldMk cId="2110923522" sldId="301"/>
            <ac:cxnSpMk id="82" creationId="{479C0F2C-8ED6-4F64-B6BC-ED57D6E32D23}"/>
          </ac:cxnSpMkLst>
        </pc:cxnChg>
        <pc:cxnChg chg="mod">
          <ac:chgData name="王月" userId="9d7c2960-20f1-43a9-b353-abcb8eec574b" providerId="ADAL" clId="{F73A7BA7-9103-46AD-8CBE-434FF565B33A}" dt="2022-01-26T08:40:33.677" v="137" actId="1076"/>
          <ac:cxnSpMkLst>
            <pc:docMk/>
            <pc:sldMk cId="2110923522" sldId="301"/>
            <ac:cxnSpMk id="83" creationId="{FDC23C06-8920-4C0E-9F57-908B1BD59119}"/>
          </ac:cxnSpMkLst>
        </pc:cxnChg>
        <pc:cxnChg chg="mod">
          <ac:chgData name="王月" userId="9d7c2960-20f1-43a9-b353-abcb8eec574b" providerId="ADAL" clId="{F73A7BA7-9103-46AD-8CBE-434FF565B33A}" dt="2022-01-26T08:40:33.677" v="137" actId="1076"/>
          <ac:cxnSpMkLst>
            <pc:docMk/>
            <pc:sldMk cId="2110923522" sldId="301"/>
            <ac:cxnSpMk id="87" creationId="{19E120FA-E439-40F6-8446-CF6BFAC8B852}"/>
          </ac:cxnSpMkLst>
        </pc:cxnChg>
        <pc:cxnChg chg="mod">
          <ac:chgData name="王月" userId="9d7c2960-20f1-43a9-b353-abcb8eec574b" providerId="ADAL" clId="{F73A7BA7-9103-46AD-8CBE-434FF565B33A}" dt="2022-01-26T08:40:33.677" v="137" actId="1076"/>
          <ac:cxnSpMkLst>
            <pc:docMk/>
            <pc:sldMk cId="2110923522" sldId="301"/>
            <ac:cxnSpMk id="90" creationId="{7573961B-334C-4527-B59B-60E64B130987}"/>
          </ac:cxnSpMkLst>
        </pc:cxnChg>
        <pc:cxnChg chg="mod">
          <ac:chgData name="王月" userId="9d7c2960-20f1-43a9-b353-abcb8eec574b" providerId="ADAL" clId="{F73A7BA7-9103-46AD-8CBE-434FF565B33A}" dt="2022-01-26T08:40:33.677" v="137" actId="1076"/>
          <ac:cxnSpMkLst>
            <pc:docMk/>
            <pc:sldMk cId="2110923522" sldId="301"/>
            <ac:cxnSpMk id="92" creationId="{E9208C8F-51A3-43FF-AFFF-C3B4A326854A}"/>
          </ac:cxnSpMkLst>
        </pc:cxnChg>
        <pc:cxnChg chg="mod">
          <ac:chgData name="王月" userId="9d7c2960-20f1-43a9-b353-abcb8eec574b" providerId="ADAL" clId="{F73A7BA7-9103-46AD-8CBE-434FF565B33A}" dt="2022-01-26T08:40:33.677" v="137" actId="1076"/>
          <ac:cxnSpMkLst>
            <pc:docMk/>
            <pc:sldMk cId="2110923522" sldId="301"/>
            <ac:cxnSpMk id="109" creationId="{B609C263-033D-4DC4-BD96-53A3D07E6C76}"/>
          </ac:cxnSpMkLst>
        </pc:cxnChg>
        <pc:cxnChg chg="mod">
          <ac:chgData name="王月" userId="9d7c2960-20f1-43a9-b353-abcb8eec574b" providerId="ADAL" clId="{F73A7BA7-9103-46AD-8CBE-434FF565B33A}" dt="2022-01-26T08:40:33.677" v="137" actId="1076"/>
          <ac:cxnSpMkLst>
            <pc:docMk/>
            <pc:sldMk cId="2110923522" sldId="301"/>
            <ac:cxnSpMk id="110" creationId="{F4E34B97-308C-42C5-B0D6-CD12A8C7855E}"/>
          </ac:cxnSpMkLst>
        </pc:cxnChg>
        <pc:cxnChg chg="mod">
          <ac:chgData name="王月" userId="9d7c2960-20f1-43a9-b353-abcb8eec574b" providerId="ADAL" clId="{F73A7BA7-9103-46AD-8CBE-434FF565B33A}" dt="2022-01-26T08:40:33.677" v="137" actId="1076"/>
          <ac:cxnSpMkLst>
            <pc:docMk/>
            <pc:sldMk cId="2110923522" sldId="301"/>
            <ac:cxnSpMk id="111" creationId="{CFE47E50-9363-44FC-B5C7-41B2A2E98CC3}"/>
          </ac:cxnSpMkLst>
        </pc:cxnChg>
        <pc:cxnChg chg="mod">
          <ac:chgData name="王月" userId="9d7c2960-20f1-43a9-b353-abcb8eec574b" providerId="ADAL" clId="{F73A7BA7-9103-46AD-8CBE-434FF565B33A}" dt="2022-01-26T08:40:33.677" v="137" actId="1076"/>
          <ac:cxnSpMkLst>
            <pc:docMk/>
            <pc:sldMk cId="2110923522" sldId="301"/>
            <ac:cxnSpMk id="112" creationId="{992818B4-D884-4D72-B4B2-F01383C3B638}"/>
          </ac:cxnSpMkLst>
        </pc:cxnChg>
        <pc:cxnChg chg="mod">
          <ac:chgData name="王月" userId="9d7c2960-20f1-43a9-b353-abcb8eec574b" providerId="ADAL" clId="{F73A7BA7-9103-46AD-8CBE-434FF565B33A}" dt="2022-01-26T08:40:33.677" v="137" actId="1076"/>
          <ac:cxnSpMkLst>
            <pc:docMk/>
            <pc:sldMk cId="2110923522" sldId="301"/>
            <ac:cxnSpMk id="114" creationId="{8358A10C-8481-45CA-BFF0-A8FDD95D6F27}"/>
          </ac:cxnSpMkLst>
        </pc:cxnChg>
        <pc:cxnChg chg="mod">
          <ac:chgData name="王月" userId="9d7c2960-20f1-43a9-b353-abcb8eec574b" providerId="ADAL" clId="{F73A7BA7-9103-46AD-8CBE-434FF565B33A}" dt="2022-01-26T08:40:33.677" v="137" actId="1076"/>
          <ac:cxnSpMkLst>
            <pc:docMk/>
            <pc:sldMk cId="2110923522" sldId="301"/>
            <ac:cxnSpMk id="116" creationId="{3B352E6E-840B-48D0-81FF-54E14332E3C8}"/>
          </ac:cxnSpMkLst>
        </pc:cxnChg>
        <pc:cxnChg chg="mod">
          <ac:chgData name="王月" userId="9d7c2960-20f1-43a9-b353-abcb8eec574b" providerId="ADAL" clId="{F73A7BA7-9103-46AD-8CBE-434FF565B33A}" dt="2022-01-26T08:40:33.677" v="137" actId="1076"/>
          <ac:cxnSpMkLst>
            <pc:docMk/>
            <pc:sldMk cId="2110923522" sldId="301"/>
            <ac:cxnSpMk id="117" creationId="{6DE57C18-10BB-444F-8174-BA151E134A01}"/>
          </ac:cxnSpMkLst>
        </pc:cxnChg>
        <pc:cxnChg chg="mod">
          <ac:chgData name="王月" userId="9d7c2960-20f1-43a9-b353-abcb8eec574b" providerId="ADAL" clId="{F73A7BA7-9103-46AD-8CBE-434FF565B33A}" dt="2022-01-26T08:40:33.677" v="137" actId="1076"/>
          <ac:cxnSpMkLst>
            <pc:docMk/>
            <pc:sldMk cId="2110923522" sldId="301"/>
            <ac:cxnSpMk id="119" creationId="{4676736C-B7F6-435D-9BB3-F7B375795ACB}"/>
          </ac:cxnSpMkLst>
        </pc:cxnChg>
        <pc:cxnChg chg="mod">
          <ac:chgData name="王月" userId="9d7c2960-20f1-43a9-b353-abcb8eec574b" providerId="ADAL" clId="{F73A7BA7-9103-46AD-8CBE-434FF565B33A}" dt="2022-01-26T08:40:33.677" v="137" actId="1076"/>
          <ac:cxnSpMkLst>
            <pc:docMk/>
            <pc:sldMk cId="2110923522" sldId="301"/>
            <ac:cxnSpMk id="123" creationId="{F88AF12A-2339-4F2B-8DAC-9F5DC0601EBA}"/>
          </ac:cxnSpMkLst>
        </pc:cxnChg>
        <pc:cxnChg chg="mod">
          <ac:chgData name="王月" userId="9d7c2960-20f1-43a9-b353-abcb8eec574b" providerId="ADAL" clId="{F73A7BA7-9103-46AD-8CBE-434FF565B33A}" dt="2022-01-26T08:40:33.677" v="137" actId="1076"/>
          <ac:cxnSpMkLst>
            <pc:docMk/>
            <pc:sldMk cId="2110923522" sldId="301"/>
            <ac:cxnSpMk id="126" creationId="{68D27AD4-6D41-4A6C-B747-F6A9D627DE3C}"/>
          </ac:cxnSpMkLst>
        </pc:cxnChg>
        <pc:cxnChg chg="mod">
          <ac:chgData name="王月" userId="9d7c2960-20f1-43a9-b353-abcb8eec574b" providerId="ADAL" clId="{F73A7BA7-9103-46AD-8CBE-434FF565B33A}" dt="2022-01-26T08:40:33.677" v="137" actId="1076"/>
          <ac:cxnSpMkLst>
            <pc:docMk/>
            <pc:sldMk cId="2110923522" sldId="301"/>
            <ac:cxnSpMk id="127" creationId="{355CD5A1-2814-4FD3-A7CE-D27FF9619A19}"/>
          </ac:cxnSpMkLst>
        </pc:cxnChg>
        <pc:cxnChg chg="mod">
          <ac:chgData name="王月" userId="9d7c2960-20f1-43a9-b353-abcb8eec574b" providerId="ADAL" clId="{F73A7BA7-9103-46AD-8CBE-434FF565B33A}" dt="2022-01-26T08:40:33.677" v="137" actId="1076"/>
          <ac:cxnSpMkLst>
            <pc:docMk/>
            <pc:sldMk cId="2110923522" sldId="301"/>
            <ac:cxnSpMk id="132" creationId="{CFD8E0C7-E810-4FE6-9F8E-B28693DF189E}"/>
          </ac:cxnSpMkLst>
        </pc:cxnChg>
        <pc:cxnChg chg="mod">
          <ac:chgData name="王月" userId="9d7c2960-20f1-43a9-b353-abcb8eec574b" providerId="ADAL" clId="{F73A7BA7-9103-46AD-8CBE-434FF565B33A}" dt="2022-01-26T08:40:33.677" v="137" actId="1076"/>
          <ac:cxnSpMkLst>
            <pc:docMk/>
            <pc:sldMk cId="2110923522" sldId="301"/>
            <ac:cxnSpMk id="134" creationId="{F99FEBD1-FD1C-4C30-8B46-453AFA5BB5FC}"/>
          </ac:cxnSpMkLst>
        </pc:cxnChg>
      </pc:sldChg>
      <pc:sldChg chg="modSp mod">
        <pc:chgData name="王月" userId="9d7c2960-20f1-43a9-b353-abcb8eec574b" providerId="ADAL" clId="{F73A7BA7-9103-46AD-8CBE-434FF565B33A}" dt="2022-01-26T08:40:42.492" v="138" actId="1076"/>
        <pc:sldMkLst>
          <pc:docMk/>
          <pc:sldMk cId="4268925450" sldId="302"/>
        </pc:sldMkLst>
        <pc:spChg chg="mod">
          <ac:chgData name="王月" userId="9d7c2960-20f1-43a9-b353-abcb8eec574b" providerId="ADAL" clId="{F73A7BA7-9103-46AD-8CBE-434FF565B33A}" dt="2022-01-26T08:40:42.492" v="138" actId="1076"/>
          <ac:spMkLst>
            <pc:docMk/>
            <pc:sldMk cId="4268925450" sldId="302"/>
            <ac:spMk id="51" creationId="{78969C98-11FE-449C-A3E1-E79893E65C98}"/>
          </ac:spMkLst>
        </pc:spChg>
        <pc:spChg chg="mod">
          <ac:chgData name="王月" userId="9d7c2960-20f1-43a9-b353-abcb8eec574b" providerId="ADAL" clId="{F73A7BA7-9103-46AD-8CBE-434FF565B33A}" dt="2022-01-26T08:40:42.492" v="138" actId="1076"/>
          <ac:spMkLst>
            <pc:docMk/>
            <pc:sldMk cId="4268925450" sldId="302"/>
            <ac:spMk id="53" creationId="{EA4D96B6-04D3-4A21-B45F-1D3319C92190}"/>
          </ac:spMkLst>
        </pc:spChg>
        <pc:spChg chg="mod">
          <ac:chgData name="王月" userId="9d7c2960-20f1-43a9-b353-abcb8eec574b" providerId="ADAL" clId="{F73A7BA7-9103-46AD-8CBE-434FF565B33A}" dt="2022-01-26T08:40:42.492" v="138" actId="1076"/>
          <ac:spMkLst>
            <pc:docMk/>
            <pc:sldMk cId="4268925450" sldId="302"/>
            <ac:spMk id="54" creationId="{25FD9017-67F8-4290-A168-2CB68C008ABC}"/>
          </ac:spMkLst>
        </pc:spChg>
        <pc:spChg chg="mod">
          <ac:chgData name="王月" userId="9d7c2960-20f1-43a9-b353-abcb8eec574b" providerId="ADAL" clId="{F73A7BA7-9103-46AD-8CBE-434FF565B33A}" dt="2022-01-26T08:40:42.492" v="138" actId="1076"/>
          <ac:spMkLst>
            <pc:docMk/>
            <pc:sldMk cId="4268925450" sldId="302"/>
            <ac:spMk id="55" creationId="{7885B0FD-18FC-4EFE-BCC2-050DE760B313}"/>
          </ac:spMkLst>
        </pc:spChg>
        <pc:spChg chg="mod">
          <ac:chgData name="王月" userId="9d7c2960-20f1-43a9-b353-abcb8eec574b" providerId="ADAL" clId="{F73A7BA7-9103-46AD-8CBE-434FF565B33A}" dt="2022-01-26T08:40:42.492" v="138" actId="1076"/>
          <ac:spMkLst>
            <pc:docMk/>
            <pc:sldMk cId="4268925450" sldId="302"/>
            <ac:spMk id="78" creationId="{B5E2CF4E-6DEF-4224-A201-E61A896E4182}"/>
          </ac:spMkLst>
        </pc:spChg>
        <pc:spChg chg="mod">
          <ac:chgData name="王月" userId="9d7c2960-20f1-43a9-b353-abcb8eec574b" providerId="ADAL" clId="{F73A7BA7-9103-46AD-8CBE-434FF565B33A}" dt="2022-01-26T08:40:42.492" v="138" actId="1076"/>
          <ac:spMkLst>
            <pc:docMk/>
            <pc:sldMk cId="4268925450" sldId="302"/>
            <ac:spMk id="79" creationId="{E9D27CA2-3EFE-4E27-A8A3-AF88DC8050AC}"/>
          </ac:spMkLst>
        </pc:spChg>
        <pc:spChg chg="mod">
          <ac:chgData name="王月" userId="9d7c2960-20f1-43a9-b353-abcb8eec574b" providerId="ADAL" clId="{F73A7BA7-9103-46AD-8CBE-434FF565B33A}" dt="2022-01-26T08:40:42.492" v="138" actId="1076"/>
          <ac:spMkLst>
            <pc:docMk/>
            <pc:sldMk cId="4268925450" sldId="302"/>
            <ac:spMk id="89" creationId="{7270BAD6-721E-4A3E-AD1B-A42C191FC6A9}"/>
          </ac:spMkLst>
        </pc:spChg>
        <pc:spChg chg="mod">
          <ac:chgData name="王月" userId="9d7c2960-20f1-43a9-b353-abcb8eec574b" providerId="ADAL" clId="{F73A7BA7-9103-46AD-8CBE-434FF565B33A}" dt="2022-01-26T08:40:42.492" v="138" actId="1076"/>
          <ac:spMkLst>
            <pc:docMk/>
            <pc:sldMk cId="4268925450" sldId="302"/>
            <ac:spMk id="91" creationId="{1CCDE010-CA90-4DFB-AAC5-118BC52DD98F}"/>
          </ac:spMkLst>
        </pc:spChg>
        <pc:spChg chg="mod">
          <ac:chgData name="王月" userId="9d7c2960-20f1-43a9-b353-abcb8eec574b" providerId="ADAL" clId="{F73A7BA7-9103-46AD-8CBE-434FF565B33A}" dt="2022-01-26T08:40:42.492" v="138" actId="1076"/>
          <ac:spMkLst>
            <pc:docMk/>
            <pc:sldMk cId="4268925450" sldId="302"/>
            <ac:spMk id="93" creationId="{A6F82E40-BB79-4B59-9FAD-2CEBF7C0D8BA}"/>
          </ac:spMkLst>
        </pc:spChg>
        <pc:spChg chg="mod">
          <ac:chgData name="王月" userId="9d7c2960-20f1-43a9-b353-abcb8eec574b" providerId="ADAL" clId="{F73A7BA7-9103-46AD-8CBE-434FF565B33A}" dt="2022-01-26T08:40:42.492" v="138" actId="1076"/>
          <ac:spMkLst>
            <pc:docMk/>
            <pc:sldMk cId="4268925450" sldId="302"/>
            <ac:spMk id="96" creationId="{57E1B1EE-749A-4171-925B-C9A2808D85A2}"/>
          </ac:spMkLst>
        </pc:spChg>
        <pc:spChg chg="mod">
          <ac:chgData name="王月" userId="9d7c2960-20f1-43a9-b353-abcb8eec574b" providerId="ADAL" clId="{F73A7BA7-9103-46AD-8CBE-434FF565B33A}" dt="2022-01-26T08:40:42.492" v="138" actId="1076"/>
          <ac:spMkLst>
            <pc:docMk/>
            <pc:sldMk cId="4268925450" sldId="302"/>
            <ac:spMk id="105" creationId="{BFDD6873-C5A1-45EA-A48C-AF6FF7DA7985}"/>
          </ac:spMkLst>
        </pc:spChg>
        <pc:spChg chg="mod">
          <ac:chgData name="王月" userId="9d7c2960-20f1-43a9-b353-abcb8eec574b" providerId="ADAL" clId="{F73A7BA7-9103-46AD-8CBE-434FF565B33A}" dt="2022-01-26T08:40:42.492" v="138" actId="1076"/>
          <ac:spMkLst>
            <pc:docMk/>
            <pc:sldMk cId="4268925450" sldId="302"/>
            <ac:spMk id="106" creationId="{AB97843F-1EE7-4862-A5E2-505706CDBA18}"/>
          </ac:spMkLst>
        </pc:spChg>
        <pc:spChg chg="mod">
          <ac:chgData name="王月" userId="9d7c2960-20f1-43a9-b353-abcb8eec574b" providerId="ADAL" clId="{F73A7BA7-9103-46AD-8CBE-434FF565B33A}" dt="2022-01-26T08:40:42.492" v="138" actId="1076"/>
          <ac:spMkLst>
            <pc:docMk/>
            <pc:sldMk cId="4268925450" sldId="302"/>
            <ac:spMk id="107" creationId="{5B39A151-7BDF-4812-9237-66B496ED2238}"/>
          </ac:spMkLst>
        </pc:spChg>
        <pc:spChg chg="mod">
          <ac:chgData name="王月" userId="9d7c2960-20f1-43a9-b353-abcb8eec574b" providerId="ADAL" clId="{F73A7BA7-9103-46AD-8CBE-434FF565B33A}" dt="2022-01-26T08:40:42.492" v="138" actId="1076"/>
          <ac:spMkLst>
            <pc:docMk/>
            <pc:sldMk cId="4268925450" sldId="302"/>
            <ac:spMk id="115" creationId="{7F7992E1-E2A1-49A3-93CD-87CF72091AD0}"/>
          </ac:spMkLst>
        </pc:spChg>
        <pc:spChg chg="mod">
          <ac:chgData name="王月" userId="9d7c2960-20f1-43a9-b353-abcb8eec574b" providerId="ADAL" clId="{F73A7BA7-9103-46AD-8CBE-434FF565B33A}" dt="2022-01-26T08:40:42.492" v="138" actId="1076"/>
          <ac:spMkLst>
            <pc:docMk/>
            <pc:sldMk cId="4268925450" sldId="302"/>
            <ac:spMk id="124" creationId="{731217B6-8308-4D1E-ABAC-2CDB47F86CB9}"/>
          </ac:spMkLst>
        </pc:spChg>
        <pc:spChg chg="mod">
          <ac:chgData name="王月" userId="9d7c2960-20f1-43a9-b353-abcb8eec574b" providerId="ADAL" clId="{F73A7BA7-9103-46AD-8CBE-434FF565B33A}" dt="2022-01-26T08:40:42.492" v="138" actId="1076"/>
          <ac:spMkLst>
            <pc:docMk/>
            <pc:sldMk cId="4268925450" sldId="302"/>
            <ac:spMk id="128" creationId="{1C468733-FDB5-4503-9C80-95FAA197D491}"/>
          </ac:spMkLst>
        </pc:spChg>
        <pc:spChg chg="mod">
          <ac:chgData name="王月" userId="9d7c2960-20f1-43a9-b353-abcb8eec574b" providerId="ADAL" clId="{F73A7BA7-9103-46AD-8CBE-434FF565B33A}" dt="2022-01-26T08:40:42.492" v="138" actId="1076"/>
          <ac:spMkLst>
            <pc:docMk/>
            <pc:sldMk cId="4268925450" sldId="302"/>
            <ac:spMk id="130" creationId="{355FF5BB-CA5B-427D-B1DE-AF1368BC9F38}"/>
          </ac:spMkLst>
        </pc:spChg>
        <pc:spChg chg="mod">
          <ac:chgData name="王月" userId="9d7c2960-20f1-43a9-b353-abcb8eec574b" providerId="ADAL" clId="{F73A7BA7-9103-46AD-8CBE-434FF565B33A}" dt="2022-01-26T08:40:42.492" v="138" actId="1076"/>
          <ac:spMkLst>
            <pc:docMk/>
            <pc:sldMk cId="4268925450" sldId="302"/>
            <ac:spMk id="133" creationId="{46F77B71-6610-42A9-8E0B-F992971CD956}"/>
          </ac:spMkLst>
        </pc:spChg>
        <pc:spChg chg="mod">
          <ac:chgData name="王月" userId="9d7c2960-20f1-43a9-b353-abcb8eec574b" providerId="ADAL" clId="{F73A7BA7-9103-46AD-8CBE-434FF565B33A}" dt="2022-01-26T08:40:42.492" v="138" actId="1076"/>
          <ac:spMkLst>
            <pc:docMk/>
            <pc:sldMk cId="4268925450" sldId="302"/>
            <ac:spMk id="137" creationId="{C7490265-A8C4-4B07-9BC5-2AA03CF4BE55}"/>
          </ac:spMkLst>
        </pc:spChg>
        <pc:grpChg chg="mod">
          <ac:chgData name="王月" userId="9d7c2960-20f1-43a9-b353-abcb8eec574b" providerId="ADAL" clId="{F73A7BA7-9103-46AD-8CBE-434FF565B33A}" dt="2022-01-26T08:40:42.492" v="138" actId="1076"/>
          <ac:grpSpMkLst>
            <pc:docMk/>
            <pc:sldMk cId="4268925450" sldId="302"/>
            <ac:grpSpMk id="142" creationId="{301B2175-CA95-44A1-8289-3C5146CE41FD}"/>
          </ac:grpSpMkLst>
        </pc:grpChg>
        <pc:grpChg chg="mod">
          <ac:chgData name="王月" userId="9d7c2960-20f1-43a9-b353-abcb8eec574b" providerId="ADAL" clId="{F73A7BA7-9103-46AD-8CBE-434FF565B33A}" dt="2022-01-26T08:40:42.492" v="138" actId="1076"/>
          <ac:grpSpMkLst>
            <pc:docMk/>
            <pc:sldMk cId="4268925450" sldId="302"/>
            <ac:grpSpMk id="143" creationId="{95ACA6EB-947E-4E21-BEFD-670C83DB52FE}"/>
          </ac:grpSpMkLst>
        </pc:grpChg>
        <pc:cxnChg chg="mod">
          <ac:chgData name="王月" userId="9d7c2960-20f1-43a9-b353-abcb8eec574b" providerId="ADAL" clId="{F73A7BA7-9103-46AD-8CBE-434FF565B33A}" dt="2022-01-26T08:40:42.492" v="138" actId="1076"/>
          <ac:cxnSpMkLst>
            <pc:docMk/>
            <pc:sldMk cId="4268925450" sldId="302"/>
            <ac:cxnSpMk id="71" creationId="{E0576483-2A7B-4821-AEE7-A92B03F6C9A3}"/>
          </ac:cxnSpMkLst>
        </pc:cxnChg>
        <pc:cxnChg chg="mod">
          <ac:chgData name="王月" userId="9d7c2960-20f1-43a9-b353-abcb8eec574b" providerId="ADAL" clId="{F73A7BA7-9103-46AD-8CBE-434FF565B33A}" dt="2022-01-26T08:40:42.492" v="138" actId="1076"/>
          <ac:cxnSpMkLst>
            <pc:docMk/>
            <pc:sldMk cId="4268925450" sldId="302"/>
            <ac:cxnSpMk id="80" creationId="{96C97F63-E006-4D56-8F2B-4F7E51A54228}"/>
          </ac:cxnSpMkLst>
        </pc:cxnChg>
        <pc:cxnChg chg="mod">
          <ac:chgData name="王月" userId="9d7c2960-20f1-43a9-b353-abcb8eec574b" providerId="ADAL" clId="{F73A7BA7-9103-46AD-8CBE-434FF565B33A}" dt="2022-01-26T08:40:42.492" v="138" actId="1076"/>
          <ac:cxnSpMkLst>
            <pc:docMk/>
            <pc:sldMk cId="4268925450" sldId="302"/>
            <ac:cxnSpMk id="81" creationId="{9E418336-AEBD-4F2A-A1B1-978D342AFE83}"/>
          </ac:cxnSpMkLst>
        </pc:cxnChg>
        <pc:cxnChg chg="mod">
          <ac:chgData name="王月" userId="9d7c2960-20f1-43a9-b353-abcb8eec574b" providerId="ADAL" clId="{F73A7BA7-9103-46AD-8CBE-434FF565B33A}" dt="2022-01-26T08:40:42.492" v="138" actId="1076"/>
          <ac:cxnSpMkLst>
            <pc:docMk/>
            <pc:sldMk cId="4268925450" sldId="302"/>
            <ac:cxnSpMk id="82" creationId="{479C0F2C-8ED6-4F64-B6BC-ED57D6E32D23}"/>
          </ac:cxnSpMkLst>
        </pc:cxnChg>
        <pc:cxnChg chg="mod">
          <ac:chgData name="王月" userId="9d7c2960-20f1-43a9-b353-abcb8eec574b" providerId="ADAL" clId="{F73A7BA7-9103-46AD-8CBE-434FF565B33A}" dt="2022-01-26T08:40:42.492" v="138" actId="1076"/>
          <ac:cxnSpMkLst>
            <pc:docMk/>
            <pc:sldMk cId="4268925450" sldId="302"/>
            <ac:cxnSpMk id="83" creationId="{FDC23C06-8920-4C0E-9F57-908B1BD59119}"/>
          </ac:cxnSpMkLst>
        </pc:cxnChg>
        <pc:cxnChg chg="mod">
          <ac:chgData name="王月" userId="9d7c2960-20f1-43a9-b353-abcb8eec574b" providerId="ADAL" clId="{F73A7BA7-9103-46AD-8CBE-434FF565B33A}" dt="2022-01-26T08:40:42.492" v="138" actId="1076"/>
          <ac:cxnSpMkLst>
            <pc:docMk/>
            <pc:sldMk cId="4268925450" sldId="302"/>
            <ac:cxnSpMk id="87" creationId="{19E120FA-E439-40F6-8446-CF6BFAC8B852}"/>
          </ac:cxnSpMkLst>
        </pc:cxnChg>
        <pc:cxnChg chg="mod">
          <ac:chgData name="王月" userId="9d7c2960-20f1-43a9-b353-abcb8eec574b" providerId="ADAL" clId="{F73A7BA7-9103-46AD-8CBE-434FF565B33A}" dt="2022-01-26T08:40:42.492" v="138" actId="1076"/>
          <ac:cxnSpMkLst>
            <pc:docMk/>
            <pc:sldMk cId="4268925450" sldId="302"/>
            <ac:cxnSpMk id="90" creationId="{7573961B-334C-4527-B59B-60E64B130987}"/>
          </ac:cxnSpMkLst>
        </pc:cxnChg>
        <pc:cxnChg chg="mod">
          <ac:chgData name="王月" userId="9d7c2960-20f1-43a9-b353-abcb8eec574b" providerId="ADAL" clId="{F73A7BA7-9103-46AD-8CBE-434FF565B33A}" dt="2022-01-26T08:40:42.492" v="138" actId="1076"/>
          <ac:cxnSpMkLst>
            <pc:docMk/>
            <pc:sldMk cId="4268925450" sldId="302"/>
            <ac:cxnSpMk id="92" creationId="{E9208C8F-51A3-43FF-AFFF-C3B4A326854A}"/>
          </ac:cxnSpMkLst>
        </pc:cxnChg>
        <pc:cxnChg chg="mod">
          <ac:chgData name="王月" userId="9d7c2960-20f1-43a9-b353-abcb8eec574b" providerId="ADAL" clId="{F73A7BA7-9103-46AD-8CBE-434FF565B33A}" dt="2022-01-26T08:40:42.492" v="138" actId="1076"/>
          <ac:cxnSpMkLst>
            <pc:docMk/>
            <pc:sldMk cId="4268925450" sldId="302"/>
            <ac:cxnSpMk id="109" creationId="{B609C263-033D-4DC4-BD96-53A3D07E6C76}"/>
          </ac:cxnSpMkLst>
        </pc:cxnChg>
        <pc:cxnChg chg="mod">
          <ac:chgData name="王月" userId="9d7c2960-20f1-43a9-b353-abcb8eec574b" providerId="ADAL" clId="{F73A7BA7-9103-46AD-8CBE-434FF565B33A}" dt="2022-01-26T08:40:42.492" v="138" actId="1076"/>
          <ac:cxnSpMkLst>
            <pc:docMk/>
            <pc:sldMk cId="4268925450" sldId="302"/>
            <ac:cxnSpMk id="110" creationId="{F4E34B97-308C-42C5-B0D6-CD12A8C7855E}"/>
          </ac:cxnSpMkLst>
        </pc:cxnChg>
        <pc:cxnChg chg="mod">
          <ac:chgData name="王月" userId="9d7c2960-20f1-43a9-b353-abcb8eec574b" providerId="ADAL" clId="{F73A7BA7-9103-46AD-8CBE-434FF565B33A}" dt="2022-01-26T08:40:42.492" v="138" actId="1076"/>
          <ac:cxnSpMkLst>
            <pc:docMk/>
            <pc:sldMk cId="4268925450" sldId="302"/>
            <ac:cxnSpMk id="111" creationId="{CFE47E50-9363-44FC-B5C7-41B2A2E98CC3}"/>
          </ac:cxnSpMkLst>
        </pc:cxnChg>
        <pc:cxnChg chg="mod">
          <ac:chgData name="王月" userId="9d7c2960-20f1-43a9-b353-abcb8eec574b" providerId="ADAL" clId="{F73A7BA7-9103-46AD-8CBE-434FF565B33A}" dt="2022-01-26T08:40:42.492" v="138" actId="1076"/>
          <ac:cxnSpMkLst>
            <pc:docMk/>
            <pc:sldMk cId="4268925450" sldId="302"/>
            <ac:cxnSpMk id="112" creationId="{992818B4-D884-4D72-B4B2-F01383C3B638}"/>
          </ac:cxnSpMkLst>
        </pc:cxnChg>
        <pc:cxnChg chg="mod">
          <ac:chgData name="王月" userId="9d7c2960-20f1-43a9-b353-abcb8eec574b" providerId="ADAL" clId="{F73A7BA7-9103-46AD-8CBE-434FF565B33A}" dt="2022-01-26T08:40:42.492" v="138" actId="1076"/>
          <ac:cxnSpMkLst>
            <pc:docMk/>
            <pc:sldMk cId="4268925450" sldId="302"/>
            <ac:cxnSpMk id="114" creationId="{8358A10C-8481-45CA-BFF0-A8FDD95D6F27}"/>
          </ac:cxnSpMkLst>
        </pc:cxnChg>
        <pc:cxnChg chg="mod">
          <ac:chgData name="王月" userId="9d7c2960-20f1-43a9-b353-abcb8eec574b" providerId="ADAL" clId="{F73A7BA7-9103-46AD-8CBE-434FF565B33A}" dt="2022-01-26T08:40:42.492" v="138" actId="1076"/>
          <ac:cxnSpMkLst>
            <pc:docMk/>
            <pc:sldMk cId="4268925450" sldId="302"/>
            <ac:cxnSpMk id="116" creationId="{3B352E6E-840B-48D0-81FF-54E14332E3C8}"/>
          </ac:cxnSpMkLst>
        </pc:cxnChg>
        <pc:cxnChg chg="mod">
          <ac:chgData name="王月" userId="9d7c2960-20f1-43a9-b353-abcb8eec574b" providerId="ADAL" clId="{F73A7BA7-9103-46AD-8CBE-434FF565B33A}" dt="2022-01-26T08:40:42.492" v="138" actId="1076"/>
          <ac:cxnSpMkLst>
            <pc:docMk/>
            <pc:sldMk cId="4268925450" sldId="302"/>
            <ac:cxnSpMk id="117" creationId="{6DE57C18-10BB-444F-8174-BA151E134A01}"/>
          </ac:cxnSpMkLst>
        </pc:cxnChg>
        <pc:cxnChg chg="mod">
          <ac:chgData name="王月" userId="9d7c2960-20f1-43a9-b353-abcb8eec574b" providerId="ADAL" clId="{F73A7BA7-9103-46AD-8CBE-434FF565B33A}" dt="2022-01-26T08:40:42.492" v="138" actId="1076"/>
          <ac:cxnSpMkLst>
            <pc:docMk/>
            <pc:sldMk cId="4268925450" sldId="302"/>
            <ac:cxnSpMk id="119" creationId="{4676736C-B7F6-435D-9BB3-F7B375795ACB}"/>
          </ac:cxnSpMkLst>
        </pc:cxnChg>
        <pc:cxnChg chg="mod">
          <ac:chgData name="王月" userId="9d7c2960-20f1-43a9-b353-abcb8eec574b" providerId="ADAL" clId="{F73A7BA7-9103-46AD-8CBE-434FF565B33A}" dt="2022-01-26T08:40:42.492" v="138" actId="1076"/>
          <ac:cxnSpMkLst>
            <pc:docMk/>
            <pc:sldMk cId="4268925450" sldId="302"/>
            <ac:cxnSpMk id="123" creationId="{F88AF12A-2339-4F2B-8DAC-9F5DC0601EBA}"/>
          </ac:cxnSpMkLst>
        </pc:cxnChg>
        <pc:cxnChg chg="mod">
          <ac:chgData name="王月" userId="9d7c2960-20f1-43a9-b353-abcb8eec574b" providerId="ADAL" clId="{F73A7BA7-9103-46AD-8CBE-434FF565B33A}" dt="2022-01-26T08:40:42.492" v="138" actId="1076"/>
          <ac:cxnSpMkLst>
            <pc:docMk/>
            <pc:sldMk cId="4268925450" sldId="302"/>
            <ac:cxnSpMk id="126" creationId="{68D27AD4-6D41-4A6C-B747-F6A9D627DE3C}"/>
          </ac:cxnSpMkLst>
        </pc:cxnChg>
        <pc:cxnChg chg="mod">
          <ac:chgData name="王月" userId="9d7c2960-20f1-43a9-b353-abcb8eec574b" providerId="ADAL" clId="{F73A7BA7-9103-46AD-8CBE-434FF565B33A}" dt="2022-01-26T08:40:42.492" v="138" actId="1076"/>
          <ac:cxnSpMkLst>
            <pc:docMk/>
            <pc:sldMk cId="4268925450" sldId="302"/>
            <ac:cxnSpMk id="127" creationId="{355CD5A1-2814-4FD3-A7CE-D27FF9619A19}"/>
          </ac:cxnSpMkLst>
        </pc:cxnChg>
        <pc:cxnChg chg="mod">
          <ac:chgData name="王月" userId="9d7c2960-20f1-43a9-b353-abcb8eec574b" providerId="ADAL" clId="{F73A7BA7-9103-46AD-8CBE-434FF565B33A}" dt="2022-01-26T08:40:42.492" v="138" actId="1076"/>
          <ac:cxnSpMkLst>
            <pc:docMk/>
            <pc:sldMk cId="4268925450" sldId="302"/>
            <ac:cxnSpMk id="132" creationId="{CFD8E0C7-E810-4FE6-9F8E-B28693DF189E}"/>
          </ac:cxnSpMkLst>
        </pc:cxnChg>
        <pc:cxnChg chg="mod">
          <ac:chgData name="王月" userId="9d7c2960-20f1-43a9-b353-abcb8eec574b" providerId="ADAL" clId="{F73A7BA7-9103-46AD-8CBE-434FF565B33A}" dt="2022-01-26T08:40:42.492" v="138" actId="1076"/>
          <ac:cxnSpMkLst>
            <pc:docMk/>
            <pc:sldMk cId="4268925450" sldId="302"/>
            <ac:cxnSpMk id="134" creationId="{F99FEBD1-FD1C-4C30-8B46-453AFA5BB5FC}"/>
          </ac:cxnSpMkLst>
        </pc:cxnChg>
      </pc:sldChg>
      <pc:sldChg chg="modSp mod">
        <pc:chgData name="王月" userId="9d7c2960-20f1-43a9-b353-abcb8eec574b" providerId="ADAL" clId="{F73A7BA7-9103-46AD-8CBE-434FF565B33A}" dt="2022-01-26T08:40:49.742" v="139" actId="1076"/>
        <pc:sldMkLst>
          <pc:docMk/>
          <pc:sldMk cId="2968455536" sldId="303"/>
        </pc:sldMkLst>
        <pc:spChg chg="mod">
          <ac:chgData name="王月" userId="9d7c2960-20f1-43a9-b353-abcb8eec574b" providerId="ADAL" clId="{F73A7BA7-9103-46AD-8CBE-434FF565B33A}" dt="2022-01-26T08:40:49.742" v="139" actId="1076"/>
          <ac:spMkLst>
            <pc:docMk/>
            <pc:sldMk cId="2968455536" sldId="303"/>
            <ac:spMk id="51" creationId="{78969C98-11FE-449C-A3E1-E79893E65C98}"/>
          </ac:spMkLst>
        </pc:spChg>
        <pc:spChg chg="mod">
          <ac:chgData name="王月" userId="9d7c2960-20f1-43a9-b353-abcb8eec574b" providerId="ADAL" clId="{F73A7BA7-9103-46AD-8CBE-434FF565B33A}" dt="2022-01-26T08:40:49.742" v="139" actId="1076"/>
          <ac:spMkLst>
            <pc:docMk/>
            <pc:sldMk cId="2968455536" sldId="303"/>
            <ac:spMk id="53" creationId="{EA4D96B6-04D3-4A21-B45F-1D3319C92190}"/>
          </ac:spMkLst>
        </pc:spChg>
        <pc:spChg chg="mod">
          <ac:chgData name="王月" userId="9d7c2960-20f1-43a9-b353-abcb8eec574b" providerId="ADAL" clId="{F73A7BA7-9103-46AD-8CBE-434FF565B33A}" dt="2022-01-26T08:40:49.742" v="139" actId="1076"/>
          <ac:spMkLst>
            <pc:docMk/>
            <pc:sldMk cId="2968455536" sldId="303"/>
            <ac:spMk id="54" creationId="{25FD9017-67F8-4290-A168-2CB68C008ABC}"/>
          </ac:spMkLst>
        </pc:spChg>
        <pc:spChg chg="mod">
          <ac:chgData name="王月" userId="9d7c2960-20f1-43a9-b353-abcb8eec574b" providerId="ADAL" clId="{F73A7BA7-9103-46AD-8CBE-434FF565B33A}" dt="2022-01-26T08:40:49.742" v="139" actId="1076"/>
          <ac:spMkLst>
            <pc:docMk/>
            <pc:sldMk cId="2968455536" sldId="303"/>
            <ac:spMk id="55" creationId="{7885B0FD-18FC-4EFE-BCC2-050DE760B313}"/>
          </ac:spMkLst>
        </pc:spChg>
        <pc:spChg chg="mod">
          <ac:chgData name="王月" userId="9d7c2960-20f1-43a9-b353-abcb8eec574b" providerId="ADAL" clId="{F73A7BA7-9103-46AD-8CBE-434FF565B33A}" dt="2022-01-26T08:40:49.742" v="139" actId="1076"/>
          <ac:spMkLst>
            <pc:docMk/>
            <pc:sldMk cId="2968455536" sldId="303"/>
            <ac:spMk id="78" creationId="{B5E2CF4E-6DEF-4224-A201-E61A896E4182}"/>
          </ac:spMkLst>
        </pc:spChg>
        <pc:spChg chg="mod">
          <ac:chgData name="王月" userId="9d7c2960-20f1-43a9-b353-abcb8eec574b" providerId="ADAL" clId="{F73A7BA7-9103-46AD-8CBE-434FF565B33A}" dt="2022-01-26T08:40:49.742" v="139" actId="1076"/>
          <ac:spMkLst>
            <pc:docMk/>
            <pc:sldMk cId="2968455536" sldId="303"/>
            <ac:spMk id="79" creationId="{E9D27CA2-3EFE-4E27-A8A3-AF88DC8050AC}"/>
          </ac:spMkLst>
        </pc:spChg>
        <pc:spChg chg="mod">
          <ac:chgData name="王月" userId="9d7c2960-20f1-43a9-b353-abcb8eec574b" providerId="ADAL" clId="{F73A7BA7-9103-46AD-8CBE-434FF565B33A}" dt="2022-01-26T08:40:49.742" v="139" actId="1076"/>
          <ac:spMkLst>
            <pc:docMk/>
            <pc:sldMk cId="2968455536" sldId="303"/>
            <ac:spMk id="89" creationId="{7270BAD6-721E-4A3E-AD1B-A42C191FC6A9}"/>
          </ac:spMkLst>
        </pc:spChg>
        <pc:spChg chg="mod">
          <ac:chgData name="王月" userId="9d7c2960-20f1-43a9-b353-abcb8eec574b" providerId="ADAL" clId="{F73A7BA7-9103-46AD-8CBE-434FF565B33A}" dt="2022-01-26T08:40:49.742" v="139" actId="1076"/>
          <ac:spMkLst>
            <pc:docMk/>
            <pc:sldMk cId="2968455536" sldId="303"/>
            <ac:spMk id="91" creationId="{1CCDE010-CA90-4DFB-AAC5-118BC52DD98F}"/>
          </ac:spMkLst>
        </pc:spChg>
        <pc:spChg chg="mod">
          <ac:chgData name="王月" userId="9d7c2960-20f1-43a9-b353-abcb8eec574b" providerId="ADAL" clId="{F73A7BA7-9103-46AD-8CBE-434FF565B33A}" dt="2022-01-26T08:40:49.742" v="139" actId="1076"/>
          <ac:spMkLst>
            <pc:docMk/>
            <pc:sldMk cId="2968455536" sldId="303"/>
            <ac:spMk id="93" creationId="{A6F82E40-BB79-4B59-9FAD-2CEBF7C0D8BA}"/>
          </ac:spMkLst>
        </pc:spChg>
        <pc:spChg chg="mod">
          <ac:chgData name="王月" userId="9d7c2960-20f1-43a9-b353-abcb8eec574b" providerId="ADAL" clId="{F73A7BA7-9103-46AD-8CBE-434FF565B33A}" dt="2022-01-26T08:40:49.742" v="139" actId="1076"/>
          <ac:spMkLst>
            <pc:docMk/>
            <pc:sldMk cId="2968455536" sldId="303"/>
            <ac:spMk id="96" creationId="{57E1B1EE-749A-4171-925B-C9A2808D85A2}"/>
          </ac:spMkLst>
        </pc:spChg>
        <pc:spChg chg="mod">
          <ac:chgData name="王月" userId="9d7c2960-20f1-43a9-b353-abcb8eec574b" providerId="ADAL" clId="{F73A7BA7-9103-46AD-8CBE-434FF565B33A}" dt="2022-01-26T08:40:49.742" v="139" actId="1076"/>
          <ac:spMkLst>
            <pc:docMk/>
            <pc:sldMk cId="2968455536" sldId="303"/>
            <ac:spMk id="105" creationId="{BFDD6873-C5A1-45EA-A48C-AF6FF7DA7985}"/>
          </ac:spMkLst>
        </pc:spChg>
        <pc:spChg chg="mod">
          <ac:chgData name="王月" userId="9d7c2960-20f1-43a9-b353-abcb8eec574b" providerId="ADAL" clId="{F73A7BA7-9103-46AD-8CBE-434FF565B33A}" dt="2022-01-26T08:40:49.742" v="139" actId="1076"/>
          <ac:spMkLst>
            <pc:docMk/>
            <pc:sldMk cId="2968455536" sldId="303"/>
            <ac:spMk id="106" creationId="{AB97843F-1EE7-4862-A5E2-505706CDBA18}"/>
          </ac:spMkLst>
        </pc:spChg>
        <pc:spChg chg="mod">
          <ac:chgData name="王月" userId="9d7c2960-20f1-43a9-b353-abcb8eec574b" providerId="ADAL" clId="{F73A7BA7-9103-46AD-8CBE-434FF565B33A}" dt="2022-01-26T08:40:49.742" v="139" actId="1076"/>
          <ac:spMkLst>
            <pc:docMk/>
            <pc:sldMk cId="2968455536" sldId="303"/>
            <ac:spMk id="107" creationId="{5B39A151-7BDF-4812-9237-66B496ED2238}"/>
          </ac:spMkLst>
        </pc:spChg>
        <pc:spChg chg="mod">
          <ac:chgData name="王月" userId="9d7c2960-20f1-43a9-b353-abcb8eec574b" providerId="ADAL" clId="{F73A7BA7-9103-46AD-8CBE-434FF565B33A}" dt="2022-01-26T08:40:49.742" v="139" actId="1076"/>
          <ac:spMkLst>
            <pc:docMk/>
            <pc:sldMk cId="2968455536" sldId="303"/>
            <ac:spMk id="115" creationId="{7F7992E1-E2A1-49A3-93CD-87CF72091AD0}"/>
          </ac:spMkLst>
        </pc:spChg>
        <pc:spChg chg="mod">
          <ac:chgData name="王月" userId="9d7c2960-20f1-43a9-b353-abcb8eec574b" providerId="ADAL" clId="{F73A7BA7-9103-46AD-8CBE-434FF565B33A}" dt="2022-01-26T08:40:49.742" v="139" actId="1076"/>
          <ac:spMkLst>
            <pc:docMk/>
            <pc:sldMk cId="2968455536" sldId="303"/>
            <ac:spMk id="124" creationId="{731217B6-8308-4D1E-ABAC-2CDB47F86CB9}"/>
          </ac:spMkLst>
        </pc:spChg>
        <pc:spChg chg="mod">
          <ac:chgData name="王月" userId="9d7c2960-20f1-43a9-b353-abcb8eec574b" providerId="ADAL" clId="{F73A7BA7-9103-46AD-8CBE-434FF565B33A}" dt="2022-01-26T08:40:49.742" v="139" actId="1076"/>
          <ac:spMkLst>
            <pc:docMk/>
            <pc:sldMk cId="2968455536" sldId="303"/>
            <ac:spMk id="128" creationId="{1C468733-FDB5-4503-9C80-95FAA197D491}"/>
          </ac:spMkLst>
        </pc:spChg>
        <pc:spChg chg="mod">
          <ac:chgData name="王月" userId="9d7c2960-20f1-43a9-b353-abcb8eec574b" providerId="ADAL" clId="{F73A7BA7-9103-46AD-8CBE-434FF565B33A}" dt="2022-01-26T08:40:49.742" v="139" actId="1076"/>
          <ac:spMkLst>
            <pc:docMk/>
            <pc:sldMk cId="2968455536" sldId="303"/>
            <ac:spMk id="130" creationId="{355FF5BB-CA5B-427D-B1DE-AF1368BC9F38}"/>
          </ac:spMkLst>
        </pc:spChg>
        <pc:spChg chg="mod">
          <ac:chgData name="王月" userId="9d7c2960-20f1-43a9-b353-abcb8eec574b" providerId="ADAL" clId="{F73A7BA7-9103-46AD-8CBE-434FF565B33A}" dt="2022-01-26T08:40:49.742" v="139" actId="1076"/>
          <ac:spMkLst>
            <pc:docMk/>
            <pc:sldMk cId="2968455536" sldId="303"/>
            <ac:spMk id="133" creationId="{46F77B71-6610-42A9-8E0B-F992971CD956}"/>
          </ac:spMkLst>
        </pc:spChg>
        <pc:spChg chg="mod">
          <ac:chgData name="王月" userId="9d7c2960-20f1-43a9-b353-abcb8eec574b" providerId="ADAL" clId="{F73A7BA7-9103-46AD-8CBE-434FF565B33A}" dt="2022-01-26T08:40:49.742" v="139" actId="1076"/>
          <ac:spMkLst>
            <pc:docMk/>
            <pc:sldMk cId="2968455536" sldId="303"/>
            <ac:spMk id="137" creationId="{C7490265-A8C4-4B07-9BC5-2AA03CF4BE55}"/>
          </ac:spMkLst>
        </pc:spChg>
        <pc:grpChg chg="mod">
          <ac:chgData name="王月" userId="9d7c2960-20f1-43a9-b353-abcb8eec574b" providerId="ADAL" clId="{F73A7BA7-9103-46AD-8CBE-434FF565B33A}" dt="2022-01-26T08:40:49.742" v="139" actId="1076"/>
          <ac:grpSpMkLst>
            <pc:docMk/>
            <pc:sldMk cId="2968455536" sldId="303"/>
            <ac:grpSpMk id="142" creationId="{301B2175-CA95-44A1-8289-3C5146CE41FD}"/>
          </ac:grpSpMkLst>
        </pc:grpChg>
        <pc:grpChg chg="mod">
          <ac:chgData name="王月" userId="9d7c2960-20f1-43a9-b353-abcb8eec574b" providerId="ADAL" clId="{F73A7BA7-9103-46AD-8CBE-434FF565B33A}" dt="2022-01-26T08:40:49.742" v="139" actId="1076"/>
          <ac:grpSpMkLst>
            <pc:docMk/>
            <pc:sldMk cId="2968455536" sldId="303"/>
            <ac:grpSpMk id="143" creationId="{95ACA6EB-947E-4E21-BEFD-670C83DB52FE}"/>
          </ac:grpSpMkLst>
        </pc:grpChg>
        <pc:cxnChg chg="mod">
          <ac:chgData name="王月" userId="9d7c2960-20f1-43a9-b353-abcb8eec574b" providerId="ADAL" clId="{F73A7BA7-9103-46AD-8CBE-434FF565B33A}" dt="2022-01-26T08:40:49.742" v="139" actId="1076"/>
          <ac:cxnSpMkLst>
            <pc:docMk/>
            <pc:sldMk cId="2968455536" sldId="303"/>
            <ac:cxnSpMk id="71" creationId="{E0576483-2A7B-4821-AEE7-A92B03F6C9A3}"/>
          </ac:cxnSpMkLst>
        </pc:cxnChg>
        <pc:cxnChg chg="mod">
          <ac:chgData name="王月" userId="9d7c2960-20f1-43a9-b353-abcb8eec574b" providerId="ADAL" clId="{F73A7BA7-9103-46AD-8CBE-434FF565B33A}" dt="2022-01-26T08:40:49.742" v="139" actId="1076"/>
          <ac:cxnSpMkLst>
            <pc:docMk/>
            <pc:sldMk cId="2968455536" sldId="303"/>
            <ac:cxnSpMk id="80" creationId="{96C97F63-E006-4D56-8F2B-4F7E51A54228}"/>
          </ac:cxnSpMkLst>
        </pc:cxnChg>
        <pc:cxnChg chg="mod">
          <ac:chgData name="王月" userId="9d7c2960-20f1-43a9-b353-abcb8eec574b" providerId="ADAL" clId="{F73A7BA7-9103-46AD-8CBE-434FF565B33A}" dt="2022-01-26T08:40:49.742" v="139" actId="1076"/>
          <ac:cxnSpMkLst>
            <pc:docMk/>
            <pc:sldMk cId="2968455536" sldId="303"/>
            <ac:cxnSpMk id="81" creationId="{9E418336-AEBD-4F2A-A1B1-978D342AFE83}"/>
          </ac:cxnSpMkLst>
        </pc:cxnChg>
        <pc:cxnChg chg="mod">
          <ac:chgData name="王月" userId="9d7c2960-20f1-43a9-b353-abcb8eec574b" providerId="ADAL" clId="{F73A7BA7-9103-46AD-8CBE-434FF565B33A}" dt="2022-01-26T08:40:49.742" v="139" actId="1076"/>
          <ac:cxnSpMkLst>
            <pc:docMk/>
            <pc:sldMk cId="2968455536" sldId="303"/>
            <ac:cxnSpMk id="82" creationId="{479C0F2C-8ED6-4F64-B6BC-ED57D6E32D23}"/>
          </ac:cxnSpMkLst>
        </pc:cxnChg>
        <pc:cxnChg chg="mod">
          <ac:chgData name="王月" userId="9d7c2960-20f1-43a9-b353-abcb8eec574b" providerId="ADAL" clId="{F73A7BA7-9103-46AD-8CBE-434FF565B33A}" dt="2022-01-26T08:40:49.742" v="139" actId="1076"/>
          <ac:cxnSpMkLst>
            <pc:docMk/>
            <pc:sldMk cId="2968455536" sldId="303"/>
            <ac:cxnSpMk id="83" creationId="{FDC23C06-8920-4C0E-9F57-908B1BD59119}"/>
          </ac:cxnSpMkLst>
        </pc:cxnChg>
        <pc:cxnChg chg="mod">
          <ac:chgData name="王月" userId="9d7c2960-20f1-43a9-b353-abcb8eec574b" providerId="ADAL" clId="{F73A7BA7-9103-46AD-8CBE-434FF565B33A}" dt="2022-01-26T08:40:49.742" v="139" actId="1076"/>
          <ac:cxnSpMkLst>
            <pc:docMk/>
            <pc:sldMk cId="2968455536" sldId="303"/>
            <ac:cxnSpMk id="87" creationId="{19E120FA-E439-40F6-8446-CF6BFAC8B852}"/>
          </ac:cxnSpMkLst>
        </pc:cxnChg>
        <pc:cxnChg chg="mod">
          <ac:chgData name="王月" userId="9d7c2960-20f1-43a9-b353-abcb8eec574b" providerId="ADAL" clId="{F73A7BA7-9103-46AD-8CBE-434FF565B33A}" dt="2022-01-26T08:40:49.742" v="139" actId="1076"/>
          <ac:cxnSpMkLst>
            <pc:docMk/>
            <pc:sldMk cId="2968455536" sldId="303"/>
            <ac:cxnSpMk id="90" creationId="{7573961B-334C-4527-B59B-60E64B130987}"/>
          </ac:cxnSpMkLst>
        </pc:cxnChg>
        <pc:cxnChg chg="mod">
          <ac:chgData name="王月" userId="9d7c2960-20f1-43a9-b353-abcb8eec574b" providerId="ADAL" clId="{F73A7BA7-9103-46AD-8CBE-434FF565B33A}" dt="2022-01-26T08:40:49.742" v="139" actId="1076"/>
          <ac:cxnSpMkLst>
            <pc:docMk/>
            <pc:sldMk cId="2968455536" sldId="303"/>
            <ac:cxnSpMk id="92" creationId="{E9208C8F-51A3-43FF-AFFF-C3B4A326854A}"/>
          </ac:cxnSpMkLst>
        </pc:cxnChg>
        <pc:cxnChg chg="mod">
          <ac:chgData name="王月" userId="9d7c2960-20f1-43a9-b353-abcb8eec574b" providerId="ADAL" clId="{F73A7BA7-9103-46AD-8CBE-434FF565B33A}" dt="2022-01-26T08:40:49.742" v="139" actId="1076"/>
          <ac:cxnSpMkLst>
            <pc:docMk/>
            <pc:sldMk cId="2968455536" sldId="303"/>
            <ac:cxnSpMk id="109" creationId="{B609C263-033D-4DC4-BD96-53A3D07E6C76}"/>
          </ac:cxnSpMkLst>
        </pc:cxnChg>
        <pc:cxnChg chg="mod">
          <ac:chgData name="王月" userId="9d7c2960-20f1-43a9-b353-abcb8eec574b" providerId="ADAL" clId="{F73A7BA7-9103-46AD-8CBE-434FF565B33A}" dt="2022-01-26T08:40:49.742" v="139" actId="1076"/>
          <ac:cxnSpMkLst>
            <pc:docMk/>
            <pc:sldMk cId="2968455536" sldId="303"/>
            <ac:cxnSpMk id="110" creationId="{F4E34B97-308C-42C5-B0D6-CD12A8C7855E}"/>
          </ac:cxnSpMkLst>
        </pc:cxnChg>
        <pc:cxnChg chg="mod">
          <ac:chgData name="王月" userId="9d7c2960-20f1-43a9-b353-abcb8eec574b" providerId="ADAL" clId="{F73A7BA7-9103-46AD-8CBE-434FF565B33A}" dt="2022-01-26T08:40:49.742" v="139" actId="1076"/>
          <ac:cxnSpMkLst>
            <pc:docMk/>
            <pc:sldMk cId="2968455536" sldId="303"/>
            <ac:cxnSpMk id="111" creationId="{CFE47E50-9363-44FC-B5C7-41B2A2E98CC3}"/>
          </ac:cxnSpMkLst>
        </pc:cxnChg>
        <pc:cxnChg chg="mod">
          <ac:chgData name="王月" userId="9d7c2960-20f1-43a9-b353-abcb8eec574b" providerId="ADAL" clId="{F73A7BA7-9103-46AD-8CBE-434FF565B33A}" dt="2022-01-26T08:40:49.742" v="139" actId="1076"/>
          <ac:cxnSpMkLst>
            <pc:docMk/>
            <pc:sldMk cId="2968455536" sldId="303"/>
            <ac:cxnSpMk id="112" creationId="{992818B4-D884-4D72-B4B2-F01383C3B638}"/>
          </ac:cxnSpMkLst>
        </pc:cxnChg>
        <pc:cxnChg chg="mod">
          <ac:chgData name="王月" userId="9d7c2960-20f1-43a9-b353-abcb8eec574b" providerId="ADAL" clId="{F73A7BA7-9103-46AD-8CBE-434FF565B33A}" dt="2022-01-26T08:40:49.742" v="139" actId="1076"/>
          <ac:cxnSpMkLst>
            <pc:docMk/>
            <pc:sldMk cId="2968455536" sldId="303"/>
            <ac:cxnSpMk id="114" creationId="{8358A10C-8481-45CA-BFF0-A8FDD95D6F27}"/>
          </ac:cxnSpMkLst>
        </pc:cxnChg>
        <pc:cxnChg chg="mod">
          <ac:chgData name="王月" userId="9d7c2960-20f1-43a9-b353-abcb8eec574b" providerId="ADAL" clId="{F73A7BA7-9103-46AD-8CBE-434FF565B33A}" dt="2022-01-26T08:40:49.742" v="139" actId="1076"/>
          <ac:cxnSpMkLst>
            <pc:docMk/>
            <pc:sldMk cId="2968455536" sldId="303"/>
            <ac:cxnSpMk id="116" creationId="{3B352E6E-840B-48D0-81FF-54E14332E3C8}"/>
          </ac:cxnSpMkLst>
        </pc:cxnChg>
        <pc:cxnChg chg="mod">
          <ac:chgData name="王月" userId="9d7c2960-20f1-43a9-b353-abcb8eec574b" providerId="ADAL" clId="{F73A7BA7-9103-46AD-8CBE-434FF565B33A}" dt="2022-01-26T08:40:49.742" v="139" actId="1076"/>
          <ac:cxnSpMkLst>
            <pc:docMk/>
            <pc:sldMk cId="2968455536" sldId="303"/>
            <ac:cxnSpMk id="117" creationId="{6DE57C18-10BB-444F-8174-BA151E134A01}"/>
          </ac:cxnSpMkLst>
        </pc:cxnChg>
        <pc:cxnChg chg="mod">
          <ac:chgData name="王月" userId="9d7c2960-20f1-43a9-b353-abcb8eec574b" providerId="ADAL" clId="{F73A7BA7-9103-46AD-8CBE-434FF565B33A}" dt="2022-01-26T08:40:49.742" v="139" actId="1076"/>
          <ac:cxnSpMkLst>
            <pc:docMk/>
            <pc:sldMk cId="2968455536" sldId="303"/>
            <ac:cxnSpMk id="119" creationId="{4676736C-B7F6-435D-9BB3-F7B375795ACB}"/>
          </ac:cxnSpMkLst>
        </pc:cxnChg>
        <pc:cxnChg chg="mod">
          <ac:chgData name="王月" userId="9d7c2960-20f1-43a9-b353-abcb8eec574b" providerId="ADAL" clId="{F73A7BA7-9103-46AD-8CBE-434FF565B33A}" dt="2022-01-26T08:40:49.742" v="139" actId="1076"/>
          <ac:cxnSpMkLst>
            <pc:docMk/>
            <pc:sldMk cId="2968455536" sldId="303"/>
            <ac:cxnSpMk id="123" creationId="{F88AF12A-2339-4F2B-8DAC-9F5DC0601EBA}"/>
          </ac:cxnSpMkLst>
        </pc:cxnChg>
        <pc:cxnChg chg="mod">
          <ac:chgData name="王月" userId="9d7c2960-20f1-43a9-b353-abcb8eec574b" providerId="ADAL" clId="{F73A7BA7-9103-46AD-8CBE-434FF565B33A}" dt="2022-01-26T08:40:49.742" v="139" actId="1076"/>
          <ac:cxnSpMkLst>
            <pc:docMk/>
            <pc:sldMk cId="2968455536" sldId="303"/>
            <ac:cxnSpMk id="126" creationId="{68D27AD4-6D41-4A6C-B747-F6A9D627DE3C}"/>
          </ac:cxnSpMkLst>
        </pc:cxnChg>
        <pc:cxnChg chg="mod">
          <ac:chgData name="王月" userId="9d7c2960-20f1-43a9-b353-abcb8eec574b" providerId="ADAL" clId="{F73A7BA7-9103-46AD-8CBE-434FF565B33A}" dt="2022-01-26T08:40:49.742" v="139" actId="1076"/>
          <ac:cxnSpMkLst>
            <pc:docMk/>
            <pc:sldMk cId="2968455536" sldId="303"/>
            <ac:cxnSpMk id="127" creationId="{355CD5A1-2814-4FD3-A7CE-D27FF9619A19}"/>
          </ac:cxnSpMkLst>
        </pc:cxnChg>
        <pc:cxnChg chg="mod">
          <ac:chgData name="王月" userId="9d7c2960-20f1-43a9-b353-abcb8eec574b" providerId="ADAL" clId="{F73A7BA7-9103-46AD-8CBE-434FF565B33A}" dt="2022-01-26T08:40:49.742" v="139" actId="1076"/>
          <ac:cxnSpMkLst>
            <pc:docMk/>
            <pc:sldMk cId="2968455536" sldId="303"/>
            <ac:cxnSpMk id="132" creationId="{CFD8E0C7-E810-4FE6-9F8E-B28693DF189E}"/>
          </ac:cxnSpMkLst>
        </pc:cxnChg>
        <pc:cxnChg chg="mod">
          <ac:chgData name="王月" userId="9d7c2960-20f1-43a9-b353-abcb8eec574b" providerId="ADAL" clId="{F73A7BA7-9103-46AD-8CBE-434FF565B33A}" dt="2022-01-26T08:40:49.742" v="139" actId="1076"/>
          <ac:cxnSpMkLst>
            <pc:docMk/>
            <pc:sldMk cId="2968455536" sldId="303"/>
            <ac:cxnSpMk id="134" creationId="{F99FEBD1-FD1C-4C30-8B46-453AFA5BB5FC}"/>
          </ac:cxnSpMkLst>
        </pc:cxnChg>
      </pc:sldChg>
      <pc:sldChg chg="addSp delSp modSp mod">
        <pc:chgData name="王月" userId="9d7c2960-20f1-43a9-b353-abcb8eec574b" providerId="ADAL" clId="{F73A7BA7-9103-46AD-8CBE-434FF565B33A}" dt="2022-01-26T08:40:57.224" v="140" actId="1076"/>
        <pc:sldMkLst>
          <pc:docMk/>
          <pc:sldMk cId="706508879" sldId="304"/>
        </pc:sldMkLst>
        <pc:spChg chg="add del mod">
          <ac:chgData name="王月" userId="9d7c2960-20f1-43a9-b353-abcb8eec574b" providerId="ADAL" clId="{F73A7BA7-9103-46AD-8CBE-434FF565B33A}" dt="2022-01-26T08:39:42.878" v="130"/>
          <ac:spMkLst>
            <pc:docMk/>
            <pc:sldMk cId="706508879" sldId="304"/>
            <ac:spMk id="45" creationId="{8BC97B91-89A4-44AF-99E9-0DB9E7AD7B6F}"/>
          </ac:spMkLst>
        </pc:spChg>
        <pc:spChg chg="mod">
          <ac:chgData name="王月" userId="9d7c2960-20f1-43a9-b353-abcb8eec574b" providerId="ADAL" clId="{F73A7BA7-9103-46AD-8CBE-434FF565B33A}" dt="2022-01-26T08:40:57.224" v="140" actId="1076"/>
          <ac:spMkLst>
            <pc:docMk/>
            <pc:sldMk cId="706508879" sldId="304"/>
            <ac:spMk id="51" creationId="{78969C98-11FE-449C-A3E1-E79893E65C98}"/>
          </ac:spMkLst>
        </pc:spChg>
        <pc:spChg chg="mod">
          <ac:chgData name="王月" userId="9d7c2960-20f1-43a9-b353-abcb8eec574b" providerId="ADAL" clId="{F73A7BA7-9103-46AD-8CBE-434FF565B33A}" dt="2022-01-26T08:40:57.224" v="140" actId="1076"/>
          <ac:spMkLst>
            <pc:docMk/>
            <pc:sldMk cId="706508879" sldId="304"/>
            <ac:spMk id="53" creationId="{EA4D96B6-04D3-4A21-B45F-1D3319C92190}"/>
          </ac:spMkLst>
        </pc:spChg>
        <pc:spChg chg="mod">
          <ac:chgData name="王月" userId="9d7c2960-20f1-43a9-b353-abcb8eec574b" providerId="ADAL" clId="{F73A7BA7-9103-46AD-8CBE-434FF565B33A}" dt="2022-01-26T08:40:57.224" v="140" actId="1076"/>
          <ac:spMkLst>
            <pc:docMk/>
            <pc:sldMk cId="706508879" sldId="304"/>
            <ac:spMk id="54" creationId="{25FD9017-67F8-4290-A168-2CB68C008ABC}"/>
          </ac:spMkLst>
        </pc:spChg>
        <pc:spChg chg="mod">
          <ac:chgData name="王月" userId="9d7c2960-20f1-43a9-b353-abcb8eec574b" providerId="ADAL" clId="{F73A7BA7-9103-46AD-8CBE-434FF565B33A}" dt="2022-01-26T08:40:57.224" v="140" actId="1076"/>
          <ac:spMkLst>
            <pc:docMk/>
            <pc:sldMk cId="706508879" sldId="304"/>
            <ac:spMk id="55" creationId="{7885B0FD-18FC-4EFE-BCC2-050DE760B313}"/>
          </ac:spMkLst>
        </pc:spChg>
        <pc:spChg chg="mod">
          <ac:chgData name="王月" userId="9d7c2960-20f1-43a9-b353-abcb8eec574b" providerId="ADAL" clId="{F73A7BA7-9103-46AD-8CBE-434FF565B33A}" dt="2022-01-26T08:40:57.224" v="140" actId="1076"/>
          <ac:spMkLst>
            <pc:docMk/>
            <pc:sldMk cId="706508879" sldId="304"/>
            <ac:spMk id="78" creationId="{B5E2CF4E-6DEF-4224-A201-E61A896E4182}"/>
          </ac:spMkLst>
        </pc:spChg>
        <pc:spChg chg="mod">
          <ac:chgData name="王月" userId="9d7c2960-20f1-43a9-b353-abcb8eec574b" providerId="ADAL" clId="{F73A7BA7-9103-46AD-8CBE-434FF565B33A}" dt="2022-01-26T08:40:57.224" v="140" actId="1076"/>
          <ac:spMkLst>
            <pc:docMk/>
            <pc:sldMk cId="706508879" sldId="304"/>
            <ac:spMk id="79" creationId="{E9D27CA2-3EFE-4E27-A8A3-AF88DC8050AC}"/>
          </ac:spMkLst>
        </pc:spChg>
        <pc:spChg chg="mod">
          <ac:chgData name="王月" userId="9d7c2960-20f1-43a9-b353-abcb8eec574b" providerId="ADAL" clId="{F73A7BA7-9103-46AD-8CBE-434FF565B33A}" dt="2022-01-26T08:40:57.224" v="140" actId="1076"/>
          <ac:spMkLst>
            <pc:docMk/>
            <pc:sldMk cId="706508879" sldId="304"/>
            <ac:spMk id="89" creationId="{7270BAD6-721E-4A3E-AD1B-A42C191FC6A9}"/>
          </ac:spMkLst>
        </pc:spChg>
        <pc:spChg chg="mod">
          <ac:chgData name="王月" userId="9d7c2960-20f1-43a9-b353-abcb8eec574b" providerId="ADAL" clId="{F73A7BA7-9103-46AD-8CBE-434FF565B33A}" dt="2022-01-26T08:40:57.224" v="140" actId="1076"/>
          <ac:spMkLst>
            <pc:docMk/>
            <pc:sldMk cId="706508879" sldId="304"/>
            <ac:spMk id="91" creationId="{1CCDE010-CA90-4DFB-AAC5-118BC52DD98F}"/>
          </ac:spMkLst>
        </pc:spChg>
        <pc:spChg chg="mod">
          <ac:chgData name="王月" userId="9d7c2960-20f1-43a9-b353-abcb8eec574b" providerId="ADAL" clId="{F73A7BA7-9103-46AD-8CBE-434FF565B33A}" dt="2022-01-26T08:40:57.224" v="140" actId="1076"/>
          <ac:spMkLst>
            <pc:docMk/>
            <pc:sldMk cId="706508879" sldId="304"/>
            <ac:spMk id="93" creationId="{A6F82E40-BB79-4B59-9FAD-2CEBF7C0D8BA}"/>
          </ac:spMkLst>
        </pc:spChg>
        <pc:spChg chg="mod">
          <ac:chgData name="王月" userId="9d7c2960-20f1-43a9-b353-abcb8eec574b" providerId="ADAL" clId="{F73A7BA7-9103-46AD-8CBE-434FF565B33A}" dt="2022-01-26T08:40:57.224" v="140" actId="1076"/>
          <ac:spMkLst>
            <pc:docMk/>
            <pc:sldMk cId="706508879" sldId="304"/>
            <ac:spMk id="94" creationId="{DA99C221-B936-4EB0-93AB-B90799578D6F}"/>
          </ac:spMkLst>
        </pc:spChg>
        <pc:spChg chg="mod">
          <ac:chgData name="王月" userId="9d7c2960-20f1-43a9-b353-abcb8eec574b" providerId="ADAL" clId="{F73A7BA7-9103-46AD-8CBE-434FF565B33A}" dt="2022-01-26T08:40:57.224" v="140" actId="1076"/>
          <ac:spMkLst>
            <pc:docMk/>
            <pc:sldMk cId="706508879" sldId="304"/>
            <ac:spMk id="96" creationId="{57E1B1EE-749A-4171-925B-C9A2808D85A2}"/>
          </ac:spMkLst>
        </pc:spChg>
        <pc:spChg chg="mod">
          <ac:chgData name="王月" userId="9d7c2960-20f1-43a9-b353-abcb8eec574b" providerId="ADAL" clId="{F73A7BA7-9103-46AD-8CBE-434FF565B33A}" dt="2022-01-26T08:40:57.224" v="140" actId="1076"/>
          <ac:spMkLst>
            <pc:docMk/>
            <pc:sldMk cId="706508879" sldId="304"/>
            <ac:spMk id="105" creationId="{BFDD6873-C5A1-45EA-A48C-AF6FF7DA7985}"/>
          </ac:spMkLst>
        </pc:spChg>
        <pc:spChg chg="mod">
          <ac:chgData name="王月" userId="9d7c2960-20f1-43a9-b353-abcb8eec574b" providerId="ADAL" clId="{F73A7BA7-9103-46AD-8CBE-434FF565B33A}" dt="2022-01-26T08:40:57.224" v="140" actId="1076"/>
          <ac:spMkLst>
            <pc:docMk/>
            <pc:sldMk cId="706508879" sldId="304"/>
            <ac:spMk id="106" creationId="{AB97843F-1EE7-4862-A5E2-505706CDBA18}"/>
          </ac:spMkLst>
        </pc:spChg>
        <pc:spChg chg="mod">
          <ac:chgData name="王月" userId="9d7c2960-20f1-43a9-b353-abcb8eec574b" providerId="ADAL" clId="{F73A7BA7-9103-46AD-8CBE-434FF565B33A}" dt="2022-01-26T08:40:57.224" v="140" actId="1076"/>
          <ac:spMkLst>
            <pc:docMk/>
            <pc:sldMk cId="706508879" sldId="304"/>
            <ac:spMk id="107" creationId="{5B39A151-7BDF-4812-9237-66B496ED2238}"/>
          </ac:spMkLst>
        </pc:spChg>
        <pc:spChg chg="mod">
          <ac:chgData name="王月" userId="9d7c2960-20f1-43a9-b353-abcb8eec574b" providerId="ADAL" clId="{F73A7BA7-9103-46AD-8CBE-434FF565B33A}" dt="2022-01-26T08:40:57.224" v="140" actId="1076"/>
          <ac:spMkLst>
            <pc:docMk/>
            <pc:sldMk cId="706508879" sldId="304"/>
            <ac:spMk id="115" creationId="{7F7992E1-E2A1-49A3-93CD-87CF72091AD0}"/>
          </ac:spMkLst>
        </pc:spChg>
        <pc:spChg chg="mod">
          <ac:chgData name="王月" userId="9d7c2960-20f1-43a9-b353-abcb8eec574b" providerId="ADAL" clId="{F73A7BA7-9103-46AD-8CBE-434FF565B33A}" dt="2022-01-26T08:40:57.224" v="140" actId="1076"/>
          <ac:spMkLst>
            <pc:docMk/>
            <pc:sldMk cId="706508879" sldId="304"/>
            <ac:spMk id="124" creationId="{731217B6-8308-4D1E-ABAC-2CDB47F86CB9}"/>
          </ac:spMkLst>
        </pc:spChg>
        <pc:spChg chg="mod">
          <ac:chgData name="王月" userId="9d7c2960-20f1-43a9-b353-abcb8eec574b" providerId="ADAL" clId="{F73A7BA7-9103-46AD-8CBE-434FF565B33A}" dt="2022-01-26T08:40:57.224" v="140" actId="1076"/>
          <ac:spMkLst>
            <pc:docMk/>
            <pc:sldMk cId="706508879" sldId="304"/>
            <ac:spMk id="125" creationId="{D62C2337-0792-4AF0-B075-E0156D9321F8}"/>
          </ac:spMkLst>
        </pc:spChg>
        <pc:spChg chg="mod">
          <ac:chgData name="王月" userId="9d7c2960-20f1-43a9-b353-abcb8eec574b" providerId="ADAL" clId="{F73A7BA7-9103-46AD-8CBE-434FF565B33A}" dt="2022-01-26T08:40:57.224" v="140" actId="1076"/>
          <ac:spMkLst>
            <pc:docMk/>
            <pc:sldMk cId="706508879" sldId="304"/>
            <ac:spMk id="128" creationId="{1C468733-FDB5-4503-9C80-95FAA197D491}"/>
          </ac:spMkLst>
        </pc:spChg>
        <pc:spChg chg="mod">
          <ac:chgData name="王月" userId="9d7c2960-20f1-43a9-b353-abcb8eec574b" providerId="ADAL" clId="{F73A7BA7-9103-46AD-8CBE-434FF565B33A}" dt="2022-01-26T08:40:57.224" v="140" actId="1076"/>
          <ac:spMkLst>
            <pc:docMk/>
            <pc:sldMk cId="706508879" sldId="304"/>
            <ac:spMk id="130" creationId="{355FF5BB-CA5B-427D-B1DE-AF1368BC9F38}"/>
          </ac:spMkLst>
        </pc:spChg>
        <pc:spChg chg="mod">
          <ac:chgData name="王月" userId="9d7c2960-20f1-43a9-b353-abcb8eec574b" providerId="ADAL" clId="{F73A7BA7-9103-46AD-8CBE-434FF565B33A}" dt="2022-01-26T08:40:57.224" v="140" actId="1076"/>
          <ac:spMkLst>
            <pc:docMk/>
            <pc:sldMk cId="706508879" sldId="304"/>
            <ac:spMk id="133" creationId="{46F77B71-6610-42A9-8E0B-F992971CD956}"/>
          </ac:spMkLst>
        </pc:spChg>
        <pc:spChg chg="mod">
          <ac:chgData name="王月" userId="9d7c2960-20f1-43a9-b353-abcb8eec574b" providerId="ADAL" clId="{F73A7BA7-9103-46AD-8CBE-434FF565B33A}" dt="2022-01-26T08:40:57.224" v="140" actId="1076"/>
          <ac:spMkLst>
            <pc:docMk/>
            <pc:sldMk cId="706508879" sldId="304"/>
            <ac:spMk id="137" creationId="{C7490265-A8C4-4B07-9BC5-2AA03CF4BE55}"/>
          </ac:spMkLst>
        </pc:spChg>
        <pc:cxnChg chg="mod">
          <ac:chgData name="王月" userId="9d7c2960-20f1-43a9-b353-abcb8eec574b" providerId="ADAL" clId="{F73A7BA7-9103-46AD-8CBE-434FF565B33A}" dt="2022-01-26T08:40:57.224" v="140" actId="1076"/>
          <ac:cxnSpMkLst>
            <pc:docMk/>
            <pc:sldMk cId="706508879" sldId="304"/>
            <ac:cxnSpMk id="71" creationId="{E0576483-2A7B-4821-AEE7-A92B03F6C9A3}"/>
          </ac:cxnSpMkLst>
        </pc:cxnChg>
        <pc:cxnChg chg="mod">
          <ac:chgData name="王月" userId="9d7c2960-20f1-43a9-b353-abcb8eec574b" providerId="ADAL" clId="{F73A7BA7-9103-46AD-8CBE-434FF565B33A}" dt="2022-01-26T08:40:57.224" v="140" actId="1076"/>
          <ac:cxnSpMkLst>
            <pc:docMk/>
            <pc:sldMk cId="706508879" sldId="304"/>
            <ac:cxnSpMk id="80" creationId="{96C97F63-E006-4D56-8F2B-4F7E51A54228}"/>
          </ac:cxnSpMkLst>
        </pc:cxnChg>
        <pc:cxnChg chg="mod">
          <ac:chgData name="王月" userId="9d7c2960-20f1-43a9-b353-abcb8eec574b" providerId="ADAL" clId="{F73A7BA7-9103-46AD-8CBE-434FF565B33A}" dt="2022-01-26T08:40:57.224" v="140" actId="1076"/>
          <ac:cxnSpMkLst>
            <pc:docMk/>
            <pc:sldMk cId="706508879" sldId="304"/>
            <ac:cxnSpMk id="81" creationId="{9E418336-AEBD-4F2A-A1B1-978D342AFE83}"/>
          </ac:cxnSpMkLst>
        </pc:cxnChg>
        <pc:cxnChg chg="mod">
          <ac:chgData name="王月" userId="9d7c2960-20f1-43a9-b353-abcb8eec574b" providerId="ADAL" clId="{F73A7BA7-9103-46AD-8CBE-434FF565B33A}" dt="2022-01-26T08:40:57.224" v="140" actId="1076"/>
          <ac:cxnSpMkLst>
            <pc:docMk/>
            <pc:sldMk cId="706508879" sldId="304"/>
            <ac:cxnSpMk id="82" creationId="{479C0F2C-8ED6-4F64-B6BC-ED57D6E32D23}"/>
          </ac:cxnSpMkLst>
        </pc:cxnChg>
        <pc:cxnChg chg="mod">
          <ac:chgData name="王月" userId="9d7c2960-20f1-43a9-b353-abcb8eec574b" providerId="ADAL" clId="{F73A7BA7-9103-46AD-8CBE-434FF565B33A}" dt="2022-01-26T08:40:57.224" v="140" actId="1076"/>
          <ac:cxnSpMkLst>
            <pc:docMk/>
            <pc:sldMk cId="706508879" sldId="304"/>
            <ac:cxnSpMk id="83" creationId="{FDC23C06-8920-4C0E-9F57-908B1BD59119}"/>
          </ac:cxnSpMkLst>
        </pc:cxnChg>
        <pc:cxnChg chg="mod">
          <ac:chgData name="王月" userId="9d7c2960-20f1-43a9-b353-abcb8eec574b" providerId="ADAL" clId="{F73A7BA7-9103-46AD-8CBE-434FF565B33A}" dt="2022-01-26T08:40:57.224" v="140" actId="1076"/>
          <ac:cxnSpMkLst>
            <pc:docMk/>
            <pc:sldMk cId="706508879" sldId="304"/>
            <ac:cxnSpMk id="87" creationId="{19E120FA-E439-40F6-8446-CF6BFAC8B852}"/>
          </ac:cxnSpMkLst>
        </pc:cxnChg>
        <pc:cxnChg chg="mod">
          <ac:chgData name="王月" userId="9d7c2960-20f1-43a9-b353-abcb8eec574b" providerId="ADAL" clId="{F73A7BA7-9103-46AD-8CBE-434FF565B33A}" dt="2022-01-26T08:40:57.224" v="140" actId="1076"/>
          <ac:cxnSpMkLst>
            <pc:docMk/>
            <pc:sldMk cId="706508879" sldId="304"/>
            <ac:cxnSpMk id="90" creationId="{7573961B-334C-4527-B59B-60E64B130987}"/>
          </ac:cxnSpMkLst>
        </pc:cxnChg>
        <pc:cxnChg chg="mod">
          <ac:chgData name="王月" userId="9d7c2960-20f1-43a9-b353-abcb8eec574b" providerId="ADAL" clId="{F73A7BA7-9103-46AD-8CBE-434FF565B33A}" dt="2022-01-26T08:40:57.224" v="140" actId="1076"/>
          <ac:cxnSpMkLst>
            <pc:docMk/>
            <pc:sldMk cId="706508879" sldId="304"/>
            <ac:cxnSpMk id="92" creationId="{E9208C8F-51A3-43FF-AFFF-C3B4A326854A}"/>
          </ac:cxnSpMkLst>
        </pc:cxnChg>
        <pc:cxnChg chg="mod">
          <ac:chgData name="王月" userId="9d7c2960-20f1-43a9-b353-abcb8eec574b" providerId="ADAL" clId="{F73A7BA7-9103-46AD-8CBE-434FF565B33A}" dt="2022-01-26T08:40:57.224" v="140" actId="1076"/>
          <ac:cxnSpMkLst>
            <pc:docMk/>
            <pc:sldMk cId="706508879" sldId="304"/>
            <ac:cxnSpMk id="109" creationId="{B609C263-033D-4DC4-BD96-53A3D07E6C76}"/>
          </ac:cxnSpMkLst>
        </pc:cxnChg>
        <pc:cxnChg chg="mod">
          <ac:chgData name="王月" userId="9d7c2960-20f1-43a9-b353-abcb8eec574b" providerId="ADAL" clId="{F73A7BA7-9103-46AD-8CBE-434FF565B33A}" dt="2022-01-26T08:40:57.224" v="140" actId="1076"/>
          <ac:cxnSpMkLst>
            <pc:docMk/>
            <pc:sldMk cId="706508879" sldId="304"/>
            <ac:cxnSpMk id="110" creationId="{F4E34B97-308C-42C5-B0D6-CD12A8C7855E}"/>
          </ac:cxnSpMkLst>
        </pc:cxnChg>
        <pc:cxnChg chg="mod">
          <ac:chgData name="王月" userId="9d7c2960-20f1-43a9-b353-abcb8eec574b" providerId="ADAL" clId="{F73A7BA7-9103-46AD-8CBE-434FF565B33A}" dt="2022-01-26T08:40:57.224" v="140" actId="1076"/>
          <ac:cxnSpMkLst>
            <pc:docMk/>
            <pc:sldMk cId="706508879" sldId="304"/>
            <ac:cxnSpMk id="111" creationId="{CFE47E50-9363-44FC-B5C7-41B2A2E98CC3}"/>
          </ac:cxnSpMkLst>
        </pc:cxnChg>
        <pc:cxnChg chg="mod">
          <ac:chgData name="王月" userId="9d7c2960-20f1-43a9-b353-abcb8eec574b" providerId="ADAL" clId="{F73A7BA7-9103-46AD-8CBE-434FF565B33A}" dt="2022-01-26T08:40:57.224" v="140" actId="1076"/>
          <ac:cxnSpMkLst>
            <pc:docMk/>
            <pc:sldMk cId="706508879" sldId="304"/>
            <ac:cxnSpMk id="112" creationId="{992818B4-D884-4D72-B4B2-F01383C3B638}"/>
          </ac:cxnSpMkLst>
        </pc:cxnChg>
        <pc:cxnChg chg="mod">
          <ac:chgData name="王月" userId="9d7c2960-20f1-43a9-b353-abcb8eec574b" providerId="ADAL" clId="{F73A7BA7-9103-46AD-8CBE-434FF565B33A}" dt="2022-01-26T08:40:57.224" v="140" actId="1076"/>
          <ac:cxnSpMkLst>
            <pc:docMk/>
            <pc:sldMk cId="706508879" sldId="304"/>
            <ac:cxnSpMk id="114" creationId="{8358A10C-8481-45CA-BFF0-A8FDD95D6F27}"/>
          </ac:cxnSpMkLst>
        </pc:cxnChg>
        <pc:cxnChg chg="mod">
          <ac:chgData name="王月" userId="9d7c2960-20f1-43a9-b353-abcb8eec574b" providerId="ADAL" clId="{F73A7BA7-9103-46AD-8CBE-434FF565B33A}" dt="2022-01-26T08:40:57.224" v="140" actId="1076"/>
          <ac:cxnSpMkLst>
            <pc:docMk/>
            <pc:sldMk cId="706508879" sldId="304"/>
            <ac:cxnSpMk id="116" creationId="{3B352E6E-840B-48D0-81FF-54E14332E3C8}"/>
          </ac:cxnSpMkLst>
        </pc:cxnChg>
        <pc:cxnChg chg="mod">
          <ac:chgData name="王月" userId="9d7c2960-20f1-43a9-b353-abcb8eec574b" providerId="ADAL" clId="{F73A7BA7-9103-46AD-8CBE-434FF565B33A}" dt="2022-01-26T08:40:57.224" v="140" actId="1076"/>
          <ac:cxnSpMkLst>
            <pc:docMk/>
            <pc:sldMk cId="706508879" sldId="304"/>
            <ac:cxnSpMk id="117" creationId="{6DE57C18-10BB-444F-8174-BA151E134A01}"/>
          </ac:cxnSpMkLst>
        </pc:cxnChg>
        <pc:cxnChg chg="mod">
          <ac:chgData name="王月" userId="9d7c2960-20f1-43a9-b353-abcb8eec574b" providerId="ADAL" clId="{F73A7BA7-9103-46AD-8CBE-434FF565B33A}" dt="2022-01-26T08:40:57.224" v="140" actId="1076"/>
          <ac:cxnSpMkLst>
            <pc:docMk/>
            <pc:sldMk cId="706508879" sldId="304"/>
            <ac:cxnSpMk id="119" creationId="{4676736C-B7F6-435D-9BB3-F7B375795ACB}"/>
          </ac:cxnSpMkLst>
        </pc:cxnChg>
        <pc:cxnChg chg="mod">
          <ac:chgData name="王月" userId="9d7c2960-20f1-43a9-b353-abcb8eec574b" providerId="ADAL" clId="{F73A7BA7-9103-46AD-8CBE-434FF565B33A}" dt="2022-01-26T08:40:57.224" v="140" actId="1076"/>
          <ac:cxnSpMkLst>
            <pc:docMk/>
            <pc:sldMk cId="706508879" sldId="304"/>
            <ac:cxnSpMk id="123" creationId="{F88AF12A-2339-4F2B-8DAC-9F5DC0601EBA}"/>
          </ac:cxnSpMkLst>
        </pc:cxnChg>
        <pc:cxnChg chg="mod">
          <ac:chgData name="王月" userId="9d7c2960-20f1-43a9-b353-abcb8eec574b" providerId="ADAL" clId="{F73A7BA7-9103-46AD-8CBE-434FF565B33A}" dt="2022-01-26T08:40:57.224" v="140" actId="1076"/>
          <ac:cxnSpMkLst>
            <pc:docMk/>
            <pc:sldMk cId="706508879" sldId="304"/>
            <ac:cxnSpMk id="126" creationId="{68D27AD4-6D41-4A6C-B747-F6A9D627DE3C}"/>
          </ac:cxnSpMkLst>
        </pc:cxnChg>
        <pc:cxnChg chg="mod">
          <ac:chgData name="王月" userId="9d7c2960-20f1-43a9-b353-abcb8eec574b" providerId="ADAL" clId="{F73A7BA7-9103-46AD-8CBE-434FF565B33A}" dt="2022-01-26T08:40:57.224" v="140" actId="1076"/>
          <ac:cxnSpMkLst>
            <pc:docMk/>
            <pc:sldMk cId="706508879" sldId="304"/>
            <ac:cxnSpMk id="127" creationId="{355CD5A1-2814-4FD3-A7CE-D27FF9619A19}"/>
          </ac:cxnSpMkLst>
        </pc:cxnChg>
        <pc:cxnChg chg="mod">
          <ac:chgData name="王月" userId="9d7c2960-20f1-43a9-b353-abcb8eec574b" providerId="ADAL" clId="{F73A7BA7-9103-46AD-8CBE-434FF565B33A}" dt="2022-01-26T08:40:57.224" v="140" actId="1076"/>
          <ac:cxnSpMkLst>
            <pc:docMk/>
            <pc:sldMk cId="706508879" sldId="304"/>
            <ac:cxnSpMk id="132" creationId="{CFD8E0C7-E810-4FE6-9F8E-B28693DF189E}"/>
          </ac:cxnSpMkLst>
        </pc:cxnChg>
        <pc:cxnChg chg="mod">
          <ac:chgData name="王月" userId="9d7c2960-20f1-43a9-b353-abcb8eec574b" providerId="ADAL" clId="{F73A7BA7-9103-46AD-8CBE-434FF565B33A}" dt="2022-01-26T08:40:57.224" v="140" actId="1076"/>
          <ac:cxnSpMkLst>
            <pc:docMk/>
            <pc:sldMk cId="706508879" sldId="304"/>
            <ac:cxnSpMk id="134" creationId="{F99FEBD1-FD1C-4C30-8B46-453AFA5BB5FC}"/>
          </ac:cxnSpMkLst>
        </pc:cxnChg>
      </pc:sldChg>
      <pc:sldChg chg="addSp delSp modSp add del mod">
        <pc:chgData name="王月" userId="9d7c2960-20f1-43a9-b353-abcb8eec574b" providerId="ADAL" clId="{F73A7BA7-9103-46AD-8CBE-434FF565B33A}" dt="2022-01-26T08:42:16.546" v="145" actId="478"/>
        <pc:sldMkLst>
          <pc:docMk/>
          <pc:sldMk cId="2335949313" sldId="305"/>
        </pc:sldMkLst>
        <pc:spChg chg="add del">
          <ac:chgData name="王月" userId="9d7c2960-20f1-43a9-b353-abcb8eec574b" providerId="ADAL" clId="{F73A7BA7-9103-46AD-8CBE-434FF565B33A}" dt="2022-01-26T08:38:58.928" v="108" actId="11529"/>
          <ac:spMkLst>
            <pc:docMk/>
            <pc:sldMk cId="2335949313" sldId="305"/>
            <ac:spMk id="2" creationId="{614C5675-6AA7-4887-A0E1-B427F3A2B457}"/>
          </ac:spMkLst>
        </pc:spChg>
        <pc:spChg chg="add del">
          <ac:chgData name="王月" userId="9d7c2960-20f1-43a9-b353-abcb8eec574b" providerId="ADAL" clId="{F73A7BA7-9103-46AD-8CBE-434FF565B33A}" dt="2022-01-26T08:39:34.425" v="126" actId="21"/>
          <ac:spMkLst>
            <pc:docMk/>
            <pc:sldMk cId="2335949313" sldId="305"/>
            <ac:spMk id="3" creationId="{109F3077-ECC4-4B6B-84D8-F4F5475BC57C}"/>
          </ac:spMkLst>
        </pc:spChg>
        <pc:spChg chg="add del">
          <ac:chgData name="王月" userId="9d7c2960-20f1-43a9-b353-abcb8eec574b" providerId="ADAL" clId="{F73A7BA7-9103-46AD-8CBE-434FF565B33A}" dt="2022-01-26T08:39:17.291" v="121" actId="478"/>
          <ac:spMkLst>
            <pc:docMk/>
            <pc:sldMk cId="2335949313" sldId="305"/>
            <ac:spMk id="36" creationId="{ABCBC16E-D871-4C3F-8A7F-AD3CC212844D}"/>
          </ac:spMkLst>
        </pc:spChg>
        <pc:spChg chg="add del">
          <ac:chgData name="王月" userId="9d7c2960-20f1-43a9-b353-abcb8eec574b" providerId="ADAL" clId="{F73A7BA7-9103-46AD-8CBE-434FF565B33A}" dt="2022-01-26T08:39:17.291" v="121" actId="478"/>
          <ac:spMkLst>
            <pc:docMk/>
            <pc:sldMk cId="2335949313" sldId="305"/>
            <ac:spMk id="53" creationId="{EA4D96B6-04D3-4A21-B45F-1D3319C92190}"/>
          </ac:spMkLst>
        </pc:spChg>
        <pc:spChg chg="add del">
          <ac:chgData name="王月" userId="9d7c2960-20f1-43a9-b353-abcb8eec574b" providerId="ADAL" clId="{F73A7BA7-9103-46AD-8CBE-434FF565B33A}" dt="2022-01-26T08:39:17.291" v="121" actId="478"/>
          <ac:spMkLst>
            <pc:docMk/>
            <pc:sldMk cId="2335949313" sldId="305"/>
            <ac:spMk id="54" creationId="{25FD9017-67F8-4290-A168-2CB68C008ABC}"/>
          </ac:spMkLst>
        </pc:spChg>
        <pc:spChg chg="add del">
          <ac:chgData name="王月" userId="9d7c2960-20f1-43a9-b353-abcb8eec574b" providerId="ADAL" clId="{F73A7BA7-9103-46AD-8CBE-434FF565B33A}" dt="2022-01-26T08:39:17.291" v="121" actId="478"/>
          <ac:spMkLst>
            <pc:docMk/>
            <pc:sldMk cId="2335949313" sldId="305"/>
            <ac:spMk id="55" creationId="{7885B0FD-18FC-4EFE-BCC2-050DE760B313}"/>
          </ac:spMkLst>
        </pc:spChg>
        <pc:spChg chg="del">
          <ac:chgData name="王月" userId="9d7c2960-20f1-43a9-b353-abcb8eec574b" providerId="ADAL" clId="{F73A7BA7-9103-46AD-8CBE-434FF565B33A}" dt="2022-01-26T08:42:16.546" v="145" actId="478"/>
          <ac:spMkLst>
            <pc:docMk/>
            <pc:sldMk cId="2335949313" sldId="305"/>
            <ac:spMk id="68" creationId="{7EA69B6D-3639-4610-8CA9-DE0E49CF3F0C}"/>
          </ac:spMkLst>
        </pc:spChg>
        <pc:spChg chg="add del">
          <ac:chgData name="王月" userId="9d7c2960-20f1-43a9-b353-abcb8eec574b" providerId="ADAL" clId="{F73A7BA7-9103-46AD-8CBE-434FF565B33A}" dt="2022-01-26T08:39:17.291" v="121" actId="478"/>
          <ac:spMkLst>
            <pc:docMk/>
            <pc:sldMk cId="2335949313" sldId="305"/>
            <ac:spMk id="85" creationId="{07F31DCE-EF7D-42F1-9D8B-D947B3B15B48}"/>
          </ac:spMkLst>
        </pc:spChg>
        <pc:spChg chg="add del">
          <ac:chgData name="王月" userId="9d7c2960-20f1-43a9-b353-abcb8eec574b" providerId="ADAL" clId="{F73A7BA7-9103-46AD-8CBE-434FF565B33A}" dt="2022-01-26T08:39:17.291" v="121" actId="478"/>
          <ac:spMkLst>
            <pc:docMk/>
            <pc:sldMk cId="2335949313" sldId="305"/>
            <ac:spMk id="96" creationId="{57E1B1EE-749A-4171-925B-C9A2808D85A2}"/>
          </ac:spMkLst>
        </pc:spChg>
        <pc:spChg chg="add del">
          <ac:chgData name="王月" userId="9d7c2960-20f1-43a9-b353-abcb8eec574b" providerId="ADAL" clId="{F73A7BA7-9103-46AD-8CBE-434FF565B33A}" dt="2022-01-26T08:39:17.291" v="121" actId="478"/>
          <ac:spMkLst>
            <pc:docMk/>
            <pc:sldMk cId="2335949313" sldId="305"/>
            <ac:spMk id="97" creationId="{0F6BF250-8291-4A8E-982C-E8BCC5C3EF16}"/>
          </ac:spMkLst>
        </pc:spChg>
        <pc:spChg chg="add del">
          <ac:chgData name="王月" userId="9d7c2960-20f1-43a9-b353-abcb8eec574b" providerId="ADAL" clId="{F73A7BA7-9103-46AD-8CBE-434FF565B33A}" dt="2022-01-26T08:39:17.291" v="121" actId="478"/>
          <ac:spMkLst>
            <pc:docMk/>
            <pc:sldMk cId="2335949313" sldId="305"/>
            <ac:spMk id="101" creationId="{E30C1FBB-7A36-46D6-93C1-FF392F2D6365}"/>
          </ac:spMkLst>
        </pc:spChg>
        <pc:spChg chg="add del">
          <ac:chgData name="王月" userId="9d7c2960-20f1-43a9-b353-abcb8eec574b" providerId="ADAL" clId="{F73A7BA7-9103-46AD-8CBE-434FF565B33A}" dt="2022-01-26T08:39:17.291" v="121" actId="478"/>
          <ac:spMkLst>
            <pc:docMk/>
            <pc:sldMk cId="2335949313" sldId="305"/>
            <ac:spMk id="102" creationId="{575E7B89-BA09-4758-8ED2-A5750EDF2624}"/>
          </ac:spMkLst>
        </pc:spChg>
        <pc:spChg chg="add del">
          <ac:chgData name="王月" userId="9d7c2960-20f1-43a9-b353-abcb8eec574b" providerId="ADAL" clId="{F73A7BA7-9103-46AD-8CBE-434FF565B33A}" dt="2022-01-26T08:39:17.291" v="121" actId="478"/>
          <ac:spMkLst>
            <pc:docMk/>
            <pc:sldMk cId="2335949313" sldId="305"/>
            <ac:spMk id="105" creationId="{BFDD6873-C5A1-45EA-A48C-AF6FF7DA7985}"/>
          </ac:spMkLst>
        </pc:spChg>
        <pc:spChg chg="add del">
          <ac:chgData name="王月" userId="9d7c2960-20f1-43a9-b353-abcb8eec574b" providerId="ADAL" clId="{F73A7BA7-9103-46AD-8CBE-434FF565B33A}" dt="2022-01-26T08:39:17.291" v="121" actId="478"/>
          <ac:spMkLst>
            <pc:docMk/>
            <pc:sldMk cId="2335949313" sldId="305"/>
            <ac:spMk id="106" creationId="{AB97843F-1EE7-4862-A5E2-505706CDBA18}"/>
          </ac:spMkLst>
        </pc:spChg>
        <pc:spChg chg="add del">
          <ac:chgData name="王月" userId="9d7c2960-20f1-43a9-b353-abcb8eec574b" providerId="ADAL" clId="{F73A7BA7-9103-46AD-8CBE-434FF565B33A}" dt="2022-01-26T08:39:17.291" v="121" actId="478"/>
          <ac:spMkLst>
            <pc:docMk/>
            <pc:sldMk cId="2335949313" sldId="305"/>
            <ac:spMk id="107" creationId="{5B39A151-7BDF-4812-9237-66B496ED2238}"/>
          </ac:spMkLst>
        </pc:spChg>
        <pc:spChg chg="add del">
          <ac:chgData name="王月" userId="9d7c2960-20f1-43a9-b353-abcb8eec574b" providerId="ADAL" clId="{F73A7BA7-9103-46AD-8CBE-434FF565B33A}" dt="2022-01-26T08:39:17.291" v="121" actId="478"/>
          <ac:spMkLst>
            <pc:docMk/>
            <pc:sldMk cId="2335949313" sldId="305"/>
            <ac:spMk id="115" creationId="{7F7992E1-E2A1-49A3-93CD-87CF72091AD0}"/>
          </ac:spMkLst>
        </pc:spChg>
        <pc:spChg chg="add del">
          <ac:chgData name="王月" userId="9d7c2960-20f1-43a9-b353-abcb8eec574b" providerId="ADAL" clId="{F73A7BA7-9103-46AD-8CBE-434FF565B33A}" dt="2022-01-26T08:39:17.291" v="121" actId="478"/>
          <ac:spMkLst>
            <pc:docMk/>
            <pc:sldMk cId="2335949313" sldId="305"/>
            <ac:spMk id="124" creationId="{731217B6-8308-4D1E-ABAC-2CDB47F86CB9}"/>
          </ac:spMkLst>
        </pc:spChg>
        <pc:spChg chg="add del">
          <ac:chgData name="王月" userId="9d7c2960-20f1-43a9-b353-abcb8eec574b" providerId="ADAL" clId="{F73A7BA7-9103-46AD-8CBE-434FF565B33A}" dt="2022-01-26T08:39:17.291" v="121" actId="478"/>
          <ac:spMkLst>
            <pc:docMk/>
            <pc:sldMk cId="2335949313" sldId="305"/>
            <ac:spMk id="138" creationId="{D9C65936-2CCA-44CF-BCED-D9F9C66259F4}"/>
          </ac:spMkLst>
        </pc:spChg>
        <pc:spChg chg="add del">
          <ac:chgData name="王月" userId="9d7c2960-20f1-43a9-b353-abcb8eec574b" providerId="ADAL" clId="{F73A7BA7-9103-46AD-8CBE-434FF565B33A}" dt="2022-01-26T08:39:17.291" v="121" actId="478"/>
          <ac:spMkLst>
            <pc:docMk/>
            <pc:sldMk cId="2335949313" sldId="305"/>
            <ac:spMk id="140" creationId="{BA14BC9E-075C-43CC-874D-1769DF8F9B5A}"/>
          </ac:spMkLst>
        </pc:spChg>
        <pc:spChg chg="add del">
          <ac:chgData name="王月" userId="9d7c2960-20f1-43a9-b353-abcb8eec574b" providerId="ADAL" clId="{F73A7BA7-9103-46AD-8CBE-434FF565B33A}" dt="2022-01-26T08:39:17.291" v="121" actId="478"/>
          <ac:spMkLst>
            <pc:docMk/>
            <pc:sldMk cId="2335949313" sldId="305"/>
            <ac:spMk id="141" creationId="{D6DCB33E-F9FA-4BA0-A655-1F0196EBB386}"/>
          </ac:spMkLst>
        </pc:spChg>
        <pc:cxnChg chg="add del">
          <ac:chgData name="王月" userId="9d7c2960-20f1-43a9-b353-abcb8eec574b" providerId="ADAL" clId="{F73A7BA7-9103-46AD-8CBE-434FF565B33A}" dt="2022-01-26T08:39:17.291" v="121" actId="478"/>
          <ac:cxnSpMkLst>
            <pc:docMk/>
            <pc:sldMk cId="2335949313" sldId="305"/>
            <ac:cxnSpMk id="71" creationId="{E0576483-2A7B-4821-AEE7-A92B03F6C9A3}"/>
          </ac:cxnSpMkLst>
        </pc:cxnChg>
        <pc:cxnChg chg="add del mod">
          <ac:chgData name="王月" userId="9d7c2960-20f1-43a9-b353-abcb8eec574b" providerId="ADAL" clId="{F73A7BA7-9103-46AD-8CBE-434FF565B33A}" dt="2022-01-26T08:39:17.291" v="121" actId="478"/>
          <ac:cxnSpMkLst>
            <pc:docMk/>
            <pc:sldMk cId="2335949313" sldId="305"/>
            <ac:cxnSpMk id="86" creationId="{3C79D201-43A3-4E70-B39B-E1F1BB7BECA4}"/>
          </ac:cxnSpMkLst>
        </pc:cxnChg>
        <pc:cxnChg chg="add del mod">
          <ac:chgData name="王月" userId="9d7c2960-20f1-43a9-b353-abcb8eec574b" providerId="ADAL" clId="{F73A7BA7-9103-46AD-8CBE-434FF565B33A}" dt="2022-01-26T08:39:17.291" v="121" actId="478"/>
          <ac:cxnSpMkLst>
            <pc:docMk/>
            <pc:sldMk cId="2335949313" sldId="305"/>
            <ac:cxnSpMk id="103" creationId="{7DA4B2B3-F18B-4F40-B810-AC9727E49A0F}"/>
          </ac:cxnSpMkLst>
        </pc:cxnChg>
        <pc:cxnChg chg="add del mod">
          <ac:chgData name="王月" userId="9d7c2960-20f1-43a9-b353-abcb8eec574b" providerId="ADAL" clId="{F73A7BA7-9103-46AD-8CBE-434FF565B33A}" dt="2022-01-26T08:39:17.291" v="121" actId="478"/>
          <ac:cxnSpMkLst>
            <pc:docMk/>
            <pc:sldMk cId="2335949313" sldId="305"/>
            <ac:cxnSpMk id="109" creationId="{B609C263-033D-4DC4-BD96-53A3D07E6C76}"/>
          </ac:cxnSpMkLst>
        </pc:cxnChg>
        <pc:cxnChg chg="add del">
          <ac:chgData name="王月" userId="9d7c2960-20f1-43a9-b353-abcb8eec574b" providerId="ADAL" clId="{F73A7BA7-9103-46AD-8CBE-434FF565B33A}" dt="2022-01-26T08:39:17.291" v="121" actId="478"/>
          <ac:cxnSpMkLst>
            <pc:docMk/>
            <pc:sldMk cId="2335949313" sldId="305"/>
            <ac:cxnSpMk id="110" creationId="{F4E34B97-308C-42C5-B0D6-CD12A8C7855E}"/>
          </ac:cxnSpMkLst>
        </pc:cxnChg>
        <pc:cxnChg chg="add del">
          <ac:chgData name="王月" userId="9d7c2960-20f1-43a9-b353-abcb8eec574b" providerId="ADAL" clId="{F73A7BA7-9103-46AD-8CBE-434FF565B33A}" dt="2022-01-26T08:39:17.291" v="121" actId="478"/>
          <ac:cxnSpMkLst>
            <pc:docMk/>
            <pc:sldMk cId="2335949313" sldId="305"/>
            <ac:cxnSpMk id="111" creationId="{CFE47E50-9363-44FC-B5C7-41B2A2E98CC3}"/>
          </ac:cxnSpMkLst>
        </pc:cxnChg>
        <pc:cxnChg chg="add del">
          <ac:chgData name="王月" userId="9d7c2960-20f1-43a9-b353-abcb8eec574b" providerId="ADAL" clId="{F73A7BA7-9103-46AD-8CBE-434FF565B33A}" dt="2022-01-26T08:39:17.291" v="121" actId="478"/>
          <ac:cxnSpMkLst>
            <pc:docMk/>
            <pc:sldMk cId="2335949313" sldId="305"/>
            <ac:cxnSpMk id="112" creationId="{992818B4-D884-4D72-B4B2-F01383C3B638}"/>
          </ac:cxnSpMkLst>
        </pc:cxnChg>
        <pc:cxnChg chg="add del">
          <ac:chgData name="王月" userId="9d7c2960-20f1-43a9-b353-abcb8eec574b" providerId="ADAL" clId="{F73A7BA7-9103-46AD-8CBE-434FF565B33A}" dt="2022-01-26T08:39:17.291" v="121" actId="478"/>
          <ac:cxnSpMkLst>
            <pc:docMk/>
            <pc:sldMk cId="2335949313" sldId="305"/>
            <ac:cxnSpMk id="116" creationId="{3B352E6E-840B-48D0-81FF-54E14332E3C8}"/>
          </ac:cxnSpMkLst>
        </pc:cxnChg>
        <pc:cxnChg chg="add del">
          <ac:chgData name="王月" userId="9d7c2960-20f1-43a9-b353-abcb8eec574b" providerId="ADAL" clId="{F73A7BA7-9103-46AD-8CBE-434FF565B33A}" dt="2022-01-26T08:39:17.291" v="121" actId="478"/>
          <ac:cxnSpMkLst>
            <pc:docMk/>
            <pc:sldMk cId="2335949313" sldId="305"/>
            <ac:cxnSpMk id="117" creationId="{6DE57C18-10BB-444F-8174-BA151E134A01}"/>
          </ac:cxnSpMkLst>
        </pc:cxnChg>
        <pc:cxnChg chg="add del">
          <ac:chgData name="王月" userId="9d7c2960-20f1-43a9-b353-abcb8eec574b" providerId="ADAL" clId="{F73A7BA7-9103-46AD-8CBE-434FF565B33A}" dt="2022-01-26T08:39:17.291" v="121" actId="478"/>
          <ac:cxnSpMkLst>
            <pc:docMk/>
            <pc:sldMk cId="2335949313" sldId="305"/>
            <ac:cxnSpMk id="120" creationId="{456BF835-0C4F-4550-8870-1DC865005255}"/>
          </ac:cxnSpMkLst>
        </pc:cxnChg>
        <pc:cxnChg chg="add del">
          <ac:chgData name="王月" userId="9d7c2960-20f1-43a9-b353-abcb8eec574b" providerId="ADAL" clId="{F73A7BA7-9103-46AD-8CBE-434FF565B33A}" dt="2022-01-26T08:39:17.291" v="121" actId="478"/>
          <ac:cxnSpMkLst>
            <pc:docMk/>
            <pc:sldMk cId="2335949313" sldId="305"/>
            <ac:cxnSpMk id="121" creationId="{65A35D7E-0883-4817-A8BE-2EC728FD056B}"/>
          </ac:cxnSpMkLst>
        </pc:cxnChg>
        <pc:cxnChg chg="add del">
          <ac:chgData name="王月" userId="9d7c2960-20f1-43a9-b353-abcb8eec574b" providerId="ADAL" clId="{F73A7BA7-9103-46AD-8CBE-434FF565B33A}" dt="2022-01-26T08:39:17.291" v="121" actId="478"/>
          <ac:cxnSpMkLst>
            <pc:docMk/>
            <pc:sldMk cId="2335949313" sldId="305"/>
            <ac:cxnSpMk id="122" creationId="{0B0FEE07-0389-495E-86E6-948C14B7C0C5}"/>
          </ac:cxnSpMkLst>
        </pc:cxnChg>
        <pc:cxnChg chg="add del">
          <ac:chgData name="王月" userId="9d7c2960-20f1-43a9-b353-abcb8eec574b" providerId="ADAL" clId="{F73A7BA7-9103-46AD-8CBE-434FF565B33A}" dt="2022-01-26T08:39:17.291" v="121" actId="478"/>
          <ac:cxnSpMkLst>
            <pc:docMk/>
            <pc:sldMk cId="2335949313" sldId="305"/>
            <ac:cxnSpMk id="126" creationId="{68D27AD4-6D41-4A6C-B747-F6A9D627DE3C}"/>
          </ac:cxnSpMkLst>
        </pc:cxnChg>
        <pc:cxnChg chg="add del mod">
          <ac:chgData name="王月" userId="9d7c2960-20f1-43a9-b353-abcb8eec574b" providerId="ADAL" clId="{F73A7BA7-9103-46AD-8CBE-434FF565B33A}" dt="2022-01-26T08:39:17.291" v="121" actId="478"/>
          <ac:cxnSpMkLst>
            <pc:docMk/>
            <pc:sldMk cId="2335949313" sldId="305"/>
            <ac:cxnSpMk id="127" creationId="{355CD5A1-2814-4FD3-A7CE-D27FF9619A19}"/>
          </ac:cxnSpMkLst>
        </pc:cxnChg>
        <pc:cxnChg chg="add del mod">
          <ac:chgData name="王月" userId="9d7c2960-20f1-43a9-b353-abcb8eec574b" providerId="ADAL" clId="{F73A7BA7-9103-46AD-8CBE-434FF565B33A}" dt="2022-01-26T08:39:17.291" v="121" actId="478"/>
          <ac:cxnSpMkLst>
            <pc:docMk/>
            <pc:sldMk cId="2335949313" sldId="305"/>
            <ac:cxnSpMk id="131" creationId="{9FA2D0E2-C51B-47B5-91CA-1299EC4BD1CD}"/>
          </ac:cxnSpMkLst>
        </pc:cxnChg>
        <pc:cxnChg chg="add del">
          <ac:chgData name="王月" userId="9d7c2960-20f1-43a9-b353-abcb8eec574b" providerId="ADAL" clId="{F73A7BA7-9103-46AD-8CBE-434FF565B33A}" dt="2022-01-26T08:39:17.291" v="121" actId="478"/>
          <ac:cxnSpMkLst>
            <pc:docMk/>
            <pc:sldMk cId="2335949313" sldId="305"/>
            <ac:cxnSpMk id="136" creationId="{3CC9A625-F290-43AC-BF25-675893CC1FB0}"/>
          </ac:cxnSpMkLst>
        </pc:cxnChg>
      </pc:sldChg>
      <pc:sldChg chg="new del">
        <pc:chgData name="王月" userId="9d7c2960-20f1-43a9-b353-abcb8eec574b" providerId="ADAL" clId="{F73A7BA7-9103-46AD-8CBE-434FF565B33A}" dt="2022-01-26T08:38:31.689" v="106" actId="680"/>
        <pc:sldMkLst>
          <pc:docMk/>
          <pc:sldMk cId="579910759" sldId="306"/>
        </pc:sldMkLst>
      </pc:sldChg>
      <pc:sldChg chg="add del">
        <pc:chgData name="王月" userId="9d7c2960-20f1-43a9-b353-abcb8eec574b" providerId="ADAL" clId="{F73A7BA7-9103-46AD-8CBE-434FF565B33A}" dt="2022-01-26T08:39:33.700" v="125"/>
        <pc:sldMkLst>
          <pc:docMk/>
          <pc:sldMk cId="970505137" sldId="30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4T03:23:26.011"/>
    </inkml:context>
    <inkml:brush xml:id="br0">
      <inkml:brushProperty name="width" value="0.1" units="cm"/>
      <inkml:brushProperty name="height" value="0.6" units="cm"/>
      <inkml:brushProperty name="color" value="#FFFFFF"/>
      <inkml:brushProperty name="ignorePressure" value="1"/>
      <inkml:brushProperty name="inkEffects" value="pencil"/>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4T03:23:26.012"/>
    </inkml:context>
    <inkml:brush xml:id="br0">
      <inkml:brushProperty name="width" value="0.1" units="cm"/>
      <inkml:brushProperty name="height" value="0.6" units="cm"/>
      <inkml:brushProperty name="color" value="#FFFFFF"/>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C3271-ABDB-46F2-AC34-8597DFE4EE9E}" type="datetimeFigureOut">
              <a:rPr lang="zh-CN" altLang="en-US" smtClean="0"/>
              <a:t>2024/6/24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623BF8-DFA2-40CC-B540-BE8878C877D3}" type="slidenum">
              <a:rPr lang="zh-CN" altLang="en-US" smtClean="0"/>
              <a:t>‹#›</a:t>
            </a:fld>
            <a:endParaRPr lang="zh-CN" altLang="en-US"/>
          </a:p>
        </p:txBody>
      </p:sp>
    </p:spTree>
    <p:extLst>
      <p:ext uri="{BB962C8B-B14F-4D97-AF65-F5344CB8AC3E}">
        <p14:creationId xmlns:p14="http://schemas.microsoft.com/office/powerpoint/2010/main" val="1073194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a:t>
            </a:fld>
            <a:endParaRPr lang="zh-CN" altLang="en-US"/>
          </a:p>
        </p:txBody>
      </p:sp>
    </p:spTree>
    <p:extLst>
      <p:ext uri="{BB962C8B-B14F-4D97-AF65-F5344CB8AC3E}">
        <p14:creationId xmlns:p14="http://schemas.microsoft.com/office/powerpoint/2010/main" val="2751428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a:t>
            </a:fld>
            <a:endParaRPr lang="zh-CN" altLang="en-US"/>
          </a:p>
        </p:txBody>
      </p:sp>
    </p:spTree>
    <p:extLst>
      <p:ext uri="{BB962C8B-B14F-4D97-AF65-F5344CB8AC3E}">
        <p14:creationId xmlns:p14="http://schemas.microsoft.com/office/powerpoint/2010/main" val="2174135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5</a:t>
            </a:fld>
            <a:endParaRPr lang="zh-CN" altLang="en-US"/>
          </a:p>
        </p:txBody>
      </p:sp>
    </p:spTree>
    <p:extLst>
      <p:ext uri="{BB962C8B-B14F-4D97-AF65-F5344CB8AC3E}">
        <p14:creationId xmlns:p14="http://schemas.microsoft.com/office/powerpoint/2010/main" val="3903875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6</a:t>
            </a:fld>
            <a:endParaRPr lang="zh-CN" altLang="en-US"/>
          </a:p>
        </p:txBody>
      </p:sp>
    </p:spTree>
    <p:extLst>
      <p:ext uri="{BB962C8B-B14F-4D97-AF65-F5344CB8AC3E}">
        <p14:creationId xmlns:p14="http://schemas.microsoft.com/office/powerpoint/2010/main" val="3144941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7</a:t>
            </a:fld>
            <a:endParaRPr lang="zh-CN" altLang="en-US"/>
          </a:p>
        </p:txBody>
      </p:sp>
    </p:spTree>
    <p:extLst>
      <p:ext uri="{BB962C8B-B14F-4D97-AF65-F5344CB8AC3E}">
        <p14:creationId xmlns:p14="http://schemas.microsoft.com/office/powerpoint/2010/main" val="1208437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8</a:t>
            </a:fld>
            <a:endParaRPr lang="zh-CN" altLang="en-US"/>
          </a:p>
        </p:txBody>
      </p:sp>
    </p:spTree>
    <p:extLst>
      <p:ext uri="{BB962C8B-B14F-4D97-AF65-F5344CB8AC3E}">
        <p14:creationId xmlns:p14="http://schemas.microsoft.com/office/powerpoint/2010/main" val="649127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9</a:t>
            </a:fld>
            <a:endParaRPr lang="zh-CN" altLang="en-US"/>
          </a:p>
        </p:txBody>
      </p:sp>
    </p:spTree>
    <p:extLst>
      <p:ext uri="{BB962C8B-B14F-4D97-AF65-F5344CB8AC3E}">
        <p14:creationId xmlns:p14="http://schemas.microsoft.com/office/powerpoint/2010/main" val="3578419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10</a:t>
            </a:fld>
            <a:endParaRPr lang="zh-CN" altLang="en-US"/>
          </a:p>
        </p:txBody>
      </p:sp>
    </p:spTree>
    <p:extLst>
      <p:ext uri="{BB962C8B-B14F-4D97-AF65-F5344CB8AC3E}">
        <p14:creationId xmlns:p14="http://schemas.microsoft.com/office/powerpoint/2010/main" val="3811051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11</a:t>
            </a:fld>
            <a:endParaRPr lang="zh-CN" altLang="en-US"/>
          </a:p>
        </p:txBody>
      </p:sp>
    </p:spTree>
    <p:extLst>
      <p:ext uri="{BB962C8B-B14F-4D97-AF65-F5344CB8AC3E}">
        <p14:creationId xmlns:p14="http://schemas.microsoft.com/office/powerpoint/2010/main" val="3367276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12</a:t>
            </a:fld>
            <a:endParaRPr lang="zh-CN" altLang="en-US"/>
          </a:p>
        </p:txBody>
      </p:sp>
    </p:spTree>
    <p:extLst>
      <p:ext uri="{BB962C8B-B14F-4D97-AF65-F5344CB8AC3E}">
        <p14:creationId xmlns:p14="http://schemas.microsoft.com/office/powerpoint/2010/main" val="175818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13</a:t>
            </a:fld>
            <a:endParaRPr lang="zh-CN" altLang="en-US"/>
          </a:p>
        </p:txBody>
      </p:sp>
    </p:spTree>
    <p:extLst>
      <p:ext uri="{BB962C8B-B14F-4D97-AF65-F5344CB8AC3E}">
        <p14:creationId xmlns:p14="http://schemas.microsoft.com/office/powerpoint/2010/main" val="3994058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14</a:t>
            </a:fld>
            <a:endParaRPr lang="zh-CN" altLang="en-US"/>
          </a:p>
        </p:txBody>
      </p:sp>
    </p:spTree>
    <p:extLst>
      <p:ext uri="{BB962C8B-B14F-4D97-AF65-F5344CB8AC3E}">
        <p14:creationId xmlns:p14="http://schemas.microsoft.com/office/powerpoint/2010/main" val="1201228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15</a:t>
            </a:fld>
            <a:endParaRPr lang="zh-CN" altLang="en-US"/>
          </a:p>
        </p:txBody>
      </p:sp>
    </p:spTree>
    <p:extLst>
      <p:ext uri="{BB962C8B-B14F-4D97-AF65-F5344CB8AC3E}">
        <p14:creationId xmlns:p14="http://schemas.microsoft.com/office/powerpoint/2010/main" val="1120897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16</a:t>
            </a:fld>
            <a:endParaRPr lang="zh-CN" altLang="en-US"/>
          </a:p>
        </p:txBody>
      </p:sp>
    </p:spTree>
    <p:extLst>
      <p:ext uri="{BB962C8B-B14F-4D97-AF65-F5344CB8AC3E}">
        <p14:creationId xmlns:p14="http://schemas.microsoft.com/office/powerpoint/2010/main" val="1465175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17</a:t>
            </a:fld>
            <a:endParaRPr lang="zh-CN" altLang="en-US"/>
          </a:p>
        </p:txBody>
      </p:sp>
    </p:spTree>
    <p:extLst>
      <p:ext uri="{BB962C8B-B14F-4D97-AF65-F5344CB8AC3E}">
        <p14:creationId xmlns:p14="http://schemas.microsoft.com/office/powerpoint/2010/main" val="335084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18</a:t>
            </a:fld>
            <a:endParaRPr lang="zh-CN" altLang="en-US"/>
          </a:p>
        </p:txBody>
      </p:sp>
    </p:spTree>
    <p:extLst>
      <p:ext uri="{BB962C8B-B14F-4D97-AF65-F5344CB8AC3E}">
        <p14:creationId xmlns:p14="http://schemas.microsoft.com/office/powerpoint/2010/main" val="163722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19</a:t>
            </a:fld>
            <a:endParaRPr lang="zh-CN" altLang="en-US"/>
          </a:p>
        </p:txBody>
      </p:sp>
    </p:spTree>
    <p:extLst>
      <p:ext uri="{BB962C8B-B14F-4D97-AF65-F5344CB8AC3E}">
        <p14:creationId xmlns:p14="http://schemas.microsoft.com/office/powerpoint/2010/main" val="3463311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20</a:t>
            </a:fld>
            <a:endParaRPr lang="zh-CN" altLang="en-US"/>
          </a:p>
        </p:txBody>
      </p:sp>
    </p:spTree>
    <p:extLst>
      <p:ext uri="{BB962C8B-B14F-4D97-AF65-F5344CB8AC3E}">
        <p14:creationId xmlns:p14="http://schemas.microsoft.com/office/powerpoint/2010/main" val="1510535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21</a:t>
            </a:fld>
            <a:endParaRPr lang="zh-CN" altLang="en-US"/>
          </a:p>
        </p:txBody>
      </p:sp>
    </p:spTree>
    <p:extLst>
      <p:ext uri="{BB962C8B-B14F-4D97-AF65-F5344CB8AC3E}">
        <p14:creationId xmlns:p14="http://schemas.microsoft.com/office/powerpoint/2010/main" val="367922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22</a:t>
            </a:fld>
            <a:endParaRPr lang="zh-CN" altLang="en-US"/>
          </a:p>
        </p:txBody>
      </p:sp>
    </p:spTree>
    <p:extLst>
      <p:ext uri="{BB962C8B-B14F-4D97-AF65-F5344CB8AC3E}">
        <p14:creationId xmlns:p14="http://schemas.microsoft.com/office/powerpoint/2010/main" val="30205994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23</a:t>
            </a:fld>
            <a:endParaRPr lang="zh-CN" altLang="en-US"/>
          </a:p>
        </p:txBody>
      </p:sp>
    </p:spTree>
    <p:extLst>
      <p:ext uri="{BB962C8B-B14F-4D97-AF65-F5344CB8AC3E}">
        <p14:creationId xmlns:p14="http://schemas.microsoft.com/office/powerpoint/2010/main" val="2918022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24</a:t>
            </a:fld>
            <a:endParaRPr lang="zh-CN" altLang="en-US"/>
          </a:p>
        </p:txBody>
      </p:sp>
    </p:spTree>
    <p:extLst>
      <p:ext uri="{BB962C8B-B14F-4D97-AF65-F5344CB8AC3E}">
        <p14:creationId xmlns:p14="http://schemas.microsoft.com/office/powerpoint/2010/main" val="2579213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25</a:t>
            </a:fld>
            <a:endParaRPr lang="zh-CN" altLang="en-US"/>
          </a:p>
        </p:txBody>
      </p:sp>
    </p:spTree>
    <p:extLst>
      <p:ext uri="{BB962C8B-B14F-4D97-AF65-F5344CB8AC3E}">
        <p14:creationId xmlns:p14="http://schemas.microsoft.com/office/powerpoint/2010/main" val="3151461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26</a:t>
            </a:fld>
            <a:endParaRPr lang="zh-CN" altLang="en-US"/>
          </a:p>
        </p:txBody>
      </p:sp>
    </p:spTree>
    <p:extLst>
      <p:ext uri="{BB962C8B-B14F-4D97-AF65-F5344CB8AC3E}">
        <p14:creationId xmlns:p14="http://schemas.microsoft.com/office/powerpoint/2010/main" val="2128467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27</a:t>
            </a:fld>
            <a:endParaRPr lang="zh-CN" altLang="en-US"/>
          </a:p>
        </p:txBody>
      </p:sp>
    </p:spTree>
    <p:extLst>
      <p:ext uri="{BB962C8B-B14F-4D97-AF65-F5344CB8AC3E}">
        <p14:creationId xmlns:p14="http://schemas.microsoft.com/office/powerpoint/2010/main" val="36197800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28</a:t>
            </a:fld>
            <a:endParaRPr lang="zh-CN" altLang="en-US"/>
          </a:p>
        </p:txBody>
      </p:sp>
    </p:spTree>
    <p:extLst>
      <p:ext uri="{BB962C8B-B14F-4D97-AF65-F5344CB8AC3E}">
        <p14:creationId xmlns:p14="http://schemas.microsoft.com/office/powerpoint/2010/main" val="3505320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29</a:t>
            </a:fld>
            <a:endParaRPr lang="zh-CN" altLang="en-US"/>
          </a:p>
        </p:txBody>
      </p:sp>
    </p:spTree>
    <p:extLst>
      <p:ext uri="{BB962C8B-B14F-4D97-AF65-F5344CB8AC3E}">
        <p14:creationId xmlns:p14="http://schemas.microsoft.com/office/powerpoint/2010/main" val="4238212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30</a:t>
            </a:fld>
            <a:endParaRPr lang="zh-CN" altLang="en-US"/>
          </a:p>
        </p:txBody>
      </p:sp>
    </p:spTree>
    <p:extLst>
      <p:ext uri="{BB962C8B-B14F-4D97-AF65-F5344CB8AC3E}">
        <p14:creationId xmlns:p14="http://schemas.microsoft.com/office/powerpoint/2010/main" val="17890587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31</a:t>
            </a:fld>
            <a:endParaRPr lang="zh-CN" altLang="en-US"/>
          </a:p>
        </p:txBody>
      </p:sp>
    </p:spTree>
    <p:extLst>
      <p:ext uri="{BB962C8B-B14F-4D97-AF65-F5344CB8AC3E}">
        <p14:creationId xmlns:p14="http://schemas.microsoft.com/office/powerpoint/2010/main" val="32540361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32</a:t>
            </a:fld>
            <a:endParaRPr lang="zh-CN" altLang="en-US"/>
          </a:p>
        </p:txBody>
      </p:sp>
    </p:spTree>
    <p:extLst>
      <p:ext uri="{BB962C8B-B14F-4D97-AF65-F5344CB8AC3E}">
        <p14:creationId xmlns:p14="http://schemas.microsoft.com/office/powerpoint/2010/main" val="39541201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33</a:t>
            </a:fld>
            <a:endParaRPr lang="zh-CN" altLang="en-US"/>
          </a:p>
        </p:txBody>
      </p:sp>
    </p:spTree>
    <p:extLst>
      <p:ext uri="{BB962C8B-B14F-4D97-AF65-F5344CB8AC3E}">
        <p14:creationId xmlns:p14="http://schemas.microsoft.com/office/powerpoint/2010/main" val="956733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34</a:t>
            </a:fld>
            <a:endParaRPr lang="zh-CN" altLang="en-US"/>
          </a:p>
        </p:txBody>
      </p:sp>
    </p:spTree>
    <p:extLst>
      <p:ext uri="{BB962C8B-B14F-4D97-AF65-F5344CB8AC3E}">
        <p14:creationId xmlns:p14="http://schemas.microsoft.com/office/powerpoint/2010/main" val="42531795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35</a:t>
            </a:fld>
            <a:endParaRPr lang="zh-CN" altLang="en-US"/>
          </a:p>
        </p:txBody>
      </p:sp>
    </p:spTree>
    <p:extLst>
      <p:ext uri="{BB962C8B-B14F-4D97-AF65-F5344CB8AC3E}">
        <p14:creationId xmlns:p14="http://schemas.microsoft.com/office/powerpoint/2010/main" val="19817943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36</a:t>
            </a:fld>
            <a:endParaRPr lang="zh-CN" altLang="en-US"/>
          </a:p>
        </p:txBody>
      </p:sp>
    </p:spTree>
    <p:extLst>
      <p:ext uri="{BB962C8B-B14F-4D97-AF65-F5344CB8AC3E}">
        <p14:creationId xmlns:p14="http://schemas.microsoft.com/office/powerpoint/2010/main" val="298897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37</a:t>
            </a:fld>
            <a:endParaRPr lang="zh-CN" altLang="en-US"/>
          </a:p>
        </p:txBody>
      </p:sp>
    </p:spTree>
    <p:extLst>
      <p:ext uri="{BB962C8B-B14F-4D97-AF65-F5344CB8AC3E}">
        <p14:creationId xmlns:p14="http://schemas.microsoft.com/office/powerpoint/2010/main" val="14542384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38</a:t>
            </a:fld>
            <a:endParaRPr lang="zh-CN" altLang="en-US"/>
          </a:p>
        </p:txBody>
      </p:sp>
    </p:spTree>
    <p:extLst>
      <p:ext uri="{BB962C8B-B14F-4D97-AF65-F5344CB8AC3E}">
        <p14:creationId xmlns:p14="http://schemas.microsoft.com/office/powerpoint/2010/main" val="23822954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39</a:t>
            </a:fld>
            <a:endParaRPr lang="zh-CN" altLang="en-US"/>
          </a:p>
        </p:txBody>
      </p:sp>
    </p:spTree>
    <p:extLst>
      <p:ext uri="{BB962C8B-B14F-4D97-AF65-F5344CB8AC3E}">
        <p14:creationId xmlns:p14="http://schemas.microsoft.com/office/powerpoint/2010/main" val="7027296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40</a:t>
            </a:fld>
            <a:endParaRPr lang="zh-CN" altLang="en-US"/>
          </a:p>
        </p:txBody>
      </p:sp>
    </p:spTree>
    <p:extLst>
      <p:ext uri="{BB962C8B-B14F-4D97-AF65-F5344CB8AC3E}">
        <p14:creationId xmlns:p14="http://schemas.microsoft.com/office/powerpoint/2010/main" val="910797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41</a:t>
            </a:fld>
            <a:endParaRPr lang="zh-CN" altLang="en-US"/>
          </a:p>
        </p:txBody>
      </p:sp>
    </p:spTree>
    <p:extLst>
      <p:ext uri="{BB962C8B-B14F-4D97-AF65-F5344CB8AC3E}">
        <p14:creationId xmlns:p14="http://schemas.microsoft.com/office/powerpoint/2010/main" val="22816738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42</a:t>
            </a:fld>
            <a:endParaRPr lang="zh-CN" altLang="en-US"/>
          </a:p>
        </p:txBody>
      </p:sp>
    </p:spTree>
    <p:extLst>
      <p:ext uri="{BB962C8B-B14F-4D97-AF65-F5344CB8AC3E}">
        <p14:creationId xmlns:p14="http://schemas.microsoft.com/office/powerpoint/2010/main" val="18246676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43</a:t>
            </a:fld>
            <a:endParaRPr lang="zh-CN" altLang="en-US"/>
          </a:p>
        </p:txBody>
      </p:sp>
    </p:spTree>
    <p:extLst>
      <p:ext uri="{BB962C8B-B14F-4D97-AF65-F5344CB8AC3E}">
        <p14:creationId xmlns:p14="http://schemas.microsoft.com/office/powerpoint/2010/main" val="38559914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44</a:t>
            </a:fld>
            <a:endParaRPr lang="zh-CN" altLang="en-US"/>
          </a:p>
        </p:txBody>
      </p:sp>
    </p:spTree>
    <p:extLst>
      <p:ext uri="{BB962C8B-B14F-4D97-AF65-F5344CB8AC3E}">
        <p14:creationId xmlns:p14="http://schemas.microsoft.com/office/powerpoint/2010/main" val="11479433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623BF8-DFA2-40CC-B540-BE8878C877D3}" type="slidenum">
              <a:rPr lang="zh-CN" altLang="en-US" smtClean="0"/>
              <a:t>45</a:t>
            </a:fld>
            <a:endParaRPr lang="zh-CN" altLang="en-US"/>
          </a:p>
        </p:txBody>
      </p:sp>
    </p:spTree>
    <p:extLst>
      <p:ext uri="{BB962C8B-B14F-4D97-AF65-F5344CB8AC3E}">
        <p14:creationId xmlns:p14="http://schemas.microsoft.com/office/powerpoint/2010/main" val="2473398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0057B5-5F27-423B-BCDD-B3359304012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31CA5D4-F624-4360-9349-45D331F39B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3E2D0DD-60F8-4C51-B37F-5665F3FD5AD0}"/>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E71C2F9C-ABBA-459A-BDE1-0420671D6B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FD918C-4C5E-4768-B2E1-9C29E852DFCB}"/>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3714784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4C4DD-3C95-47D9-A0D3-D7F520A574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C9741CB-6A78-40AA-B030-907DD153D22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7EC951-AA46-414F-9A84-4E16C7BDCD9D}"/>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00E883D6-EA7B-416A-A740-8D0677DAC0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31123A-FCAD-4F64-8BC0-5CBB5466D870}"/>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14862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EF7EB-58DC-4DED-BBE9-53FDDBF9DEA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050250D-6983-4869-9CA6-5C586E2396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17BC48E-A062-4356-ADC9-16D539922E86}"/>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BC073550-DA21-4762-95F5-D2BFD7BC0D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1B579F-D8F4-4CD3-847E-A40060F133D4}"/>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485793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07A33-979D-4C30-BDBE-59A67264D2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AB8D9E5-EB07-4918-AB20-496F4C10DA7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6B0189D-71C0-4BF7-B425-F347219EA84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492CB24-B4E1-4306-BD34-E71138576A50}"/>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6" name="页脚占位符 5">
            <a:extLst>
              <a:ext uri="{FF2B5EF4-FFF2-40B4-BE49-F238E27FC236}">
                <a16:creationId xmlns:a16="http://schemas.microsoft.com/office/drawing/2014/main" id="{B5FAAFF7-31CA-49FB-A634-BEBD5BC64D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9FA98EF-8099-49C1-B8DB-B87BA0EE01B6}"/>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5148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43F72-88DD-4337-8ACD-442ACF936E5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D337796-1371-4471-90BF-620B61D52C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EAC83CB-F26E-4F29-A955-92E53DCBDFA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9995B95-3F07-4961-817C-72FA4901B2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A75888B-2219-4C19-9456-60336CEF0A1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4E9EFDE-CA1C-4E25-B606-59BA0D7B851C}"/>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8" name="页脚占位符 7">
            <a:extLst>
              <a:ext uri="{FF2B5EF4-FFF2-40B4-BE49-F238E27FC236}">
                <a16:creationId xmlns:a16="http://schemas.microsoft.com/office/drawing/2014/main" id="{0CF0F2D9-41CF-41D1-8A26-7C91ED81D0B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902DB8A-27D1-4E2A-8EEC-0932FE857087}"/>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1922499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9B1E2-9C43-48F6-A878-C1E96418E39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EA2E2E8-48BF-4D08-ABE4-70E359B30E16}"/>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4" name="页脚占位符 3">
            <a:extLst>
              <a:ext uri="{FF2B5EF4-FFF2-40B4-BE49-F238E27FC236}">
                <a16:creationId xmlns:a16="http://schemas.microsoft.com/office/drawing/2014/main" id="{067493AE-F091-40B0-8587-097D695B19B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86265F7-2AAB-4FD3-9136-F440DB6F7127}"/>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3028183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2C4DCBF-019B-4F07-B3EF-D372D1D65902}"/>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3" name="页脚占位符 2">
            <a:extLst>
              <a:ext uri="{FF2B5EF4-FFF2-40B4-BE49-F238E27FC236}">
                <a16:creationId xmlns:a16="http://schemas.microsoft.com/office/drawing/2014/main" id="{0DAEB5B7-7FBE-4DE4-B5F1-441DFD978DC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6AC3F7F-6C70-48E3-888E-8F5AD6C141C2}"/>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139252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D86D9A-50C6-489D-BC06-F55BB6FE942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A2BA021-8C7B-4910-B97B-607BEF2B3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1F4D016-B4D3-466E-B578-61EA72314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3738BD-6B5D-4BB9-97C6-CA2C7071D95F}"/>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6" name="页脚占位符 5">
            <a:extLst>
              <a:ext uri="{FF2B5EF4-FFF2-40B4-BE49-F238E27FC236}">
                <a16:creationId xmlns:a16="http://schemas.microsoft.com/office/drawing/2014/main" id="{7961AECD-2EFD-4733-8437-F8A91CAEB6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A86AB37-F0A6-405A-BAF4-DF93A0D510AC}"/>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29021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28A47E-1F7C-442F-8B67-24B67A18E30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EBEDD60-2AB6-4C39-B5B8-EFB93598F3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20E4C1B-4D0B-4F0C-AA79-7A21CF2D6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5B7881-D0FA-40DE-BAD7-E0ADBF31BBDB}"/>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6" name="页脚占位符 5">
            <a:extLst>
              <a:ext uri="{FF2B5EF4-FFF2-40B4-BE49-F238E27FC236}">
                <a16:creationId xmlns:a16="http://schemas.microsoft.com/office/drawing/2014/main" id="{98C3ACE1-A82B-4AAC-A1A5-276827625E9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8C5534F-C2C3-4E18-8A8C-29E43F1E1F90}"/>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2398541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87152-5B2E-4CC9-B8B8-521E12AEDDE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FF9DB28-8F8A-4A70-AA09-1AA76C15A63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6DE7BE-A927-4EE6-B0A5-D97CB4A7577A}"/>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EAC14C3C-1119-43D9-81B8-E02017E9A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229EEF-FF3B-452D-BB1A-C0AC9118AC9E}"/>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3139198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78D9B91-0B51-450B-95D4-19E8E01410E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75605F2-A45D-4ED1-AAF0-38CDD75018B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42AF1E-8C2F-4F51-A0B3-A042DAC2A828}"/>
              </a:ext>
            </a:extLst>
          </p:cNvPr>
          <p:cNvSpPr>
            <a:spLocks noGrp="1"/>
          </p:cNvSpPr>
          <p:nvPr>
            <p:ph type="dt" sz="half" idx="10"/>
          </p:nvPr>
        </p:nvSpPr>
        <p:spPr/>
        <p:txBody>
          <a:body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F71C3DD7-7457-41F9-9CE8-DBE4028A21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3449B3-DFFE-40A3-A5C4-54D13E674183}"/>
              </a:ext>
            </a:extLst>
          </p:cNvPr>
          <p:cNvSpPr>
            <a:spLocks noGrp="1"/>
          </p:cNvSpPr>
          <p:nvPr>
            <p:ph type="sldNum" sz="quarter" idx="12"/>
          </p:nvPr>
        </p:nvSpPr>
        <p:spPr/>
        <p:txBody>
          <a:body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19115075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97F7905-852B-4DBA-932D-E4B5542AB0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86BE97D-B85F-4BBB-B590-AA08331B66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A7EC9D-92CC-40DC-A7AD-A7CDBD8A39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C28D62-6B19-43C9-BA64-D0D4A6C073F2}" type="datetimeFigureOut">
              <a:rPr lang="zh-CN" altLang="en-US" smtClean="0"/>
              <a:t>2024/6/24</a:t>
            </a:fld>
            <a:endParaRPr lang="zh-CN" altLang="en-US"/>
          </a:p>
        </p:txBody>
      </p:sp>
      <p:sp>
        <p:nvSpPr>
          <p:cNvPr id="5" name="页脚占位符 4">
            <a:extLst>
              <a:ext uri="{FF2B5EF4-FFF2-40B4-BE49-F238E27FC236}">
                <a16:creationId xmlns:a16="http://schemas.microsoft.com/office/drawing/2014/main" id="{42540487-CE6E-4AF8-B537-B9CCD81033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834BCFF-3BBA-4D4F-9D26-D811D09F76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AC6F27-D650-40BD-AE72-8412B242A6B4}" type="slidenum">
              <a:rPr lang="zh-CN" altLang="en-US" smtClean="0"/>
              <a:t>‹#›</a:t>
            </a:fld>
            <a:endParaRPr lang="zh-CN" altLang="en-US"/>
          </a:p>
        </p:txBody>
      </p:sp>
    </p:spTree>
    <p:extLst>
      <p:ext uri="{BB962C8B-B14F-4D97-AF65-F5344CB8AC3E}">
        <p14:creationId xmlns:p14="http://schemas.microsoft.com/office/powerpoint/2010/main" val="1220057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5.png"/><Relationship Id="rId8" Type="http://schemas.openxmlformats.org/officeDocument/2006/relationships/image" Target="../media/image6.svg"/><Relationship Id="rId9" Type="http://schemas.openxmlformats.org/officeDocument/2006/relationships/image" Target="../media/image7.jpg"/><Relationship Id="rId10" Type="http://schemas.openxmlformats.org/officeDocument/2006/relationships/customXml" Target="../ink/ink1.xml"/><Relationship Id="rId11" Type="http://schemas.openxmlformats.org/officeDocument/2006/relationships/image" Target="../media/image8.png"/><Relationship Id="rId12" Type="http://schemas.openxmlformats.org/officeDocument/2006/relationships/customXml" Target="../ink/ink2.xml"/><Relationship Id="rId13" Type="http://schemas.openxmlformats.org/officeDocument/2006/relationships/image" Target="../media/image9.png"/><Relationship Id="rId14" Type="http://schemas.openxmlformats.org/officeDocument/2006/relationships/image" Target="../media/image10.png"/><Relationship Id="rId15" Type="http://schemas.openxmlformats.org/officeDocument/2006/relationships/image" Target="../media/image1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127921" y="4967309"/>
            <a:ext cx="622286" cy="276999"/>
          </a:xfrm>
          <a:prstGeom prst="rect">
            <a:avLst/>
          </a:prstGeom>
          <a:noFill/>
        </p:spPr>
        <p:txBody>
          <a:bodyPr wrap="none" rtlCol="0">
            <a:spAutoFit/>
          </a:bodyPr>
          <a:lstStyle/>
          <a:p>
            <a:r>
              <a:rPr lang="en-US" altLang="zh-CN" sz="1200" b="1" dirty="0">
                <a:latin typeface="Times New Roman" panose="02020603050405020304" pitchFamily="18" charset="0"/>
                <a:ea typeface="新宋体" panose="02010609030101010101" pitchFamily="49" charset="-122"/>
                <a:cs typeface="Times New Roman" panose="02020603050405020304" pitchFamily="18" charset="0"/>
              </a:rPr>
              <a:t>起点</a:t>
            </a:r>
            <a:endParaRPr lang="zh-CN" altLang="en-US" sz="1200" b="1" dirty="0">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C23B3362-041F-4B14-979A-49BCF3B9942A}"/>
              </a:ext>
            </a:extLst>
          </p:cNvPr>
          <p:cNvSpPr txBox="1"/>
          <p:nvPr/>
        </p:nvSpPr>
        <p:spPr>
          <a:xfrm>
            <a:off x="2885334" y="1341244"/>
            <a:ext cx="936475" cy="276999"/>
          </a:xfrm>
          <a:prstGeom prst="rect">
            <a:avLst/>
          </a:prstGeom>
          <a:noFill/>
        </p:spPr>
        <p:txBody>
          <a:bodyPr wrap="none" rtlCol="0">
            <a:spAutoFit/>
          </a:bodyPr>
          <a:lstStyle/>
          <a:p>
            <a:r>
              <a:rPr lang="en-US" altLang="zh-CN" sz="1200" b="1" dirty="0">
                <a:latin typeface="Times New Roman" panose="02020603050405020304" pitchFamily="18" charset="0"/>
                <a:ea typeface="新宋体" panose="02010609030101010101" pitchFamily="49" charset="-122"/>
                <a:cs typeface="Times New Roman" panose="02020603050405020304" pitchFamily="18" charset="0"/>
              </a:rPr>
              <a:t>终点</a:t>
            </a:r>
            <a:endParaRPr lang="zh-CN" altLang="en-US" sz="1200" b="1" dirty="0">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66" name="文本框 65">
            <a:extLst>
              <a:ext uri="{FF2B5EF4-FFF2-40B4-BE49-F238E27FC236}">
                <a16:creationId xmlns:a16="http://schemas.microsoft.com/office/drawing/2014/main" id="{36599A47-F2A6-48BF-BAB4-8173E5970BD8}"/>
              </a:ext>
            </a:extLst>
          </p:cNvPr>
          <p:cNvSpPr txBox="1"/>
          <p:nvPr/>
        </p:nvSpPr>
        <p:spPr>
          <a:xfrm>
            <a:off x="234922" y="607863"/>
            <a:ext cx="2532553" cy="700000"/>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en-US" altLang="zh-CN" sz="1400" dirty="0">
                <a:latin typeface="Times New Roman" panose="02020603050405020304" pitchFamily="18" charset="0"/>
                <a:cs typeface="Times New Roman" panose="02020603050405020304" pitchFamily="18" charset="0"/>
              </a:rPr>
              <a:t>出行目的：非通勤</a:t>
            </a:r>
            <a:r>
              <a:rPr lang="zh-CN" altLang="en-US" sz="1400" dirty="0">
                <a:latin typeface="Times New Roman" panose="02020603050405020304" pitchFamily="18" charset="0"/>
                <a:cs typeface="Times New Roman" panose="02020603050405020304" pitchFamily="18" charset="0"/>
              </a:rPr>
              <a:t/>
            </a:r>
            <a:r>
              <a:rPr lang="en-US" altLang="zh-CN" sz="1400" dirty="0">
                <a:latin typeface="Times New Roman" panose="02020603050405020304" pitchFamily="18" charset="0"/>
                <a:cs typeface="Times New Roman" panose="02020603050405020304" pitchFamily="18" charset="0"/>
              </a:rPr>
              <a:t/>
            </a:r>
          </a:p>
          <a:p>
            <a:pPr>
              <a:lnSpc>
                <a:spcPct val="150000"/>
              </a:lnSpc>
            </a:pPr>
            <a:r>
              <a:rPr lang="en-US" altLang="zh-CN" sz="1400" dirty="0">
                <a:latin typeface="Times New Roman" panose="02020603050405020304" pitchFamily="18" charset="0"/>
                <a:cs typeface="Times New Roman" panose="02020603050405020304" pitchFamily="18" charset="0"/>
              </a:rPr>
              <a:t>出发时间：8:00–10:00</a:t>
            </a:r>
            <a:r>
              <a:rPr lang="en-US" altLang="zh-CN" sz="1400" b="0" dirty="0">
                <a:latin typeface="Times New Roman" panose="02020603050405020304" pitchFamily="18" charset="0"/>
                <a:cs typeface="Times New Roman" panose="02020603050405020304" pitchFamily="18" charset="0"/>
              </a:rPr>
              <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794602" cy="1107996"/>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chemeClr val="accent1"/>
                </a:solidFill>
                <a:latin typeface="Times New Roman" panose="02020603050405020304" pitchFamily="18" charset="0"/>
                <a:cs typeface="Times New Roman" panose="02020603050405020304" pitchFamily="18" charset="0"/>
              </a:rPr>
              <a:t>出租/网约车</a:t>
            </a:r>
          </a:p>
          <a:p>
            <a:r>
              <a:rPr lang="en-US" altLang="zh-CN" sz="1100" dirty="0">
                <a:latin typeface="Times New Roman" panose="02020603050405020304" pitchFamily="18" charset="0"/>
                <a:cs typeface="Times New Roman" panose="02020603050405020304" pitchFamily="18" charset="0"/>
              </a:rPr>
              <a:t>车内时间: 25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等待时间: 5 分钟</a:t>
            </a:r>
            <a:r>
              <a:rPr lang="en-US" altLang="zh-CN" sz="1100" b="0" dirty="0">
                <a:latin typeface="Times New Roman" panose="02020603050405020304" pitchFamily="18" charset="0"/>
                <a:cs typeface="Times New Roman" panose="02020603050405020304" pitchFamily="18" charset="0"/>
              </a:rPr>
              <a:t/>
            </a:r>
          </a:p>
          <a:p>
            <a:endParaRPr lang="en-US" altLang="zh-CN" sz="1100" b="0" dirty="0">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出行时间: 30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出行费用: 30 元</a:t>
            </a:r>
            <a:r>
              <a:rPr lang="en-US" altLang="zh-CN" sz="1100" b="0" dirty="0">
                <a:latin typeface="Times New Roman" panose="02020603050405020304" pitchFamily="18" charset="0"/>
                <a:cs typeface="Times New Roman" panose="02020603050405020304" pitchFamily="18" charset="0"/>
              </a:rPr>
              <a:t/>
            </a:r>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40076" y="3743928"/>
            <a:ext cx="2154877" cy="60016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chemeClr val="accent2"/>
                </a:solidFill>
                <a:latin typeface="Times New Roman" panose="02020603050405020304" pitchFamily="18" charset="0"/>
                <a:cs typeface="Times New Roman" panose="02020603050405020304" pitchFamily="18" charset="0"/>
              </a:rPr>
              <a:t>私家车</a:t>
            </a:r>
          </a:p>
          <a:p>
            <a:r>
              <a:rPr lang="en-US" altLang="zh-CN" sz="1100" dirty="0">
                <a:latin typeface="Times New Roman" panose="02020603050405020304" pitchFamily="18" charset="0"/>
                <a:cs typeface="Times New Roman" panose="02020603050405020304" pitchFamily="18" charset="0"/>
              </a:rPr>
              <a:t>车内时间: 25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停车与油耗费用: 15 元</a:t>
            </a:r>
            <a:r>
              <a:rPr lang="zh-CN" altLang="en-US" sz="1100" dirty="0">
                <a:latin typeface="Times New Roman" panose="02020603050405020304" pitchFamily="18" charset="0"/>
                <a:cs typeface="Times New Roman" panose="02020603050405020304" pitchFamily="18" charset="0"/>
              </a:rPr>
              <a:t/>
            </a:r>
            <a:r>
              <a:rPr lang="en-US" altLang="zh-CN" sz="1100" dirty="0">
                <a:latin typeface="Times New Roman" panose="02020603050405020304" pitchFamily="18" charset="0"/>
                <a:cs typeface="Times New Roman" panose="02020603050405020304" pitchFamily="18" charset="0"/>
              </a:rPr>
              <a:t/>
            </a:r>
            <a:r>
              <a:rPr lang="zh-CN" altLang="en-US" sz="1100" dirty="0">
                <a:latin typeface="Times New Roman" panose="02020603050405020304" pitchFamily="18" charset="0"/>
                <a:cs typeface="Times New Roman" panose="02020603050405020304" pitchFamily="18" charset="0"/>
              </a:rPr>
              <a:t/>
            </a:r>
            <a:r>
              <a:rPr lang="en-US" altLang="zh-CN" sz="1100" dirty="0">
                <a:latin typeface="Times New Roman" panose="02020603050405020304" pitchFamily="18" charset="0"/>
                <a:cs typeface="Times New Roman" panose="02020603050405020304" pitchFamily="18" charset="0"/>
              </a:rPr>
              <a:t/>
            </a:r>
            <a:r>
              <a:rPr lang="en-US" altLang="zh-CN" sz="1100" b="0" dirty="0">
                <a:latin typeface="Times New Roman" panose="02020603050405020304" pitchFamily="18" charset="0"/>
                <a:cs typeface="Times New Roman" panose="02020603050405020304" pitchFamily="18" charset="0"/>
              </a:rPr>
              <a:t/>
            </a:r>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777410"/>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chemeClr val="accent6"/>
                </a:solidFill>
                <a:latin typeface="Times New Roman" panose="02020603050405020304" pitchFamily="18" charset="0"/>
                <a:cs typeface="Times New Roman" panose="02020603050405020304" pitchFamily="18" charset="0"/>
              </a:rPr>
              <a:t>MaaS方案 M1</a:t>
            </a:r>
          </a:p>
          <a:p>
            <a:pPr algn="ctr"/>
            <a:r>
              <a:rPr lang="en-US" altLang="zh-CN" sz="1100" dirty="0">
                <a:solidFill>
                  <a:schemeClr val="accent6"/>
                </a:solidFill>
                <a:latin typeface="Times New Roman" panose="02020603050405020304" pitchFamily="18" charset="0"/>
                <a:cs typeface="Times New Roman" panose="02020603050405020304" pitchFamily="18" charset="0"/>
              </a:rPr>
              <a:t>地铁+公交</a:t>
            </a:r>
            <a:endParaRPr lang="en-US" altLang="zh-CN" sz="1100" b="0" dirty="0">
              <a:solidFill>
                <a:schemeClr val="accent6"/>
              </a:solidFill>
              <a:latin typeface="Times New Roman" panose="02020603050405020304" pitchFamily="18" charset="0"/>
              <a:cs typeface="Times New Roman" panose="02020603050405020304" pitchFamily="18" charset="0"/>
            </a:endParaRPr>
          </a:p>
          <a:p>
            <a:pPr algn="ctr"/>
            <a:endParaRPr lang="en-US" altLang="zh-CN" sz="1100" b="0" dirty="0">
              <a:solidFill>
                <a:schemeClr val="accent6"/>
              </a:solidFill>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地铁内时间: 11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公交内时间: 10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等待时间: 10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步行距离: 0.3 km</a:t>
            </a:r>
            <a:r>
              <a:rPr lang="en-US" altLang="zh-CN" sz="1100" b="0" dirty="0">
                <a:latin typeface="Times New Roman" panose="02020603050405020304" pitchFamily="18" charset="0"/>
                <a:cs typeface="Times New Roman" panose="02020603050405020304" pitchFamily="18" charset="0"/>
              </a:rPr>
              <a:t/>
            </a:r>
            <a:endParaRPr lang="en-US" altLang="zh-CN" sz="1100" dirty="0">
              <a:latin typeface="Times New Roman" panose="02020603050405020304" pitchFamily="18" charset="0"/>
              <a:cs typeface="Times New Roman" panose="02020603050405020304" pitchFamily="18" charset="0"/>
            </a:endParaRPr>
          </a:p>
          <a:p>
            <a:endParaRPr lang="en-US" altLang="zh-CN" sz="1100" dirty="0">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出行时间: 34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出行费用: 5 元</a:t>
            </a:r>
            <a:r>
              <a:rPr lang="en-US" altLang="zh-CN" sz="1100" b="0" dirty="0">
                <a:latin typeface="Times New Roman" panose="02020603050405020304" pitchFamily="18" charset="0"/>
                <a:cs typeface="Times New Roman" panose="02020603050405020304" pitchFamily="18" charset="0"/>
              </a:rPr>
              <a:t/>
            </a:r>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4088131"/>
            <a:ext cx="1765061" cy="93102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chemeClr val="accent2"/>
                </a:solidFill>
                <a:latin typeface="Times New Roman" panose="02020603050405020304" pitchFamily="18" charset="0"/>
                <a:cs typeface="Times New Roman" panose="02020603050405020304" pitchFamily="18" charset="0"/>
              </a:rPr>
              <a:t>MaaS方案 M4</a:t>
            </a:r>
          </a:p>
          <a:p>
            <a:pPr algn="ctr"/>
            <a:r>
              <a:rPr lang="en-US" altLang="zh-CN" sz="1100" dirty="0">
                <a:solidFill>
                  <a:schemeClr val="accent2"/>
                </a:solidFill>
                <a:latin typeface="Times New Roman" panose="02020603050405020304" pitchFamily="18" charset="0"/>
                <a:cs typeface="Times New Roman" panose="02020603050405020304" pitchFamily="18" charset="0"/>
              </a:rPr>
              <a:t>合乘</a:t>
            </a:r>
          </a:p>
          <a:p>
            <a:endParaRPr lang="en-US" altLang="zh-CN" sz="1100" dirty="0">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车内时间: 30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出行费用: 12 元</a:t>
            </a:r>
            <a:r>
              <a:rPr lang="en-US" altLang="zh-CN" sz="1100" b="0" dirty="0">
                <a:latin typeface="Times New Roman" panose="02020603050405020304" pitchFamily="18" charset="0"/>
                <a:cs typeface="Times New Roman" panose="02020603050405020304" pitchFamily="18" charset="0"/>
              </a:rPr>
              <a:t/>
            </a:r>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solidFill>
                <a:schemeClr val="tx1"/>
              </a:solidFill>
              <a:latin typeface="Times New Roman" panose="02020603050405020304" pitchFamily="18" charset="0"/>
              <a:cs typeface="Times New Roman" panose="02020603050405020304" pitchFamily="18" charset="0"/>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2047257" cy="1777410"/>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rgbClr val="00B0F0"/>
                </a:solidFill>
                <a:latin typeface="Times New Roman" panose="02020603050405020304" pitchFamily="18" charset="0"/>
                <a:cs typeface="Times New Roman" panose="02020603050405020304" pitchFamily="18" charset="0"/>
              </a:rPr>
              <a:t>MaaS方案 M3</a:t>
            </a:r>
          </a:p>
          <a:p>
            <a:pPr algn="ctr"/>
            <a:r>
              <a:rPr lang="en-US" altLang="zh-CN" sz="1100" dirty="0">
                <a:solidFill>
                  <a:srgbClr val="00B0F0"/>
                </a:solidFill>
                <a:latin typeface="Times New Roman" panose="02020603050405020304" pitchFamily="18" charset="0"/>
                <a:cs typeface="Times New Roman" panose="02020603050405020304" pitchFamily="18" charset="0"/>
              </a:rPr>
              <a:t>地铁+出租/网约车</a:t>
            </a:r>
          </a:p>
          <a:p>
            <a:endParaRPr lang="en-US" altLang="zh-CN" sz="1100" dirty="0">
              <a:latin typeface="Times New Roman" panose="02020603050405020304" pitchFamily="18" charset="0"/>
              <a:cs typeface="Times New Roman" panose="02020603050405020304" pitchFamily="18" charset="0"/>
            </a:endParaRPr>
          </a:p>
          <a:p>
            <a:pPr marR="0" lvl="0" indent="0" fontAlgn="auto">
              <a:lnSpc>
                <a:spcPct val="100000"/>
              </a:lnSpc>
              <a:spcBef>
                <a:spcPts val="0"/>
              </a:spcBef>
              <a:spcAft>
                <a:spcPts val="0"/>
              </a:spcAft>
              <a:buClrTx/>
              <a:buSzTx/>
              <a:buFontTx/>
              <a:buNone/>
              <a:tabLst/>
              <a:defRPr/>
            </a:pPr>
            <a:r>
              <a:rPr lang="en-US" altLang="zh-CN" sz="1100" dirty="0">
                <a:latin typeface="Times New Roman" panose="02020603050405020304" pitchFamily="18" charset="0"/>
                <a:cs typeface="Times New Roman" panose="02020603050405020304" pitchFamily="18" charset="0"/>
              </a:rPr>
              <a:t>地铁内时间: 11 分钟</a:t>
            </a:r>
            <a:r>
              <a:rPr lang="en-US" altLang="zh-CN" sz="1100" b="0" dirty="0">
                <a:latin typeface="Times New Roman" panose="02020603050405020304" pitchFamily="18" charset="0"/>
                <a:cs typeface="Times New Roman" panose="02020603050405020304" pitchFamily="18" charset="0"/>
              </a:rPr>
              <a:t/>
            </a:r>
          </a:p>
          <a:p>
            <a:pPr marR="0" lvl="0" indent="0" fontAlgn="auto">
              <a:lnSpc>
                <a:spcPct val="100000"/>
              </a:lnSpc>
              <a:spcBef>
                <a:spcPts val="0"/>
              </a:spcBef>
              <a:spcAft>
                <a:spcPts val="0"/>
              </a:spcAft>
              <a:buClrTx/>
              <a:buSzTx/>
              <a:buFontTx/>
              <a:buNone/>
              <a:tabLst/>
              <a:defRPr/>
            </a:pPr>
            <a:r>
              <a:rPr lang="en-US" altLang="zh-CN" sz="1100" dirty="0">
                <a:latin typeface="Times New Roman" panose="02020603050405020304" pitchFamily="18" charset="0"/>
                <a:cs typeface="Times New Roman" panose="02020603050405020304" pitchFamily="18" charset="0"/>
              </a:rPr>
              <a:t>出租/网约车内时间: 9 分钟</a:t>
            </a:r>
            <a:r>
              <a:rPr lang="en-US" altLang="zh-CN" sz="1100" b="0" dirty="0">
                <a:latin typeface="Times New Roman" panose="02020603050405020304" pitchFamily="18" charset="0"/>
                <a:cs typeface="Times New Roman" panose="02020603050405020304" pitchFamily="18" charset="0"/>
              </a:rPr>
              <a:t/>
            </a:r>
          </a:p>
          <a:p>
            <a:pPr marR="0" lvl="0" indent="0" fontAlgn="auto">
              <a:lnSpc>
                <a:spcPct val="100000"/>
              </a:lnSpc>
              <a:spcBef>
                <a:spcPts val="0"/>
              </a:spcBef>
              <a:spcAft>
                <a:spcPts val="0"/>
              </a:spcAft>
              <a:buClrTx/>
              <a:buSzTx/>
              <a:buFontTx/>
              <a:buNone/>
              <a:tabLst/>
              <a:defRPr/>
            </a:pPr>
            <a:r>
              <a:rPr lang="en-US" altLang="zh-CN" sz="1100" dirty="0">
                <a:latin typeface="Times New Roman" panose="02020603050405020304" pitchFamily="18" charset="0"/>
                <a:cs typeface="Times New Roman" panose="02020603050405020304" pitchFamily="18" charset="0"/>
              </a:rPr>
              <a:t>等待时间: 5 分钟</a:t>
            </a:r>
            <a:r>
              <a:rPr lang="en-US" altLang="zh-CN" sz="1100" b="0" dirty="0">
                <a:latin typeface="Times New Roman" panose="02020603050405020304" pitchFamily="18" charset="0"/>
                <a:cs typeface="Times New Roman" panose="02020603050405020304" pitchFamily="18" charset="0"/>
              </a:rPr>
              <a:t/>
            </a:r>
          </a:p>
          <a:p>
            <a:pPr marR="0" lvl="0" indent="0" fontAlgn="auto">
              <a:lnSpc>
                <a:spcPct val="100000"/>
              </a:lnSpc>
              <a:spcBef>
                <a:spcPts val="0"/>
              </a:spcBef>
              <a:spcAft>
                <a:spcPts val="0"/>
              </a:spcAft>
              <a:buClrTx/>
              <a:buSzTx/>
              <a:buFontTx/>
              <a:buNone/>
              <a:tabLst/>
              <a:defRPr/>
            </a:pPr>
            <a:endParaRPr lang="en-US" altLang="zh-CN" sz="1100" dirty="0">
              <a:latin typeface="Times New Roman" panose="02020603050405020304" pitchFamily="18" charset="0"/>
              <a:cs typeface="Times New Roman" panose="02020603050405020304" pitchFamily="18" charset="0"/>
            </a:endParaRPr>
          </a:p>
          <a:p>
            <a:pPr marR="0" lvl="0" indent="0" fontAlgn="auto">
              <a:lnSpc>
                <a:spcPct val="100000"/>
              </a:lnSpc>
              <a:spcBef>
                <a:spcPts val="0"/>
              </a:spcBef>
              <a:spcAft>
                <a:spcPts val="0"/>
              </a:spcAft>
              <a:buClrTx/>
              <a:buSzTx/>
              <a:buFontTx/>
              <a:buNone/>
              <a:tabLst/>
              <a:defRPr/>
            </a:pPr>
            <a:r>
              <a:rPr lang="en-US" altLang="zh-CN" sz="1100" dirty="0">
                <a:latin typeface="Times New Roman" panose="02020603050405020304" pitchFamily="18" charset="0"/>
                <a:cs typeface="Times New Roman" panose="02020603050405020304" pitchFamily="18" charset="0"/>
              </a:rPr>
              <a:t>出行时间: 25 分钟</a:t>
            </a:r>
            <a:r>
              <a:rPr lang="en-US" altLang="zh-CN" sz="1100" b="0" dirty="0">
                <a:latin typeface="Times New Roman" panose="02020603050405020304" pitchFamily="18" charset="0"/>
                <a:cs typeface="Times New Roman" panose="02020603050405020304" pitchFamily="18" charset="0"/>
              </a:rPr>
              <a:t/>
            </a:r>
          </a:p>
          <a:p>
            <a:pPr marR="0" lvl="0" indent="0" fontAlgn="auto">
              <a:lnSpc>
                <a:spcPct val="100000"/>
              </a:lnSpc>
              <a:spcBef>
                <a:spcPts val="0"/>
              </a:spcBef>
              <a:spcAft>
                <a:spcPts val="0"/>
              </a:spcAft>
              <a:buClrTx/>
              <a:buSzTx/>
              <a:buFontTx/>
              <a:buNone/>
              <a:tabLst/>
              <a:defRPr/>
            </a:pPr>
            <a:r>
              <a:rPr lang="en-US" altLang="zh-CN" sz="1100" dirty="0">
                <a:latin typeface="Times New Roman" panose="02020603050405020304" pitchFamily="18" charset="0"/>
                <a:cs typeface="Times New Roman" panose="02020603050405020304" pitchFamily="18" charset="0"/>
              </a:rPr>
              <a:t>出行费用: 14 元</a:t>
            </a:r>
            <a:r>
              <a:rPr lang="en-US" altLang="zh-CN" sz="1100" b="0" dirty="0">
                <a:latin typeface="Times New Roman" panose="02020603050405020304" pitchFamily="18" charset="0"/>
                <a:cs typeface="Times New Roman" panose="02020603050405020304" pitchFamily="18" charset="0"/>
              </a:rPr>
              <a:t/>
            </a:r>
          </a:p>
        </p:txBody>
      </p:sp>
      <p:sp>
        <p:nvSpPr>
          <p:cNvPr id="50" name="文本框 49">
            <a:extLst>
              <a:ext uri="{FF2B5EF4-FFF2-40B4-BE49-F238E27FC236}">
                <a16:creationId xmlns:a16="http://schemas.microsoft.com/office/drawing/2014/main" id="{66847DD7-8192-42CC-8653-B15DEB1CDDF1}"/>
              </a:ext>
            </a:extLst>
          </p:cNvPr>
          <p:cNvSpPr txBox="1"/>
          <p:nvPr/>
        </p:nvSpPr>
        <p:spPr>
          <a:xfrm>
            <a:off x="323324" y="2697488"/>
            <a:ext cx="1639781" cy="1615827"/>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rgbClr val="C00000"/>
                </a:solidFill>
                <a:latin typeface="Times New Roman" panose="02020603050405020304" pitchFamily="18" charset="0"/>
                <a:cs typeface="Times New Roman" panose="02020603050405020304" pitchFamily="18" charset="0"/>
              </a:rPr>
              <a:t>公交</a:t>
            </a:r>
            <a:endParaRPr lang="en-US" altLang="zh-CN" sz="1100" b="0" dirty="0">
              <a:solidFill>
                <a:srgbClr val="C00000"/>
              </a:solidFill>
              <a:latin typeface="Times New Roman" panose="02020603050405020304" pitchFamily="18" charset="0"/>
              <a:cs typeface="Times New Roman" panose="02020603050405020304" pitchFamily="18" charset="0"/>
            </a:endParaRPr>
          </a:p>
          <a:p>
            <a:pPr algn="ctr"/>
            <a:endParaRPr lang="en-US" altLang="zh-CN" sz="1100" dirty="0">
              <a:solidFill>
                <a:srgbClr val="C00000"/>
              </a:solidFill>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车内时间: 41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等待时间: 10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步行距离: 0.4 km</a:t>
            </a:r>
            <a:r>
              <a:rPr lang="en-US" altLang="zh-CN" sz="1100" b="0" dirty="0">
                <a:latin typeface="Times New Roman" panose="02020603050405020304" pitchFamily="18" charset="0"/>
                <a:cs typeface="Times New Roman" panose="02020603050405020304" pitchFamily="18" charset="0"/>
              </a:rPr>
              <a:t/>
            </a:r>
            <a:endParaRPr lang="en-US" altLang="zh-CN" sz="1100" dirty="0">
              <a:latin typeface="Times New Roman" panose="02020603050405020304" pitchFamily="18" charset="0"/>
              <a:cs typeface="Times New Roman" panose="02020603050405020304" pitchFamily="18" charset="0"/>
            </a:endParaRPr>
          </a:p>
          <a:p>
            <a:endParaRPr lang="en-US" altLang="zh-CN" sz="1100" b="0" dirty="0">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出行时间: 55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出行费用: 2 元</a:t>
            </a:r>
            <a:r>
              <a:rPr lang="en-US" altLang="zh-CN" sz="1100" b="0" dirty="0">
                <a:latin typeface="Times New Roman" panose="02020603050405020304" pitchFamily="18" charset="0"/>
                <a:cs typeface="Times New Roman" panose="02020603050405020304" pitchFamily="18" charset="0"/>
              </a:rPr>
              <a:t/>
            </a:r>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latin typeface="Times New Roman" panose="02020603050405020304" pitchFamily="18" charset="0"/>
              <a:cs typeface="Times New Roman" panose="02020603050405020304" pitchFamily="18" charset="0"/>
            </a:endParaRPr>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a:solidFill>
                <a:schemeClr val="tx1"/>
              </a:solidFill>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446550"/>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100" dirty="0">
                <a:solidFill>
                  <a:schemeClr val="accent6"/>
                </a:solidFill>
                <a:latin typeface="Times New Roman" panose="02020603050405020304" pitchFamily="18" charset="0"/>
                <a:cs typeface="Times New Roman" panose="02020603050405020304" pitchFamily="18" charset="0"/>
              </a:rPr>
              <a:t>MaaS方案 M2</a:t>
            </a:r>
          </a:p>
          <a:p>
            <a:pPr algn="ctr"/>
            <a:r>
              <a:rPr lang="en-US" altLang="zh-CN" sz="1100" dirty="0">
                <a:solidFill>
                  <a:schemeClr val="accent6"/>
                </a:solidFill>
                <a:latin typeface="Times New Roman" panose="02020603050405020304" pitchFamily="18" charset="0"/>
                <a:cs typeface="Times New Roman" panose="02020603050405020304" pitchFamily="18" charset="0"/>
              </a:rPr>
              <a:t>地铁+共享单车</a:t>
            </a:r>
            <a:endParaRPr lang="en-US" altLang="zh-CN" sz="1100" b="0" dirty="0">
              <a:solidFill>
                <a:schemeClr val="accent6"/>
              </a:solidFill>
              <a:latin typeface="Times New Roman" panose="02020603050405020304" pitchFamily="18" charset="0"/>
              <a:cs typeface="Times New Roman" panose="02020603050405020304" pitchFamily="18" charset="0"/>
            </a:endParaRPr>
          </a:p>
          <a:p>
            <a:pPr algn="ctr"/>
            <a:endParaRPr lang="en-US" altLang="zh-CN" sz="1100" b="0" dirty="0">
              <a:solidFill>
                <a:schemeClr val="accent6"/>
              </a:solidFill>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地铁内时间: 11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骑行距离：2.5 km</a:t>
            </a:r>
            <a:r>
              <a:rPr lang="zh-CN" altLang="en-US" sz="1100" b="0" dirty="0">
                <a:latin typeface="Times New Roman" panose="02020603050405020304" pitchFamily="18" charset="0"/>
                <a:cs typeface="Times New Roman" panose="02020603050405020304" pitchFamily="18" charset="0"/>
              </a:rPr>
              <a:t/>
            </a:r>
            <a:r>
              <a:rPr lang="en-US" altLang="zh-CN" sz="1100" b="0" dirty="0">
                <a:latin typeface="Times New Roman" panose="02020603050405020304" pitchFamily="18" charset="0"/>
                <a:cs typeface="Times New Roman" panose="02020603050405020304" pitchFamily="18" charset="0"/>
              </a:rPr>
              <a:t/>
            </a:r>
          </a:p>
          <a:p>
            <a:endParaRPr lang="en-US" altLang="zh-CN" sz="1100" b="0" dirty="0">
              <a:latin typeface="Times New Roman" panose="02020603050405020304" pitchFamily="18" charset="0"/>
              <a:cs typeface="Times New Roman" panose="02020603050405020304" pitchFamily="18" charset="0"/>
            </a:endParaRPr>
          </a:p>
          <a:p>
            <a:r>
              <a:rPr lang="en-US" altLang="zh-CN" sz="1100" dirty="0">
                <a:latin typeface="Times New Roman" panose="02020603050405020304" pitchFamily="18" charset="0"/>
                <a:cs typeface="Times New Roman" panose="02020603050405020304" pitchFamily="18" charset="0"/>
              </a:rPr>
              <a:t>出行时间: 26 分钟</a:t>
            </a:r>
            <a:r>
              <a:rPr lang="en-US" altLang="zh-CN" sz="1100" b="0" dirty="0">
                <a:latin typeface="Times New Roman" panose="02020603050405020304" pitchFamily="18" charset="0"/>
                <a:cs typeface="Times New Roman" panose="02020603050405020304" pitchFamily="18" charset="0"/>
              </a:rPr>
              <a:t/>
            </a:r>
          </a:p>
          <a:p>
            <a:r>
              <a:rPr lang="en-US" altLang="zh-CN" sz="1100" dirty="0">
                <a:latin typeface="Times New Roman" panose="02020603050405020304" pitchFamily="18" charset="0"/>
                <a:cs typeface="Times New Roman" panose="02020603050405020304" pitchFamily="18" charset="0"/>
              </a:rPr>
              <a:t>出行费用: 4.5 元</a:t>
            </a:r>
            <a:r>
              <a:rPr lang="en-US" altLang="zh-CN" sz="1100" b="0" dirty="0">
                <a:latin typeface="Times New Roman" panose="02020603050405020304" pitchFamily="18" charset="0"/>
                <a:cs typeface="Times New Roman" panose="02020603050405020304" pitchFamily="18" charset="0"/>
              </a:rPr>
              <a:t/>
            </a:r>
          </a:p>
        </p:txBody>
      </p:sp>
      <p:sp>
        <p:nvSpPr>
          <p:cNvPr id="3" name="文本框 2">
            <a:extLst>
              <a:ext uri="{FF2B5EF4-FFF2-40B4-BE49-F238E27FC236}">
                <a16:creationId xmlns:a16="http://schemas.microsoft.com/office/drawing/2014/main" id="{5475D71D-DD55-D247-3230-D043AE5E628A}"/>
              </a:ext>
            </a:extLst>
          </p:cNvPr>
          <p:cNvSpPr txBox="1"/>
          <p:nvPr/>
        </p:nvSpPr>
        <p:spPr>
          <a:xfrm>
            <a:off x="8246625" y="1297143"/>
            <a:ext cx="936475" cy="276999"/>
          </a:xfrm>
          <a:prstGeom prst="rect">
            <a:avLst/>
          </a:prstGeom>
          <a:noFill/>
        </p:spPr>
        <p:txBody>
          <a:bodyPr wrap="none" rtlCol="0">
            <a:spAutoFit/>
          </a:bodyPr>
          <a:lstStyle/>
          <a:p>
            <a:r>
              <a:rPr lang="en-US" altLang="zh-CN" sz="1200" b="1" dirty="0">
                <a:latin typeface="Times New Roman" panose="02020603050405020304" pitchFamily="18" charset="0"/>
                <a:ea typeface="新宋体" panose="02010609030101010101" pitchFamily="49" charset="-122"/>
                <a:cs typeface="Times New Roman" panose="02020603050405020304" pitchFamily="18" charset="0"/>
              </a:rPr>
              <a:t>终点</a:t>
            </a:r>
            <a:endParaRPr lang="zh-CN" altLang="en-US" sz="1200" b="1" dirty="0">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1FD579F9-75A7-E49E-8CED-8510B11744A2}"/>
              </a:ext>
            </a:extLst>
          </p:cNvPr>
          <p:cNvSpPr txBox="1"/>
          <p:nvPr/>
        </p:nvSpPr>
        <p:spPr>
          <a:xfrm>
            <a:off x="6434512" y="4967309"/>
            <a:ext cx="622286" cy="276999"/>
          </a:xfrm>
          <a:prstGeom prst="rect">
            <a:avLst/>
          </a:prstGeom>
          <a:noFill/>
        </p:spPr>
        <p:txBody>
          <a:bodyPr wrap="none" rtlCol="0">
            <a:spAutoFit/>
          </a:bodyPr>
          <a:lstStyle/>
          <a:p>
            <a:r>
              <a:rPr lang="en-US" altLang="zh-CN" sz="1200" b="1" dirty="0">
                <a:latin typeface="Times New Roman" panose="02020603050405020304" pitchFamily="18" charset="0"/>
                <a:ea typeface="新宋体" panose="02010609030101010101" pitchFamily="49" charset="-122"/>
                <a:cs typeface="Times New Roman" panose="02020603050405020304" pitchFamily="18" charset="0"/>
              </a:rPr>
              <a:t>起点</a:t>
            </a:r>
            <a:endParaRPr lang="zh-CN" altLang="en-US" sz="1200" b="1" dirty="0">
              <a:latin typeface="Times New Roman" panose="02020603050405020304" pitchFamily="18" charset="0"/>
              <a:ea typeface="新宋体" panose="02010609030101010101" pitchFamily="49" charset="-122"/>
              <a:cs typeface="Times New Roman" panose="02020603050405020304" pitchFamily="18" charset="0"/>
            </a:endParaRPr>
          </a:p>
        </p:txBody>
      </p:sp>
    </p:spTree>
    <p:extLst>
      <p:ext uri="{BB962C8B-B14F-4D97-AF65-F5344CB8AC3E}">
        <p14:creationId xmlns:p14="http://schemas.microsoft.com/office/powerpoint/2010/main" val="2685881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986AACB-299E-F04A-D226-7D987E9D6D0A}"/>
              </a:ext>
            </a:extLst>
          </p:cNvPr>
          <p:cNvSpPr txBox="1"/>
          <p:nvPr/>
        </p:nvSpPr>
        <p:spPr>
          <a:xfrm>
            <a:off x="3373395" y="1979281"/>
            <a:ext cx="6116594" cy="1846659"/>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600" dirty="0">
                <a:solidFill>
                  <a:srgbClr val="00B0F0"/>
                </a:solidFill>
                <a:latin typeface="Times New Roman" panose="02020603050405020304" pitchFamily="18" charset="0"/>
                <a:cs typeface="Times New Roman" panose="02020603050405020304" pitchFamily="18" charset="0"/>
              </a:rPr>
              <a:t>MaaS</a:t>
            </a:r>
            <a:endParaRPr lang="en-US" altLang="zh-CN" sz="1600" dirty="0">
              <a:latin typeface="Times New Roman" panose="02020603050405020304" pitchFamily="18" charset="0"/>
              <a:cs typeface="Times New Roman" panose="02020603050405020304" pitchFamily="18" charset="0"/>
            </a:endParaRPr>
          </a:p>
          <a:p>
            <a:pPr algn="just"/>
            <a:r>
              <a:rPr lang="en" altLang="zh-CN" sz="1400" b="0" dirty="0">
                <a:effectLst/>
                <a:highlight>
                  <a:srgbClr val="FFFFFF"/>
                </a:highlight>
                <a:latin typeface="Times New Roman" panose="02020603050405020304" pitchFamily="18" charset="0"/>
              </a:rPr>
              <a:t>Mobility as a Service (MaaS) is a new concept in the transportation industry, aiming to provide users with a seamless and efficient multimodal travel experience by integrating various modes of transport and resources into a single digital application, including public transportation, bike-sharing, taxis, ride-hailing, and car-sharing, offering users the most suitable travel plans. Additionally, MaaS is always available and integrates features such as trip planning, booking, payment, and route information, helping to improve the user travel experience.</a:t>
            </a:r>
            <a:endParaRPr lang="en" altLang="zh-CN" sz="1400" b="0" dirty="0">
              <a:effectLst/>
              <a:latin typeface="Times New Roman" panose="02020603050405020304" pitchFamily="18" charset="0"/>
            </a:endParaRPr>
          </a:p>
        </p:txBody>
      </p:sp>
    </p:spTree>
    <p:extLst>
      <p:ext uri="{BB962C8B-B14F-4D97-AF65-F5344CB8AC3E}">
        <p14:creationId xmlns:p14="http://schemas.microsoft.com/office/powerpoint/2010/main" val="3288676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3568EB9-B6A1-32A2-59DA-FAFD6F4E9BE1}"/>
              </a:ext>
            </a:extLst>
          </p:cNvPr>
          <p:cNvSpPr txBox="1"/>
          <p:nvPr/>
        </p:nvSpPr>
        <p:spPr>
          <a:xfrm>
            <a:off x="738315" y="184964"/>
            <a:ext cx="11218905" cy="646331"/>
          </a:xfrm>
          <a:prstGeom prst="rect">
            <a:avLst/>
          </a:prstGeom>
          <a:noFill/>
        </p:spPr>
        <p:txBody>
          <a:bodyPr wrap="square">
            <a:spAutoFit/>
          </a:bodyPr>
          <a:lstStyle/>
          <a:p>
            <a:r>
              <a:rPr lang="en" altLang="zh-CN" sz="1800" b="0" dirty="0">
                <a:effectLst/>
                <a:highlight>
                  <a:srgbClr val="FFFFFF"/>
                </a:highlight>
                <a:latin typeface="Times New Roman" panose="02020603050405020304" pitchFamily="18" charset="0"/>
              </a:rPr>
              <a:t>Mobility as a Service (MaaS) </a:t>
            </a:r>
            <a:r>
              <a:rPr lang="en" altLang="zh-CN" dirty="0">
                <a:highlight>
                  <a:srgbClr val="FFFFFF"/>
                </a:highlight>
                <a:latin typeface="Times New Roman" panose="02020603050405020304" pitchFamily="18" charset="0"/>
              </a:rPr>
              <a:t>provides services </a:t>
            </a:r>
            <a:r>
              <a:rPr lang="en" altLang="zh-CN" sz="1800" b="0" dirty="0">
                <a:effectLst/>
                <a:highlight>
                  <a:srgbClr val="FFFFFF"/>
                </a:highlight>
                <a:latin typeface="Times New Roman" panose="02020603050405020304" pitchFamily="18" charset="0"/>
              </a:rPr>
              <a:t>like trip planning, booking, payment, and route information for users through a digital App.</a:t>
            </a:r>
          </a:p>
        </p:txBody>
      </p:sp>
      <p:sp>
        <p:nvSpPr>
          <p:cNvPr id="6" name="文本框 5">
            <a:extLst>
              <a:ext uri="{FF2B5EF4-FFF2-40B4-BE49-F238E27FC236}">
                <a16:creationId xmlns:a16="http://schemas.microsoft.com/office/drawing/2014/main" id="{FC3BB381-5FAE-6236-DF5E-FD1949C22001}"/>
              </a:ext>
            </a:extLst>
          </p:cNvPr>
          <p:cNvSpPr txBox="1"/>
          <p:nvPr/>
        </p:nvSpPr>
        <p:spPr>
          <a:xfrm>
            <a:off x="738315" y="831295"/>
            <a:ext cx="11218905" cy="646331"/>
          </a:xfrm>
          <a:prstGeom prst="rect">
            <a:avLst/>
          </a:prstGeom>
          <a:noFill/>
        </p:spPr>
        <p:txBody>
          <a:bodyPr wrap="square">
            <a:spAutoFit/>
          </a:bodyPr>
          <a:lstStyle/>
          <a:p>
            <a:r>
              <a:rPr lang="en" altLang="zh-CN" sz="1800" b="0" dirty="0">
                <a:effectLst/>
                <a:highlight>
                  <a:srgbClr val="FFFFFF"/>
                </a:highlight>
                <a:latin typeface="Times New Roman" panose="02020603050405020304" pitchFamily="18" charset="0"/>
              </a:rPr>
              <a:t>Regarding payment options, users can choose between </a:t>
            </a:r>
            <a:r>
              <a:rPr lang="en" altLang="zh-CN" sz="1800" b="0" dirty="0">
                <a:solidFill>
                  <a:schemeClr val="accent5">
                    <a:lumMod val="75000"/>
                  </a:schemeClr>
                </a:solidFill>
                <a:effectLst/>
                <a:highlight>
                  <a:srgbClr val="FFFFFF"/>
                </a:highlight>
                <a:latin typeface="Times New Roman" panose="02020603050405020304" pitchFamily="18" charset="0"/>
              </a:rPr>
              <a:t>Pay-As-You-Go </a:t>
            </a:r>
            <a:r>
              <a:rPr lang="en" altLang="zh-CN" sz="1800" b="0" dirty="0">
                <a:effectLst/>
                <a:highlight>
                  <a:srgbClr val="FFFFFF"/>
                </a:highlight>
                <a:latin typeface="Times New Roman" panose="02020603050405020304" pitchFamily="18" charset="0"/>
              </a:rPr>
              <a:t>or subscribing to </a:t>
            </a:r>
            <a:r>
              <a:rPr lang="en" altLang="zh-CN" sz="1800" b="0" dirty="0">
                <a:solidFill>
                  <a:schemeClr val="accent5">
                    <a:lumMod val="75000"/>
                  </a:schemeClr>
                </a:solidFill>
                <a:effectLst/>
                <a:highlight>
                  <a:srgbClr val="FFFFFF"/>
                </a:highlight>
                <a:latin typeface="Times New Roman" panose="02020603050405020304" pitchFamily="18" charset="0"/>
              </a:rPr>
              <a:t>MaaS bundles </a:t>
            </a:r>
            <a:r>
              <a:rPr lang="en" altLang="zh-CN" sz="1800" b="0" dirty="0">
                <a:effectLst/>
                <a:highlight>
                  <a:srgbClr val="FFFFFF"/>
                </a:highlight>
                <a:latin typeface="Times New Roman" panose="02020603050405020304" pitchFamily="18" charset="0"/>
              </a:rPr>
              <a:t>that include various transport modes and services in exchange for a monthly payment.</a:t>
            </a:r>
          </a:p>
        </p:txBody>
      </p:sp>
      <p:grpSp>
        <p:nvGrpSpPr>
          <p:cNvPr id="167" name="组合 166">
            <a:extLst>
              <a:ext uri="{FF2B5EF4-FFF2-40B4-BE49-F238E27FC236}">
                <a16:creationId xmlns:a16="http://schemas.microsoft.com/office/drawing/2014/main" id="{48CF168F-CA48-B7A8-C8C1-79EA7EA29F27}"/>
              </a:ext>
            </a:extLst>
          </p:cNvPr>
          <p:cNvGrpSpPr/>
          <p:nvPr/>
        </p:nvGrpSpPr>
        <p:grpSpPr>
          <a:xfrm>
            <a:off x="-381048" y="1061501"/>
            <a:ext cx="3410134" cy="6083332"/>
            <a:chOff x="-381048" y="1026995"/>
            <a:chExt cx="3410134" cy="6083332"/>
          </a:xfrm>
        </p:grpSpPr>
        <p:pic>
          <p:nvPicPr>
            <p:cNvPr id="165" name="图片 164">
              <a:extLst>
                <a:ext uri="{FF2B5EF4-FFF2-40B4-BE49-F238E27FC236}">
                  <a16:creationId xmlns:a16="http://schemas.microsoft.com/office/drawing/2014/main" id="{8029CF7F-67A7-0D76-85B4-C54DAFDBCCC1}"/>
                </a:ext>
              </a:extLst>
            </p:cNvPr>
            <p:cNvPicPr>
              <a:picLocks noChangeAspect="1"/>
            </p:cNvPicPr>
            <p:nvPr/>
          </p:nvPicPr>
          <p:blipFill rotWithShape="1">
            <a:blip r:embed="rId3">
              <a:extLst>
                <a:ext uri="{28A0092B-C50C-407E-A947-70E740481C1C}">
                  <a14:useLocalDpi xmlns:a14="http://schemas.microsoft.com/office/drawing/2010/main" val="0"/>
                </a:ext>
              </a:extLst>
            </a:blip>
            <a:srcRect b="11296"/>
            <a:stretch/>
          </p:blipFill>
          <p:spPr>
            <a:xfrm>
              <a:off x="131570" y="1811305"/>
              <a:ext cx="2452464" cy="4720219"/>
            </a:xfrm>
            <a:prstGeom prst="rect">
              <a:avLst/>
            </a:prstGeom>
          </p:spPr>
        </p:pic>
        <p:pic>
          <p:nvPicPr>
            <p:cNvPr id="9" name="图片 8">
              <a:extLst>
                <a:ext uri="{FF2B5EF4-FFF2-40B4-BE49-F238E27FC236}">
                  <a16:creationId xmlns:a16="http://schemas.microsoft.com/office/drawing/2014/main" id="{B2FEB111-D015-908B-E3BC-1969E2739BB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1048" y="1026995"/>
              <a:ext cx="3410134" cy="6083332"/>
            </a:xfrm>
            <a:prstGeom prst="rect">
              <a:avLst/>
            </a:prstGeom>
          </p:spPr>
        </p:pic>
      </p:grpSp>
      <p:pic>
        <p:nvPicPr>
          <p:cNvPr id="13" name="图形 12" descr="灯泡和齿轮 纯色填充">
            <a:extLst>
              <a:ext uri="{FF2B5EF4-FFF2-40B4-BE49-F238E27FC236}">
                <a16:creationId xmlns:a16="http://schemas.microsoft.com/office/drawing/2014/main" id="{640AEBF6-2AB7-A367-65C7-667E9FE895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984" y="131911"/>
            <a:ext cx="646331" cy="646331"/>
          </a:xfrm>
          <a:prstGeom prst="rect">
            <a:avLst/>
          </a:prstGeom>
        </p:spPr>
      </p:pic>
      <p:pic>
        <p:nvPicPr>
          <p:cNvPr id="15" name="图形 14" descr="硬币 纯色填充">
            <a:extLst>
              <a:ext uri="{FF2B5EF4-FFF2-40B4-BE49-F238E27FC236}">
                <a16:creationId xmlns:a16="http://schemas.microsoft.com/office/drawing/2014/main" id="{628C352B-441D-E6A7-B131-775FB3803D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148" y="831295"/>
            <a:ext cx="646331" cy="646331"/>
          </a:xfrm>
          <a:prstGeom prst="rect">
            <a:avLst/>
          </a:prstGeom>
        </p:spPr>
      </p:pic>
      <p:sp>
        <p:nvSpPr>
          <p:cNvPr id="16" name="圆角矩形 15">
            <a:extLst>
              <a:ext uri="{FF2B5EF4-FFF2-40B4-BE49-F238E27FC236}">
                <a16:creationId xmlns:a16="http://schemas.microsoft.com/office/drawing/2014/main" id="{C9651450-08B5-C599-7ABE-391906E341A0}"/>
              </a:ext>
            </a:extLst>
          </p:cNvPr>
          <p:cNvSpPr/>
          <p:nvPr/>
        </p:nvSpPr>
        <p:spPr>
          <a:xfrm>
            <a:off x="3661778" y="1614637"/>
            <a:ext cx="4644508" cy="1375366"/>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a:extLst>
              <a:ext uri="{FF2B5EF4-FFF2-40B4-BE49-F238E27FC236}">
                <a16:creationId xmlns:a16="http://schemas.microsoft.com/office/drawing/2014/main" id="{6169D600-FD5C-C8AC-1AC6-5B520D7CEF4F}"/>
              </a:ext>
            </a:extLst>
          </p:cNvPr>
          <p:cNvSpPr/>
          <p:nvPr/>
        </p:nvSpPr>
        <p:spPr>
          <a:xfrm>
            <a:off x="2841683" y="2007852"/>
            <a:ext cx="588936" cy="588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200" b="1" dirty="0">
                <a:latin typeface="Times New Roman" panose="02020603050405020304" pitchFamily="18" charset="0"/>
                <a:cs typeface="Times New Roman" panose="02020603050405020304" pitchFamily="18" charset="0"/>
              </a:rPr>
              <a:t>1</a:t>
            </a:r>
            <a:endParaRPr kumimoji="1" lang="zh-CN" altLang="en-US" sz="3200" b="1" dirty="0">
              <a:latin typeface="Times New Roman" panose="02020603050405020304" pitchFamily="18" charset="0"/>
              <a:cs typeface="Times New Roman" panose="02020603050405020304" pitchFamily="18" charset="0"/>
            </a:endParaRPr>
          </a:p>
        </p:txBody>
      </p:sp>
      <p:grpSp>
        <p:nvGrpSpPr>
          <p:cNvPr id="62" name="组合 61">
            <a:extLst>
              <a:ext uri="{FF2B5EF4-FFF2-40B4-BE49-F238E27FC236}">
                <a16:creationId xmlns:a16="http://schemas.microsoft.com/office/drawing/2014/main" id="{ABE1FFD4-4616-EA6A-ABDE-A1B38DDD14EE}"/>
              </a:ext>
            </a:extLst>
          </p:cNvPr>
          <p:cNvGrpSpPr/>
          <p:nvPr/>
        </p:nvGrpSpPr>
        <p:grpSpPr>
          <a:xfrm>
            <a:off x="8195242" y="884348"/>
            <a:ext cx="3570061" cy="6368626"/>
            <a:chOff x="7311839" y="489374"/>
            <a:chExt cx="3570061" cy="6368626"/>
          </a:xfrm>
        </p:grpSpPr>
        <p:pic>
          <p:nvPicPr>
            <p:cNvPr id="63" name="图片 62">
              <a:extLst>
                <a:ext uri="{FF2B5EF4-FFF2-40B4-BE49-F238E27FC236}">
                  <a16:creationId xmlns:a16="http://schemas.microsoft.com/office/drawing/2014/main" id="{503B960F-A22E-314C-5BC4-DDAA2F71DBA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11839" y="489374"/>
              <a:ext cx="3570061" cy="6368626"/>
            </a:xfrm>
            <a:prstGeom prst="rect">
              <a:avLst/>
            </a:prstGeom>
          </p:spPr>
        </p:pic>
        <p:grpSp>
          <p:nvGrpSpPr>
            <p:cNvPr id="64" name="组合 63">
              <a:extLst>
                <a:ext uri="{FF2B5EF4-FFF2-40B4-BE49-F238E27FC236}">
                  <a16:creationId xmlns:a16="http://schemas.microsoft.com/office/drawing/2014/main" id="{0967D01F-7103-6C80-E931-5E7C1597416A}"/>
                </a:ext>
              </a:extLst>
            </p:cNvPr>
            <p:cNvGrpSpPr/>
            <p:nvPr/>
          </p:nvGrpSpPr>
          <p:grpSpPr>
            <a:xfrm>
              <a:off x="7900731" y="1187873"/>
              <a:ext cx="2447800" cy="5177137"/>
              <a:chOff x="4218029" y="761999"/>
              <a:chExt cx="2447800" cy="5177137"/>
            </a:xfrm>
          </p:grpSpPr>
          <p:pic>
            <p:nvPicPr>
              <p:cNvPr id="70" name="图片 69">
                <a:extLst>
                  <a:ext uri="{FF2B5EF4-FFF2-40B4-BE49-F238E27FC236}">
                    <a16:creationId xmlns:a16="http://schemas.microsoft.com/office/drawing/2014/main" id="{2D651F41-D909-B1BB-AFBF-6B5F4BAED4F2}"/>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18029" y="761999"/>
                <a:ext cx="2392279" cy="5177137"/>
              </a:xfrm>
              <a:prstGeom prst="rect">
                <a:avLst/>
              </a:prstGeom>
            </p:spPr>
          </p:pic>
          <p:sp>
            <p:nvSpPr>
              <p:cNvPr id="71" name="矩形: 圆角 132">
                <a:extLst>
                  <a:ext uri="{FF2B5EF4-FFF2-40B4-BE49-F238E27FC236}">
                    <a16:creationId xmlns:a16="http://schemas.microsoft.com/office/drawing/2014/main" id="{57C7F53D-80E0-66F6-1DFA-5E447FF3F2E2}"/>
                  </a:ext>
                </a:extLst>
              </p:cNvPr>
              <p:cNvSpPr/>
              <p:nvPr/>
            </p:nvSpPr>
            <p:spPr>
              <a:xfrm>
                <a:off x="4273550" y="1312327"/>
                <a:ext cx="2336758" cy="1375839"/>
              </a:xfrm>
              <a:prstGeom prst="roundRect">
                <a:avLst>
                  <a:gd name="adj" fmla="val 7207"/>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424BEB3C-EFA4-EA78-08B7-9BC594B07F5C}"/>
                  </a:ext>
                </a:extLst>
              </p:cNvPr>
              <p:cNvSpPr txBox="1"/>
              <p:nvPr/>
            </p:nvSpPr>
            <p:spPr>
              <a:xfrm>
                <a:off x="4373880" y="1525554"/>
                <a:ext cx="2291949" cy="338554"/>
              </a:xfrm>
              <a:prstGeom prst="rect">
                <a:avLst/>
              </a:prstGeom>
              <a:noFill/>
            </p:spPr>
            <p:txBody>
              <a:bodyPr wrap="square" rtlCol="0">
                <a:spAutoFit/>
              </a:bodyPr>
              <a:lstStyle/>
              <a:p>
                <a:r>
                  <a:rPr lang="en-US" altLang="zh-CN" sz="1600" dirty="0">
                    <a:solidFill>
                      <a:schemeClr val="bg1"/>
                    </a:solidFill>
                    <a:latin typeface="Microsoft YaHei" panose="020B0503020204020204" pitchFamily="34" charset="-122"/>
                    <a:ea typeface="Microsoft YaHei" panose="020B0503020204020204" pitchFamily="34" charset="-122"/>
                  </a:rPr>
                  <a:t>The cost of this trip</a:t>
                </a:r>
                <a:endParaRPr lang="zh-CN" altLang="en-US" sz="1600" dirty="0">
                  <a:solidFill>
                    <a:schemeClr val="bg1"/>
                  </a:solidFill>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2ED88D94-BEB5-D3BB-29EF-85EC9A4FF1B8}"/>
                  </a:ext>
                </a:extLst>
              </p:cNvPr>
              <p:cNvSpPr txBox="1"/>
              <p:nvPr/>
            </p:nvSpPr>
            <p:spPr>
              <a:xfrm>
                <a:off x="5092678" y="1830601"/>
                <a:ext cx="854351" cy="338554"/>
              </a:xfrm>
              <a:prstGeom prst="rect">
                <a:avLst/>
              </a:prstGeom>
              <a:noFill/>
            </p:spPr>
            <p:txBody>
              <a:bodyPr wrap="square" rtlCol="0">
                <a:spAutoFit/>
              </a:bodyPr>
              <a:lstStyle/>
              <a:p>
                <a:r>
                  <a:rPr lang="en-US" altLang="zh-CN" sz="1600" dirty="0">
                    <a:solidFill>
                      <a:schemeClr val="bg1"/>
                    </a:solidFill>
                    <a:latin typeface="隶书" panose="02010509060101010101" pitchFamily="49" charset="-122"/>
                    <a:ea typeface="隶书" panose="02010509060101010101" pitchFamily="49" charset="-122"/>
                  </a:rPr>
                  <a:t>6 CNY</a:t>
                </a:r>
                <a:endParaRPr lang="zh-CN" altLang="en-US" sz="1600" dirty="0">
                  <a:solidFill>
                    <a:schemeClr val="bg1"/>
                  </a:solidFill>
                  <a:latin typeface="隶书" panose="02010509060101010101" pitchFamily="49" charset="-122"/>
                  <a:ea typeface="隶书" panose="02010509060101010101" pitchFamily="49" charset="-122"/>
                </a:endParaRPr>
              </a:p>
            </p:txBody>
          </p:sp>
          <p:sp>
            <p:nvSpPr>
              <p:cNvPr id="74" name="矩形: 圆角 135">
                <a:extLst>
                  <a:ext uri="{FF2B5EF4-FFF2-40B4-BE49-F238E27FC236}">
                    <a16:creationId xmlns:a16="http://schemas.microsoft.com/office/drawing/2014/main" id="{60A8EE8D-1263-1113-4384-456915334266}"/>
                  </a:ext>
                </a:extLst>
              </p:cNvPr>
              <p:cNvSpPr/>
              <p:nvPr/>
            </p:nvSpPr>
            <p:spPr>
              <a:xfrm>
                <a:off x="4743388" y="2233865"/>
                <a:ext cx="1463041" cy="32003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View</a:t>
                </a: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details</a:t>
                </a:r>
                <a:endPar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75" name="矩形: 圆角 136">
                <a:extLst>
                  <a:ext uri="{FF2B5EF4-FFF2-40B4-BE49-F238E27FC236}">
                    <a16:creationId xmlns:a16="http://schemas.microsoft.com/office/drawing/2014/main" id="{F23C5B5C-79B7-F081-3792-557717181125}"/>
                  </a:ext>
                </a:extLst>
              </p:cNvPr>
              <p:cNvSpPr/>
              <p:nvPr/>
            </p:nvSpPr>
            <p:spPr>
              <a:xfrm>
                <a:off x="4269264" y="3035916"/>
                <a:ext cx="2336758" cy="265922"/>
              </a:xfrm>
              <a:prstGeom prst="roundRect">
                <a:avLst>
                  <a:gd name="adj" fmla="val 33951"/>
                </a:avLst>
              </a:prstGeom>
              <a:solidFill>
                <a:schemeClr val="bg1">
                  <a:lumMod val="85000"/>
                </a:schemeClr>
              </a:solidFill>
              <a:ln>
                <a:solidFill>
                  <a:schemeClr val="bg1">
                    <a:lumMod val="8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nvGrpSpPr>
              <p:cNvPr id="76" name="组合 75">
                <a:extLst>
                  <a:ext uri="{FF2B5EF4-FFF2-40B4-BE49-F238E27FC236}">
                    <a16:creationId xmlns:a16="http://schemas.microsoft.com/office/drawing/2014/main" id="{B040B556-E381-5B22-10D3-F8D9743C40C2}"/>
                  </a:ext>
                </a:extLst>
              </p:cNvPr>
              <p:cNvGrpSpPr/>
              <p:nvPr/>
            </p:nvGrpSpPr>
            <p:grpSpPr>
              <a:xfrm>
                <a:off x="4356868" y="5466346"/>
                <a:ext cx="2271413" cy="416254"/>
                <a:chOff x="427667" y="3369619"/>
                <a:chExt cx="2042687" cy="477620"/>
              </a:xfrm>
            </p:grpSpPr>
            <p:sp>
              <p:nvSpPr>
                <p:cNvPr id="100" name="矩形 99">
                  <a:extLst>
                    <a:ext uri="{FF2B5EF4-FFF2-40B4-BE49-F238E27FC236}">
                      <a16:creationId xmlns:a16="http://schemas.microsoft.com/office/drawing/2014/main" id="{CDC8002D-1618-EA28-6BF6-C34AF1D7C7EA}"/>
                    </a:ext>
                  </a:extLst>
                </p:cNvPr>
                <p:cNvSpPr/>
                <p:nvPr/>
              </p:nvSpPr>
              <p:spPr>
                <a:xfrm>
                  <a:off x="450850" y="3369619"/>
                  <a:ext cx="1879600" cy="412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traveler-with-a-suitcase_10952">
                  <a:extLst>
                    <a:ext uri="{FF2B5EF4-FFF2-40B4-BE49-F238E27FC236}">
                      <a16:creationId xmlns:a16="http://schemas.microsoft.com/office/drawing/2014/main" id="{D42AA04A-E530-C754-0189-A8AC1A907BF6}"/>
                    </a:ext>
                  </a:extLst>
                </p:cNvPr>
                <p:cNvSpPr/>
                <p:nvPr/>
              </p:nvSpPr>
              <p:spPr>
                <a:xfrm>
                  <a:off x="539063" y="3385092"/>
                  <a:ext cx="182203" cy="215444"/>
                </a:xfrm>
                <a:custGeom>
                  <a:avLst/>
                  <a:gdLst>
                    <a:gd name="connsiteX0" fmla="*/ 62802 w 530855"/>
                    <a:gd name="connsiteY0" fmla="*/ 572810 h 607545"/>
                    <a:gd name="connsiteX1" fmla="*/ 53307 w 530855"/>
                    <a:gd name="connsiteY1" fmla="*/ 582382 h 607545"/>
                    <a:gd name="connsiteX2" fmla="*/ 62802 w 530855"/>
                    <a:gd name="connsiteY2" fmla="*/ 591863 h 607545"/>
                    <a:gd name="connsiteX3" fmla="*/ 72296 w 530855"/>
                    <a:gd name="connsiteY3" fmla="*/ 582382 h 607545"/>
                    <a:gd name="connsiteX4" fmla="*/ 62802 w 530855"/>
                    <a:gd name="connsiteY4" fmla="*/ 572810 h 607545"/>
                    <a:gd name="connsiteX5" fmla="*/ 326996 w 530855"/>
                    <a:gd name="connsiteY5" fmla="*/ 139842 h 607545"/>
                    <a:gd name="connsiteX6" fmla="*/ 341929 w 530855"/>
                    <a:gd name="connsiteY6" fmla="*/ 140579 h 607545"/>
                    <a:gd name="connsiteX7" fmla="*/ 372165 w 530855"/>
                    <a:gd name="connsiteY7" fmla="*/ 153004 h 607545"/>
                    <a:gd name="connsiteX8" fmla="*/ 507027 w 530855"/>
                    <a:gd name="connsiteY8" fmla="*/ 234278 h 607545"/>
                    <a:gd name="connsiteX9" fmla="*/ 530718 w 530855"/>
                    <a:gd name="connsiteY9" fmla="*/ 263271 h 607545"/>
                    <a:gd name="connsiteX10" fmla="*/ 504446 w 530855"/>
                    <a:gd name="connsiteY10" fmla="*/ 287018 h 607545"/>
                    <a:gd name="connsiteX11" fmla="*/ 501681 w 530855"/>
                    <a:gd name="connsiteY11" fmla="*/ 286834 h 607545"/>
                    <a:gd name="connsiteX12" fmla="*/ 398806 w 530855"/>
                    <a:gd name="connsiteY12" fmla="*/ 248360 h 607545"/>
                    <a:gd name="connsiteX13" fmla="*/ 406641 w 530855"/>
                    <a:gd name="connsiteY13" fmla="*/ 338286 h 607545"/>
                    <a:gd name="connsiteX14" fmla="*/ 396132 w 530855"/>
                    <a:gd name="connsiteY14" fmla="*/ 372065 h 607545"/>
                    <a:gd name="connsiteX15" fmla="*/ 492924 w 530855"/>
                    <a:gd name="connsiteY15" fmla="*/ 560292 h 607545"/>
                    <a:gd name="connsiteX16" fmla="*/ 475778 w 530855"/>
                    <a:gd name="connsiteY16" fmla="*/ 604656 h 607545"/>
                    <a:gd name="connsiteX17" fmla="*/ 462135 w 530855"/>
                    <a:gd name="connsiteY17" fmla="*/ 607510 h 607545"/>
                    <a:gd name="connsiteX18" fmla="*/ 431254 w 530855"/>
                    <a:gd name="connsiteY18" fmla="*/ 587537 h 607545"/>
                    <a:gd name="connsiteX19" fmla="*/ 345156 w 530855"/>
                    <a:gd name="connsiteY19" fmla="*/ 417718 h 607545"/>
                    <a:gd name="connsiteX20" fmla="*/ 253342 w 530855"/>
                    <a:gd name="connsiteY20" fmla="*/ 590666 h 607545"/>
                    <a:gd name="connsiteX21" fmla="*/ 226609 w 530855"/>
                    <a:gd name="connsiteY21" fmla="*/ 607418 h 607545"/>
                    <a:gd name="connsiteX22" fmla="*/ 207343 w 530855"/>
                    <a:gd name="connsiteY22" fmla="*/ 603000 h 607545"/>
                    <a:gd name="connsiteX23" fmla="*/ 194991 w 530855"/>
                    <a:gd name="connsiteY23" fmla="*/ 557071 h 607545"/>
                    <a:gd name="connsiteX24" fmla="*/ 294455 w 530855"/>
                    <a:gd name="connsiteY24" fmla="*/ 376944 h 607545"/>
                    <a:gd name="connsiteX25" fmla="*/ 281919 w 530855"/>
                    <a:gd name="connsiteY25" fmla="*/ 349055 h 607545"/>
                    <a:gd name="connsiteX26" fmla="*/ 273622 w 530855"/>
                    <a:gd name="connsiteY26" fmla="*/ 254067 h 607545"/>
                    <a:gd name="connsiteX27" fmla="*/ 226148 w 530855"/>
                    <a:gd name="connsiteY27" fmla="*/ 335617 h 607545"/>
                    <a:gd name="connsiteX28" fmla="*/ 205684 w 530855"/>
                    <a:gd name="connsiteY28" fmla="*/ 351908 h 607545"/>
                    <a:gd name="connsiteX29" fmla="*/ 164479 w 530855"/>
                    <a:gd name="connsiteY29" fmla="*/ 423241 h 607545"/>
                    <a:gd name="connsiteX30" fmla="*/ 131293 w 530855"/>
                    <a:gd name="connsiteY30" fmla="*/ 482332 h 607545"/>
                    <a:gd name="connsiteX31" fmla="*/ 83819 w 530855"/>
                    <a:gd name="connsiteY31" fmla="*/ 565446 h 607545"/>
                    <a:gd name="connsiteX32" fmla="*/ 81607 w 530855"/>
                    <a:gd name="connsiteY32" fmla="*/ 600054 h 607545"/>
                    <a:gd name="connsiteX33" fmla="*/ 44734 w 530855"/>
                    <a:gd name="connsiteY33" fmla="*/ 599778 h 607545"/>
                    <a:gd name="connsiteX34" fmla="*/ 40586 w 530855"/>
                    <a:gd name="connsiteY34" fmla="*/ 568760 h 607545"/>
                    <a:gd name="connsiteX35" fmla="*/ 5833 w 530855"/>
                    <a:gd name="connsiteY35" fmla="*/ 549247 h 607545"/>
                    <a:gd name="connsiteX36" fmla="*/ 1500 w 530855"/>
                    <a:gd name="connsiteY36" fmla="*/ 533784 h 607545"/>
                    <a:gd name="connsiteX37" fmla="*/ 88336 w 530855"/>
                    <a:gd name="connsiteY37" fmla="*/ 380533 h 607545"/>
                    <a:gd name="connsiteX38" fmla="*/ 103823 w 530855"/>
                    <a:gd name="connsiteY38" fmla="*/ 376207 h 607545"/>
                    <a:gd name="connsiteX39" fmla="*/ 149729 w 530855"/>
                    <a:gd name="connsiteY39" fmla="*/ 401887 h 607545"/>
                    <a:gd name="connsiteX40" fmla="*/ 182270 w 530855"/>
                    <a:gd name="connsiteY40" fmla="*/ 343992 h 607545"/>
                    <a:gd name="connsiteX41" fmla="*/ 176923 w 530855"/>
                    <a:gd name="connsiteY41" fmla="*/ 316104 h 607545"/>
                    <a:gd name="connsiteX42" fmla="*/ 280536 w 530855"/>
                    <a:gd name="connsiteY42" fmla="*/ 164050 h 607545"/>
                    <a:gd name="connsiteX43" fmla="*/ 292520 w 530855"/>
                    <a:gd name="connsiteY43" fmla="*/ 153096 h 607545"/>
                    <a:gd name="connsiteX44" fmla="*/ 326996 w 530855"/>
                    <a:gd name="connsiteY44" fmla="*/ 139842 h 607545"/>
                    <a:gd name="connsiteX45" fmla="*/ 336798 w 530855"/>
                    <a:gd name="connsiteY45" fmla="*/ 0 h 607545"/>
                    <a:gd name="connsiteX46" fmla="*/ 405035 w 530855"/>
                    <a:gd name="connsiteY46" fmla="*/ 68131 h 607545"/>
                    <a:gd name="connsiteX47" fmla="*/ 336798 w 530855"/>
                    <a:gd name="connsiteY47" fmla="*/ 136262 h 607545"/>
                    <a:gd name="connsiteX48" fmla="*/ 268561 w 530855"/>
                    <a:gd name="connsiteY48" fmla="*/ 68131 h 607545"/>
                    <a:gd name="connsiteX49" fmla="*/ 336798 w 530855"/>
                    <a:gd name="connsiteY49" fmla="*/ 0 h 60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30855" h="607545">
                      <a:moveTo>
                        <a:pt x="62802" y="572810"/>
                      </a:moveTo>
                      <a:cubicBezTo>
                        <a:pt x="57547" y="572810"/>
                        <a:pt x="53307" y="577136"/>
                        <a:pt x="53307" y="582382"/>
                      </a:cubicBezTo>
                      <a:cubicBezTo>
                        <a:pt x="53307" y="587537"/>
                        <a:pt x="57547" y="591863"/>
                        <a:pt x="62802" y="591863"/>
                      </a:cubicBezTo>
                      <a:cubicBezTo>
                        <a:pt x="68056" y="591863"/>
                        <a:pt x="72296" y="587537"/>
                        <a:pt x="72296" y="582382"/>
                      </a:cubicBezTo>
                      <a:cubicBezTo>
                        <a:pt x="72296" y="577136"/>
                        <a:pt x="68056" y="572810"/>
                        <a:pt x="62802" y="572810"/>
                      </a:cubicBezTo>
                      <a:close/>
                      <a:moveTo>
                        <a:pt x="326996" y="139842"/>
                      </a:moveTo>
                      <a:cubicBezTo>
                        <a:pt x="334555" y="139014"/>
                        <a:pt x="341929" y="140579"/>
                        <a:pt x="341929" y="140579"/>
                      </a:cubicBezTo>
                      <a:cubicBezTo>
                        <a:pt x="352254" y="142143"/>
                        <a:pt x="363039" y="146469"/>
                        <a:pt x="372165" y="153004"/>
                      </a:cubicBezTo>
                      <a:cubicBezTo>
                        <a:pt x="387006" y="162117"/>
                        <a:pt x="446095" y="228019"/>
                        <a:pt x="507027" y="234278"/>
                      </a:cubicBezTo>
                      <a:cubicBezTo>
                        <a:pt x="521592" y="235751"/>
                        <a:pt x="532193" y="248729"/>
                        <a:pt x="530718" y="263271"/>
                      </a:cubicBezTo>
                      <a:cubicBezTo>
                        <a:pt x="529336" y="276893"/>
                        <a:pt x="517813" y="287018"/>
                        <a:pt x="504446" y="287018"/>
                      </a:cubicBezTo>
                      <a:cubicBezTo>
                        <a:pt x="503525" y="287018"/>
                        <a:pt x="502603" y="286926"/>
                        <a:pt x="501681" y="286834"/>
                      </a:cubicBezTo>
                      <a:cubicBezTo>
                        <a:pt x="451073" y="281680"/>
                        <a:pt x="421482" y="266401"/>
                        <a:pt x="398806" y="248360"/>
                      </a:cubicBezTo>
                      <a:lnTo>
                        <a:pt x="406641" y="338286"/>
                      </a:lnTo>
                      <a:cubicBezTo>
                        <a:pt x="407839" y="351540"/>
                        <a:pt x="403415" y="362861"/>
                        <a:pt x="396132" y="372065"/>
                      </a:cubicBezTo>
                      <a:cubicBezTo>
                        <a:pt x="414569" y="401795"/>
                        <a:pt x="447754" y="458401"/>
                        <a:pt x="492924" y="560292"/>
                      </a:cubicBezTo>
                      <a:cubicBezTo>
                        <a:pt x="500483" y="577320"/>
                        <a:pt x="492739" y="597109"/>
                        <a:pt x="475778" y="604656"/>
                      </a:cubicBezTo>
                      <a:cubicBezTo>
                        <a:pt x="471353" y="606589"/>
                        <a:pt x="466744" y="607510"/>
                        <a:pt x="462135" y="607510"/>
                      </a:cubicBezTo>
                      <a:cubicBezTo>
                        <a:pt x="449229" y="607510"/>
                        <a:pt x="436877" y="600054"/>
                        <a:pt x="431254" y="587537"/>
                      </a:cubicBezTo>
                      <a:cubicBezTo>
                        <a:pt x="392998" y="501109"/>
                        <a:pt x="362855" y="447080"/>
                        <a:pt x="345156" y="417718"/>
                      </a:cubicBezTo>
                      <a:cubicBezTo>
                        <a:pt x="323032" y="455824"/>
                        <a:pt x="272700" y="557255"/>
                        <a:pt x="253342" y="590666"/>
                      </a:cubicBezTo>
                      <a:cubicBezTo>
                        <a:pt x="247535" y="600699"/>
                        <a:pt x="237395" y="606681"/>
                        <a:pt x="226609" y="607418"/>
                      </a:cubicBezTo>
                      <a:cubicBezTo>
                        <a:pt x="220064" y="607970"/>
                        <a:pt x="213427" y="606497"/>
                        <a:pt x="207343" y="603000"/>
                      </a:cubicBezTo>
                      <a:cubicBezTo>
                        <a:pt x="191211" y="593795"/>
                        <a:pt x="185680" y="573178"/>
                        <a:pt x="194991" y="557071"/>
                      </a:cubicBezTo>
                      <a:cubicBezTo>
                        <a:pt x="215732" y="521174"/>
                        <a:pt x="273069" y="415601"/>
                        <a:pt x="294455" y="376944"/>
                      </a:cubicBezTo>
                      <a:cubicBezTo>
                        <a:pt x="287542" y="369580"/>
                        <a:pt x="282933" y="360192"/>
                        <a:pt x="281919" y="349055"/>
                      </a:cubicBezTo>
                      <a:lnTo>
                        <a:pt x="273622" y="254067"/>
                      </a:lnTo>
                      <a:cubicBezTo>
                        <a:pt x="256108" y="277630"/>
                        <a:pt x="237948" y="306071"/>
                        <a:pt x="226148" y="335617"/>
                      </a:cubicBezTo>
                      <a:cubicBezTo>
                        <a:pt x="222553" y="344637"/>
                        <a:pt x="214626" y="350527"/>
                        <a:pt x="205684" y="351908"/>
                      </a:cubicBezTo>
                      <a:lnTo>
                        <a:pt x="164479" y="423241"/>
                      </a:lnTo>
                      <a:lnTo>
                        <a:pt x="131293" y="482332"/>
                      </a:lnTo>
                      <a:lnTo>
                        <a:pt x="83819" y="565446"/>
                      </a:lnTo>
                      <a:cubicBezTo>
                        <a:pt x="91931" y="575755"/>
                        <a:pt x="91194" y="590666"/>
                        <a:pt x="81607" y="600054"/>
                      </a:cubicBezTo>
                      <a:cubicBezTo>
                        <a:pt x="71375" y="610179"/>
                        <a:pt x="54782" y="609995"/>
                        <a:pt x="44734" y="599778"/>
                      </a:cubicBezTo>
                      <a:cubicBezTo>
                        <a:pt x="36345" y="591310"/>
                        <a:pt x="35055" y="578608"/>
                        <a:pt x="40586" y="568760"/>
                      </a:cubicBezTo>
                      <a:lnTo>
                        <a:pt x="5833" y="549247"/>
                      </a:lnTo>
                      <a:cubicBezTo>
                        <a:pt x="302" y="546210"/>
                        <a:pt x="-1634" y="539214"/>
                        <a:pt x="1500" y="533784"/>
                      </a:cubicBezTo>
                      <a:lnTo>
                        <a:pt x="88336" y="380533"/>
                      </a:lnTo>
                      <a:cubicBezTo>
                        <a:pt x="91378" y="375011"/>
                        <a:pt x="98384" y="373078"/>
                        <a:pt x="103823" y="376207"/>
                      </a:cubicBezTo>
                      <a:lnTo>
                        <a:pt x="149729" y="401887"/>
                      </a:lnTo>
                      <a:lnTo>
                        <a:pt x="182270" y="343992"/>
                      </a:lnTo>
                      <a:cubicBezTo>
                        <a:pt x="175448" y="336721"/>
                        <a:pt x="172959" y="325952"/>
                        <a:pt x="176923" y="316104"/>
                      </a:cubicBezTo>
                      <a:cubicBezTo>
                        <a:pt x="204670" y="246427"/>
                        <a:pt x="260348" y="184943"/>
                        <a:pt x="280536" y="164050"/>
                      </a:cubicBezTo>
                      <a:cubicBezTo>
                        <a:pt x="283117" y="160920"/>
                        <a:pt x="291321" y="153741"/>
                        <a:pt x="292520" y="153096"/>
                      </a:cubicBezTo>
                      <a:cubicBezTo>
                        <a:pt x="308651" y="141039"/>
                        <a:pt x="319713" y="140671"/>
                        <a:pt x="326996" y="139842"/>
                      </a:cubicBezTo>
                      <a:close/>
                      <a:moveTo>
                        <a:pt x="336798" y="0"/>
                      </a:moveTo>
                      <a:cubicBezTo>
                        <a:pt x="374484" y="0"/>
                        <a:pt x="405035" y="30503"/>
                        <a:pt x="405035" y="68131"/>
                      </a:cubicBezTo>
                      <a:cubicBezTo>
                        <a:pt x="405035" y="105759"/>
                        <a:pt x="374484" y="136262"/>
                        <a:pt x="336798" y="136262"/>
                      </a:cubicBezTo>
                      <a:cubicBezTo>
                        <a:pt x="299112" y="136262"/>
                        <a:pt x="268561" y="105759"/>
                        <a:pt x="268561" y="68131"/>
                      </a:cubicBezTo>
                      <a:cubicBezTo>
                        <a:pt x="268561" y="30503"/>
                        <a:pt x="299112" y="0"/>
                        <a:pt x="33679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losed-wallet_20638">
                  <a:extLst>
                    <a:ext uri="{FF2B5EF4-FFF2-40B4-BE49-F238E27FC236}">
                      <a16:creationId xmlns:a16="http://schemas.microsoft.com/office/drawing/2014/main" id="{6DB5043F-6A8F-0168-D4F6-AB40C7E03132}"/>
                    </a:ext>
                  </a:extLst>
                </p:cNvPr>
                <p:cNvSpPr/>
                <p:nvPr/>
              </p:nvSpPr>
              <p:spPr>
                <a:xfrm>
                  <a:off x="1314576" y="3397009"/>
                  <a:ext cx="170245" cy="215444"/>
                </a:xfrm>
                <a:custGeom>
                  <a:avLst/>
                  <a:gdLst>
                    <a:gd name="connsiteX0" fmla="*/ 467742 w 597830"/>
                    <a:gd name="connsiteY0" fmla="*/ 367575 h 604816"/>
                    <a:gd name="connsiteX1" fmla="*/ 476880 w 597830"/>
                    <a:gd name="connsiteY1" fmla="*/ 376678 h 604816"/>
                    <a:gd name="connsiteX2" fmla="*/ 467742 w 597830"/>
                    <a:gd name="connsiteY2" fmla="*/ 385781 h 604816"/>
                    <a:gd name="connsiteX3" fmla="*/ 458604 w 597830"/>
                    <a:gd name="connsiteY3" fmla="*/ 376678 h 604816"/>
                    <a:gd name="connsiteX4" fmla="*/ 467742 w 597830"/>
                    <a:gd name="connsiteY4" fmla="*/ 367575 h 604816"/>
                    <a:gd name="connsiteX5" fmla="*/ 467750 w 597830"/>
                    <a:gd name="connsiteY5" fmla="*/ 340218 h 604816"/>
                    <a:gd name="connsiteX6" fmla="*/ 431273 w 597830"/>
                    <a:gd name="connsiteY6" fmla="*/ 376643 h 604816"/>
                    <a:gd name="connsiteX7" fmla="*/ 467750 w 597830"/>
                    <a:gd name="connsiteY7" fmla="*/ 413068 h 604816"/>
                    <a:gd name="connsiteX8" fmla="*/ 504400 w 597830"/>
                    <a:gd name="connsiteY8" fmla="*/ 376643 h 604816"/>
                    <a:gd name="connsiteX9" fmla="*/ 467750 w 597830"/>
                    <a:gd name="connsiteY9" fmla="*/ 340218 h 604816"/>
                    <a:gd name="connsiteX10" fmla="*/ 439016 w 597830"/>
                    <a:gd name="connsiteY10" fmla="*/ 327847 h 604816"/>
                    <a:gd name="connsiteX11" fmla="*/ 586474 w 597830"/>
                    <a:gd name="connsiteY11" fmla="*/ 327847 h 604816"/>
                    <a:gd name="connsiteX12" fmla="*/ 597830 w 597830"/>
                    <a:gd name="connsiteY12" fmla="*/ 327847 h 604816"/>
                    <a:gd name="connsiteX13" fmla="*/ 597830 w 597830"/>
                    <a:gd name="connsiteY13" fmla="*/ 425439 h 604816"/>
                    <a:gd name="connsiteX14" fmla="*/ 586474 w 597830"/>
                    <a:gd name="connsiteY14" fmla="*/ 425439 h 604816"/>
                    <a:gd name="connsiteX15" fmla="*/ 438500 w 597830"/>
                    <a:gd name="connsiteY15" fmla="*/ 425439 h 604816"/>
                    <a:gd name="connsiteX16" fmla="*/ 406668 w 597830"/>
                    <a:gd name="connsiteY16" fmla="*/ 379736 h 604816"/>
                    <a:gd name="connsiteX17" fmla="*/ 0 w 597830"/>
                    <a:gd name="connsiteY17" fmla="*/ 122713 h 604816"/>
                    <a:gd name="connsiteX18" fmla="*/ 39236 w 597830"/>
                    <a:gd name="connsiteY18" fmla="*/ 143159 h 604816"/>
                    <a:gd name="connsiteX19" fmla="*/ 42162 w 597830"/>
                    <a:gd name="connsiteY19" fmla="*/ 143502 h 604816"/>
                    <a:gd name="connsiteX20" fmla="*/ 58166 w 597830"/>
                    <a:gd name="connsiteY20" fmla="*/ 143502 h 604816"/>
                    <a:gd name="connsiteX21" fmla="*/ 547584 w 597830"/>
                    <a:gd name="connsiteY21" fmla="*/ 143502 h 604816"/>
                    <a:gd name="connsiteX22" fmla="*/ 572709 w 597830"/>
                    <a:gd name="connsiteY22" fmla="*/ 143502 h 604816"/>
                    <a:gd name="connsiteX23" fmla="*/ 572709 w 597830"/>
                    <a:gd name="connsiteY23" fmla="*/ 300538 h 604816"/>
                    <a:gd name="connsiteX24" fmla="*/ 431253 w 597830"/>
                    <a:gd name="connsiteY24" fmla="*/ 300538 h 604816"/>
                    <a:gd name="connsiteX25" fmla="*/ 419723 w 597830"/>
                    <a:gd name="connsiteY25" fmla="*/ 306895 h 604816"/>
                    <a:gd name="connsiteX26" fmla="*/ 378594 w 597830"/>
                    <a:gd name="connsiteY26" fmla="*/ 373042 h 604816"/>
                    <a:gd name="connsiteX27" fmla="*/ 378938 w 597830"/>
                    <a:gd name="connsiteY27" fmla="*/ 388162 h 604816"/>
                    <a:gd name="connsiteX28" fmla="*/ 420067 w 597830"/>
                    <a:gd name="connsiteY28" fmla="*/ 446921 h 604816"/>
                    <a:gd name="connsiteX29" fmla="*/ 431253 w 597830"/>
                    <a:gd name="connsiteY29" fmla="*/ 452763 h 604816"/>
                    <a:gd name="connsiteX30" fmla="*/ 572709 w 597830"/>
                    <a:gd name="connsiteY30" fmla="*/ 452763 h 604816"/>
                    <a:gd name="connsiteX31" fmla="*/ 572709 w 597830"/>
                    <a:gd name="connsiteY31" fmla="*/ 604816 h 604816"/>
                    <a:gd name="connsiteX32" fmla="*/ 58166 w 597830"/>
                    <a:gd name="connsiteY32" fmla="*/ 604816 h 604816"/>
                    <a:gd name="connsiteX33" fmla="*/ 0 w 597830"/>
                    <a:gd name="connsiteY33" fmla="*/ 546744 h 604816"/>
                    <a:gd name="connsiteX34" fmla="*/ 58163 w 597830"/>
                    <a:gd name="connsiteY34" fmla="*/ 0 h 604816"/>
                    <a:gd name="connsiteX35" fmla="*/ 533968 w 597830"/>
                    <a:gd name="connsiteY35" fmla="*/ 0 h 604816"/>
                    <a:gd name="connsiteX36" fmla="*/ 533968 w 597830"/>
                    <a:gd name="connsiteY36" fmla="*/ 116151 h 604816"/>
                    <a:gd name="connsiteX37" fmla="*/ 58163 w 597830"/>
                    <a:gd name="connsiteY37" fmla="*/ 116151 h 604816"/>
                    <a:gd name="connsiteX38" fmla="*/ 0 w 597830"/>
                    <a:gd name="connsiteY38" fmla="*/ 58075 h 604816"/>
                    <a:gd name="connsiteX39" fmla="*/ 58163 w 597830"/>
                    <a:gd name="connsiteY39" fmla="*/ 0 h 60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97830" h="604816">
                      <a:moveTo>
                        <a:pt x="467742" y="367575"/>
                      </a:moveTo>
                      <a:cubicBezTo>
                        <a:pt x="472789" y="367575"/>
                        <a:pt x="476880" y="371651"/>
                        <a:pt x="476880" y="376678"/>
                      </a:cubicBezTo>
                      <a:cubicBezTo>
                        <a:pt x="476880" y="381705"/>
                        <a:pt x="472789" y="385781"/>
                        <a:pt x="467742" y="385781"/>
                      </a:cubicBezTo>
                      <a:cubicBezTo>
                        <a:pt x="462695" y="385781"/>
                        <a:pt x="458604" y="381705"/>
                        <a:pt x="458604" y="376678"/>
                      </a:cubicBezTo>
                      <a:cubicBezTo>
                        <a:pt x="458604" y="371651"/>
                        <a:pt x="462695" y="367575"/>
                        <a:pt x="467742" y="367575"/>
                      </a:cubicBezTo>
                      <a:close/>
                      <a:moveTo>
                        <a:pt x="467750" y="340218"/>
                      </a:moveTo>
                      <a:cubicBezTo>
                        <a:pt x="447619" y="340218"/>
                        <a:pt x="431273" y="356540"/>
                        <a:pt x="431273" y="376643"/>
                      </a:cubicBezTo>
                      <a:cubicBezTo>
                        <a:pt x="431273" y="396746"/>
                        <a:pt x="447619" y="413068"/>
                        <a:pt x="467750" y="413068"/>
                      </a:cubicBezTo>
                      <a:cubicBezTo>
                        <a:pt x="487882" y="413068"/>
                        <a:pt x="504400" y="396746"/>
                        <a:pt x="504400" y="376643"/>
                      </a:cubicBezTo>
                      <a:cubicBezTo>
                        <a:pt x="504400" y="356540"/>
                        <a:pt x="487882" y="340218"/>
                        <a:pt x="467750" y="340218"/>
                      </a:cubicBezTo>
                      <a:close/>
                      <a:moveTo>
                        <a:pt x="439016" y="327847"/>
                      </a:moveTo>
                      <a:lnTo>
                        <a:pt x="586474" y="327847"/>
                      </a:lnTo>
                      <a:lnTo>
                        <a:pt x="597830" y="327847"/>
                      </a:lnTo>
                      <a:lnTo>
                        <a:pt x="597830" y="425439"/>
                      </a:lnTo>
                      <a:lnTo>
                        <a:pt x="586474" y="425439"/>
                      </a:lnTo>
                      <a:lnTo>
                        <a:pt x="438500" y="425439"/>
                      </a:lnTo>
                      <a:lnTo>
                        <a:pt x="406668" y="379736"/>
                      </a:lnTo>
                      <a:close/>
                      <a:moveTo>
                        <a:pt x="0" y="122713"/>
                      </a:moveTo>
                      <a:cubicBezTo>
                        <a:pt x="10669" y="132506"/>
                        <a:pt x="24092" y="139722"/>
                        <a:pt x="39236" y="143159"/>
                      </a:cubicBezTo>
                      <a:cubicBezTo>
                        <a:pt x="40269" y="143502"/>
                        <a:pt x="41301" y="143502"/>
                        <a:pt x="42162" y="143502"/>
                      </a:cubicBezTo>
                      <a:lnTo>
                        <a:pt x="58166" y="143502"/>
                      </a:lnTo>
                      <a:lnTo>
                        <a:pt x="547584" y="143502"/>
                      </a:lnTo>
                      <a:lnTo>
                        <a:pt x="572709" y="143502"/>
                      </a:lnTo>
                      <a:lnTo>
                        <a:pt x="572709" y="300538"/>
                      </a:lnTo>
                      <a:lnTo>
                        <a:pt x="431253" y="300538"/>
                      </a:lnTo>
                      <a:cubicBezTo>
                        <a:pt x="426606" y="300538"/>
                        <a:pt x="422132" y="302943"/>
                        <a:pt x="419723" y="306895"/>
                      </a:cubicBezTo>
                      <a:lnTo>
                        <a:pt x="378594" y="373042"/>
                      </a:lnTo>
                      <a:cubicBezTo>
                        <a:pt x="375668" y="377681"/>
                        <a:pt x="375840" y="383523"/>
                        <a:pt x="378938" y="388162"/>
                      </a:cubicBezTo>
                      <a:lnTo>
                        <a:pt x="420067" y="446921"/>
                      </a:lnTo>
                      <a:cubicBezTo>
                        <a:pt x="422648" y="450529"/>
                        <a:pt x="426778" y="452763"/>
                        <a:pt x="431253" y="452763"/>
                      </a:cubicBezTo>
                      <a:lnTo>
                        <a:pt x="572709" y="452763"/>
                      </a:lnTo>
                      <a:lnTo>
                        <a:pt x="572709" y="604816"/>
                      </a:lnTo>
                      <a:lnTo>
                        <a:pt x="58166" y="604816"/>
                      </a:lnTo>
                      <a:cubicBezTo>
                        <a:pt x="26157" y="604816"/>
                        <a:pt x="0" y="578872"/>
                        <a:pt x="0" y="546744"/>
                      </a:cubicBezTo>
                      <a:close/>
                      <a:moveTo>
                        <a:pt x="58163" y="0"/>
                      </a:moveTo>
                      <a:lnTo>
                        <a:pt x="533968" y="0"/>
                      </a:lnTo>
                      <a:lnTo>
                        <a:pt x="533968" y="116151"/>
                      </a:lnTo>
                      <a:lnTo>
                        <a:pt x="58163" y="116151"/>
                      </a:lnTo>
                      <a:cubicBezTo>
                        <a:pt x="26156" y="116151"/>
                        <a:pt x="0" y="90206"/>
                        <a:pt x="0" y="58075"/>
                      </a:cubicBezTo>
                      <a:cubicBezTo>
                        <a:pt x="0" y="26117"/>
                        <a:pt x="26156" y="0"/>
                        <a:pt x="581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iconfont-11462-5442462">
                  <a:extLst>
                    <a:ext uri="{FF2B5EF4-FFF2-40B4-BE49-F238E27FC236}">
                      <a16:creationId xmlns:a16="http://schemas.microsoft.com/office/drawing/2014/main" id="{E49C7812-A0AD-A9C9-A5B4-DA2E1EE44DCD}"/>
                    </a:ext>
                  </a:extLst>
                </p:cNvPr>
                <p:cNvSpPr/>
                <p:nvPr/>
              </p:nvSpPr>
              <p:spPr>
                <a:xfrm>
                  <a:off x="2090980" y="3397009"/>
                  <a:ext cx="170245" cy="215444"/>
                </a:xfrm>
                <a:custGeom>
                  <a:avLst/>
                  <a:gdLst>
                    <a:gd name="T0" fmla="*/ 0 w 8412"/>
                    <a:gd name="T1" fmla="*/ 8496 h 8496"/>
                    <a:gd name="T2" fmla="*/ 3166 w 8412"/>
                    <a:gd name="T3" fmla="*/ 4831 h 8496"/>
                    <a:gd name="T4" fmla="*/ 1904 w 8412"/>
                    <a:gd name="T5" fmla="*/ 3523 h 8496"/>
                    <a:gd name="T6" fmla="*/ 1848 w 8412"/>
                    <a:gd name="T7" fmla="*/ 1726 h 8496"/>
                    <a:gd name="T8" fmla="*/ 4380 w 8412"/>
                    <a:gd name="T9" fmla="*/ 59 h 8496"/>
                    <a:gd name="T10" fmla="*/ 6611 w 8412"/>
                    <a:gd name="T11" fmla="*/ 1971 h 8496"/>
                    <a:gd name="T12" fmla="*/ 5238 w 8412"/>
                    <a:gd name="T13" fmla="*/ 4827 h 8496"/>
                    <a:gd name="T14" fmla="*/ 8412 w 8412"/>
                    <a:gd name="T15" fmla="*/ 8496 h 8496"/>
                    <a:gd name="T16" fmla="*/ 0 w 8412"/>
                    <a:gd name="T17" fmla="*/ 8496 h 8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12" h="8496">
                      <a:moveTo>
                        <a:pt x="0" y="8496"/>
                      </a:moveTo>
                      <a:cubicBezTo>
                        <a:pt x="92" y="7144"/>
                        <a:pt x="1123" y="5366"/>
                        <a:pt x="3166" y="4831"/>
                      </a:cubicBezTo>
                      <a:cubicBezTo>
                        <a:pt x="2580" y="4545"/>
                        <a:pt x="2153" y="4116"/>
                        <a:pt x="1904" y="3523"/>
                      </a:cubicBezTo>
                      <a:cubicBezTo>
                        <a:pt x="1657" y="2933"/>
                        <a:pt x="1639" y="2329"/>
                        <a:pt x="1848" y="1726"/>
                      </a:cubicBezTo>
                      <a:cubicBezTo>
                        <a:pt x="2218" y="658"/>
                        <a:pt x="3223" y="0"/>
                        <a:pt x="4380" y="59"/>
                      </a:cubicBezTo>
                      <a:cubicBezTo>
                        <a:pt x="5421" y="112"/>
                        <a:pt x="6351" y="904"/>
                        <a:pt x="6611" y="1971"/>
                      </a:cubicBezTo>
                      <a:cubicBezTo>
                        <a:pt x="6871" y="3045"/>
                        <a:pt x="6397" y="4259"/>
                        <a:pt x="5238" y="4827"/>
                      </a:cubicBezTo>
                      <a:cubicBezTo>
                        <a:pt x="7048" y="5394"/>
                        <a:pt x="8106" y="6607"/>
                        <a:pt x="8412" y="8496"/>
                      </a:cubicBezTo>
                      <a:lnTo>
                        <a:pt x="0" y="849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文本框 103">
                  <a:extLst>
                    <a:ext uri="{FF2B5EF4-FFF2-40B4-BE49-F238E27FC236}">
                      <a16:creationId xmlns:a16="http://schemas.microsoft.com/office/drawing/2014/main" id="{8A785F2C-8F0C-0F00-62DE-4A3B41CB2143}"/>
                    </a:ext>
                  </a:extLst>
                </p:cNvPr>
                <p:cNvSpPr txBox="1"/>
                <p:nvPr/>
              </p:nvSpPr>
              <p:spPr>
                <a:xfrm>
                  <a:off x="427667" y="3556566"/>
                  <a:ext cx="476372" cy="282520"/>
                </a:xfrm>
                <a:prstGeom prst="rect">
                  <a:avLst/>
                </a:prstGeom>
                <a:noFill/>
                <a:ln>
                  <a:noFill/>
                </a:ln>
              </p:spPr>
              <p:txBody>
                <a:bodyPr wrap="square" rtlCol="0">
                  <a:spAutoFit/>
                </a:bodyPr>
                <a:lstStyle/>
                <a:p>
                  <a:pPr algn="ctr"/>
                  <a:r>
                    <a:rPr lang="en-US" altLang="zh-CN" sz="1000" b="1" dirty="0">
                      <a:latin typeface="隶书" panose="02010509060101010101" pitchFamily="49" charset="-122"/>
                      <a:ea typeface="隶书" panose="02010509060101010101" pitchFamily="49" charset="-122"/>
                    </a:rPr>
                    <a:t>Trip</a:t>
                  </a:r>
                  <a:endParaRPr lang="zh-CN" altLang="en-US" sz="1000" b="1" dirty="0">
                    <a:latin typeface="隶书" panose="02010509060101010101" pitchFamily="49" charset="-122"/>
                    <a:ea typeface="隶书" panose="02010509060101010101" pitchFamily="49" charset="-122"/>
                  </a:endParaRPr>
                </a:p>
              </p:txBody>
            </p:sp>
            <p:sp>
              <p:nvSpPr>
                <p:cNvPr id="105" name="文本框 104">
                  <a:extLst>
                    <a:ext uri="{FF2B5EF4-FFF2-40B4-BE49-F238E27FC236}">
                      <a16:creationId xmlns:a16="http://schemas.microsoft.com/office/drawing/2014/main" id="{49BFC47C-62A9-F3A2-DDFE-688AE371372F}"/>
                    </a:ext>
                  </a:extLst>
                </p:cNvPr>
                <p:cNvSpPr txBox="1"/>
                <p:nvPr/>
              </p:nvSpPr>
              <p:spPr>
                <a:xfrm>
                  <a:off x="1069397" y="3564719"/>
                  <a:ext cx="665194" cy="282520"/>
                </a:xfrm>
                <a:prstGeom prst="rect">
                  <a:avLst/>
                </a:prstGeom>
                <a:noFill/>
                <a:ln>
                  <a:noFill/>
                </a:ln>
              </p:spPr>
              <p:txBody>
                <a:bodyPr wrap="square" rtlCol="0">
                  <a:spAutoFit/>
                </a:bodyPr>
                <a:lstStyle/>
                <a:p>
                  <a:pPr algn="ctr"/>
                  <a:r>
                    <a:rPr lang="en-US" altLang="zh-CN" sz="1000" b="1" dirty="0">
                      <a:latin typeface="隶书" panose="02010509060101010101" pitchFamily="49" charset="-122"/>
                      <a:ea typeface="隶书" panose="02010509060101010101" pitchFamily="49" charset="-122"/>
                    </a:rPr>
                    <a:t>Wallet</a:t>
                  </a:r>
                  <a:endParaRPr lang="zh-CN" altLang="en-US" sz="1000" b="1" dirty="0">
                    <a:latin typeface="隶书" panose="02010509060101010101" pitchFamily="49" charset="-122"/>
                    <a:ea typeface="隶书" panose="02010509060101010101" pitchFamily="49" charset="-122"/>
                  </a:endParaRPr>
                </a:p>
              </p:txBody>
            </p:sp>
            <p:sp>
              <p:nvSpPr>
                <p:cNvPr id="106" name="文本框 105">
                  <a:extLst>
                    <a:ext uri="{FF2B5EF4-FFF2-40B4-BE49-F238E27FC236}">
                      <a16:creationId xmlns:a16="http://schemas.microsoft.com/office/drawing/2014/main" id="{D22EE0A5-2150-9FA4-BAA0-462FD2462842}"/>
                    </a:ext>
                  </a:extLst>
                </p:cNvPr>
                <p:cNvSpPr txBox="1"/>
                <p:nvPr/>
              </p:nvSpPr>
              <p:spPr>
                <a:xfrm>
                  <a:off x="1910887" y="3560334"/>
                  <a:ext cx="559467" cy="282520"/>
                </a:xfrm>
                <a:prstGeom prst="rect">
                  <a:avLst/>
                </a:prstGeom>
                <a:noFill/>
                <a:ln>
                  <a:noFill/>
                </a:ln>
              </p:spPr>
              <p:txBody>
                <a:bodyPr wrap="square" rtlCol="0">
                  <a:spAutoFit/>
                </a:bodyPr>
                <a:lstStyle/>
                <a:p>
                  <a:pPr algn="ctr"/>
                  <a:r>
                    <a:rPr lang="en-US" altLang="zh-CN" sz="1000" b="1" dirty="0">
                      <a:latin typeface="隶书" panose="02010509060101010101" pitchFamily="49" charset="-122"/>
                      <a:ea typeface="隶书" panose="02010509060101010101" pitchFamily="49" charset="-122"/>
                    </a:rPr>
                    <a:t>Profile</a:t>
                  </a:r>
                  <a:endParaRPr lang="zh-CN" altLang="en-US" sz="1000" b="1" dirty="0">
                    <a:latin typeface="隶书" panose="02010509060101010101" pitchFamily="49" charset="-122"/>
                    <a:ea typeface="隶书" panose="02010509060101010101" pitchFamily="49" charset="-122"/>
                  </a:endParaRPr>
                </a:p>
              </p:txBody>
            </p:sp>
          </p:grpSp>
          <p:sp>
            <p:nvSpPr>
              <p:cNvPr id="77" name="矩形: 圆角 138">
                <a:extLst>
                  <a:ext uri="{FF2B5EF4-FFF2-40B4-BE49-F238E27FC236}">
                    <a16:creationId xmlns:a16="http://schemas.microsoft.com/office/drawing/2014/main" id="{FB19C64E-5D9C-AC73-6950-325EE0C858FC}"/>
                  </a:ext>
                </a:extLst>
              </p:cNvPr>
              <p:cNvSpPr/>
              <p:nvPr/>
            </p:nvSpPr>
            <p:spPr>
              <a:xfrm>
                <a:off x="4378361" y="3035916"/>
                <a:ext cx="659158" cy="265922"/>
              </a:xfrm>
              <a:prstGeom prst="roundRect">
                <a:avLst>
                  <a:gd name="adj" fmla="val 33951"/>
                </a:avLst>
              </a:prstGeom>
              <a:solidFill>
                <a:schemeClr val="bg1"/>
              </a:solidFill>
              <a:ln>
                <a:solidFill>
                  <a:schemeClr val="bg1">
                    <a:lumMod val="8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1050" dirty="0">
                    <a:solidFill>
                      <a:schemeClr val="tx1"/>
                    </a:solidFill>
                    <a:latin typeface="隶书" panose="02010509060101010101" pitchFamily="49" charset="-122"/>
                    <a:ea typeface="隶书" panose="02010509060101010101" pitchFamily="49" charset="-122"/>
                  </a:rPr>
                  <a:t>Detail</a:t>
                </a:r>
                <a:endParaRPr lang="zh-CN" altLang="en-US" sz="1050" dirty="0">
                  <a:solidFill>
                    <a:schemeClr val="tx1"/>
                  </a:solidFill>
                  <a:latin typeface="隶书" panose="02010509060101010101" pitchFamily="49" charset="-122"/>
                  <a:ea typeface="隶书" panose="02010509060101010101" pitchFamily="49" charset="-122"/>
                </a:endParaRPr>
              </a:p>
            </p:txBody>
          </p:sp>
          <p:sp>
            <p:nvSpPr>
              <p:cNvPr id="78" name="矩形: 圆角 139">
                <a:extLst>
                  <a:ext uri="{FF2B5EF4-FFF2-40B4-BE49-F238E27FC236}">
                    <a16:creationId xmlns:a16="http://schemas.microsoft.com/office/drawing/2014/main" id="{89A44D88-6ACF-4FEC-3AEF-4628C5820666}"/>
                  </a:ext>
                </a:extLst>
              </p:cNvPr>
              <p:cNvSpPr/>
              <p:nvPr/>
            </p:nvSpPr>
            <p:spPr>
              <a:xfrm>
                <a:off x="5073427" y="3035916"/>
                <a:ext cx="659158" cy="265922"/>
              </a:xfrm>
              <a:prstGeom prst="roundRect">
                <a:avLst>
                  <a:gd name="adj" fmla="val 33951"/>
                </a:avLst>
              </a:prstGeom>
              <a:solidFill>
                <a:schemeClr val="bg1">
                  <a:lumMod val="85000"/>
                </a:schemeClr>
              </a:solidFill>
              <a:ln>
                <a:solidFill>
                  <a:schemeClr val="bg1">
                    <a:lumMod val="8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1050" dirty="0">
                    <a:solidFill>
                      <a:schemeClr val="tx1"/>
                    </a:solidFill>
                    <a:latin typeface="隶书" panose="02010509060101010101" pitchFamily="49" charset="-122"/>
                    <a:ea typeface="隶书" panose="02010509060101010101" pitchFamily="49" charset="-122"/>
                  </a:rPr>
                  <a:t>Trips</a:t>
                </a:r>
                <a:endParaRPr lang="zh-CN" altLang="en-US" sz="1050" dirty="0">
                  <a:solidFill>
                    <a:schemeClr val="tx1"/>
                  </a:solidFill>
                  <a:latin typeface="隶书" panose="02010509060101010101" pitchFamily="49" charset="-122"/>
                  <a:ea typeface="隶书" panose="02010509060101010101" pitchFamily="49" charset="-122"/>
                </a:endParaRPr>
              </a:p>
            </p:txBody>
          </p:sp>
          <p:sp>
            <p:nvSpPr>
              <p:cNvPr id="79" name="矩形: 圆角 140">
                <a:extLst>
                  <a:ext uri="{FF2B5EF4-FFF2-40B4-BE49-F238E27FC236}">
                    <a16:creationId xmlns:a16="http://schemas.microsoft.com/office/drawing/2014/main" id="{006448BA-E401-A077-D43B-880A2EA7FFD1}"/>
                  </a:ext>
                </a:extLst>
              </p:cNvPr>
              <p:cNvSpPr/>
              <p:nvPr/>
            </p:nvSpPr>
            <p:spPr>
              <a:xfrm>
                <a:off x="5698628" y="3035916"/>
                <a:ext cx="943302" cy="265922"/>
              </a:xfrm>
              <a:prstGeom prst="roundRect">
                <a:avLst>
                  <a:gd name="adj" fmla="val 33951"/>
                </a:avLst>
              </a:prstGeom>
              <a:solidFill>
                <a:schemeClr val="bg1">
                  <a:lumMod val="85000"/>
                </a:schemeClr>
              </a:solidFill>
              <a:ln>
                <a:solidFill>
                  <a:schemeClr val="bg1">
                    <a:lumMod val="8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900" dirty="0">
                    <a:solidFill>
                      <a:schemeClr val="tx1"/>
                    </a:solidFill>
                    <a:latin typeface="隶书" panose="02010509060101010101" pitchFamily="49" charset="-122"/>
                    <a:ea typeface="隶书" panose="02010509060101010101" pitchFamily="49" charset="-122"/>
                  </a:rPr>
                  <a:t>Transactions</a:t>
                </a:r>
                <a:endParaRPr lang="zh-CN" altLang="en-US" sz="900" dirty="0">
                  <a:solidFill>
                    <a:schemeClr val="tx1"/>
                  </a:solidFill>
                  <a:latin typeface="隶书" panose="02010509060101010101" pitchFamily="49" charset="-122"/>
                  <a:ea typeface="隶书" panose="02010509060101010101" pitchFamily="49" charset="-122"/>
                </a:endParaRPr>
              </a:p>
            </p:txBody>
          </p:sp>
          <p:cxnSp>
            <p:nvCxnSpPr>
              <p:cNvPr id="80" name="直接连接符 141">
                <a:extLst>
                  <a:ext uri="{FF2B5EF4-FFF2-40B4-BE49-F238E27FC236}">
                    <a16:creationId xmlns:a16="http://schemas.microsoft.com/office/drawing/2014/main" id="{A33F9128-F4DF-D554-B1DB-B4EDAF99A58B}"/>
                  </a:ext>
                </a:extLst>
              </p:cNvPr>
              <p:cNvCxnSpPr/>
              <p:nvPr/>
            </p:nvCxnSpPr>
            <p:spPr>
              <a:xfrm>
                <a:off x="5733289" y="3063005"/>
                <a:ext cx="0" cy="23883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1" name="组合 80">
                <a:extLst>
                  <a:ext uri="{FF2B5EF4-FFF2-40B4-BE49-F238E27FC236}">
                    <a16:creationId xmlns:a16="http://schemas.microsoft.com/office/drawing/2014/main" id="{B56A5F08-A07A-2C9D-7BAF-E7D3A2F52194}"/>
                  </a:ext>
                </a:extLst>
              </p:cNvPr>
              <p:cNvGrpSpPr/>
              <p:nvPr/>
            </p:nvGrpSpPr>
            <p:grpSpPr>
              <a:xfrm>
                <a:off x="4269264" y="3429001"/>
                <a:ext cx="2336758" cy="721220"/>
                <a:chOff x="4269264" y="3429001"/>
                <a:chExt cx="2336758" cy="721220"/>
              </a:xfrm>
            </p:grpSpPr>
            <p:sp>
              <p:nvSpPr>
                <p:cNvPr id="91" name="矩形: 圆角 152">
                  <a:extLst>
                    <a:ext uri="{FF2B5EF4-FFF2-40B4-BE49-F238E27FC236}">
                      <a16:creationId xmlns:a16="http://schemas.microsoft.com/office/drawing/2014/main" id="{BF292F6B-4297-4C7A-670A-D0BD2FB95264}"/>
                    </a:ext>
                  </a:extLst>
                </p:cNvPr>
                <p:cNvSpPr/>
                <p:nvPr/>
              </p:nvSpPr>
              <p:spPr>
                <a:xfrm>
                  <a:off x="4269264" y="3429001"/>
                  <a:ext cx="2336758" cy="721220"/>
                </a:xfrm>
                <a:prstGeom prst="roundRect">
                  <a:avLst>
                    <a:gd name="adj" fmla="val 7207"/>
                  </a:avLst>
                </a:prstGeom>
                <a:solidFill>
                  <a:schemeClr val="bg1">
                    <a:lumMod val="9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93" name="直接连接符 154">
                  <a:extLst>
                    <a:ext uri="{FF2B5EF4-FFF2-40B4-BE49-F238E27FC236}">
                      <a16:creationId xmlns:a16="http://schemas.microsoft.com/office/drawing/2014/main" id="{C481EC37-6564-7FE7-EEA9-D8BF289A072B}"/>
                    </a:ext>
                  </a:extLst>
                </p:cNvPr>
                <p:cNvCxnSpPr>
                  <a:cxnSpLocks/>
                </p:cNvCxnSpPr>
                <p:nvPr/>
              </p:nvCxnSpPr>
              <p:spPr>
                <a:xfrm>
                  <a:off x="4864170" y="3715327"/>
                  <a:ext cx="0" cy="1981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矩形: 圆角 155">
                  <a:extLst>
                    <a:ext uri="{FF2B5EF4-FFF2-40B4-BE49-F238E27FC236}">
                      <a16:creationId xmlns:a16="http://schemas.microsoft.com/office/drawing/2014/main" id="{7AE3432D-F757-F207-141A-9D94E276D8C5}"/>
                    </a:ext>
                  </a:extLst>
                </p:cNvPr>
                <p:cNvSpPr/>
                <p:nvPr/>
              </p:nvSpPr>
              <p:spPr>
                <a:xfrm>
                  <a:off x="4818290" y="3445872"/>
                  <a:ext cx="1072176" cy="184799"/>
                </a:xfrm>
                <a:prstGeom prst="roundRect">
                  <a:avLst>
                    <a:gd name="adj" fmla="val 33951"/>
                  </a:avLst>
                </a:prstGeom>
                <a:solidFill>
                  <a:schemeClr val="bg1">
                    <a:lumMod val="9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12</a:t>
                  </a:r>
                  <a:r>
                    <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42—12</a:t>
                  </a:r>
                  <a:r>
                    <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51</a:t>
                  </a:r>
                  <a:endPar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5" name="文本框 94">
                  <a:extLst>
                    <a:ext uri="{FF2B5EF4-FFF2-40B4-BE49-F238E27FC236}">
                      <a16:creationId xmlns:a16="http://schemas.microsoft.com/office/drawing/2014/main" id="{2A8026BB-517A-AC74-6860-BB5B8CF9CDE8}"/>
                    </a:ext>
                  </a:extLst>
                </p:cNvPr>
                <p:cNvSpPr txBox="1"/>
                <p:nvPr/>
              </p:nvSpPr>
              <p:spPr>
                <a:xfrm>
                  <a:off x="4935336" y="3563997"/>
                  <a:ext cx="1559557" cy="230832"/>
                </a:xfrm>
                <a:prstGeom prst="rect">
                  <a:avLst/>
                </a:prstGeom>
                <a:noFill/>
              </p:spPr>
              <p:txBody>
                <a:bodyPr wrap="square" rtlCol="0">
                  <a:spAutoFit/>
                </a:bodyPr>
                <a:lstStyle/>
                <a:p>
                  <a:r>
                    <a:rPr lang="en-US" altLang="zh-CN" sz="900" dirty="0">
                      <a:latin typeface="Times New Roman" panose="02020603050405020304" pitchFamily="18" charset="0"/>
                      <a:cs typeface="Times New Roman" panose="02020603050405020304" pitchFamily="18" charset="0"/>
                    </a:rPr>
                    <a:t>Beijing </a:t>
                  </a:r>
                  <a:r>
                    <a:rPr lang="en-US" altLang="zh-CN" sz="900" dirty="0" err="1">
                      <a:latin typeface="Times New Roman" panose="02020603050405020304" pitchFamily="18" charset="0"/>
                      <a:cs typeface="Times New Roman" panose="02020603050405020304" pitchFamily="18" charset="0"/>
                    </a:rPr>
                    <a:t>Jiaotong</a:t>
                  </a:r>
                  <a:r>
                    <a:rPr lang="en-US" altLang="zh-CN" sz="900" dirty="0">
                      <a:latin typeface="Times New Roman" panose="02020603050405020304" pitchFamily="18" charset="0"/>
                      <a:cs typeface="Times New Roman" panose="02020603050405020304" pitchFamily="18" charset="0"/>
                    </a:rPr>
                    <a:t> University</a:t>
                  </a:r>
                  <a:endParaRPr lang="zh-CN" altLang="en-US" sz="900" dirty="0">
                    <a:latin typeface="Times New Roman" panose="02020603050405020304" pitchFamily="18" charset="0"/>
                    <a:cs typeface="Times New Roman" panose="02020603050405020304" pitchFamily="18" charset="0"/>
                  </a:endParaRPr>
                </a:p>
              </p:txBody>
            </p:sp>
            <p:sp>
              <p:nvSpPr>
                <p:cNvPr id="96" name="文本框 95">
                  <a:extLst>
                    <a:ext uri="{FF2B5EF4-FFF2-40B4-BE49-F238E27FC236}">
                      <a16:creationId xmlns:a16="http://schemas.microsoft.com/office/drawing/2014/main" id="{59E20C61-DD3C-B66B-F8E5-8D1643128934}"/>
                    </a:ext>
                  </a:extLst>
                </p:cNvPr>
                <p:cNvSpPr txBox="1"/>
                <p:nvPr/>
              </p:nvSpPr>
              <p:spPr>
                <a:xfrm>
                  <a:off x="4935336" y="3857564"/>
                  <a:ext cx="1412573" cy="230832"/>
                </a:xfrm>
                <a:prstGeom prst="rect">
                  <a:avLst/>
                </a:prstGeom>
                <a:noFill/>
              </p:spPr>
              <p:txBody>
                <a:bodyPr wrap="square" rtlCol="0">
                  <a:spAutoFit/>
                </a:bodyPr>
                <a:lstStyle/>
                <a:p>
                  <a:r>
                    <a:rPr lang="en-US" altLang="zh-CN" sz="900" dirty="0" err="1">
                      <a:latin typeface="Times New Roman" panose="02020603050405020304" pitchFamily="18" charset="0"/>
                      <a:cs typeface="Times New Roman" panose="02020603050405020304" pitchFamily="18" charset="0"/>
                    </a:rPr>
                    <a:t>Baiwanzhuang</a:t>
                  </a:r>
                  <a:r>
                    <a:rPr lang="en-US" altLang="zh-CN" sz="900" dirty="0">
                      <a:latin typeface="Times New Roman" panose="02020603050405020304" pitchFamily="18" charset="0"/>
                      <a:cs typeface="Times New Roman" panose="02020603050405020304" pitchFamily="18" charset="0"/>
                    </a:rPr>
                    <a:t> East Stop</a:t>
                  </a:r>
                  <a:endParaRPr lang="zh-CN" altLang="en-US" sz="900" dirty="0">
                    <a:latin typeface="Times New Roman" panose="02020603050405020304" pitchFamily="18" charset="0"/>
                    <a:cs typeface="Times New Roman" panose="02020603050405020304" pitchFamily="18" charset="0"/>
                  </a:endParaRPr>
                </a:p>
              </p:txBody>
            </p:sp>
            <p:sp>
              <p:nvSpPr>
                <p:cNvPr id="98" name="矩形 97">
                  <a:extLst>
                    <a:ext uri="{FF2B5EF4-FFF2-40B4-BE49-F238E27FC236}">
                      <a16:creationId xmlns:a16="http://schemas.microsoft.com/office/drawing/2014/main" id="{A938817A-9B68-C696-9E79-88F80F45C798}"/>
                    </a:ext>
                  </a:extLst>
                </p:cNvPr>
                <p:cNvSpPr/>
                <p:nvPr/>
              </p:nvSpPr>
              <p:spPr>
                <a:xfrm>
                  <a:off x="4814677" y="3944670"/>
                  <a:ext cx="98988" cy="871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F2D5F310-A0FB-FDEC-F3A7-61B6C5E81B56}"/>
                    </a:ext>
                  </a:extLst>
                </p:cNvPr>
                <p:cNvSpPr/>
                <p:nvPr/>
              </p:nvSpPr>
              <p:spPr>
                <a:xfrm>
                  <a:off x="4813370" y="3615569"/>
                  <a:ext cx="98990" cy="8719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a:extLst>
                  <a:ext uri="{FF2B5EF4-FFF2-40B4-BE49-F238E27FC236}">
                    <a16:creationId xmlns:a16="http://schemas.microsoft.com/office/drawing/2014/main" id="{2A91623E-265A-0522-7D40-4A0B6BC119BD}"/>
                  </a:ext>
                </a:extLst>
              </p:cNvPr>
              <p:cNvGrpSpPr/>
              <p:nvPr/>
            </p:nvGrpSpPr>
            <p:grpSpPr>
              <a:xfrm>
                <a:off x="4269264" y="4265626"/>
                <a:ext cx="2336758" cy="644194"/>
                <a:chOff x="4269264" y="3429001"/>
                <a:chExt cx="2336758" cy="644194"/>
              </a:xfrm>
            </p:grpSpPr>
            <p:sp>
              <p:nvSpPr>
                <p:cNvPr id="85" name="矩形: 圆角 146">
                  <a:extLst>
                    <a:ext uri="{FF2B5EF4-FFF2-40B4-BE49-F238E27FC236}">
                      <a16:creationId xmlns:a16="http://schemas.microsoft.com/office/drawing/2014/main" id="{7D88C339-C9E6-CDD0-8DB8-932012202DDC}"/>
                    </a:ext>
                  </a:extLst>
                </p:cNvPr>
                <p:cNvSpPr/>
                <p:nvPr/>
              </p:nvSpPr>
              <p:spPr>
                <a:xfrm>
                  <a:off x="4269264" y="3429001"/>
                  <a:ext cx="2336758" cy="644194"/>
                </a:xfrm>
                <a:prstGeom prst="roundRect">
                  <a:avLst>
                    <a:gd name="adj" fmla="val 7207"/>
                  </a:avLst>
                </a:prstGeom>
                <a:solidFill>
                  <a:schemeClr val="bg1">
                    <a:lumMod val="9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86" name="直接连接符 147">
                  <a:extLst>
                    <a:ext uri="{FF2B5EF4-FFF2-40B4-BE49-F238E27FC236}">
                      <a16:creationId xmlns:a16="http://schemas.microsoft.com/office/drawing/2014/main" id="{8D086A38-61D2-AC19-000D-E7772F880AC6}"/>
                    </a:ext>
                  </a:extLst>
                </p:cNvPr>
                <p:cNvCxnSpPr>
                  <a:cxnSpLocks/>
                </p:cNvCxnSpPr>
                <p:nvPr/>
              </p:nvCxnSpPr>
              <p:spPr>
                <a:xfrm>
                  <a:off x="4864170" y="3715327"/>
                  <a:ext cx="0" cy="1981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4ED4F111-1875-5066-3840-D89FED97CB7F}"/>
                    </a:ext>
                  </a:extLst>
                </p:cNvPr>
                <p:cNvSpPr txBox="1"/>
                <p:nvPr/>
              </p:nvSpPr>
              <p:spPr>
                <a:xfrm>
                  <a:off x="4894676" y="3565525"/>
                  <a:ext cx="1546889" cy="230832"/>
                </a:xfrm>
                <a:prstGeom prst="rect">
                  <a:avLst/>
                </a:prstGeom>
                <a:noFill/>
              </p:spPr>
              <p:txBody>
                <a:bodyPr wrap="square" rtlCol="0">
                  <a:spAutoFit/>
                </a:bodyPr>
                <a:lstStyle/>
                <a:p>
                  <a:r>
                    <a:rPr lang="en-US" altLang="zh-CN" sz="900" dirty="0" err="1">
                      <a:latin typeface="Times New Roman" panose="02020603050405020304" pitchFamily="18" charset="0"/>
                      <a:cs typeface="Times New Roman" panose="02020603050405020304" pitchFamily="18" charset="0"/>
                    </a:rPr>
                    <a:t>Chegongzhuang</a:t>
                  </a:r>
                  <a:r>
                    <a:rPr lang="en-US" altLang="zh-CN" sz="900" dirty="0">
                      <a:latin typeface="Times New Roman" panose="02020603050405020304" pitchFamily="18" charset="0"/>
                      <a:cs typeface="Times New Roman" panose="02020603050405020304" pitchFamily="18" charset="0"/>
                    </a:rPr>
                    <a:t> West Stop</a:t>
                  </a:r>
                  <a:endParaRPr lang="zh-CN" altLang="en-US" sz="900" dirty="0">
                    <a:latin typeface="Times New Roman" panose="02020603050405020304" pitchFamily="18" charset="0"/>
                    <a:cs typeface="Times New Roman" panose="02020603050405020304" pitchFamily="18" charset="0"/>
                  </a:endParaRPr>
                </a:p>
              </p:txBody>
            </p:sp>
            <p:sp>
              <p:nvSpPr>
                <p:cNvPr id="88" name="文本框 87">
                  <a:extLst>
                    <a:ext uri="{FF2B5EF4-FFF2-40B4-BE49-F238E27FC236}">
                      <a16:creationId xmlns:a16="http://schemas.microsoft.com/office/drawing/2014/main" id="{1629FF39-F629-6058-FAFE-C18E32A5119D}"/>
                    </a:ext>
                  </a:extLst>
                </p:cNvPr>
                <p:cNvSpPr txBox="1"/>
                <p:nvPr/>
              </p:nvSpPr>
              <p:spPr>
                <a:xfrm>
                  <a:off x="4935337" y="3838062"/>
                  <a:ext cx="1111360" cy="230832"/>
                </a:xfrm>
                <a:prstGeom prst="rect">
                  <a:avLst/>
                </a:prstGeom>
                <a:noFill/>
              </p:spPr>
              <p:txBody>
                <a:bodyPr wrap="square" rtlCol="0">
                  <a:spAutoFit/>
                </a:bodyPr>
                <a:lstStyle/>
                <a:p>
                  <a:r>
                    <a:rPr lang="en-US" altLang="zh-CN" sz="900" dirty="0" err="1">
                      <a:latin typeface="Times New Roman" panose="02020603050405020304" pitchFamily="18" charset="0"/>
                      <a:cs typeface="Times New Roman" panose="02020603050405020304" pitchFamily="18" charset="0"/>
                    </a:rPr>
                    <a:t>Jinyuhutong</a:t>
                  </a:r>
                  <a:r>
                    <a:rPr lang="en-US" altLang="zh-CN" sz="900" dirty="0">
                      <a:latin typeface="Times New Roman" panose="02020603050405020304" pitchFamily="18" charset="0"/>
                      <a:cs typeface="Times New Roman" panose="02020603050405020304" pitchFamily="18" charset="0"/>
                    </a:rPr>
                    <a:t> Stop</a:t>
                  </a:r>
                  <a:endParaRPr lang="zh-CN" altLang="en-US" sz="900" dirty="0">
                    <a:latin typeface="Times New Roman" panose="02020603050405020304" pitchFamily="18" charset="0"/>
                    <a:cs typeface="Times New Roman" panose="02020603050405020304" pitchFamily="18" charset="0"/>
                  </a:endParaRPr>
                </a:p>
              </p:txBody>
            </p:sp>
            <p:sp>
              <p:nvSpPr>
                <p:cNvPr id="89" name="矩形 88">
                  <a:extLst>
                    <a:ext uri="{FF2B5EF4-FFF2-40B4-BE49-F238E27FC236}">
                      <a16:creationId xmlns:a16="http://schemas.microsoft.com/office/drawing/2014/main" id="{49DEBB33-4819-C6D6-A918-0F5B983C5AE9}"/>
                    </a:ext>
                  </a:extLst>
                </p:cNvPr>
                <p:cNvSpPr/>
                <p:nvPr/>
              </p:nvSpPr>
              <p:spPr>
                <a:xfrm>
                  <a:off x="4814677" y="3944670"/>
                  <a:ext cx="98988" cy="871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EEED5C9F-44D8-EED9-38ED-6BD90262D6E7}"/>
                    </a:ext>
                  </a:extLst>
                </p:cNvPr>
                <p:cNvSpPr/>
                <p:nvPr/>
              </p:nvSpPr>
              <p:spPr>
                <a:xfrm>
                  <a:off x="4813370" y="3615569"/>
                  <a:ext cx="98990" cy="87198"/>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train_177891">
                <a:extLst>
                  <a:ext uri="{FF2B5EF4-FFF2-40B4-BE49-F238E27FC236}">
                    <a16:creationId xmlns:a16="http://schemas.microsoft.com/office/drawing/2014/main" id="{87C7E3B5-0552-0959-CFE2-EF6BE9565689}"/>
                  </a:ext>
                </a:extLst>
              </p:cNvPr>
              <p:cNvSpPr/>
              <p:nvPr/>
            </p:nvSpPr>
            <p:spPr>
              <a:xfrm>
                <a:off x="4347319" y="4470088"/>
                <a:ext cx="319952" cy="263921"/>
              </a:xfrm>
              <a:custGeom>
                <a:avLst/>
                <a:gdLst>
                  <a:gd name="connsiteX0" fmla="*/ 521883 w 604181"/>
                  <a:gd name="connsiteY0" fmla="*/ 302335 h 494593"/>
                  <a:gd name="connsiteX1" fmla="*/ 488022 w 604181"/>
                  <a:gd name="connsiteY1" fmla="*/ 336147 h 494593"/>
                  <a:gd name="connsiteX2" fmla="*/ 521883 w 604181"/>
                  <a:gd name="connsiteY2" fmla="*/ 369959 h 494593"/>
                  <a:gd name="connsiteX3" fmla="*/ 555895 w 604181"/>
                  <a:gd name="connsiteY3" fmla="*/ 336147 h 494593"/>
                  <a:gd name="connsiteX4" fmla="*/ 521883 w 604181"/>
                  <a:gd name="connsiteY4" fmla="*/ 302335 h 494593"/>
                  <a:gd name="connsiteX5" fmla="*/ 286527 w 604181"/>
                  <a:gd name="connsiteY5" fmla="*/ 302335 h 494593"/>
                  <a:gd name="connsiteX6" fmla="*/ 252514 w 604181"/>
                  <a:gd name="connsiteY6" fmla="*/ 336147 h 494593"/>
                  <a:gd name="connsiteX7" fmla="*/ 286527 w 604181"/>
                  <a:gd name="connsiteY7" fmla="*/ 369959 h 494593"/>
                  <a:gd name="connsiteX8" fmla="*/ 320388 w 604181"/>
                  <a:gd name="connsiteY8" fmla="*/ 336147 h 494593"/>
                  <a:gd name="connsiteX9" fmla="*/ 286527 w 604181"/>
                  <a:gd name="connsiteY9" fmla="*/ 302335 h 494593"/>
                  <a:gd name="connsiteX10" fmla="*/ 107505 w 604181"/>
                  <a:gd name="connsiteY10" fmla="*/ 263520 h 494593"/>
                  <a:gd name="connsiteX11" fmla="*/ 99761 w 604181"/>
                  <a:gd name="connsiteY11" fmla="*/ 319772 h 494593"/>
                  <a:gd name="connsiteX12" fmla="*/ 97939 w 604181"/>
                  <a:gd name="connsiteY12" fmla="*/ 325382 h 494593"/>
                  <a:gd name="connsiteX13" fmla="*/ 61800 w 604181"/>
                  <a:gd name="connsiteY13" fmla="*/ 387396 h 494593"/>
                  <a:gd name="connsiteX14" fmla="*/ 145010 w 604181"/>
                  <a:gd name="connsiteY14" fmla="*/ 387396 h 494593"/>
                  <a:gd name="connsiteX15" fmla="*/ 142732 w 604181"/>
                  <a:gd name="connsiteY15" fmla="*/ 321137 h 494593"/>
                  <a:gd name="connsiteX16" fmla="*/ 118437 w 604181"/>
                  <a:gd name="connsiteY16" fmla="*/ 265946 h 494593"/>
                  <a:gd name="connsiteX17" fmla="*/ 115704 w 604181"/>
                  <a:gd name="connsiteY17" fmla="*/ 180128 h 494593"/>
                  <a:gd name="connsiteX18" fmla="*/ 128914 w 604181"/>
                  <a:gd name="connsiteY18" fmla="*/ 232437 h 494593"/>
                  <a:gd name="connsiteX19" fmla="*/ 129826 w 604181"/>
                  <a:gd name="connsiteY19" fmla="*/ 235167 h 494593"/>
                  <a:gd name="connsiteX20" fmla="*/ 150021 w 604181"/>
                  <a:gd name="connsiteY20" fmla="*/ 249116 h 494593"/>
                  <a:gd name="connsiteX21" fmla="*/ 155487 w 604181"/>
                  <a:gd name="connsiteY21" fmla="*/ 249722 h 494593"/>
                  <a:gd name="connsiteX22" fmla="*/ 151843 w 604181"/>
                  <a:gd name="connsiteY22" fmla="*/ 265491 h 494593"/>
                  <a:gd name="connsiteX23" fmla="*/ 172190 w 604181"/>
                  <a:gd name="connsiteY23" fmla="*/ 311585 h 494593"/>
                  <a:gd name="connsiteX24" fmla="*/ 173404 w 604181"/>
                  <a:gd name="connsiteY24" fmla="*/ 317195 h 494593"/>
                  <a:gd name="connsiteX25" fmla="*/ 175834 w 604181"/>
                  <a:gd name="connsiteY25" fmla="*/ 387396 h 494593"/>
                  <a:gd name="connsiteX26" fmla="*/ 200888 w 604181"/>
                  <a:gd name="connsiteY26" fmla="*/ 387396 h 494593"/>
                  <a:gd name="connsiteX27" fmla="*/ 200129 w 604181"/>
                  <a:gd name="connsiteY27" fmla="*/ 377692 h 494593"/>
                  <a:gd name="connsiteX28" fmla="*/ 200129 w 604181"/>
                  <a:gd name="connsiteY28" fmla="*/ 254574 h 494593"/>
                  <a:gd name="connsiteX29" fmla="*/ 200129 w 604181"/>
                  <a:gd name="connsiteY29" fmla="*/ 241838 h 494593"/>
                  <a:gd name="connsiteX30" fmla="*/ 151539 w 604181"/>
                  <a:gd name="connsiteY30" fmla="*/ 236380 h 494593"/>
                  <a:gd name="connsiteX31" fmla="*/ 141973 w 604181"/>
                  <a:gd name="connsiteY31" fmla="*/ 230770 h 494593"/>
                  <a:gd name="connsiteX32" fmla="*/ 141214 w 604181"/>
                  <a:gd name="connsiteY32" fmla="*/ 229405 h 494593"/>
                  <a:gd name="connsiteX33" fmla="*/ 154256 w 604181"/>
                  <a:gd name="connsiteY33" fmla="*/ 80515 h 494593"/>
                  <a:gd name="connsiteX34" fmla="*/ 183400 w 604181"/>
                  <a:gd name="connsiteY34" fmla="*/ 109623 h 494593"/>
                  <a:gd name="connsiteX35" fmla="*/ 154256 w 604181"/>
                  <a:gd name="connsiteY35" fmla="*/ 138731 h 494593"/>
                  <a:gd name="connsiteX36" fmla="*/ 125112 w 604181"/>
                  <a:gd name="connsiteY36" fmla="*/ 109623 h 494593"/>
                  <a:gd name="connsiteX37" fmla="*/ 154256 w 604181"/>
                  <a:gd name="connsiteY37" fmla="*/ 80515 h 494593"/>
                  <a:gd name="connsiteX38" fmla="*/ 419996 w 604181"/>
                  <a:gd name="connsiteY38" fmla="*/ 75053 h 494593"/>
                  <a:gd name="connsiteX39" fmla="*/ 419541 w 604181"/>
                  <a:gd name="connsiteY39" fmla="*/ 238502 h 494593"/>
                  <a:gd name="connsiteX40" fmla="*/ 568802 w 604181"/>
                  <a:gd name="connsiteY40" fmla="*/ 238502 h 494593"/>
                  <a:gd name="connsiteX41" fmla="*/ 419996 w 604181"/>
                  <a:gd name="connsiteY41" fmla="*/ 75053 h 494593"/>
                  <a:gd name="connsiteX42" fmla="*/ 384162 w 604181"/>
                  <a:gd name="connsiteY42" fmla="*/ 75053 h 494593"/>
                  <a:gd name="connsiteX43" fmla="*/ 235508 w 604181"/>
                  <a:gd name="connsiteY43" fmla="*/ 238502 h 494593"/>
                  <a:gd name="connsiteX44" fmla="*/ 383706 w 604181"/>
                  <a:gd name="connsiteY44" fmla="*/ 238502 h 494593"/>
                  <a:gd name="connsiteX45" fmla="*/ 325550 w 604181"/>
                  <a:gd name="connsiteY45" fmla="*/ 0 h 494593"/>
                  <a:gd name="connsiteX46" fmla="*/ 478759 w 604181"/>
                  <a:gd name="connsiteY46" fmla="*/ 0 h 494593"/>
                  <a:gd name="connsiteX47" fmla="*/ 503358 w 604181"/>
                  <a:gd name="connsiteY47" fmla="*/ 24563 h 494593"/>
                  <a:gd name="connsiteX48" fmla="*/ 478759 w 604181"/>
                  <a:gd name="connsiteY48" fmla="*/ 48974 h 494593"/>
                  <a:gd name="connsiteX49" fmla="*/ 464486 w 604181"/>
                  <a:gd name="connsiteY49" fmla="*/ 48974 h 494593"/>
                  <a:gd name="connsiteX50" fmla="*/ 604181 w 604181"/>
                  <a:gd name="connsiteY50" fmla="*/ 240928 h 494593"/>
                  <a:gd name="connsiteX51" fmla="*/ 604181 w 604181"/>
                  <a:gd name="connsiteY51" fmla="*/ 377692 h 494593"/>
                  <a:gd name="connsiteX52" fmla="*/ 546481 w 604181"/>
                  <a:gd name="connsiteY52" fmla="*/ 437583 h 494593"/>
                  <a:gd name="connsiteX53" fmla="*/ 585201 w 604181"/>
                  <a:gd name="connsiteY53" fmla="*/ 482918 h 494593"/>
                  <a:gd name="connsiteX54" fmla="*/ 586264 w 604181"/>
                  <a:gd name="connsiteY54" fmla="*/ 490499 h 494593"/>
                  <a:gd name="connsiteX55" fmla="*/ 579886 w 604181"/>
                  <a:gd name="connsiteY55" fmla="*/ 494593 h 494593"/>
                  <a:gd name="connsiteX56" fmla="*/ 536915 w 604181"/>
                  <a:gd name="connsiteY56" fmla="*/ 494593 h 494593"/>
                  <a:gd name="connsiteX57" fmla="*/ 526590 w 604181"/>
                  <a:gd name="connsiteY57" fmla="*/ 489893 h 494593"/>
                  <a:gd name="connsiteX58" fmla="*/ 481948 w 604181"/>
                  <a:gd name="connsiteY58" fmla="*/ 437735 h 494593"/>
                  <a:gd name="connsiteX59" fmla="*/ 318110 w 604181"/>
                  <a:gd name="connsiteY59" fmla="*/ 437735 h 494593"/>
                  <a:gd name="connsiteX60" fmla="*/ 273468 w 604181"/>
                  <a:gd name="connsiteY60" fmla="*/ 489893 h 494593"/>
                  <a:gd name="connsiteX61" fmla="*/ 263143 w 604181"/>
                  <a:gd name="connsiteY61" fmla="*/ 494593 h 494593"/>
                  <a:gd name="connsiteX62" fmla="*/ 220324 w 604181"/>
                  <a:gd name="connsiteY62" fmla="*/ 494593 h 494593"/>
                  <a:gd name="connsiteX63" fmla="*/ 213794 w 604181"/>
                  <a:gd name="connsiteY63" fmla="*/ 490499 h 494593"/>
                  <a:gd name="connsiteX64" fmla="*/ 214857 w 604181"/>
                  <a:gd name="connsiteY64" fmla="*/ 482918 h 494593"/>
                  <a:gd name="connsiteX65" fmla="*/ 253881 w 604181"/>
                  <a:gd name="connsiteY65" fmla="*/ 437431 h 494593"/>
                  <a:gd name="connsiteX66" fmla="*/ 215920 w 604181"/>
                  <a:gd name="connsiteY66" fmla="*/ 418175 h 494593"/>
                  <a:gd name="connsiteX67" fmla="*/ 15336 w 604181"/>
                  <a:gd name="connsiteY67" fmla="*/ 418175 h 494593"/>
                  <a:gd name="connsiteX68" fmla="*/ 0 w 604181"/>
                  <a:gd name="connsiteY68" fmla="*/ 402861 h 494593"/>
                  <a:gd name="connsiteX69" fmla="*/ 15336 w 604181"/>
                  <a:gd name="connsiteY69" fmla="*/ 387547 h 494593"/>
                  <a:gd name="connsiteX70" fmla="*/ 26117 w 604181"/>
                  <a:gd name="connsiteY70" fmla="*/ 387547 h 494593"/>
                  <a:gd name="connsiteX71" fmla="*/ 69696 w 604181"/>
                  <a:gd name="connsiteY71" fmla="*/ 312646 h 494593"/>
                  <a:gd name="connsiteX72" fmla="*/ 76225 w 604181"/>
                  <a:gd name="connsiteY72" fmla="*/ 248964 h 494593"/>
                  <a:gd name="connsiteX73" fmla="*/ 95813 w 604181"/>
                  <a:gd name="connsiteY73" fmla="*/ 175124 h 494593"/>
                  <a:gd name="connsiteX74" fmla="*/ 72885 w 604181"/>
                  <a:gd name="connsiteY74" fmla="*/ 181796 h 494593"/>
                  <a:gd name="connsiteX75" fmla="*/ 64533 w 604181"/>
                  <a:gd name="connsiteY75" fmla="*/ 244112 h 494593"/>
                  <a:gd name="connsiteX76" fmla="*/ 49653 w 604181"/>
                  <a:gd name="connsiteY76" fmla="*/ 255484 h 494593"/>
                  <a:gd name="connsiteX77" fmla="*/ 38416 w 604181"/>
                  <a:gd name="connsiteY77" fmla="*/ 240625 h 494593"/>
                  <a:gd name="connsiteX78" fmla="*/ 47831 w 604181"/>
                  <a:gd name="connsiteY78" fmla="*/ 169817 h 494593"/>
                  <a:gd name="connsiteX79" fmla="*/ 57245 w 604181"/>
                  <a:gd name="connsiteY79" fmla="*/ 158901 h 494593"/>
                  <a:gd name="connsiteX80" fmla="*/ 111756 w 604181"/>
                  <a:gd name="connsiteY80" fmla="*/ 143132 h 494593"/>
                  <a:gd name="connsiteX81" fmla="*/ 123296 w 604181"/>
                  <a:gd name="connsiteY81" fmla="*/ 143283 h 494593"/>
                  <a:gd name="connsiteX82" fmla="*/ 157613 w 604181"/>
                  <a:gd name="connsiteY82" fmla="*/ 151168 h 494593"/>
                  <a:gd name="connsiteX83" fmla="*/ 172493 w 604181"/>
                  <a:gd name="connsiteY83" fmla="*/ 174669 h 494593"/>
                  <a:gd name="connsiteX84" fmla="*/ 167179 w 604181"/>
                  <a:gd name="connsiteY84" fmla="*/ 198322 h 494593"/>
                  <a:gd name="connsiteX85" fmla="*/ 138329 w 604181"/>
                  <a:gd name="connsiteY85" fmla="*/ 166330 h 494593"/>
                  <a:gd name="connsiteX86" fmla="*/ 161409 w 604181"/>
                  <a:gd name="connsiteY86" fmla="*/ 210907 h 494593"/>
                  <a:gd name="connsiteX87" fmla="*/ 201799 w 604181"/>
                  <a:gd name="connsiteY87" fmla="*/ 215456 h 494593"/>
                  <a:gd name="connsiteX88" fmla="*/ 203773 w 604181"/>
                  <a:gd name="connsiteY88" fmla="*/ 202871 h 494593"/>
                  <a:gd name="connsiteX89" fmla="*/ 339824 w 604181"/>
                  <a:gd name="connsiteY89" fmla="*/ 48974 h 494593"/>
                  <a:gd name="connsiteX90" fmla="*/ 325550 w 604181"/>
                  <a:gd name="connsiteY90" fmla="*/ 48974 h 494593"/>
                  <a:gd name="connsiteX91" fmla="*/ 300952 w 604181"/>
                  <a:gd name="connsiteY91" fmla="*/ 24563 h 494593"/>
                  <a:gd name="connsiteX92" fmla="*/ 325550 w 604181"/>
                  <a:gd name="connsiteY92" fmla="*/ 0 h 494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4181" h="494593">
                    <a:moveTo>
                      <a:pt x="521883" y="302335"/>
                    </a:moveTo>
                    <a:cubicBezTo>
                      <a:pt x="503206" y="302335"/>
                      <a:pt x="488022" y="317498"/>
                      <a:pt x="488022" y="336147"/>
                    </a:cubicBezTo>
                    <a:cubicBezTo>
                      <a:pt x="488022" y="354949"/>
                      <a:pt x="503206" y="369959"/>
                      <a:pt x="521883" y="369959"/>
                    </a:cubicBezTo>
                    <a:cubicBezTo>
                      <a:pt x="540711" y="369959"/>
                      <a:pt x="555895" y="354949"/>
                      <a:pt x="555895" y="336147"/>
                    </a:cubicBezTo>
                    <a:cubicBezTo>
                      <a:pt x="555895" y="317498"/>
                      <a:pt x="540711" y="302335"/>
                      <a:pt x="521883" y="302335"/>
                    </a:cubicBezTo>
                    <a:close/>
                    <a:moveTo>
                      <a:pt x="286527" y="302335"/>
                    </a:moveTo>
                    <a:cubicBezTo>
                      <a:pt x="267698" y="302335"/>
                      <a:pt x="252514" y="317498"/>
                      <a:pt x="252514" y="336147"/>
                    </a:cubicBezTo>
                    <a:cubicBezTo>
                      <a:pt x="252514" y="354949"/>
                      <a:pt x="267698" y="369959"/>
                      <a:pt x="286527" y="369959"/>
                    </a:cubicBezTo>
                    <a:cubicBezTo>
                      <a:pt x="305204" y="369959"/>
                      <a:pt x="320388" y="354949"/>
                      <a:pt x="320388" y="336147"/>
                    </a:cubicBezTo>
                    <a:cubicBezTo>
                      <a:pt x="320388" y="317498"/>
                      <a:pt x="305204" y="302335"/>
                      <a:pt x="286527" y="302335"/>
                    </a:cubicBezTo>
                    <a:close/>
                    <a:moveTo>
                      <a:pt x="107505" y="263520"/>
                    </a:moveTo>
                    <a:lnTo>
                      <a:pt x="99761" y="319772"/>
                    </a:lnTo>
                    <a:cubicBezTo>
                      <a:pt x="99609" y="321743"/>
                      <a:pt x="98850" y="323714"/>
                      <a:pt x="97939" y="325382"/>
                    </a:cubicBezTo>
                    <a:lnTo>
                      <a:pt x="61800" y="387396"/>
                    </a:lnTo>
                    <a:lnTo>
                      <a:pt x="145010" y="387396"/>
                    </a:lnTo>
                    <a:lnTo>
                      <a:pt x="142732" y="321137"/>
                    </a:lnTo>
                    <a:lnTo>
                      <a:pt x="118437" y="265946"/>
                    </a:lnTo>
                    <a:close/>
                    <a:moveTo>
                      <a:pt x="115704" y="180128"/>
                    </a:moveTo>
                    <a:lnTo>
                      <a:pt x="128914" y="232437"/>
                    </a:lnTo>
                    <a:cubicBezTo>
                      <a:pt x="129066" y="233347"/>
                      <a:pt x="129522" y="234257"/>
                      <a:pt x="129826" y="235167"/>
                    </a:cubicBezTo>
                    <a:cubicBezTo>
                      <a:pt x="133925" y="242899"/>
                      <a:pt x="141366" y="248055"/>
                      <a:pt x="150021" y="249116"/>
                    </a:cubicBezTo>
                    <a:lnTo>
                      <a:pt x="155487" y="249722"/>
                    </a:lnTo>
                    <a:lnTo>
                      <a:pt x="151843" y="265491"/>
                    </a:lnTo>
                    <a:lnTo>
                      <a:pt x="172190" y="311585"/>
                    </a:lnTo>
                    <a:cubicBezTo>
                      <a:pt x="172949" y="313252"/>
                      <a:pt x="173404" y="315223"/>
                      <a:pt x="173404" y="317195"/>
                    </a:cubicBezTo>
                    <a:lnTo>
                      <a:pt x="175834" y="387396"/>
                    </a:lnTo>
                    <a:lnTo>
                      <a:pt x="200888" y="387396"/>
                    </a:lnTo>
                    <a:cubicBezTo>
                      <a:pt x="200432" y="384363"/>
                      <a:pt x="200129" y="381028"/>
                      <a:pt x="200129" y="377692"/>
                    </a:cubicBezTo>
                    <a:lnTo>
                      <a:pt x="200129" y="254574"/>
                    </a:lnTo>
                    <a:lnTo>
                      <a:pt x="200129" y="241838"/>
                    </a:lnTo>
                    <a:lnTo>
                      <a:pt x="151539" y="236380"/>
                    </a:lnTo>
                    <a:cubicBezTo>
                      <a:pt x="147591" y="236076"/>
                      <a:pt x="144251" y="233954"/>
                      <a:pt x="141973" y="230770"/>
                    </a:cubicBezTo>
                    <a:cubicBezTo>
                      <a:pt x="141669" y="230315"/>
                      <a:pt x="141366" y="229860"/>
                      <a:pt x="141214" y="229405"/>
                    </a:cubicBezTo>
                    <a:close/>
                    <a:moveTo>
                      <a:pt x="154256" y="80515"/>
                    </a:moveTo>
                    <a:cubicBezTo>
                      <a:pt x="170352" y="80515"/>
                      <a:pt x="183400" y="93547"/>
                      <a:pt x="183400" y="109623"/>
                    </a:cubicBezTo>
                    <a:cubicBezTo>
                      <a:pt x="183400" y="125699"/>
                      <a:pt x="170352" y="138731"/>
                      <a:pt x="154256" y="138731"/>
                    </a:cubicBezTo>
                    <a:cubicBezTo>
                      <a:pt x="138160" y="138731"/>
                      <a:pt x="125112" y="125699"/>
                      <a:pt x="125112" y="109623"/>
                    </a:cubicBezTo>
                    <a:cubicBezTo>
                      <a:pt x="125112" y="93547"/>
                      <a:pt x="138160" y="80515"/>
                      <a:pt x="154256" y="80515"/>
                    </a:cubicBezTo>
                    <a:close/>
                    <a:moveTo>
                      <a:pt x="419996" y="75053"/>
                    </a:moveTo>
                    <a:lnTo>
                      <a:pt x="419541" y="238502"/>
                    </a:lnTo>
                    <a:lnTo>
                      <a:pt x="568802" y="238502"/>
                    </a:lnTo>
                    <a:cubicBezTo>
                      <a:pt x="567739" y="153594"/>
                      <a:pt x="502902" y="83847"/>
                      <a:pt x="419996" y="75053"/>
                    </a:cubicBezTo>
                    <a:close/>
                    <a:moveTo>
                      <a:pt x="384162" y="75053"/>
                    </a:moveTo>
                    <a:cubicBezTo>
                      <a:pt x="301256" y="83999"/>
                      <a:pt x="236571" y="153594"/>
                      <a:pt x="235508" y="238502"/>
                    </a:cubicBezTo>
                    <a:lnTo>
                      <a:pt x="383706" y="238502"/>
                    </a:lnTo>
                    <a:close/>
                    <a:moveTo>
                      <a:pt x="325550" y="0"/>
                    </a:moveTo>
                    <a:lnTo>
                      <a:pt x="478759" y="0"/>
                    </a:lnTo>
                    <a:cubicBezTo>
                      <a:pt x="492425" y="0"/>
                      <a:pt x="503358" y="11068"/>
                      <a:pt x="503358" y="24563"/>
                    </a:cubicBezTo>
                    <a:cubicBezTo>
                      <a:pt x="503358" y="38057"/>
                      <a:pt x="492425" y="48974"/>
                      <a:pt x="478759" y="48974"/>
                    </a:cubicBezTo>
                    <a:lnTo>
                      <a:pt x="464486" y="48974"/>
                    </a:lnTo>
                    <a:cubicBezTo>
                      <a:pt x="545570" y="75205"/>
                      <a:pt x="604181" y="151319"/>
                      <a:pt x="604181" y="240928"/>
                    </a:cubicBezTo>
                    <a:lnTo>
                      <a:pt x="604181" y="377692"/>
                    </a:lnTo>
                    <a:cubicBezTo>
                      <a:pt x="604181" y="409988"/>
                      <a:pt x="578520" y="436370"/>
                      <a:pt x="546481" y="437583"/>
                    </a:cubicBezTo>
                    <a:lnTo>
                      <a:pt x="585201" y="482918"/>
                    </a:lnTo>
                    <a:cubicBezTo>
                      <a:pt x="587023" y="485041"/>
                      <a:pt x="587479" y="488073"/>
                      <a:pt x="586264" y="490499"/>
                    </a:cubicBezTo>
                    <a:cubicBezTo>
                      <a:pt x="585049" y="493077"/>
                      <a:pt x="582620" y="494593"/>
                      <a:pt x="579886" y="494593"/>
                    </a:cubicBezTo>
                    <a:lnTo>
                      <a:pt x="536915" y="494593"/>
                    </a:lnTo>
                    <a:cubicBezTo>
                      <a:pt x="532967" y="494593"/>
                      <a:pt x="529171" y="492925"/>
                      <a:pt x="526590" y="489893"/>
                    </a:cubicBezTo>
                    <a:lnTo>
                      <a:pt x="481948" y="437735"/>
                    </a:lnTo>
                    <a:lnTo>
                      <a:pt x="318110" y="437735"/>
                    </a:lnTo>
                    <a:lnTo>
                      <a:pt x="273468" y="489893"/>
                    </a:lnTo>
                    <a:cubicBezTo>
                      <a:pt x="270887" y="492925"/>
                      <a:pt x="267091" y="494593"/>
                      <a:pt x="263143" y="494593"/>
                    </a:cubicBezTo>
                    <a:lnTo>
                      <a:pt x="220324" y="494593"/>
                    </a:lnTo>
                    <a:cubicBezTo>
                      <a:pt x="217439" y="494593"/>
                      <a:pt x="215009" y="493077"/>
                      <a:pt x="213794" y="490499"/>
                    </a:cubicBezTo>
                    <a:cubicBezTo>
                      <a:pt x="212731" y="488073"/>
                      <a:pt x="213035" y="485041"/>
                      <a:pt x="214857" y="482918"/>
                    </a:cubicBezTo>
                    <a:lnTo>
                      <a:pt x="253881" y="437431"/>
                    </a:lnTo>
                    <a:cubicBezTo>
                      <a:pt x="239000" y="435763"/>
                      <a:pt x="225638" y="428789"/>
                      <a:pt x="215920" y="418175"/>
                    </a:cubicBezTo>
                    <a:lnTo>
                      <a:pt x="15336" y="418175"/>
                    </a:lnTo>
                    <a:cubicBezTo>
                      <a:pt x="6833" y="418175"/>
                      <a:pt x="0" y="411352"/>
                      <a:pt x="0" y="402861"/>
                    </a:cubicBezTo>
                    <a:cubicBezTo>
                      <a:pt x="0" y="394370"/>
                      <a:pt x="6833" y="387396"/>
                      <a:pt x="15336" y="387547"/>
                    </a:cubicBezTo>
                    <a:lnTo>
                      <a:pt x="26117" y="387547"/>
                    </a:lnTo>
                    <a:lnTo>
                      <a:pt x="69696" y="312646"/>
                    </a:lnTo>
                    <a:lnTo>
                      <a:pt x="76225" y="248964"/>
                    </a:lnTo>
                    <a:lnTo>
                      <a:pt x="95813" y="175124"/>
                    </a:lnTo>
                    <a:lnTo>
                      <a:pt x="72885" y="181796"/>
                    </a:lnTo>
                    <a:lnTo>
                      <a:pt x="64533" y="244112"/>
                    </a:lnTo>
                    <a:cubicBezTo>
                      <a:pt x="63622" y="251390"/>
                      <a:pt x="56941" y="256394"/>
                      <a:pt x="49653" y="255484"/>
                    </a:cubicBezTo>
                    <a:cubicBezTo>
                      <a:pt x="42516" y="254423"/>
                      <a:pt x="37353" y="247751"/>
                      <a:pt x="38416" y="240625"/>
                    </a:cubicBezTo>
                    <a:lnTo>
                      <a:pt x="47831" y="169817"/>
                    </a:lnTo>
                    <a:cubicBezTo>
                      <a:pt x="48590" y="164662"/>
                      <a:pt x="52234" y="160265"/>
                      <a:pt x="57245" y="158901"/>
                    </a:cubicBezTo>
                    <a:lnTo>
                      <a:pt x="111756" y="143132"/>
                    </a:lnTo>
                    <a:cubicBezTo>
                      <a:pt x="115552" y="142070"/>
                      <a:pt x="120259" y="142829"/>
                      <a:pt x="123296" y="143283"/>
                    </a:cubicBezTo>
                    <a:lnTo>
                      <a:pt x="157613" y="151168"/>
                    </a:lnTo>
                    <a:cubicBezTo>
                      <a:pt x="168242" y="153442"/>
                      <a:pt x="174923" y="164056"/>
                      <a:pt x="172493" y="174669"/>
                    </a:cubicBezTo>
                    <a:lnTo>
                      <a:pt x="167179" y="198322"/>
                    </a:lnTo>
                    <a:lnTo>
                      <a:pt x="138329" y="166330"/>
                    </a:lnTo>
                    <a:lnTo>
                      <a:pt x="161409" y="210907"/>
                    </a:lnTo>
                    <a:lnTo>
                      <a:pt x="201799" y="215456"/>
                    </a:lnTo>
                    <a:cubicBezTo>
                      <a:pt x="202254" y="211210"/>
                      <a:pt x="203014" y="206965"/>
                      <a:pt x="203773" y="202871"/>
                    </a:cubicBezTo>
                    <a:cubicBezTo>
                      <a:pt x="217590" y="130244"/>
                      <a:pt x="270583" y="71414"/>
                      <a:pt x="339824" y="48974"/>
                    </a:cubicBezTo>
                    <a:lnTo>
                      <a:pt x="325550" y="48974"/>
                    </a:lnTo>
                    <a:cubicBezTo>
                      <a:pt x="311885" y="48974"/>
                      <a:pt x="300952" y="38057"/>
                      <a:pt x="300952" y="24563"/>
                    </a:cubicBezTo>
                    <a:cubicBezTo>
                      <a:pt x="300952" y="11068"/>
                      <a:pt x="311885" y="0"/>
                      <a:pt x="32555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矩形: 圆角 145">
                <a:extLst>
                  <a:ext uri="{FF2B5EF4-FFF2-40B4-BE49-F238E27FC236}">
                    <a16:creationId xmlns:a16="http://schemas.microsoft.com/office/drawing/2014/main" id="{20926648-5BDA-EFBE-7E40-5474A4824238}"/>
                  </a:ext>
                </a:extLst>
              </p:cNvPr>
              <p:cNvSpPr/>
              <p:nvPr/>
            </p:nvSpPr>
            <p:spPr>
              <a:xfrm>
                <a:off x="4840769" y="4255404"/>
                <a:ext cx="1024492" cy="184799"/>
              </a:xfrm>
              <a:prstGeom prst="roundRect">
                <a:avLst>
                  <a:gd name="adj" fmla="val 33951"/>
                </a:avLst>
              </a:prstGeom>
              <a:solidFill>
                <a:schemeClr val="bg1">
                  <a:lumMod val="9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13</a:t>
                </a:r>
                <a:r>
                  <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00—13</a:t>
                </a:r>
                <a:r>
                  <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rPr>
                  <a:t>14</a:t>
                </a:r>
                <a:endParaRPr lang="zh-CN" altLang="en-US" sz="800" dirty="0">
                  <a:solidFill>
                    <a:schemeClr val="tx1"/>
                  </a:solidFill>
                  <a:latin typeface="Times New Roman" panose="02020603050405020304" pitchFamily="18" charset="0"/>
                  <a:ea typeface="隶书" panose="02010509060101010101" pitchFamily="49" charset="-122"/>
                  <a:cs typeface="Times New Roman" panose="02020603050405020304" pitchFamily="18" charset="0"/>
                </a:endParaRPr>
              </a:p>
            </p:txBody>
          </p:sp>
        </p:grpSp>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65" name="墨迹 64">
                  <a:extLst>
                    <a:ext uri="{FF2B5EF4-FFF2-40B4-BE49-F238E27FC236}">
                      <a16:creationId xmlns:a16="http://schemas.microsoft.com/office/drawing/2014/main" id="{8294F144-1F89-B13F-B8E7-2E42E0FD5A35}"/>
                    </a:ext>
                  </a:extLst>
                </p14:cNvPr>
                <p14:cNvContentPartPr/>
                <p14:nvPr/>
              </p14:nvContentPartPr>
              <p14:xfrm>
                <a:off x="10614953" y="1894173"/>
                <a:ext cx="360" cy="360"/>
              </p14:xfrm>
            </p:contentPart>
          </mc:Choice>
          <mc:Fallback>
            <p:pic>
              <p:nvPicPr>
                <p:cNvPr id="65" name="墨迹 64">
                  <a:extLst>
                    <a:ext uri="{FF2B5EF4-FFF2-40B4-BE49-F238E27FC236}">
                      <a16:creationId xmlns:a16="http://schemas.microsoft.com/office/drawing/2014/main" id="{8294F144-1F89-B13F-B8E7-2E42E0FD5A35}"/>
                    </a:ext>
                  </a:extLst>
                </p:cNvPr>
                <p:cNvPicPr/>
                <p:nvPr/>
              </p:nvPicPr>
              <p:blipFill>
                <a:blip r:embed="rId11"/>
                <a:stretch>
                  <a:fillRect/>
                </a:stretch>
              </p:blipFill>
              <p:spPr>
                <a:xfrm>
                  <a:off x="10596953" y="1786173"/>
                  <a:ext cx="36000" cy="21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66" name="墨迹 65">
                  <a:extLst>
                    <a:ext uri="{FF2B5EF4-FFF2-40B4-BE49-F238E27FC236}">
                      <a16:creationId xmlns:a16="http://schemas.microsoft.com/office/drawing/2014/main" id="{479A6062-C4AD-D5BB-DB21-460B299556FE}"/>
                    </a:ext>
                  </a:extLst>
                </p14:cNvPr>
                <p14:cNvContentPartPr/>
                <p14:nvPr/>
              </p14:nvContentPartPr>
              <p14:xfrm>
                <a:off x="10274033" y="1792653"/>
                <a:ext cx="360" cy="360"/>
              </p14:xfrm>
            </p:contentPart>
          </mc:Choice>
          <mc:Fallback>
            <p:pic>
              <p:nvPicPr>
                <p:cNvPr id="66" name="墨迹 65">
                  <a:extLst>
                    <a:ext uri="{FF2B5EF4-FFF2-40B4-BE49-F238E27FC236}">
                      <a16:creationId xmlns:a16="http://schemas.microsoft.com/office/drawing/2014/main" id="{479A6062-C4AD-D5BB-DB21-460B299556FE}"/>
                    </a:ext>
                  </a:extLst>
                </p:cNvPr>
                <p:cNvPicPr/>
                <p:nvPr/>
              </p:nvPicPr>
              <p:blipFill>
                <a:blip r:embed="rId13"/>
                <a:stretch>
                  <a:fillRect/>
                </a:stretch>
              </p:blipFill>
              <p:spPr>
                <a:xfrm>
                  <a:off x="10256033" y="1684653"/>
                  <a:ext cx="36000" cy="216000"/>
                </a:xfrm>
                <a:prstGeom prst="rect">
                  <a:avLst/>
                </a:prstGeom>
              </p:spPr>
            </p:pic>
          </mc:Fallback>
        </mc:AlternateContent>
      </p:grpSp>
      <p:pic>
        <p:nvPicPr>
          <p:cNvPr id="108" name="图形 107" descr="巴士 纯色填充">
            <a:extLst>
              <a:ext uri="{FF2B5EF4-FFF2-40B4-BE49-F238E27FC236}">
                <a16:creationId xmlns:a16="http://schemas.microsoft.com/office/drawing/2014/main" id="{01C293F4-2A2E-741E-3863-A4B1124990F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888624" y="4406669"/>
            <a:ext cx="457200" cy="457200"/>
          </a:xfrm>
          <a:prstGeom prst="rect">
            <a:avLst/>
          </a:prstGeom>
        </p:spPr>
      </p:pic>
      <p:sp>
        <p:nvSpPr>
          <p:cNvPr id="109" name="文本框 108">
            <a:extLst>
              <a:ext uri="{FF2B5EF4-FFF2-40B4-BE49-F238E27FC236}">
                <a16:creationId xmlns:a16="http://schemas.microsoft.com/office/drawing/2014/main" id="{01137C0B-89FA-7003-D7EF-F1815DC42074}"/>
              </a:ext>
            </a:extLst>
          </p:cNvPr>
          <p:cNvSpPr txBox="1"/>
          <p:nvPr/>
        </p:nvSpPr>
        <p:spPr>
          <a:xfrm>
            <a:off x="3680821" y="1688982"/>
            <a:ext cx="4569944" cy="1200329"/>
          </a:xfrm>
          <a:prstGeom prst="rect">
            <a:avLst/>
          </a:prstGeom>
          <a:noFill/>
        </p:spPr>
        <p:txBody>
          <a:bodyPr wrap="square">
            <a:spAutoFit/>
          </a:bodyPr>
          <a:lstStyle/>
          <a:p>
            <a:r>
              <a:rPr lang="en" altLang="zh-CN" sz="1800" b="0" dirty="0">
                <a:effectLst/>
                <a:highlight>
                  <a:srgbClr val="FFFFFF"/>
                </a:highlight>
                <a:latin typeface="Times New Roman" panose="02020603050405020304" pitchFamily="18" charset="0"/>
              </a:rPr>
              <a:t>Enter your origin and destination, and let MaaS plan your journey. MaaS will consider all transport modes available and combine them to provide you with a series of good travel plans. </a:t>
            </a:r>
          </a:p>
        </p:txBody>
      </p:sp>
      <p:sp>
        <p:nvSpPr>
          <p:cNvPr id="110" name="圆角矩形 109">
            <a:extLst>
              <a:ext uri="{FF2B5EF4-FFF2-40B4-BE49-F238E27FC236}">
                <a16:creationId xmlns:a16="http://schemas.microsoft.com/office/drawing/2014/main" id="{4C483AAE-74C5-3112-BFFF-79CB0F38AEB6}"/>
              </a:ext>
            </a:extLst>
          </p:cNvPr>
          <p:cNvSpPr/>
          <p:nvPr/>
        </p:nvSpPr>
        <p:spPr>
          <a:xfrm>
            <a:off x="3635452" y="3140112"/>
            <a:ext cx="4644508" cy="1569172"/>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1" name="椭圆 110">
            <a:extLst>
              <a:ext uri="{FF2B5EF4-FFF2-40B4-BE49-F238E27FC236}">
                <a16:creationId xmlns:a16="http://schemas.microsoft.com/office/drawing/2014/main" id="{FEEA87D8-5966-BFAF-D7CE-6EB1FCF72A12}"/>
              </a:ext>
            </a:extLst>
          </p:cNvPr>
          <p:cNvSpPr/>
          <p:nvPr/>
        </p:nvSpPr>
        <p:spPr>
          <a:xfrm>
            <a:off x="2815275" y="3619156"/>
            <a:ext cx="588936" cy="588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200" b="1" dirty="0">
                <a:latin typeface="Times New Roman" panose="02020603050405020304" pitchFamily="18" charset="0"/>
                <a:cs typeface="Times New Roman" panose="02020603050405020304" pitchFamily="18" charset="0"/>
              </a:rPr>
              <a:t>2</a:t>
            </a:r>
            <a:endParaRPr kumimoji="1" lang="zh-CN" altLang="en-US" sz="3200" b="1" dirty="0">
              <a:latin typeface="Times New Roman" panose="02020603050405020304" pitchFamily="18" charset="0"/>
              <a:cs typeface="Times New Roman" panose="02020603050405020304" pitchFamily="18" charset="0"/>
            </a:endParaRPr>
          </a:p>
        </p:txBody>
      </p:sp>
      <p:sp>
        <p:nvSpPr>
          <p:cNvPr id="112" name="文本框 111">
            <a:extLst>
              <a:ext uri="{FF2B5EF4-FFF2-40B4-BE49-F238E27FC236}">
                <a16:creationId xmlns:a16="http://schemas.microsoft.com/office/drawing/2014/main" id="{C00374EB-146E-032F-AE38-25B8878C34E9}"/>
              </a:ext>
            </a:extLst>
          </p:cNvPr>
          <p:cNvSpPr txBox="1"/>
          <p:nvPr/>
        </p:nvSpPr>
        <p:spPr>
          <a:xfrm>
            <a:off x="3743404" y="3174960"/>
            <a:ext cx="4569944" cy="1477328"/>
          </a:xfrm>
          <a:prstGeom prst="rect">
            <a:avLst/>
          </a:prstGeom>
          <a:noFill/>
        </p:spPr>
        <p:txBody>
          <a:bodyPr wrap="square">
            <a:spAutoFit/>
          </a:bodyPr>
          <a:lstStyle/>
          <a:p>
            <a:r>
              <a:rPr lang="en" altLang="zh-CN" sz="1800" b="0" dirty="0">
                <a:effectLst/>
                <a:highlight>
                  <a:srgbClr val="FFFFFF"/>
                </a:highlight>
                <a:latin typeface="Times New Roman" panose="02020603050405020304" pitchFamily="18" charset="0"/>
              </a:rPr>
              <a:t>While you travel, you can use your smart device as a ticket for all transport modes in your trip, and MaaS will inform you of all helpful information like the estimated time of arrival and locations of available shared bikes.</a:t>
            </a:r>
          </a:p>
        </p:txBody>
      </p:sp>
      <p:sp>
        <p:nvSpPr>
          <p:cNvPr id="113" name="圆角矩形 112">
            <a:extLst>
              <a:ext uri="{FF2B5EF4-FFF2-40B4-BE49-F238E27FC236}">
                <a16:creationId xmlns:a16="http://schemas.microsoft.com/office/drawing/2014/main" id="{9AA6EB1E-FDCA-60E1-A3E8-F1D281BADE1D}"/>
              </a:ext>
            </a:extLst>
          </p:cNvPr>
          <p:cNvSpPr/>
          <p:nvPr/>
        </p:nvSpPr>
        <p:spPr>
          <a:xfrm>
            <a:off x="3617413" y="4827636"/>
            <a:ext cx="4644508" cy="1868707"/>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椭圆 113">
            <a:extLst>
              <a:ext uri="{FF2B5EF4-FFF2-40B4-BE49-F238E27FC236}">
                <a16:creationId xmlns:a16="http://schemas.microsoft.com/office/drawing/2014/main" id="{D9877DF1-46EA-EF3D-DC21-3F3340A90A0B}"/>
              </a:ext>
            </a:extLst>
          </p:cNvPr>
          <p:cNvSpPr/>
          <p:nvPr/>
        </p:nvSpPr>
        <p:spPr>
          <a:xfrm>
            <a:off x="2815275" y="5467756"/>
            <a:ext cx="588936" cy="588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3200" b="1" dirty="0">
                <a:latin typeface="Times New Roman" panose="02020603050405020304" pitchFamily="18" charset="0"/>
                <a:cs typeface="Times New Roman" panose="02020603050405020304" pitchFamily="18" charset="0"/>
              </a:rPr>
              <a:t>3</a:t>
            </a:r>
            <a:endParaRPr kumimoji="1" lang="zh-CN" altLang="en-US" sz="3200" b="1" dirty="0">
              <a:latin typeface="Times New Roman" panose="02020603050405020304" pitchFamily="18" charset="0"/>
              <a:cs typeface="Times New Roman" panose="02020603050405020304" pitchFamily="18" charset="0"/>
            </a:endParaRPr>
          </a:p>
        </p:txBody>
      </p:sp>
      <p:sp>
        <p:nvSpPr>
          <p:cNvPr id="115" name="文本框 114">
            <a:extLst>
              <a:ext uri="{FF2B5EF4-FFF2-40B4-BE49-F238E27FC236}">
                <a16:creationId xmlns:a16="http://schemas.microsoft.com/office/drawing/2014/main" id="{F0F1DF72-1225-4CED-D5A2-3BFF9B050E51}"/>
              </a:ext>
            </a:extLst>
          </p:cNvPr>
          <p:cNvSpPr txBox="1"/>
          <p:nvPr/>
        </p:nvSpPr>
        <p:spPr>
          <a:xfrm>
            <a:off x="3697234" y="4898760"/>
            <a:ext cx="4669830" cy="1754326"/>
          </a:xfrm>
          <a:prstGeom prst="rect">
            <a:avLst/>
          </a:prstGeom>
          <a:noFill/>
        </p:spPr>
        <p:txBody>
          <a:bodyPr wrap="square">
            <a:spAutoFit/>
          </a:bodyPr>
          <a:lstStyle/>
          <a:p>
            <a:r>
              <a:rPr lang="en" altLang="zh-CN" dirty="0">
                <a:highlight>
                  <a:srgbClr val="FFFFFF"/>
                </a:highlight>
                <a:latin typeface="Times New Roman" panose="02020603050405020304" pitchFamily="18" charset="0"/>
              </a:rPr>
              <a:t>When you arrive at the destination, you will be informed of the charge and can choose the pay-as-you-go option. If you like the services provided by MaaS, you can subscribe to a preferred MaaS bundle for a monthly payment to access various mobility services.</a:t>
            </a:r>
          </a:p>
        </p:txBody>
      </p:sp>
      <p:sp>
        <p:nvSpPr>
          <p:cNvPr id="163" name="矩形: 圆角 135">
            <a:extLst>
              <a:ext uri="{FF2B5EF4-FFF2-40B4-BE49-F238E27FC236}">
                <a16:creationId xmlns:a16="http://schemas.microsoft.com/office/drawing/2014/main" id="{B53E287B-DCB7-4078-4148-737143F11244}"/>
              </a:ext>
            </a:extLst>
          </p:cNvPr>
          <p:cNvSpPr/>
          <p:nvPr/>
        </p:nvSpPr>
        <p:spPr>
          <a:xfrm>
            <a:off x="8846833" y="5782931"/>
            <a:ext cx="2286198" cy="44772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PAYG or subscribing to bundles</a:t>
            </a:r>
            <a:endPar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86655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585C7BC-D11B-4CB8-8B9B-12F799E9A20B}"/>
              </a:ext>
            </a:extLst>
          </p:cNvPr>
          <p:cNvPicPr>
            <a:picLocks noChangeAspect="1"/>
          </p:cNvPicPr>
          <p:nvPr/>
        </p:nvPicPr>
        <p:blipFill>
          <a:blip r:embed="rId2"/>
          <a:stretch>
            <a:fillRect/>
          </a:stretch>
        </p:blipFill>
        <p:spPr>
          <a:xfrm>
            <a:off x="348625" y="1047956"/>
            <a:ext cx="11494749" cy="5080995"/>
          </a:xfrm>
          <a:prstGeom prst="rect">
            <a:avLst/>
          </a:prstGeom>
        </p:spPr>
      </p:pic>
    </p:spTree>
    <p:extLst>
      <p:ext uri="{BB962C8B-B14F-4D97-AF65-F5344CB8AC3E}">
        <p14:creationId xmlns:p14="http://schemas.microsoft.com/office/powerpoint/2010/main" val="2966790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266946" y="27536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1-1</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早高峰（</a:t>
            </a:r>
            <a:r>
              <a:rPr lang="en-US" altLang="zh-CN" b="0" dirty="0"/>
              <a:t>8:00-10:00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30</a:t>
            </a:r>
            <a:r>
              <a:rPr lang="zh-CN" altLang="en-US" sz="1000" b="0" dirty="0"/>
              <a:t>分钟</a:t>
            </a:r>
            <a:endParaRPr lang="en-US" altLang="zh-CN" sz="1000" b="0" dirty="0"/>
          </a:p>
          <a:p>
            <a:r>
              <a:rPr lang="zh-CN" altLang="en-US" sz="1000" dirty="0"/>
              <a:t>出行费用：</a:t>
            </a:r>
            <a:r>
              <a:rPr lang="en-US" altLang="zh-CN" sz="1000" b="0" dirty="0"/>
              <a:t>30</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12</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9</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14</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55</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4.5</a:t>
            </a:r>
            <a:r>
              <a:rPr lang="zh-CN" altLang="en-US" sz="1000" b="0" dirty="0"/>
              <a:t>元</a:t>
            </a:r>
            <a:endParaRPr lang="en-US" altLang="zh-CN" sz="1000" b="0" dirty="0"/>
          </a:p>
        </p:txBody>
      </p:sp>
    </p:spTree>
    <p:extLst>
      <p:ext uri="{BB962C8B-B14F-4D97-AF65-F5344CB8AC3E}">
        <p14:creationId xmlns:p14="http://schemas.microsoft.com/office/powerpoint/2010/main" val="3109380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1-2</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夜间（</a:t>
            </a:r>
            <a:r>
              <a:rPr lang="en-US" altLang="zh-CN" b="0" dirty="0"/>
              <a:t>23:00</a:t>
            </a:r>
            <a:r>
              <a:rPr lang="zh-CN" altLang="en-US" b="0" dirty="0"/>
              <a:t>以后）</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18</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28</a:t>
            </a:r>
            <a:r>
              <a:rPr lang="zh-CN" altLang="en-US" sz="1000" b="0" dirty="0"/>
              <a:t>分钟</a:t>
            </a:r>
            <a:endParaRPr lang="en-US" altLang="zh-CN" sz="1000" b="0" dirty="0"/>
          </a:p>
          <a:p>
            <a:r>
              <a:rPr lang="zh-CN" altLang="en-US" sz="1000" dirty="0"/>
              <a:t>出行费用：</a:t>
            </a:r>
            <a:r>
              <a:rPr lang="en-US" altLang="zh-CN" sz="1000" b="0" dirty="0"/>
              <a:t>31</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18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70788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12</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707886"/>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不在运营时间内！</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707886"/>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不在运营时间内！</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70788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b="0" dirty="0"/>
          </a:p>
        </p:txBody>
      </p:sp>
    </p:spTree>
    <p:extLst>
      <p:ext uri="{BB962C8B-B14F-4D97-AF65-F5344CB8AC3E}">
        <p14:creationId xmlns:p14="http://schemas.microsoft.com/office/powerpoint/2010/main" val="117352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1-3</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晚高峰（</a:t>
            </a:r>
            <a:r>
              <a:rPr lang="en-US" altLang="zh-CN" b="0" dirty="0"/>
              <a:t>17:00-19:00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29</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32</a:t>
            </a:r>
            <a:r>
              <a:rPr lang="zh-CN" altLang="en-US" sz="1000" b="0" dirty="0"/>
              <a:t>分钟</a:t>
            </a:r>
            <a:endParaRPr lang="en-US" altLang="zh-CN" sz="1000" b="0" dirty="0"/>
          </a:p>
          <a:p>
            <a:r>
              <a:rPr lang="zh-CN" altLang="en-US" sz="1000" dirty="0"/>
              <a:t>出行费用：</a:t>
            </a:r>
            <a:r>
              <a:rPr lang="en-US" altLang="zh-CN" sz="1000" b="0" dirty="0"/>
              <a:t>32</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29</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29</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19</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24</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14</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50</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4.5</a:t>
            </a:r>
            <a:r>
              <a:rPr lang="zh-CN" altLang="en-US" sz="1000" b="0" dirty="0"/>
              <a:t>元</a:t>
            </a:r>
            <a:endParaRPr lang="en-US" altLang="zh-CN" sz="1000" b="0" dirty="0"/>
          </a:p>
        </p:txBody>
      </p:sp>
    </p:spTree>
    <p:extLst>
      <p:ext uri="{BB962C8B-B14F-4D97-AF65-F5344CB8AC3E}">
        <p14:creationId xmlns:p14="http://schemas.microsoft.com/office/powerpoint/2010/main" val="966423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1-4</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30</a:t>
            </a:r>
            <a:r>
              <a:rPr lang="zh-CN" altLang="en-US" sz="1000" b="0" dirty="0"/>
              <a:t>分钟</a:t>
            </a:r>
            <a:endParaRPr lang="en-US" altLang="zh-CN" sz="1000" b="0" dirty="0"/>
          </a:p>
          <a:p>
            <a:r>
              <a:rPr lang="zh-CN" altLang="en-US" sz="1000" dirty="0"/>
              <a:t>出行费用：</a:t>
            </a:r>
            <a:r>
              <a:rPr lang="en-US" altLang="zh-CN" sz="1000" b="0" dirty="0"/>
              <a:t>28</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34</a:t>
            </a:r>
            <a:r>
              <a:rPr lang="zh-CN" altLang="en-US" sz="1000" b="0" dirty="0"/>
              <a:t>分钟</a:t>
            </a:r>
            <a:endParaRPr lang="en-US" altLang="zh-CN" sz="1000" b="0" dirty="0"/>
          </a:p>
          <a:p>
            <a:r>
              <a:rPr lang="zh-CN" altLang="en-US" sz="1000" dirty="0"/>
              <a:t>出行费用：</a:t>
            </a:r>
            <a:r>
              <a:rPr lang="en-US" altLang="zh-CN" sz="1000" b="0" dirty="0"/>
              <a:t>4</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17</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29</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17</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55</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3.6</a:t>
            </a:r>
            <a:r>
              <a:rPr lang="zh-CN" altLang="en-US" sz="1000" b="0" dirty="0"/>
              <a:t>元</a:t>
            </a:r>
            <a:endParaRPr lang="en-US" altLang="zh-CN" sz="1000" b="0" dirty="0"/>
          </a:p>
        </p:txBody>
      </p:sp>
    </p:spTree>
    <p:extLst>
      <p:ext uri="{BB962C8B-B14F-4D97-AF65-F5344CB8AC3E}">
        <p14:creationId xmlns:p14="http://schemas.microsoft.com/office/powerpoint/2010/main" val="845118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1-5</a:t>
            </a:r>
          </a:p>
          <a:p>
            <a:pPr>
              <a:lnSpc>
                <a:spcPct val="150000"/>
              </a:lnSpc>
            </a:pPr>
            <a:r>
              <a:rPr lang="zh-CN" altLang="en-US" dirty="0"/>
              <a:t>出行目的：</a:t>
            </a:r>
            <a:r>
              <a:rPr lang="zh-CN" altLang="en-US" b="0" dirty="0"/>
              <a:t>生活出行（购物、休闲娱乐等）</a:t>
            </a:r>
            <a:endParaRPr lang="en-US" altLang="zh-CN" dirty="0"/>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23</a:t>
            </a:r>
            <a:r>
              <a:rPr lang="zh-CN" altLang="en-US" sz="1000" b="0" dirty="0"/>
              <a:t>分钟</a:t>
            </a:r>
            <a:endParaRPr lang="en-US" altLang="zh-CN" sz="1000" b="0" dirty="0"/>
          </a:p>
          <a:p>
            <a:r>
              <a:rPr lang="zh-CN" altLang="en-US" sz="1000" dirty="0"/>
              <a:t>出行费用：</a:t>
            </a:r>
            <a:r>
              <a:rPr lang="en-US" altLang="zh-CN" sz="1000" b="0" dirty="0"/>
              <a:t>28</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29</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17</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22</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50</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24</a:t>
            </a:r>
            <a:r>
              <a:rPr lang="zh-CN" altLang="en-US" sz="1000" b="0" dirty="0"/>
              <a:t>分钟</a:t>
            </a:r>
            <a:endParaRPr lang="en-US" altLang="zh-CN" sz="1000" b="0" dirty="0"/>
          </a:p>
          <a:p>
            <a:r>
              <a:rPr lang="zh-CN" altLang="en-US" sz="1000" dirty="0"/>
              <a:t>全程出行费用：</a:t>
            </a:r>
            <a:r>
              <a:rPr lang="en-US" altLang="zh-CN" sz="1000" b="0" dirty="0"/>
              <a:t>4.5</a:t>
            </a:r>
            <a:r>
              <a:rPr lang="zh-CN" altLang="en-US" sz="1000" b="0" dirty="0"/>
              <a:t>元</a:t>
            </a:r>
            <a:endParaRPr lang="en-US" altLang="zh-CN" sz="1000" b="0" dirty="0"/>
          </a:p>
        </p:txBody>
      </p:sp>
    </p:spTree>
    <p:extLst>
      <p:ext uri="{BB962C8B-B14F-4D97-AF65-F5344CB8AC3E}">
        <p14:creationId xmlns:p14="http://schemas.microsoft.com/office/powerpoint/2010/main" val="245727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1-6</a:t>
            </a:r>
          </a:p>
          <a:p>
            <a:pPr>
              <a:lnSpc>
                <a:spcPct val="150000"/>
              </a:lnSpc>
            </a:pPr>
            <a:r>
              <a:rPr lang="zh-CN" altLang="en-US" dirty="0"/>
              <a:t>出行目的：</a:t>
            </a:r>
            <a:r>
              <a:rPr lang="zh-CN" altLang="zh-CN" sz="1050" b="0" kern="0" dirty="0">
                <a:solidFill>
                  <a:srgbClr val="000000"/>
                </a:solidFill>
                <a:effectLst/>
                <a:ea typeface="宋体" panose="02010600030101010101" pitchFamily="2" charset="-122"/>
                <a:cs typeface="Times New Roman" panose="02020603050405020304" pitchFamily="18" charset="0"/>
              </a:rPr>
              <a:t>通勤出行（上下班、上下学）</a:t>
            </a:r>
            <a:endParaRPr lang="en-US" altLang="zh-CN" dirty="0"/>
          </a:p>
          <a:p>
            <a:pPr>
              <a:lnSpc>
                <a:spcPct val="150000"/>
              </a:lnSpc>
            </a:pPr>
            <a:r>
              <a:rPr lang="zh-CN" altLang="en-US" dirty="0"/>
              <a:t>出发时间：</a:t>
            </a:r>
            <a:r>
              <a:rPr lang="zh-CN" altLang="en-US" b="0" dirty="0"/>
              <a:t>晚高峰（</a:t>
            </a:r>
            <a:r>
              <a:rPr lang="en-US" altLang="zh-CN" b="0" dirty="0"/>
              <a:t>17:00-19:00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29</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34</a:t>
            </a:r>
            <a:r>
              <a:rPr lang="zh-CN" altLang="en-US" sz="1000" b="0" dirty="0"/>
              <a:t>分钟</a:t>
            </a:r>
            <a:endParaRPr lang="en-US" altLang="zh-CN" sz="1000" b="0" dirty="0"/>
          </a:p>
          <a:p>
            <a:r>
              <a:rPr lang="zh-CN" altLang="en-US" sz="1000" dirty="0"/>
              <a:t>出行费用：</a:t>
            </a:r>
            <a:r>
              <a:rPr lang="en-US" altLang="zh-CN" sz="1000" b="0" dirty="0"/>
              <a:t>32</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29</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29</a:t>
            </a:r>
            <a:r>
              <a:rPr lang="zh-CN" altLang="en-US" sz="1000" b="0" dirty="0"/>
              <a:t>分钟</a:t>
            </a:r>
            <a:endParaRPr lang="en-US" altLang="zh-CN" sz="1000" b="0" dirty="0"/>
          </a:p>
          <a:p>
            <a:r>
              <a:rPr lang="zh-CN" altLang="en-US" sz="1000" dirty="0"/>
              <a:t>出行费用：</a:t>
            </a:r>
            <a:r>
              <a:rPr lang="en-US" altLang="zh-CN" sz="1000" b="0" dirty="0"/>
              <a:t>4</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26</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26</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14</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50</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3.6</a:t>
            </a:r>
            <a:r>
              <a:rPr lang="zh-CN" altLang="en-US" sz="1000" b="0" dirty="0"/>
              <a:t>元</a:t>
            </a:r>
            <a:endParaRPr lang="en-US" altLang="zh-CN" sz="1000" b="0" dirty="0"/>
          </a:p>
        </p:txBody>
      </p:sp>
    </p:spTree>
    <p:extLst>
      <p:ext uri="{BB962C8B-B14F-4D97-AF65-F5344CB8AC3E}">
        <p14:creationId xmlns:p14="http://schemas.microsoft.com/office/powerpoint/2010/main" val="2476998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1-7</a:t>
            </a:r>
          </a:p>
          <a:p>
            <a:pPr>
              <a:lnSpc>
                <a:spcPct val="150000"/>
              </a:lnSpc>
            </a:pPr>
            <a:r>
              <a:rPr lang="zh-CN" altLang="en-US" dirty="0"/>
              <a:t>出行目的：</a:t>
            </a:r>
            <a:r>
              <a:rPr lang="zh-CN" altLang="zh-CN" sz="1050" b="0" kern="0" dirty="0">
                <a:solidFill>
                  <a:srgbClr val="000000"/>
                </a:solidFill>
                <a:effectLst/>
                <a:ea typeface="宋体" panose="02010600030101010101" pitchFamily="2" charset="-122"/>
                <a:cs typeface="Times New Roman" panose="02020603050405020304" pitchFamily="18" charset="0"/>
              </a:rPr>
              <a:t>通勤出行（上下班、上下学）</a:t>
            </a:r>
            <a:endParaRPr lang="en-US" altLang="zh-CN" dirty="0"/>
          </a:p>
          <a:p>
            <a:pPr>
              <a:lnSpc>
                <a:spcPct val="150000"/>
              </a:lnSpc>
            </a:pPr>
            <a:r>
              <a:rPr lang="zh-CN" altLang="en-US" dirty="0"/>
              <a:t>出发时间：</a:t>
            </a:r>
            <a:r>
              <a:rPr lang="zh-CN" altLang="en-US" b="0" dirty="0"/>
              <a:t>早高峰（</a:t>
            </a:r>
            <a:r>
              <a:rPr lang="en-US" altLang="zh-CN" b="0" dirty="0"/>
              <a:t>8:00-10:00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28</a:t>
            </a:r>
            <a:r>
              <a:rPr lang="zh-CN" altLang="en-US" sz="1000" b="0" dirty="0"/>
              <a:t>分钟</a:t>
            </a:r>
            <a:endParaRPr lang="en-US" altLang="zh-CN" sz="1000" b="0" dirty="0"/>
          </a:p>
          <a:p>
            <a:r>
              <a:rPr lang="zh-CN" altLang="en-US" sz="1000" dirty="0"/>
              <a:t>出行费用：</a:t>
            </a:r>
            <a:r>
              <a:rPr lang="en-US" altLang="zh-CN" sz="1000" b="0" dirty="0"/>
              <a:t>30</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34</a:t>
            </a:r>
            <a:r>
              <a:rPr lang="zh-CN" altLang="en-US" sz="1000" b="0" dirty="0"/>
              <a:t>分钟</a:t>
            </a:r>
            <a:endParaRPr lang="en-US" altLang="zh-CN" sz="1000" b="0" dirty="0"/>
          </a:p>
          <a:p>
            <a:r>
              <a:rPr lang="zh-CN" altLang="en-US" sz="1000" dirty="0"/>
              <a:t>出行费用：</a:t>
            </a:r>
            <a:r>
              <a:rPr lang="en-US" altLang="zh-CN" sz="1000" b="0" dirty="0"/>
              <a:t>5.5</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28</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24</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9</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17</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55</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5</a:t>
            </a:r>
            <a:r>
              <a:rPr lang="zh-CN" altLang="en-US" sz="1000" b="0" dirty="0"/>
              <a:t>元</a:t>
            </a:r>
            <a:endParaRPr lang="en-US" altLang="zh-CN" sz="1000" b="0" dirty="0"/>
          </a:p>
        </p:txBody>
      </p:sp>
    </p:spTree>
    <p:extLst>
      <p:ext uri="{BB962C8B-B14F-4D97-AF65-F5344CB8AC3E}">
        <p14:creationId xmlns:p14="http://schemas.microsoft.com/office/powerpoint/2010/main" val="3378259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F9314EFA-AF60-4761-8084-919F9F4F5245}"/>
              </a:ext>
            </a:extLst>
          </p:cNvPr>
          <p:cNvSpPr txBox="1"/>
          <p:nvPr/>
        </p:nvSpPr>
        <p:spPr>
          <a:xfrm>
            <a:off x="1348162" y="4950801"/>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3" name="文本框 12">
            <a:extLst>
              <a:ext uri="{FF2B5EF4-FFF2-40B4-BE49-F238E27FC236}">
                <a16:creationId xmlns:a16="http://schemas.microsoft.com/office/drawing/2014/main" id="{C23B3362-041F-4B14-979A-49BCF3B9942A}"/>
              </a:ext>
            </a:extLst>
          </p:cNvPr>
          <p:cNvSpPr txBox="1"/>
          <p:nvPr/>
        </p:nvSpPr>
        <p:spPr>
          <a:xfrm>
            <a:off x="2783020" y="1341244"/>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66" name="文本框 65">
            <a:extLst>
              <a:ext uri="{FF2B5EF4-FFF2-40B4-BE49-F238E27FC236}">
                <a16:creationId xmlns:a16="http://schemas.microsoft.com/office/drawing/2014/main" id="{36599A47-F2A6-48BF-BAB4-8173E5970BD8}"/>
              </a:ext>
            </a:extLst>
          </p:cNvPr>
          <p:cNvSpPr txBox="1"/>
          <p:nvPr/>
        </p:nvSpPr>
        <p:spPr>
          <a:xfrm>
            <a:off x="315881" y="0"/>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1-8</a:t>
            </a:r>
          </a:p>
          <a:p>
            <a:pPr>
              <a:lnSpc>
                <a:spcPct val="150000"/>
              </a:lnSpc>
            </a:pPr>
            <a:r>
              <a:rPr lang="zh-CN" altLang="en-US" dirty="0"/>
              <a:t>出行目的：</a:t>
            </a:r>
            <a:r>
              <a:rPr lang="zh-CN" altLang="zh-CN" sz="1050" b="0" kern="0" dirty="0">
                <a:solidFill>
                  <a:srgbClr val="000000"/>
                </a:solidFill>
                <a:effectLst/>
                <a:ea typeface="宋体" panose="02010600030101010101" pitchFamily="2" charset="-122"/>
                <a:cs typeface="Times New Roman" panose="02020603050405020304" pitchFamily="18" charset="0"/>
              </a:rPr>
              <a:t>通勤出行（上下班、上下学）</a:t>
            </a:r>
            <a:endParaRPr lang="en-US" altLang="zh-CN" dirty="0"/>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9.1</a:t>
            </a:r>
            <a:r>
              <a:rPr lang="zh-CN" altLang="en-US" b="0" dirty="0"/>
              <a:t>公里</a:t>
            </a:r>
          </a:p>
        </p:txBody>
      </p:sp>
      <p:sp>
        <p:nvSpPr>
          <p:cNvPr id="110" name="文本框 109">
            <a:extLst>
              <a:ext uri="{FF2B5EF4-FFF2-40B4-BE49-F238E27FC236}">
                <a16:creationId xmlns:a16="http://schemas.microsoft.com/office/drawing/2014/main" id="{8480F601-C2CE-4792-A324-8DB9474AF0DA}"/>
              </a:ext>
            </a:extLst>
          </p:cNvPr>
          <p:cNvSpPr txBox="1"/>
          <p:nvPr/>
        </p:nvSpPr>
        <p:spPr>
          <a:xfrm>
            <a:off x="2621965" y="2050542"/>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23</a:t>
            </a:r>
            <a:r>
              <a:rPr lang="zh-CN" altLang="en-US" sz="1000" b="0" dirty="0"/>
              <a:t>分钟</a:t>
            </a:r>
            <a:endParaRPr lang="en-US" altLang="zh-CN" sz="1000" b="0" dirty="0"/>
          </a:p>
          <a:p>
            <a:r>
              <a:rPr lang="zh-CN" altLang="en-US" sz="1000" dirty="0"/>
              <a:t>出行费用：</a:t>
            </a:r>
            <a:r>
              <a:rPr lang="en-US" altLang="zh-CN" sz="1000" b="0" dirty="0"/>
              <a:t>28</a:t>
            </a:r>
            <a:r>
              <a:rPr lang="zh-CN" altLang="en-US" sz="1000" b="0" dirty="0"/>
              <a:t>元</a:t>
            </a:r>
            <a:endParaRPr lang="en-US" altLang="zh-CN" sz="1000" b="0" dirty="0"/>
          </a:p>
        </p:txBody>
      </p:sp>
      <p:sp>
        <p:nvSpPr>
          <p:cNvPr id="112" name="文本框 111">
            <a:extLst>
              <a:ext uri="{FF2B5EF4-FFF2-40B4-BE49-F238E27FC236}">
                <a16:creationId xmlns:a16="http://schemas.microsoft.com/office/drawing/2014/main" id="{D656F76B-3FE2-4688-802A-A5A5B361FBA6}"/>
              </a:ext>
            </a:extLst>
          </p:cNvPr>
          <p:cNvSpPr txBox="1"/>
          <p:nvPr/>
        </p:nvSpPr>
        <p:spPr>
          <a:xfrm>
            <a:off x="2636927" y="3498416"/>
            <a:ext cx="2154877"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122" name="椭圆 121">
            <a:extLst>
              <a:ext uri="{FF2B5EF4-FFF2-40B4-BE49-F238E27FC236}">
                <a16:creationId xmlns:a16="http://schemas.microsoft.com/office/drawing/2014/main" id="{C89B6A37-EC5B-42DC-886B-F74301457626}"/>
              </a:ext>
            </a:extLst>
          </p:cNvPr>
          <p:cNvSpPr/>
          <p:nvPr/>
        </p:nvSpPr>
        <p:spPr>
          <a:xfrm>
            <a:off x="7053160" y="5027584"/>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3" name="文本框 122">
            <a:extLst>
              <a:ext uri="{FF2B5EF4-FFF2-40B4-BE49-F238E27FC236}">
                <a16:creationId xmlns:a16="http://schemas.microsoft.com/office/drawing/2014/main" id="{A5331EED-9771-4872-B0EC-25B21A2F9EAD}"/>
              </a:ext>
            </a:extLst>
          </p:cNvPr>
          <p:cNvSpPr txBox="1"/>
          <p:nvPr/>
        </p:nvSpPr>
        <p:spPr>
          <a:xfrm>
            <a:off x="6619825" y="4906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24" name="文本框 123">
            <a:extLst>
              <a:ext uri="{FF2B5EF4-FFF2-40B4-BE49-F238E27FC236}">
                <a16:creationId xmlns:a16="http://schemas.microsoft.com/office/drawing/2014/main" id="{BE4F99BA-1853-4A66-B719-15D25D96D9BE}"/>
              </a:ext>
            </a:extLst>
          </p:cNvPr>
          <p:cNvSpPr txBox="1"/>
          <p:nvPr/>
        </p:nvSpPr>
        <p:spPr>
          <a:xfrm>
            <a:off x="8193991" y="128962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25" name="直接连接符 124">
            <a:extLst>
              <a:ext uri="{FF2B5EF4-FFF2-40B4-BE49-F238E27FC236}">
                <a16:creationId xmlns:a16="http://schemas.microsoft.com/office/drawing/2014/main" id="{8BA60F25-306A-4902-BC8F-965DDDDAB96D}"/>
              </a:ext>
            </a:extLst>
          </p:cNvPr>
          <p:cNvCxnSpPr>
            <a:cxnSpLocks/>
          </p:cNvCxnSpPr>
          <p:nvPr/>
        </p:nvCxnSpPr>
        <p:spPr>
          <a:xfrm>
            <a:off x="7130239" y="5037603"/>
            <a:ext cx="19354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78AE6E6C-8AE6-423E-8FD8-46EC8A2A7B40}"/>
              </a:ext>
            </a:extLst>
          </p:cNvPr>
          <p:cNvCxnSpPr>
            <a:cxnSpLocks/>
          </p:cNvCxnSpPr>
          <p:nvPr/>
        </p:nvCxnSpPr>
        <p:spPr>
          <a:xfrm flipH="1" flipV="1">
            <a:off x="7283343" y="1746696"/>
            <a:ext cx="40438" cy="3290907"/>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27" name="连接符: 肘形 126">
            <a:extLst>
              <a:ext uri="{FF2B5EF4-FFF2-40B4-BE49-F238E27FC236}">
                <a16:creationId xmlns:a16="http://schemas.microsoft.com/office/drawing/2014/main" id="{20BF8F9F-BFD5-4CD8-8764-1203BBC5BBA4}"/>
              </a:ext>
            </a:extLst>
          </p:cNvPr>
          <p:cNvCxnSpPr>
            <a:cxnSpLocks/>
          </p:cNvCxnSpPr>
          <p:nvPr/>
        </p:nvCxnSpPr>
        <p:spPr>
          <a:xfrm flipV="1">
            <a:off x="7283343" y="1432851"/>
            <a:ext cx="830838" cy="313844"/>
          </a:xfrm>
          <a:prstGeom prst="bentConnector3">
            <a:avLst>
              <a:gd name="adj1" fmla="val 55274"/>
            </a:avLst>
          </a:prstGeom>
          <a:ln w="127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48F6861E-B7A5-438A-A380-685E615EE9E4}"/>
              </a:ext>
            </a:extLst>
          </p:cNvPr>
          <p:cNvSpPr/>
          <p:nvPr/>
        </p:nvSpPr>
        <p:spPr>
          <a:xfrm>
            <a:off x="7252607" y="1715030"/>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543E95A0-06A8-4573-BE35-2330E12EB58E}"/>
              </a:ext>
            </a:extLst>
          </p:cNvPr>
          <p:cNvSpPr txBox="1"/>
          <p:nvPr/>
        </p:nvSpPr>
        <p:spPr>
          <a:xfrm>
            <a:off x="5165237" y="1501479"/>
            <a:ext cx="1794602" cy="163121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公交时间：</a:t>
            </a:r>
            <a:r>
              <a:rPr lang="en-US" altLang="zh-CN" sz="1000" b="0" dirty="0"/>
              <a:t>10</a:t>
            </a:r>
            <a:r>
              <a:rPr lang="zh-CN" altLang="en-US" sz="1000" b="0" dirty="0"/>
              <a:t>分钟</a:t>
            </a:r>
            <a:endParaRPr lang="en-US" altLang="zh-CN" sz="1000" b="0" dirty="0"/>
          </a:p>
          <a:p>
            <a:r>
              <a:rPr lang="zh-CN" altLang="en-US" sz="1000" dirty="0"/>
              <a:t>等待时间：</a:t>
            </a:r>
            <a:r>
              <a:rPr lang="en-US" altLang="zh-CN" sz="1000" b="0" dirty="0"/>
              <a:t>15</a:t>
            </a:r>
            <a:r>
              <a:rPr lang="zh-CN" altLang="en-US" sz="1000" b="0" dirty="0"/>
              <a:t>分钟</a:t>
            </a:r>
            <a:endParaRPr lang="en-US" altLang="zh-CN" sz="1000" b="0" dirty="0"/>
          </a:p>
          <a:p>
            <a:r>
              <a:rPr lang="zh-CN" altLang="en-US" sz="1000" dirty="0"/>
              <a:t>步行距离：</a:t>
            </a:r>
            <a:r>
              <a:rPr lang="en-US" altLang="zh-CN" sz="1000" b="0" dirty="0"/>
              <a:t>0.3</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39</a:t>
            </a:r>
            <a:r>
              <a:rPr lang="zh-CN" altLang="en-US" sz="1000" b="0" dirty="0"/>
              <a:t>分钟</a:t>
            </a:r>
            <a:endParaRPr lang="en-US" altLang="zh-CN" sz="1000" b="0" dirty="0"/>
          </a:p>
          <a:p>
            <a:r>
              <a:rPr lang="zh-CN" altLang="en-US" sz="1000" dirty="0"/>
              <a:t>出行费用：</a:t>
            </a:r>
            <a:r>
              <a:rPr lang="en-US" altLang="zh-CN" sz="1000" b="0" dirty="0"/>
              <a:t>5.5</a:t>
            </a:r>
            <a:r>
              <a:rPr lang="zh-CN" altLang="en-US" sz="1000" b="0" dirty="0"/>
              <a:t>元</a:t>
            </a:r>
            <a:endParaRPr lang="en-US" altLang="zh-CN" sz="1000" b="0" dirty="0"/>
          </a:p>
        </p:txBody>
      </p:sp>
      <p:cxnSp>
        <p:nvCxnSpPr>
          <p:cNvPr id="130" name="直接连接符 129">
            <a:extLst>
              <a:ext uri="{FF2B5EF4-FFF2-40B4-BE49-F238E27FC236}">
                <a16:creationId xmlns:a16="http://schemas.microsoft.com/office/drawing/2014/main" id="{AD9465FA-9515-4E18-AFBC-E684EA9EE8A3}"/>
              </a:ext>
            </a:extLst>
          </p:cNvPr>
          <p:cNvCxnSpPr>
            <a:cxnSpLocks/>
          </p:cNvCxnSpPr>
          <p:nvPr/>
        </p:nvCxnSpPr>
        <p:spPr>
          <a:xfrm>
            <a:off x="7130239" y="5070374"/>
            <a:ext cx="233307"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5" name="文本框 134">
            <a:extLst>
              <a:ext uri="{FF2B5EF4-FFF2-40B4-BE49-F238E27FC236}">
                <a16:creationId xmlns:a16="http://schemas.microsoft.com/office/drawing/2014/main" id="{344DA240-E4E7-424C-8E79-9B08090ACB5A}"/>
              </a:ext>
            </a:extLst>
          </p:cNvPr>
          <p:cNvSpPr txBox="1"/>
          <p:nvPr/>
        </p:nvSpPr>
        <p:spPr>
          <a:xfrm>
            <a:off x="7976419" y="3891135"/>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24</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22</a:t>
            </a:r>
            <a:r>
              <a:rPr lang="zh-CN" altLang="en-US" sz="1000" b="0" dirty="0"/>
              <a:t>元</a:t>
            </a:r>
            <a:endParaRPr lang="en-US" altLang="zh-CN" sz="1000" b="0" dirty="0"/>
          </a:p>
        </p:txBody>
      </p:sp>
      <p:cxnSp>
        <p:nvCxnSpPr>
          <p:cNvPr id="136" name="直接连接符 135">
            <a:extLst>
              <a:ext uri="{FF2B5EF4-FFF2-40B4-BE49-F238E27FC236}">
                <a16:creationId xmlns:a16="http://schemas.microsoft.com/office/drawing/2014/main" id="{0686C081-1F1E-4133-A1DC-DD82387496AE}"/>
              </a:ext>
            </a:extLst>
          </p:cNvPr>
          <p:cNvCxnSpPr>
            <a:cxnSpLocks/>
          </p:cNvCxnSpPr>
          <p:nvPr/>
        </p:nvCxnSpPr>
        <p:spPr>
          <a:xfrm>
            <a:off x="7130239" y="5097044"/>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5F415FAA-147F-4252-B6F3-A94E91B4EF4A}"/>
              </a:ext>
            </a:extLst>
          </p:cNvPr>
          <p:cNvCxnSpPr>
            <a:cxnSpLocks/>
          </p:cNvCxnSpPr>
          <p:nvPr/>
        </p:nvCxnSpPr>
        <p:spPr>
          <a:xfrm flipH="1" flipV="1">
            <a:off x="7769919" y="1451058"/>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C25CDD6-A680-4273-9FCD-16399F64EFF8}"/>
              </a:ext>
            </a:extLst>
          </p:cNvPr>
          <p:cNvCxnSpPr>
            <a:cxnSpLocks/>
          </p:cNvCxnSpPr>
          <p:nvPr/>
        </p:nvCxnSpPr>
        <p:spPr>
          <a:xfrm flipH="1">
            <a:off x="7769919" y="1455628"/>
            <a:ext cx="373790" cy="457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E597CA8-942F-4E51-81DC-F5C4BA25C368}"/>
              </a:ext>
            </a:extLst>
          </p:cNvPr>
          <p:cNvCxnSpPr>
            <a:cxnSpLocks/>
          </p:cNvCxnSpPr>
          <p:nvPr/>
        </p:nvCxnSpPr>
        <p:spPr>
          <a:xfrm flipH="1" flipV="1">
            <a:off x="7328010" y="1763080"/>
            <a:ext cx="41061" cy="3307294"/>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20E94CB-DD03-4B9D-97DB-BA9B0F8E276B}"/>
              </a:ext>
            </a:extLst>
          </p:cNvPr>
          <p:cNvCxnSpPr>
            <a:cxnSpLocks/>
          </p:cNvCxnSpPr>
          <p:nvPr/>
        </p:nvCxnSpPr>
        <p:spPr>
          <a:xfrm>
            <a:off x="7331358" y="1399364"/>
            <a:ext cx="347" cy="342321"/>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F9FF11C2-A82E-4EEB-9B80-0057D1411863}"/>
              </a:ext>
            </a:extLst>
          </p:cNvPr>
          <p:cNvSpPr/>
          <p:nvPr/>
        </p:nvSpPr>
        <p:spPr>
          <a:xfrm>
            <a:off x="7310343" y="171503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CB35396A-FB67-44F4-BC2D-62EE9AB961C6}"/>
              </a:ext>
            </a:extLst>
          </p:cNvPr>
          <p:cNvCxnSpPr>
            <a:cxnSpLocks/>
          </p:cNvCxnSpPr>
          <p:nvPr/>
        </p:nvCxnSpPr>
        <p:spPr>
          <a:xfrm>
            <a:off x="7329451" y="1404456"/>
            <a:ext cx="786171" cy="0"/>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39" name="椭圆 138">
            <a:extLst>
              <a:ext uri="{FF2B5EF4-FFF2-40B4-BE49-F238E27FC236}">
                <a16:creationId xmlns:a16="http://schemas.microsoft.com/office/drawing/2014/main" id="{81E61676-5481-49BF-833A-3445830B0FAA}"/>
              </a:ext>
            </a:extLst>
          </p:cNvPr>
          <p:cNvSpPr/>
          <p:nvPr/>
        </p:nvSpPr>
        <p:spPr>
          <a:xfrm>
            <a:off x="8090196" y="1395812"/>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33" name="文本框 132">
            <a:extLst>
              <a:ext uri="{FF2B5EF4-FFF2-40B4-BE49-F238E27FC236}">
                <a16:creationId xmlns:a16="http://schemas.microsoft.com/office/drawing/2014/main" id="{40E38CB7-4C0D-4A2B-B0A6-CE734CFEED1C}"/>
              </a:ext>
            </a:extLst>
          </p:cNvPr>
          <p:cNvSpPr txBox="1"/>
          <p:nvPr/>
        </p:nvSpPr>
        <p:spPr>
          <a:xfrm>
            <a:off x="7976419" y="2028708"/>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22</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50" name="文本框 49">
            <a:extLst>
              <a:ext uri="{FF2B5EF4-FFF2-40B4-BE49-F238E27FC236}">
                <a16:creationId xmlns:a16="http://schemas.microsoft.com/office/drawing/2014/main" id="{66847DD7-8192-42CC-8653-B15DEB1CDDF1}"/>
              </a:ext>
            </a:extLst>
          </p:cNvPr>
          <p:cNvSpPr txBox="1"/>
          <p:nvPr/>
        </p:nvSpPr>
        <p:spPr>
          <a:xfrm>
            <a:off x="391471" y="2697488"/>
            <a:ext cx="1476751"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41</a:t>
            </a:r>
            <a:r>
              <a:rPr lang="zh-CN" altLang="en-US" sz="1000" b="0" dirty="0"/>
              <a:t>分钟</a:t>
            </a:r>
            <a:endParaRPr lang="en-US" altLang="zh-CN" sz="1000" b="0" dirty="0"/>
          </a:p>
          <a:p>
            <a:r>
              <a:rPr lang="zh-CN" altLang="en-US" sz="1000" dirty="0"/>
              <a:t>预计等待时间：</a:t>
            </a:r>
            <a:r>
              <a:rPr lang="en-US" altLang="zh-CN" sz="1000" b="0" dirty="0"/>
              <a:t>15</a:t>
            </a:r>
            <a:r>
              <a:rPr lang="zh-CN" altLang="en-US" sz="1000" b="0" dirty="0"/>
              <a:t>分钟</a:t>
            </a:r>
            <a:endParaRPr lang="en-US" altLang="zh-CN" sz="1000" b="0" dirty="0"/>
          </a:p>
          <a:p>
            <a:r>
              <a:rPr lang="zh-CN" altLang="en-US" sz="1000" dirty="0"/>
              <a:t>步行距离：</a:t>
            </a:r>
            <a:r>
              <a:rPr lang="en-US" altLang="zh-CN" sz="1000" b="0" dirty="0"/>
              <a:t>0.4</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60</a:t>
            </a:r>
            <a:r>
              <a:rPr lang="zh-CN" altLang="en-US" sz="1000" b="0" dirty="0"/>
              <a:t>分钟</a:t>
            </a:r>
            <a:endParaRPr lang="en-US" altLang="zh-CN" sz="1000" b="0" dirty="0"/>
          </a:p>
          <a:p>
            <a:r>
              <a:rPr lang="zh-CN" altLang="en-US" sz="1000" dirty="0"/>
              <a:t>出行费用：</a:t>
            </a:r>
            <a:r>
              <a:rPr lang="en-US" altLang="zh-CN" sz="1000" b="0" dirty="0"/>
              <a:t>2</a:t>
            </a:r>
            <a:r>
              <a:rPr lang="zh-CN" altLang="en-US" sz="1000" b="0" dirty="0"/>
              <a:t>元</a:t>
            </a:r>
            <a:endParaRPr lang="en-US" altLang="zh-CN" sz="1000" b="0" dirty="0"/>
          </a:p>
        </p:txBody>
      </p:sp>
      <p:sp>
        <p:nvSpPr>
          <p:cNvPr id="81" name="椭圆 80">
            <a:extLst>
              <a:ext uri="{FF2B5EF4-FFF2-40B4-BE49-F238E27FC236}">
                <a16:creationId xmlns:a16="http://schemas.microsoft.com/office/drawing/2014/main" id="{F89B8A19-76DF-4F9E-8259-E3C19A136E75}"/>
              </a:ext>
            </a:extLst>
          </p:cNvPr>
          <p:cNvSpPr/>
          <p:nvPr/>
        </p:nvSpPr>
        <p:spPr>
          <a:xfrm>
            <a:off x="1781497" y="5071587"/>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C5C1BDEA-EB85-4511-87CF-27413B5710FA}"/>
              </a:ext>
            </a:extLst>
          </p:cNvPr>
          <p:cNvCxnSpPr>
            <a:cxnSpLocks/>
          </p:cNvCxnSpPr>
          <p:nvPr/>
        </p:nvCxnSpPr>
        <p:spPr>
          <a:xfrm>
            <a:off x="1858576" y="5081606"/>
            <a:ext cx="193541"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DF221A0-C7BD-4E0D-BD0A-463AB16F7196}"/>
              </a:ext>
            </a:extLst>
          </p:cNvPr>
          <p:cNvCxnSpPr>
            <a:cxnSpLocks/>
          </p:cNvCxnSpPr>
          <p:nvPr/>
        </p:nvCxnSpPr>
        <p:spPr>
          <a:xfrm flipH="1" flipV="1">
            <a:off x="2050221" y="1790698"/>
            <a:ext cx="1897" cy="329090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4B2F9A-FDF6-46F7-BE9B-1E9393CB8DB8}"/>
              </a:ext>
            </a:extLst>
          </p:cNvPr>
          <p:cNvCxnSpPr>
            <a:cxnSpLocks/>
          </p:cNvCxnSpPr>
          <p:nvPr/>
        </p:nvCxnSpPr>
        <p:spPr>
          <a:xfrm>
            <a:off x="1858576" y="5114377"/>
            <a:ext cx="64688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9A9CD55-6FDA-43DD-8B6C-EA4707A2747F}"/>
              </a:ext>
            </a:extLst>
          </p:cNvPr>
          <p:cNvCxnSpPr>
            <a:cxnSpLocks/>
          </p:cNvCxnSpPr>
          <p:nvPr/>
        </p:nvCxnSpPr>
        <p:spPr>
          <a:xfrm flipH="1" flipV="1">
            <a:off x="2465021" y="1469277"/>
            <a:ext cx="40437" cy="36451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38A44A0-B998-4CB7-A545-CA7A485AA919}"/>
              </a:ext>
            </a:extLst>
          </p:cNvPr>
          <p:cNvCxnSpPr>
            <a:cxnSpLocks/>
          </p:cNvCxnSpPr>
          <p:nvPr/>
        </p:nvCxnSpPr>
        <p:spPr>
          <a:xfrm flipH="1">
            <a:off x="2465023" y="1471816"/>
            <a:ext cx="3286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5" name="椭圆 94">
            <a:extLst>
              <a:ext uri="{FF2B5EF4-FFF2-40B4-BE49-F238E27FC236}">
                <a16:creationId xmlns:a16="http://schemas.microsoft.com/office/drawing/2014/main" id="{369A930F-ABAD-4039-B968-D504AE085F02}"/>
              </a:ext>
            </a:extLst>
          </p:cNvPr>
          <p:cNvSpPr/>
          <p:nvPr/>
        </p:nvSpPr>
        <p:spPr>
          <a:xfrm>
            <a:off x="2019883" y="502599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6" name="直接连接符 95">
            <a:extLst>
              <a:ext uri="{FF2B5EF4-FFF2-40B4-BE49-F238E27FC236}">
                <a16:creationId xmlns:a16="http://schemas.microsoft.com/office/drawing/2014/main" id="{8B1D8D97-D823-432F-9A4D-97DD9FA81ED1}"/>
              </a:ext>
            </a:extLst>
          </p:cNvPr>
          <p:cNvCxnSpPr>
            <a:cxnSpLocks/>
          </p:cNvCxnSpPr>
          <p:nvPr/>
        </p:nvCxnSpPr>
        <p:spPr>
          <a:xfrm>
            <a:off x="1858576" y="5141047"/>
            <a:ext cx="68388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CF44857-F4FC-4733-B6EB-29EC3D1000BB}"/>
              </a:ext>
            </a:extLst>
          </p:cNvPr>
          <p:cNvCxnSpPr>
            <a:cxnSpLocks/>
          </p:cNvCxnSpPr>
          <p:nvPr/>
        </p:nvCxnSpPr>
        <p:spPr>
          <a:xfrm flipH="1" flipV="1">
            <a:off x="2498256" y="1495061"/>
            <a:ext cx="38492" cy="365475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4472668-41D9-4EF5-A33B-3BDAF898FEFC}"/>
              </a:ext>
            </a:extLst>
          </p:cNvPr>
          <p:cNvCxnSpPr>
            <a:cxnSpLocks/>
          </p:cNvCxnSpPr>
          <p:nvPr/>
        </p:nvCxnSpPr>
        <p:spPr>
          <a:xfrm flipH="1">
            <a:off x="2498257" y="1504202"/>
            <a:ext cx="295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79CD6B0-A27B-4FE1-95BF-70B67A4701B1}"/>
              </a:ext>
            </a:extLst>
          </p:cNvPr>
          <p:cNvCxnSpPr>
            <a:cxnSpLocks/>
          </p:cNvCxnSpPr>
          <p:nvPr/>
        </p:nvCxnSpPr>
        <p:spPr>
          <a:xfrm>
            <a:off x="2559458" y="1443923"/>
            <a:ext cx="22973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868FD0C-59B7-4ED4-8C79-7124A463350C}"/>
              </a:ext>
            </a:extLst>
          </p:cNvPr>
          <p:cNvCxnSpPr>
            <a:cxnSpLocks/>
          </p:cNvCxnSpPr>
          <p:nvPr/>
        </p:nvCxnSpPr>
        <p:spPr>
          <a:xfrm flipH="1">
            <a:off x="2055883" y="1790698"/>
            <a:ext cx="37489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E8AAC2AD-59FB-4413-930F-F5053E771FC9}"/>
              </a:ext>
            </a:extLst>
          </p:cNvPr>
          <p:cNvCxnSpPr>
            <a:cxnSpLocks/>
          </p:cNvCxnSpPr>
          <p:nvPr/>
        </p:nvCxnSpPr>
        <p:spPr>
          <a:xfrm>
            <a:off x="2430780" y="1443923"/>
            <a:ext cx="0" cy="34677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259391D-CA85-43CA-8E4E-4903019AD314}"/>
              </a:ext>
            </a:extLst>
          </p:cNvPr>
          <p:cNvCxnSpPr>
            <a:cxnSpLocks/>
          </p:cNvCxnSpPr>
          <p:nvPr/>
        </p:nvCxnSpPr>
        <p:spPr>
          <a:xfrm>
            <a:off x="2430780" y="1443923"/>
            <a:ext cx="127635"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3A85F6E0-6448-469F-96E0-A90346E27D9B}"/>
              </a:ext>
            </a:extLst>
          </p:cNvPr>
          <p:cNvSpPr/>
          <p:nvPr/>
        </p:nvSpPr>
        <p:spPr>
          <a:xfrm>
            <a:off x="2543150" y="1405696"/>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D8A007D8-5334-4C6B-9A1D-DDF3CC453C49}"/>
              </a:ext>
            </a:extLst>
          </p:cNvPr>
          <p:cNvSpPr/>
          <p:nvPr/>
        </p:nvSpPr>
        <p:spPr>
          <a:xfrm>
            <a:off x="2767475" y="144392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51" name="文本框 50">
            <a:extLst>
              <a:ext uri="{FF2B5EF4-FFF2-40B4-BE49-F238E27FC236}">
                <a16:creationId xmlns:a16="http://schemas.microsoft.com/office/drawing/2014/main" id="{71C01716-E2A5-4C05-B52D-E254612AC421}"/>
              </a:ext>
            </a:extLst>
          </p:cNvPr>
          <p:cNvSpPr txBox="1"/>
          <p:nvPr/>
        </p:nvSpPr>
        <p:spPr>
          <a:xfrm>
            <a:off x="5165237" y="3498416"/>
            <a:ext cx="1794602"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地铁时间：</a:t>
            </a:r>
            <a:r>
              <a:rPr lang="en-US" altLang="zh-CN" sz="1000" b="0" dirty="0"/>
              <a:t>11</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2.5</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全程出行费用：</a:t>
            </a:r>
            <a:r>
              <a:rPr lang="en-US" altLang="zh-CN" sz="1000" b="0" dirty="0"/>
              <a:t>5</a:t>
            </a:r>
            <a:r>
              <a:rPr lang="zh-CN" altLang="en-US" sz="1000" b="0" dirty="0"/>
              <a:t>元</a:t>
            </a:r>
            <a:endParaRPr lang="en-US" altLang="zh-CN" sz="1000" b="0" dirty="0"/>
          </a:p>
        </p:txBody>
      </p:sp>
    </p:spTree>
    <p:extLst>
      <p:ext uri="{BB962C8B-B14F-4D97-AF65-F5344CB8AC3E}">
        <p14:creationId xmlns:p14="http://schemas.microsoft.com/office/powerpoint/2010/main" val="152046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2287"/>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8826"/>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6720"/>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25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5646"/>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3505"/>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8622"/>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8322"/>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2674"/>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8426"/>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3925"/>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6631"/>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245"/>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19417"/>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243"/>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3489"/>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19741"/>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26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648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1570"/>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0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09298"/>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19741"/>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3607"/>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5741"/>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8328"/>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1791"/>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8284"/>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193"/>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1284"/>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374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243"/>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7505"/>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5665"/>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166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5417"/>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1981"/>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37</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40</a:t>
            </a:r>
            <a:r>
              <a:rPr lang="zh-CN" altLang="en-US" sz="1000" b="0" dirty="0"/>
              <a:t>分钟</a:t>
            </a:r>
            <a:endParaRPr lang="en-US" altLang="zh-CN" sz="1000" b="0" dirty="0"/>
          </a:p>
          <a:p>
            <a:r>
              <a:rPr lang="zh-CN" altLang="en-US" sz="1000" dirty="0"/>
              <a:t>出行费用：</a:t>
            </a:r>
            <a:r>
              <a:rPr lang="en-US" altLang="zh-CN" sz="1000" b="0" dirty="0"/>
              <a:t>46</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073"/>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073"/>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41</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18</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3999295"/>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32</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25</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0633"/>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2-1</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早高峰（</a:t>
            </a:r>
            <a:r>
              <a:rPr lang="en-US" altLang="zh-CN" b="0" dirty="0"/>
              <a:t>8:00-10:00</a:t>
            </a:r>
            <a:r>
              <a:rPr lang="zh-CN" altLang="en-US" b="0" dirty="0"/>
              <a:t>）</a:t>
            </a:r>
            <a:endParaRPr lang="en-US" altLang="zh-CN" b="0" dirty="0"/>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4745"/>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085"/>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085"/>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11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6454"/>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43</a:t>
            </a:r>
            <a:r>
              <a:rPr lang="zh-CN" altLang="en-US" sz="1000" b="0" dirty="0"/>
              <a:t>分钟</a:t>
            </a:r>
            <a:endParaRPr lang="en-US" altLang="zh-CN" sz="1000" b="0" dirty="0"/>
          </a:p>
          <a:p>
            <a:r>
              <a:rPr lang="zh-CN" altLang="en-US" sz="1000" dirty="0"/>
              <a:t>全程出行费用：</a:t>
            </a:r>
            <a:r>
              <a:rPr lang="en-US" altLang="zh-CN" sz="1000" b="0" dirty="0"/>
              <a:t>7.5</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215"/>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15</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29</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115"/>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9</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8</a:t>
            </a:r>
            <a:r>
              <a:rPr lang="zh-CN" altLang="en-US" sz="1000" b="0" dirty="0"/>
              <a:t>元</a:t>
            </a:r>
            <a:endParaRPr lang="en-US" altLang="zh-CN" sz="1000" b="0" dirty="0"/>
          </a:p>
        </p:txBody>
      </p:sp>
    </p:spTree>
    <p:extLst>
      <p:ext uri="{BB962C8B-B14F-4D97-AF65-F5344CB8AC3E}">
        <p14:creationId xmlns:p14="http://schemas.microsoft.com/office/powerpoint/2010/main" val="2379760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33</a:t>
            </a:r>
            <a:r>
              <a:rPr lang="zh-CN" altLang="en-US" sz="1000" b="0" dirty="0"/>
              <a:t>分钟</a:t>
            </a:r>
            <a:endParaRPr lang="en-US" altLang="zh-CN" sz="1000" b="0" dirty="0"/>
          </a:p>
          <a:p>
            <a:r>
              <a:rPr lang="zh-CN" altLang="en-US" sz="1000" dirty="0"/>
              <a:t>出行费用：</a:t>
            </a:r>
            <a:r>
              <a:rPr lang="en-US" altLang="zh-CN" sz="1000" b="0" dirty="0"/>
              <a:t>39</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28</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16</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14</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39</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18</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2-2</a:t>
            </a:r>
          </a:p>
          <a:p>
            <a:pPr>
              <a:lnSpc>
                <a:spcPct val="150000"/>
              </a:lnSpc>
            </a:pPr>
            <a:r>
              <a:rPr lang="zh-CN" altLang="en-US" dirty="0"/>
              <a:t>出行目的：</a:t>
            </a:r>
            <a:r>
              <a:rPr lang="zh-CN" altLang="zh-CN" b="0" kern="0" dirty="0">
                <a:solidFill>
                  <a:srgbClr val="000000"/>
                </a:solidFill>
                <a:ea typeface="宋体" panose="02010600030101010101" pitchFamily="2" charset="-122"/>
                <a:cs typeface="Times New Roman" panose="02020603050405020304" pitchFamily="18" charset="0"/>
              </a:rPr>
              <a:t>通勤出行（上下班、上下学）</a:t>
            </a:r>
            <a:endParaRPr lang="en-US" altLang="zh-CN" b="0" kern="0" dirty="0">
              <a:solidFill>
                <a:srgbClr val="000000"/>
              </a:solidFill>
              <a:ea typeface="宋体" panose="02010600030101010101" pitchFamily="2" charset="-122"/>
              <a:cs typeface="Times New Roman" panose="02020603050405020304" pitchFamily="18" charset="0"/>
            </a:endParaRPr>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40</a:t>
            </a:r>
            <a:r>
              <a:rPr lang="zh-CN" altLang="en-US" sz="1000" b="0" dirty="0"/>
              <a:t>分钟</a:t>
            </a:r>
            <a:endParaRPr lang="en-US" altLang="zh-CN" sz="1000" b="0" dirty="0"/>
          </a:p>
          <a:p>
            <a:r>
              <a:rPr lang="zh-CN" altLang="en-US" sz="1000" dirty="0"/>
              <a:t>全程出行费用：</a:t>
            </a:r>
            <a:r>
              <a:rPr lang="en-US" altLang="zh-CN" sz="1000" b="0" dirty="0"/>
              <a:t>8.3</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24</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6</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47</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9</a:t>
            </a:r>
            <a:r>
              <a:rPr lang="zh-CN" altLang="en-US" sz="1000" b="0" dirty="0"/>
              <a:t>元</a:t>
            </a:r>
            <a:endParaRPr lang="en-US" altLang="zh-CN" sz="1000" b="0" dirty="0"/>
          </a:p>
        </p:txBody>
      </p:sp>
    </p:spTree>
    <p:extLst>
      <p:ext uri="{BB962C8B-B14F-4D97-AF65-F5344CB8AC3E}">
        <p14:creationId xmlns:p14="http://schemas.microsoft.com/office/powerpoint/2010/main" val="44307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38</a:t>
            </a:r>
            <a:r>
              <a:rPr lang="zh-CN" altLang="en-US" sz="1000" b="0" dirty="0"/>
              <a:t>分钟</a:t>
            </a:r>
            <a:endParaRPr lang="en-US" altLang="zh-CN" sz="1000" b="0" dirty="0"/>
          </a:p>
          <a:p>
            <a:r>
              <a:rPr lang="zh-CN" altLang="en-US" sz="1000" dirty="0"/>
              <a:t>出行费用：</a:t>
            </a:r>
            <a:r>
              <a:rPr lang="en-US" altLang="zh-CN" sz="1000" b="0" dirty="0"/>
              <a:t>45</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35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18</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18</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36</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25</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2-3</a:t>
            </a:r>
          </a:p>
          <a:p>
            <a:pPr>
              <a:lnSpc>
                <a:spcPct val="150000"/>
              </a:lnSpc>
            </a:pPr>
            <a:r>
              <a:rPr lang="zh-CN" altLang="en-US" dirty="0"/>
              <a:t>出行目的：</a:t>
            </a:r>
            <a:r>
              <a:rPr lang="zh-CN" altLang="zh-CN" b="0" kern="0" dirty="0">
                <a:solidFill>
                  <a:srgbClr val="000000"/>
                </a:solidFill>
                <a:ea typeface="宋体" panose="02010600030101010101" pitchFamily="2" charset="-122"/>
                <a:cs typeface="Times New Roman" panose="02020603050405020304" pitchFamily="18" charset="0"/>
              </a:rPr>
              <a:t>通勤出行（上下班、上下学）</a:t>
            </a:r>
            <a:endParaRPr lang="en-US" altLang="zh-CN" b="0" kern="0" dirty="0">
              <a:solidFill>
                <a:srgbClr val="000000"/>
              </a:solidFill>
              <a:ea typeface="宋体" panose="02010600030101010101" pitchFamily="2" charset="-122"/>
              <a:cs typeface="Times New Roman" panose="02020603050405020304" pitchFamily="18" charset="0"/>
            </a:endParaRP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43</a:t>
            </a:r>
            <a:r>
              <a:rPr lang="zh-CN" altLang="en-US" sz="1000" b="0" dirty="0"/>
              <a:t>分钟</a:t>
            </a:r>
            <a:endParaRPr lang="en-US" altLang="zh-CN" sz="1000" b="0" dirty="0"/>
          </a:p>
          <a:p>
            <a:r>
              <a:rPr lang="zh-CN" altLang="en-US" sz="1000" dirty="0"/>
              <a:t>全程出行费用：</a:t>
            </a:r>
            <a:r>
              <a:rPr lang="en-US" altLang="zh-CN" sz="1000" b="0" dirty="0"/>
              <a:t>6</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15</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29</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9</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6</a:t>
            </a:r>
            <a:r>
              <a:rPr lang="zh-CN" altLang="en-US" sz="1000" b="0" dirty="0"/>
              <a:t>元</a:t>
            </a:r>
            <a:endParaRPr lang="en-US" altLang="zh-CN" sz="1000" b="0" dirty="0"/>
          </a:p>
        </p:txBody>
      </p:sp>
    </p:spTree>
    <p:extLst>
      <p:ext uri="{BB962C8B-B14F-4D97-AF65-F5344CB8AC3E}">
        <p14:creationId xmlns:p14="http://schemas.microsoft.com/office/powerpoint/2010/main" val="2265232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45</a:t>
            </a:r>
            <a:r>
              <a:rPr lang="zh-CN" altLang="en-US" sz="1000" b="0" dirty="0"/>
              <a:t>分钟</a:t>
            </a:r>
            <a:endParaRPr lang="en-US" altLang="zh-CN" sz="1000" b="0" dirty="0"/>
          </a:p>
          <a:p>
            <a:r>
              <a:rPr lang="zh-CN" altLang="en-US" sz="1000" dirty="0"/>
              <a:t>出行费用：</a:t>
            </a:r>
            <a:r>
              <a:rPr lang="en-US" altLang="zh-CN" sz="1000" b="0" dirty="0"/>
              <a:t>45</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42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27</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18</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25</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2-4</a:t>
            </a:r>
          </a:p>
          <a:p>
            <a:pPr>
              <a:lnSpc>
                <a:spcPct val="150000"/>
              </a:lnSpc>
            </a:pPr>
            <a:r>
              <a:rPr lang="zh-CN" altLang="en-US" dirty="0"/>
              <a:t>出行目的：</a:t>
            </a:r>
            <a:r>
              <a:rPr lang="zh-CN" altLang="en-US" b="0" kern="0" dirty="0">
                <a:solidFill>
                  <a:srgbClr val="000000"/>
                </a:solidFill>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38</a:t>
            </a:r>
            <a:r>
              <a:rPr lang="zh-CN" altLang="en-US" sz="1000" b="0" dirty="0"/>
              <a:t>分钟</a:t>
            </a:r>
            <a:endParaRPr lang="en-US" altLang="zh-CN" sz="1000" b="0" dirty="0"/>
          </a:p>
          <a:p>
            <a:r>
              <a:rPr lang="zh-CN" altLang="en-US" sz="1000" dirty="0"/>
              <a:t>全程出行费用：</a:t>
            </a:r>
            <a:r>
              <a:rPr lang="en-US" altLang="zh-CN" sz="1000" b="0" dirty="0"/>
              <a:t>7.5</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19</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44</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8</a:t>
            </a:r>
            <a:r>
              <a:rPr lang="zh-CN" altLang="en-US" sz="1000" b="0" dirty="0"/>
              <a:t>元</a:t>
            </a:r>
            <a:endParaRPr lang="en-US" altLang="zh-CN" sz="1000" b="0" dirty="0"/>
          </a:p>
        </p:txBody>
      </p:sp>
    </p:spTree>
    <p:extLst>
      <p:ext uri="{BB962C8B-B14F-4D97-AF65-F5344CB8AC3E}">
        <p14:creationId xmlns:p14="http://schemas.microsoft.com/office/powerpoint/2010/main" val="4132549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45</a:t>
            </a:r>
            <a:r>
              <a:rPr lang="zh-CN" altLang="en-US" sz="1000" b="0" dirty="0"/>
              <a:t>分钟</a:t>
            </a:r>
            <a:endParaRPr lang="en-US" altLang="zh-CN" sz="1000" b="0" dirty="0"/>
          </a:p>
          <a:p>
            <a:r>
              <a:rPr lang="zh-CN" altLang="en-US" sz="1000" dirty="0"/>
              <a:t>出行费用：</a:t>
            </a:r>
            <a:r>
              <a:rPr lang="en-US" altLang="zh-CN" sz="1000" b="0" dirty="0"/>
              <a:t>45</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42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27</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18</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25</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2-5</a:t>
            </a:r>
          </a:p>
          <a:p>
            <a:pPr>
              <a:lnSpc>
                <a:spcPct val="150000"/>
              </a:lnSpc>
            </a:pPr>
            <a:r>
              <a:rPr lang="zh-CN" altLang="en-US" dirty="0"/>
              <a:t>出行目的：</a:t>
            </a:r>
            <a:r>
              <a:rPr lang="zh-CN" altLang="en-US" b="0" kern="0" dirty="0">
                <a:solidFill>
                  <a:srgbClr val="000000"/>
                </a:solidFill>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夜间（</a:t>
            </a:r>
            <a:r>
              <a:rPr lang="en-US" altLang="zh-CN" b="0" dirty="0"/>
              <a:t>23:00</a:t>
            </a:r>
            <a:r>
              <a:rPr lang="zh-CN" altLang="en-US" b="0" dirty="0"/>
              <a:t>以后）</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01697" y="2556105"/>
            <a:ext cx="1908253" cy="70788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不在运营时间内！</a:t>
            </a:r>
            <a:endParaRPr lang="en-US" altLang="zh-CN" sz="1000" b="0" dirty="0">
              <a:latin typeface="新宋体" panose="02010609030101010101" pitchFamily="49" charset="-122"/>
              <a:ea typeface="新宋体" panose="02010609030101010101" pitchFamily="49" charset="-122"/>
            </a:endParaRPr>
          </a:p>
        </p:txBody>
      </p:sp>
      <p:sp>
        <p:nvSpPr>
          <p:cNvPr id="61" name="文本框 60">
            <a:extLst>
              <a:ext uri="{FF2B5EF4-FFF2-40B4-BE49-F238E27FC236}">
                <a16:creationId xmlns:a16="http://schemas.microsoft.com/office/drawing/2014/main" id="{A6FD4D9C-6308-43C3-82F7-DB169E86CA85}"/>
              </a:ext>
            </a:extLst>
          </p:cNvPr>
          <p:cNvSpPr txBox="1"/>
          <p:nvPr/>
        </p:nvSpPr>
        <p:spPr>
          <a:xfrm>
            <a:off x="1757780" y="2442861"/>
            <a:ext cx="1987524" cy="707886"/>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不在运营时间内！</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509657" y="2572091"/>
            <a:ext cx="1607294" cy="707886"/>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endParaRPr lang="en-US" altLang="zh-CN" sz="1000" dirty="0">
              <a:solidFill>
                <a:schemeClr val="accent6"/>
              </a:solidFill>
            </a:endParaRPr>
          </a:p>
          <a:p>
            <a:r>
              <a:rPr lang="zh-CN" altLang="en-US" sz="1000" dirty="0"/>
              <a:t>不在运营时间内！</a:t>
            </a:r>
            <a:endParaRPr lang="en-US" altLang="zh-CN" sz="1000" b="0" dirty="0">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3244737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26</a:t>
            </a:r>
            <a:r>
              <a:rPr lang="zh-CN" altLang="en-US" sz="1000" b="0" dirty="0"/>
              <a:t>分钟</a:t>
            </a:r>
            <a:endParaRPr lang="en-US" altLang="zh-CN" sz="1000" b="0" dirty="0"/>
          </a:p>
          <a:p>
            <a:r>
              <a:rPr lang="zh-CN" altLang="en-US" sz="1000" dirty="0"/>
              <a:t>出行费用：</a:t>
            </a:r>
            <a:r>
              <a:rPr lang="en-US" altLang="zh-CN" sz="1000" b="0" dirty="0"/>
              <a:t>39</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23</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31</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14</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32</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18</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2-6</a:t>
            </a:r>
          </a:p>
          <a:p>
            <a:pPr>
              <a:lnSpc>
                <a:spcPct val="150000"/>
              </a:lnSpc>
            </a:pPr>
            <a:r>
              <a:rPr lang="zh-CN" altLang="en-US" dirty="0"/>
              <a:t>出行目的：</a:t>
            </a:r>
            <a:r>
              <a:rPr lang="zh-CN" altLang="en-US" b="0" kern="0" dirty="0">
                <a:solidFill>
                  <a:srgbClr val="000000"/>
                </a:solidFill>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40</a:t>
            </a:r>
            <a:r>
              <a:rPr lang="zh-CN" altLang="en-US" sz="1000" b="0" dirty="0"/>
              <a:t>分钟</a:t>
            </a:r>
            <a:endParaRPr lang="en-US" altLang="zh-CN" sz="1000" b="0" dirty="0"/>
          </a:p>
          <a:p>
            <a:r>
              <a:rPr lang="zh-CN" altLang="en-US" sz="1000" dirty="0"/>
              <a:t>全程出行费用：</a:t>
            </a:r>
            <a:r>
              <a:rPr lang="en-US" altLang="zh-CN" sz="1000" b="0" dirty="0"/>
              <a:t>6</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24</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6</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47</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6</a:t>
            </a:r>
            <a:r>
              <a:rPr lang="zh-CN" altLang="en-US" sz="1000" b="0" dirty="0"/>
              <a:t>元</a:t>
            </a:r>
            <a:endParaRPr lang="en-US" altLang="zh-CN" sz="1000" b="0" dirty="0"/>
          </a:p>
        </p:txBody>
      </p:sp>
    </p:spTree>
    <p:extLst>
      <p:ext uri="{BB962C8B-B14F-4D97-AF65-F5344CB8AC3E}">
        <p14:creationId xmlns:p14="http://schemas.microsoft.com/office/powerpoint/2010/main" val="2021041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28</a:t>
            </a:r>
            <a:r>
              <a:rPr lang="zh-CN" altLang="en-US" sz="1000" b="0" dirty="0"/>
              <a:t>分钟</a:t>
            </a:r>
            <a:endParaRPr lang="en-US" altLang="zh-CN" sz="1000" b="0" dirty="0"/>
          </a:p>
          <a:p>
            <a:r>
              <a:rPr lang="zh-CN" altLang="en-US" sz="1000" dirty="0"/>
              <a:t>出行费用：</a:t>
            </a:r>
            <a:r>
              <a:rPr lang="en-US" altLang="zh-CN" sz="1000" b="0" dirty="0"/>
              <a:t>39</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28</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31</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14</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34</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18</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2-7</a:t>
            </a:r>
          </a:p>
          <a:p>
            <a:pPr>
              <a:lnSpc>
                <a:spcPct val="150000"/>
              </a:lnSpc>
            </a:pPr>
            <a:r>
              <a:rPr lang="zh-CN" altLang="en-US" dirty="0"/>
              <a:t>出行目的：</a:t>
            </a:r>
            <a:r>
              <a:rPr lang="zh-CN" altLang="en-US" b="0" kern="0" dirty="0">
                <a:solidFill>
                  <a:srgbClr val="000000"/>
                </a:solidFill>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43</a:t>
            </a:r>
            <a:r>
              <a:rPr lang="zh-CN" altLang="en-US" sz="1000" b="0" dirty="0"/>
              <a:t>分钟</a:t>
            </a:r>
            <a:endParaRPr lang="en-US" altLang="zh-CN" sz="1000" b="0" dirty="0"/>
          </a:p>
          <a:p>
            <a:r>
              <a:rPr lang="zh-CN" altLang="en-US" sz="1000" dirty="0"/>
              <a:t>全程出行费用：</a:t>
            </a:r>
            <a:r>
              <a:rPr lang="en-US" altLang="zh-CN" sz="1000" b="0" dirty="0"/>
              <a:t>7.5</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15</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29</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9</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8</a:t>
            </a:r>
            <a:r>
              <a:rPr lang="zh-CN" altLang="en-US" sz="1000" b="0" dirty="0"/>
              <a:t>元</a:t>
            </a:r>
            <a:endParaRPr lang="en-US" altLang="zh-CN" sz="1000" b="0" dirty="0"/>
          </a:p>
        </p:txBody>
      </p:sp>
    </p:spTree>
    <p:extLst>
      <p:ext uri="{BB962C8B-B14F-4D97-AF65-F5344CB8AC3E}">
        <p14:creationId xmlns:p14="http://schemas.microsoft.com/office/powerpoint/2010/main" val="3410445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AD05449-A6E2-4EF2-8D6B-411B105ED5AE}"/>
              </a:ext>
            </a:extLst>
          </p:cNvPr>
          <p:cNvSpPr txBox="1"/>
          <p:nvPr/>
        </p:nvSpPr>
        <p:spPr>
          <a:xfrm>
            <a:off x="527092" y="244300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0" name="直接连接符 9">
            <a:extLst>
              <a:ext uri="{FF2B5EF4-FFF2-40B4-BE49-F238E27FC236}">
                <a16:creationId xmlns:a16="http://schemas.microsoft.com/office/drawing/2014/main" id="{FE1229D0-33AE-452A-96B8-4AD91A07A8D8}"/>
              </a:ext>
            </a:extLst>
          </p:cNvPr>
          <p:cNvCxnSpPr>
            <a:cxnSpLocks/>
            <a:stCxn id="52" idx="0"/>
          </p:cNvCxnSpPr>
          <p:nvPr/>
        </p:nvCxnSpPr>
        <p:spPr>
          <a:xfrm flipH="1" flipV="1">
            <a:off x="5053590" y="3329542"/>
            <a:ext cx="6440" cy="10646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7D20C79-13BF-4802-82EE-C440F77123B8}"/>
              </a:ext>
            </a:extLst>
          </p:cNvPr>
          <p:cNvCxnSpPr>
            <a:cxnSpLocks/>
          </p:cNvCxnSpPr>
          <p:nvPr/>
        </p:nvCxnSpPr>
        <p:spPr>
          <a:xfrm flipH="1">
            <a:off x="4800440" y="4817436"/>
            <a:ext cx="25959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CF21405-785F-40F2-9690-8251D1F8AB2F}"/>
              </a:ext>
            </a:extLst>
          </p:cNvPr>
          <p:cNvSpPr txBox="1"/>
          <p:nvPr/>
        </p:nvSpPr>
        <p:spPr>
          <a:xfrm>
            <a:off x="4601774" y="485997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38" name="直接连接符 37">
            <a:extLst>
              <a:ext uri="{FF2B5EF4-FFF2-40B4-BE49-F238E27FC236}">
                <a16:creationId xmlns:a16="http://schemas.microsoft.com/office/drawing/2014/main" id="{110DE3C2-A436-4D56-9405-AF598A5BD50F}"/>
              </a:ext>
            </a:extLst>
          </p:cNvPr>
          <p:cNvCxnSpPr>
            <a:cxnSpLocks/>
          </p:cNvCxnSpPr>
          <p:nvPr/>
        </p:nvCxnSpPr>
        <p:spPr>
          <a:xfrm flipV="1">
            <a:off x="1062238" y="3326362"/>
            <a:ext cx="3997792" cy="12998"/>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9F8E9849-1E62-4013-AB01-BA147BE36A23}"/>
              </a:ext>
            </a:extLst>
          </p:cNvPr>
          <p:cNvSpPr/>
          <p:nvPr/>
        </p:nvSpPr>
        <p:spPr>
          <a:xfrm>
            <a:off x="5033030" y="439422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A33095B9-24AE-43F5-9BF6-F7D3AD7F7914}"/>
              </a:ext>
            </a:extLst>
          </p:cNvPr>
          <p:cNvCxnSpPr>
            <a:cxnSpLocks/>
          </p:cNvCxnSpPr>
          <p:nvPr/>
        </p:nvCxnSpPr>
        <p:spPr>
          <a:xfrm flipH="1" flipV="1">
            <a:off x="4797406" y="3849338"/>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9C53261-41A7-467A-ADCE-D2C574D3918D}"/>
              </a:ext>
            </a:extLst>
          </p:cNvPr>
          <p:cNvCxnSpPr>
            <a:cxnSpLocks/>
          </p:cNvCxnSpPr>
          <p:nvPr/>
        </p:nvCxnSpPr>
        <p:spPr>
          <a:xfrm flipH="1">
            <a:off x="749168" y="3849038"/>
            <a:ext cx="405127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1A2F1F2-3BE4-4319-8D51-0A844AA69871}"/>
              </a:ext>
            </a:extLst>
          </p:cNvPr>
          <p:cNvCxnSpPr>
            <a:cxnSpLocks/>
          </p:cNvCxnSpPr>
          <p:nvPr/>
        </p:nvCxnSpPr>
        <p:spPr>
          <a:xfrm flipH="1" flipV="1">
            <a:off x="745691" y="2743390"/>
            <a:ext cx="6955" cy="110075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F641818-B7D1-4660-AA46-3FE2945BF066}"/>
              </a:ext>
            </a:extLst>
          </p:cNvPr>
          <p:cNvCxnSpPr>
            <a:cxnSpLocks/>
          </p:cNvCxnSpPr>
          <p:nvPr/>
        </p:nvCxnSpPr>
        <p:spPr>
          <a:xfrm flipH="1">
            <a:off x="702529" y="3899142"/>
            <a:ext cx="4038431" cy="36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9D191E-8437-416B-9856-AEC52D0B3B49}"/>
              </a:ext>
            </a:extLst>
          </p:cNvPr>
          <p:cNvCxnSpPr>
            <a:cxnSpLocks/>
          </p:cNvCxnSpPr>
          <p:nvPr/>
        </p:nvCxnSpPr>
        <p:spPr>
          <a:xfrm flipH="1" flipV="1">
            <a:off x="4743904" y="3894641"/>
            <a:ext cx="6862" cy="89472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764DC0F-DBE1-4060-B541-E617BB43DF63}"/>
              </a:ext>
            </a:extLst>
          </p:cNvPr>
          <p:cNvCxnSpPr>
            <a:cxnSpLocks/>
          </p:cNvCxnSpPr>
          <p:nvPr/>
        </p:nvCxnSpPr>
        <p:spPr>
          <a:xfrm flipH="1" flipV="1">
            <a:off x="702364" y="2747347"/>
            <a:ext cx="6278" cy="116439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9974F7C0-A4BC-41F4-B8A3-845A34476286}"/>
              </a:ext>
            </a:extLst>
          </p:cNvPr>
          <p:cNvSpPr txBox="1"/>
          <p:nvPr/>
        </p:nvSpPr>
        <p:spPr>
          <a:xfrm>
            <a:off x="5675963" y="2569961"/>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14C476E-551B-40EC-9439-44625A262668}"/>
              </a:ext>
            </a:extLst>
          </p:cNvPr>
          <p:cNvCxnSpPr>
            <a:cxnSpLocks/>
            <a:stCxn id="88" idx="0"/>
            <a:endCxn id="179" idx="4"/>
          </p:cNvCxnSpPr>
          <p:nvPr/>
        </p:nvCxnSpPr>
        <p:spPr>
          <a:xfrm flipH="1" flipV="1">
            <a:off x="10503459" y="3620133"/>
            <a:ext cx="801" cy="1233216"/>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31776A8-F2FD-4357-BCE3-6B0715275CD9}"/>
              </a:ext>
            </a:extLst>
          </p:cNvPr>
          <p:cNvCxnSpPr>
            <a:cxnSpLocks/>
            <a:stCxn id="88" idx="2"/>
            <a:endCxn id="83" idx="6"/>
          </p:cNvCxnSpPr>
          <p:nvPr/>
        </p:nvCxnSpPr>
        <p:spPr>
          <a:xfrm flipH="1" flipV="1">
            <a:off x="10295666" y="4878959"/>
            <a:ext cx="181594" cy="1390"/>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512FA4D-B8B6-4BEA-999C-AAA7BD83F950}"/>
              </a:ext>
            </a:extLst>
          </p:cNvPr>
          <p:cNvCxnSpPr>
            <a:cxnSpLocks/>
            <a:stCxn id="90" idx="6"/>
            <a:endCxn id="89" idx="2"/>
          </p:cNvCxnSpPr>
          <p:nvPr/>
        </p:nvCxnSpPr>
        <p:spPr>
          <a:xfrm>
            <a:off x="6279558" y="3364205"/>
            <a:ext cx="4196901" cy="15176"/>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14D83E6-3AF9-434D-8C65-B03A355B78FC}"/>
              </a:ext>
            </a:extLst>
          </p:cNvPr>
          <p:cNvCxnSpPr>
            <a:cxnSpLocks/>
            <a:stCxn id="90" idx="0"/>
            <a:endCxn id="87" idx="6"/>
          </p:cNvCxnSpPr>
          <p:nvPr/>
        </p:nvCxnSpPr>
        <p:spPr>
          <a:xfrm flipH="1" flipV="1">
            <a:off x="6244201" y="2820457"/>
            <a:ext cx="8357" cy="516748"/>
          </a:xfrm>
          <a:prstGeom prst="line">
            <a:avLst/>
          </a:prstGeom>
          <a:ln w="19050" cmpd="dbl">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5EE0C992-8C7D-44A7-863F-4DF1BD45E3F4}"/>
              </a:ext>
            </a:extLst>
          </p:cNvPr>
          <p:cNvSpPr/>
          <p:nvPr/>
        </p:nvSpPr>
        <p:spPr>
          <a:xfrm>
            <a:off x="10477260" y="4853349"/>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AF52C901-45F0-4A06-8AA9-FC22B17A6825}"/>
              </a:ext>
            </a:extLst>
          </p:cNvPr>
          <p:cNvSpPr/>
          <p:nvPr/>
        </p:nvSpPr>
        <p:spPr>
          <a:xfrm>
            <a:off x="6225558" y="3337205"/>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CD1219AD-C597-4A4A-9894-9483BCEE5BB5}"/>
              </a:ext>
            </a:extLst>
          </p:cNvPr>
          <p:cNvCxnSpPr>
            <a:cxnSpLocks/>
          </p:cNvCxnSpPr>
          <p:nvPr/>
        </p:nvCxnSpPr>
        <p:spPr>
          <a:xfrm flipH="1" flipV="1">
            <a:off x="10234756" y="3922286"/>
            <a:ext cx="6067" cy="96839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1931BD1C-C56F-44AB-A520-CF0AF3004602}"/>
              </a:ext>
            </a:extLst>
          </p:cNvPr>
          <p:cNvSpPr txBox="1"/>
          <p:nvPr/>
        </p:nvSpPr>
        <p:spPr>
          <a:xfrm>
            <a:off x="10037466" y="495073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92" name="直接连接符 91">
            <a:extLst>
              <a:ext uri="{FF2B5EF4-FFF2-40B4-BE49-F238E27FC236}">
                <a16:creationId xmlns:a16="http://schemas.microsoft.com/office/drawing/2014/main" id="{AC9F6E13-3850-4E23-A95F-DA30E2CAF6F3}"/>
              </a:ext>
            </a:extLst>
          </p:cNvPr>
          <p:cNvCxnSpPr>
            <a:cxnSpLocks/>
          </p:cNvCxnSpPr>
          <p:nvPr/>
        </p:nvCxnSpPr>
        <p:spPr>
          <a:xfrm flipH="1" flipV="1">
            <a:off x="6165681" y="3910014"/>
            <a:ext cx="4073250" cy="127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3AB7523B-E386-4952-A4ED-F8DB6151690C}"/>
              </a:ext>
            </a:extLst>
          </p:cNvPr>
          <p:cNvCxnSpPr>
            <a:cxnSpLocks/>
            <a:endCxn id="87" idx="2"/>
          </p:cNvCxnSpPr>
          <p:nvPr/>
        </p:nvCxnSpPr>
        <p:spPr>
          <a:xfrm flipV="1">
            <a:off x="6165681" y="2820457"/>
            <a:ext cx="6520" cy="1089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DCBD1C6-5797-46B9-991D-9379890E4930}"/>
              </a:ext>
            </a:extLst>
          </p:cNvPr>
          <p:cNvCxnSpPr>
            <a:cxnSpLocks/>
          </p:cNvCxnSpPr>
          <p:nvPr/>
        </p:nvCxnSpPr>
        <p:spPr>
          <a:xfrm>
            <a:off x="10266677" y="3924323"/>
            <a:ext cx="6683" cy="948184"/>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495B156-E26B-4272-A6BD-2CC3E8269B4E}"/>
              </a:ext>
            </a:extLst>
          </p:cNvPr>
          <p:cNvCxnSpPr>
            <a:cxnSpLocks/>
            <a:stCxn id="87" idx="4"/>
            <a:endCxn id="139" idx="0"/>
          </p:cNvCxnSpPr>
          <p:nvPr/>
        </p:nvCxnSpPr>
        <p:spPr>
          <a:xfrm flipH="1">
            <a:off x="6207670" y="2856457"/>
            <a:ext cx="531" cy="545543"/>
          </a:xfrm>
          <a:prstGeom prst="line">
            <a:avLst/>
          </a:prstGeom>
          <a:ln w="12700" cmpd="sng">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A7845375-0DBE-4093-B611-BBDE3D70A3ED}"/>
              </a:ext>
            </a:extLst>
          </p:cNvPr>
          <p:cNvCxnSpPr>
            <a:cxnSpLocks/>
          </p:cNvCxnSpPr>
          <p:nvPr/>
        </p:nvCxnSpPr>
        <p:spPr>
          <a:xfrm>
            <a:off x="10394579" y="3449044"/>
            <a:ext cx="0" cy="47714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DA42AC8-A0B1-41C1-AD83-5E55DC71A44F}"/>
              </a:ext>
            </a:extLst>
          </p:cNvPr>
          <p:cNvCxnSpPr>
            <a:cxnSpLocks/>
          </p:cNvCxnSpPr>
          <p:nvPr/>
        </p:nvCxnSpPr>
        <p:spPr>
          <a:xfrm flipH="1" flipV="1">
            <a:off x="10263541" y="3922507"/>
            <a:ext cx="132184" cy="268"/>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9553271-EAD3-4123-9C20-1799DA944227}"/>
              </a:ext>
            </a:extLst>
          </p:cNvPr>
          <p:cNvCxnSpPr>
            <a:cxnSpLocks/>
            <a:stCxn id="138" idx="2"/>
            <a:endCxn id="139" idx="6"/>
          </p:cNvCxnSpPr>
          <p:nvPr/>
        </p:nvCxnSpPr>
        <p:spPr>
          <a:xfrm flipH="1" flipV="1">
            <a:off x="6234670" y="3429000"/>
            <a:ext cx="4134055" cy="3909"/>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A8A28F1A-AB39-45E9-8540-17E53D19CAB5}"/>
              </a:ext>
            </a:extLst>
          </p:cNvPr>
          <p:cNvSpPr/>
          <p:nvPr/>
        </p:nvSpPr>
        <p:spPr>
          <a:xfrm>
            <a:off x="10368725" y="3405909"/>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0568C151-86B2-4411-AA43-F9CC0E4C49E6}"/>
              </a:ext>
            </a:extLst>
          </p:cNvPr>
          <p:cNvSpPr/>
          <p:nvPr/>
        </p:nvSpPr>
        <p:spPr>
          <a:xfrm>
            <a:off x="6180670" y="3402000"/>
            <a:ext cx="54000" cy="54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DCB23FA-3737-4CD7-85B7-689F6E983444}"/>
              </a:ext>
            </a:extLst>
          </p:cNvPr>
          <p:cNvSpPr/>
          <p:nvPr/>
        </p:nvSpPr>
        <p:spPr>
          <a:xfrm>
            <a:off x="6172201" y="2784457"/>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83" name="椭圆 82">
            <a:extLst>
              <a:ext uri="{FF2B5EF4-FFF2-40B4-BE49-F238E27FC236}">
                <a16:creationId xmlns:a16="http://schemas.microsoft.com/office/drawing/2014/main" id="{18C9A173-36FE-4B7F-A571-71325101F3E9}"/>
              </a:ext>
            </a:extLst>
          </p:cNvPr>
          <p:cNvSpPr/>
          <p:nvPr/>
        </p:nvSpPr>
        <p:spPr>
          <a:xfrm>
            <a:off x="10223666" y="48429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06559C6D-A95E-4473-80F1-9BDD70875706}"/>
              </a:ext>
            </a:extLst>
          </p:cNvPr>
          <p:cNvCxnSpPr>
            <a:cxnSpLocks/>
            <a:stCxn id="52" idx="4"/>
          </p:cNvCxnSpPr>
          <p:nvPr/>
        </p:nvCxnSpPr>
        <p:spPr>
          <a:xfrm>
            <a:off x="5060030" y="4448221"/>
            <a:ext cx="6885" cy="37128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52AE1DBD-0A08-4D18-BCFC-B66AD4455E0D}"/>
              </a:ext>
            </a:extLst>
          </p:cNvPr>
          <p:cNvCxnSpPr>
            <a:cxnSpLocks/>
            <a:stCxn id="179" idx="0"/>
            <a:endCxn id="89" idx="4"/>
          </p:cNvCxnSpPr>
          <p:nvPr/>
        </p:nvCxnSpPr>
        <p:spPr>
          <a:xfrm flipV="1">
            <a:off x="10503459" y="3406381"/>
            <a:ext cx="0" cy="159752"/>
          </a:xfrm>
          <a:prstGeom prst="line">
            <a:avLst/>
          </a:prstGeom>
          <a:ln w="127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01227717-B3DC-4027-924A-E95886D81EEE}"/>
              </a:ext>
            </a:extLst>
          </p:cNvPr>
          <p:cNvSpPr/>
          <p:nvPr/>
        </p:nvSpPr>
        <p:spPr>
          <a:xfrm>
            <a:off x="10476459" y="3352381"/>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79" name="椭圆 178">
            <a:extLst>
              <a:ext uri="{FF2B5EF4-FFF2-40B4-BE49-F238E27FC236}">
                <a16:creationId xmlns:a16="http://schemas.microsoft.com/office/drawing/2014/main" id="{B95FBC11-4D33-44BF-A7BF-9631F058547E}"/>
              </a:ext>
            </a:extLst>
          </p:cNvPr>
          <p:cNvSpPr/>
          <p:nvPr/>
        </p:nvSpPr>
        <p:spPr>
          <a:xfrm>
            <a:off x="10476459" y="3566133"/>
            <a:ext cx="54000" cy="54000"/>
          </a:xfrm>
          <a:prstGeom prst="ellipse">
            <a:avLst/>
          </a:prstGeom>
          <a:solidFill>
            <a:schemeClr val="bg1"/>
          </a:solidFill>
          <a:ln>
            <a:solidFill>
              <a:schemeClr val="accent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00416C5-9311-4AF0-B9CE-2817BFE082A3}"/>
              </a:ext>
            </a:extLst>
          </p:cNvPr>
          <p:cNvSpPr txBox="1"/>
          <p:nvPr/>
        </p:nvSpPr>
        <p:spPr>
          <a:xfrm>
            <a:off x="739073" y="4022697"/>
            <a:ext cx="1650418"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37</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47</a:t>
            </a:r>
            <a:r>
              <a:rPr lang="zh-CN" altLang="en-US" sz="1000" b="0" dirty="0"/>
              <a:t>分钟</a:t>
            </a:r>
            <a:endParaRPr lang="en-US" altLang="zh-CN" sz="1000" b="0" dirty="0"/>
          </a:p>
          <a:p>
            <a:r>
              <a:rPr lang="zh-CN" altLang="en-US" sz="1000" dirty="0"/>
              <a:t>出行费用：</a:t>
            </a:r>
            <a:r>
              <a:rPr lang="en-US" altLang="zh-CN" sz="1000" b="0" dirty="0"/>
              <a:t>46</a:t>
            </a:r>
            <a:r>
              <a:rPr lang="zh-CN" altLang="en-US" sz="1000" b="0" dirty="0"/>
              <a:t>元</a:t>
            </a:r>
            <a:endParaRPr lang="en-US" altLang="zh-CN" sz="1000" b="0" dirty="0"/>
          </a:p>
        </p:txBody>
      </p:sp>
      <p:sp>
        <p:nvSpPr>
          <p:cNvPr id="60" name="文本框 59">
            <a:extLst>
              <a:ext uri="{FF2B5EF4-FFF2-40B4-BE49-F238E27FC236}">
                <a16:creationId xmlns:a16="http://schemas.microsoft.com/office/drawing/2014/main" id="{FC23E375-8F08-47A2-8426-7F2ACA61681F}"/>
              </a:ext>
            </a:extLst>
          </p:cNvPr>
          <p:cNvSpPr txBox="1"/>
          <p:nvPr/>
        </p:nvSpPr>
        <p:spPr>
          <a:xfrm>
            <a:off x="2623043" y="4030789"/>
            <a:ext cx="201354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66" name="文本框 65">
            <a:extLst>
              <a:ext uri="{FF2B5EF4-FFF2-40B4-BE49-F238E27FC236}">
                <a16:creationId xmlns:a16="http://schemas.microsoft.com/office/drawing/2014/main" id="{FE23F55C-F7C7-45C7-87DA-E5C684B7B090}"/>
              </a:ext>
            </a:extLst>
          </p:cNvPr>
          <p:cNvSpPr txBox="1"/>
          <p:nvPr/>
        </p:nvSpPr>
        <p:spPr>
          <a:xfrm>
            <a:off x="8141373" y="4030789"/>
            <a:ext cx="171732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p>
          <a:p>
            <a:r>
              <a:rPr lang="zh-CN" altLang="en-US" sz="1000" dirty="0"/>
              <a:t>出行时间：</a:t>
            </a:r>
            <a:r>
              <a:rPr lang="en-US" altLang="zh-CN" sz="1000" b="0" dirty="0"/>
              <a:t>37</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37</a:t>
            </a:r>
            <a:r>
              <a:rPr lang="zh-CN" altLang="en-US" sz="1000" b="0" dirty="0"/>
              <a:t>元</a:t>
            </a:r>
            <a:endParaRPr lang="en-US" altLang="zh-CN" sz="1000" b="0" dirty="0"/>
          </a:p>
        </p:txBody>
      </p:sp>
      <p:sp>
        <p:nvSpPr>
          <p:cNvPr id="67" name="文本框 66">
            <a:extLst>
              <a:ext uri="{FF2B5EF4-FFF2-40B4-BE49-F238E27FC236}">
                <a16:creationId xmlns:a16="http://schemas.microsoft.com/office/drawing/2014/main" id="{86C77210-7B6E-4F86-902B-899993E2B935}"/>
              </a:ext>
            </a:extLst>
          </p:cNvPr>
          <p:cNvSpPr txBox="1"/>
          <p:nvPr/>
        </p:nvSpPr>
        <p:spPr>
          <a:xfrm>
            <a:off x="6143487" y="4000011"/>
            <a:ext cx="1794602"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出租</a:t>
            </a:r>
            <a:r>
              <a:rPr lang="en-US" altLang="zh-CN" sz="1000" dirty="0"/>
              <a:t>/</a:t>
            </a:r>
            <a:r>
              <a:rPr lang="zh-CN" altLang="en-US" sz="1000" dirty="0"/>
              <a:t>网约车时间：</a:t>
            </a:r>
            <a:r>
              <a:rPr lang="en-US" altLang="zh-CN" sz="1000" b="0" dirty="0"/>
              <a:t>32</a:t>
            </a:r>
            <a:r>
              <a:rPr lang="zh-CN" altLang="en-US" sz="1000" b="0" dirty="0"/>
              <a:t>分钟</a:t>
            </a: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57</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34</a:t>
            </a:r>
            <a:r>
              <a:rPr lang="zh-CN" altLang="en-US" sz="1000" b="0" dirty="0"/>
              <a:t>元</a:t>
            </a:r>
            <a:endParaRPr lang="en-US" altLang="zh-CN" sz="1000" b="0" dirty="0"/>
          </a:p>
        </p:txBody>
      </p:sp>
      <p:sp>
        <p:nvSpPr>
          <p:cNvPr id="6" name="椭圆 5">
            <a:extLst>
              <a:ext uri="{FF2B5EF4-FFF2-40B4-BE49-F238E27FC236}">
                <a16:creationId xmlns:a16="http://schemas.microsoft.com/office/drawing/2014/main" id="{52409091-3FDF-4436-9C5F-F7989FE87B7D}"/>
              </a:ext>
            </a:extLst>
          </p:cNvPr>
          <p:cNvSpPr/>
          <p:nvPr/>
        </p:nvSpPr>
        <p:spPr>
          <a:xfrm>
            <a:off x="4738120" y="478134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2-8</a:t>
            </a:r>
          </a:p>
          <a:p>
            <a:pPr>
              <a:lnSpc>
                <a:spcPct val="150000"/>
              </a:lnSpc>
            </a:pPr>
            <a:r>
              <a:rPr lang="zh-CN" altLang="en-US" dirty="0"/>
              <a:t>出行目的：</a:t>
            </a:r>
            <a:r>
              <a:rPr lang="zh-CN" altLang="en-US" b="0" kern="0" dirty="0">
                <a:solidFill>
                  <a:srgbClr val="000000"/>
                </a:solidFill>
                <a:ea typeface="宋体" panose="02010600030101010101" pitchFamily="2" charset="-122"/>
                <a:cs typeface="Times New Roman" panose="02020603050405020304" pitchFamily="18" charset="0"/>
              </a:rPr>
              <a:t>通勤出行（上下班、上下学）</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14</a:t>
            </a:r>
            <a:r>
              <a:rPr lang="zh-CN" altLang="en-US" b="0" dirty="0"/>
              <a:t>公里</a:t>
            </a:r>
          </a:p>
        </p:txBody>
      </p:sp>
      <p:cxnSp>
        <p:nvCxnSpPr>
          <p:cNvPr id="69" name="直接连接符 68">
            <a:extLst>
              <a:ext uri="{FF2B5EF4-FFF2-40B4-BE49-F238E27FC236}">
                <a16:creationId xmlns:a16="http://schemas.microsoft.com/office/drawing/2014/main" id="{E43536FC-5BBB-47D0-AE75-6589307647B0}"/>
              </a:ext>
            </a:extLst>
          </p:cNvPr>
          <p:cNvCxnSpPr>
            <a:cxnSpLocks/>
          </p:cNvCxnSpPr>
          <p:nvPr/>
        </p:nvCxnSpPr>
        <p:spPr>
          <a:xfrm flipH="1" flipV="1">
            <a:off x="1059181" y="2705461"/>
            <a:ext cx="3057" cy="642805"/>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B51D365-2772-499D-8E86-DFCD467F16F3}"/>
              </a:ext>
            </a:extLst>
          </p:cNvPr>
          <p:cNvCxnSpPr>
            <a:cxnSpLocks/>
          </p:cNvCxnSpPr>
          <p:nvPr/>
        </p:nvCxnSpPr>
        <p:spPr>
          <a:xfrm flipH="1">
            <a:off x="767972" y="2717801"/>
            <a:ext cx="291209"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F033E56A-65CC-420E-B5F1-B994DC97C539}"/>
              </a:ext>
            </a:extLst>
          </p:cNvPr>
          <p:cNvSpPr/>
          <p:nvPr/>
        </p:nvSpPr>
        <p:spPr>
          <a:xfrm>
            <a:off x="1031869" y="2690801"/>
            <a:ext cx="54000" cy="54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58744EF7-52E8-4DD1-BD05-1348847C15FE}"/>
              </a:ext>
            </a:extLst>
          </p:cNvPr>
          <p:cNvSpPr/>
          <p:nvPr/>
        </p:nvSpPr>
        <p:spPr>
          <a:xfrm>
            <a:off x="689651" y="26898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77" name="文本框 76">
            <a:extLst>
              <a:ext uri="{FF2B5EF4-FFF2-40B4-BE49-F238E27FC236}">
                <a16:creationId xmlns:a16="http://schemas.microsoft.com/office/drawing/2014/main" id="{676152F3-72A6-4159-94DF-7945B35B0690}"/>
              </a:ext>
            </a:extLst>
          </p:cNvPr>
          <p:cNvSpPr txBox="1"/>
          <p:nvPr/>
        </p:nvSpPr>
        <p:spPr>
          <a:xfrm>
            <a:off x="8390764" y="1497170"/>
            <a:ext cx="1908253"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13</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1.2</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38</a:t>
            </a:r>
            <a:r>
              <a:rPr lang="zh-CN" altLang="en-US" sz="1000" b="0" dirty="0"/>
              <a:t>分钟</a:t>
            </a:r>
            <a:endParaRPr lang="en-US" altLang="zh-CN" sz="1000" b="0" dirty="0"/>
          </a:p>
          <a:p>
            <a:r>
              <a:rPr lang="zh-CN" altLang="en-US" sz="1000" dirty="0"/>
              <a:t>全程出行费用：</a:t>
            </a:r>
            <a:r>
              <a:rPr lang="en-US" altLang="zh-CN" sz="1000" b="0" dirty="0"/>
              <a:t>8.3</a:t>
            </a:r>
            <a:r>
              <a:rPr lang="zh-CN" altLang="en-US" sz="1000" b="0" dirty="0"/>
              <a:t>元</a:t>
            </a:r>
            <a:endParaRPr lang="zh-CN" altLang="en-US" sz="1600" dirty="0"/>
          </a:p>
        </p:txBody>
      </p:sp>
      <p:sp>
        <p:nvSpPr>
          <p:cNvPr id="61" name="文本框 60">
            <a:extLst>
              <a:ext uri="{FF2B5EF4-FFF2-40B4-BE49-F238E27FC236}">
                <a16:creationId xmlns:a16="http://schemas.microsoft.com/office/drawing/2014/main" id="{A6FD4D9C-6308-43C3-82F7-DB169E86CA85}"/>
              </a:ext>
            </a:extLst>
          </p:cNvPr>
          <p:cNvSpPr txBox="1"/>
          <p:nvPr/>
        </p:nvSpPr>
        <p:spPr>
          <a:xfrm>
            <a:off x="1812271" y="1798931"/>
            <a:ext cx="1987524" cy="147732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地面公交</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公交时间：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1.7</a:t>
            </a:r>
            <a:r>
              <a:rPr lang="zh-CN" altLang="en-US" sz="1000" b="0" dirty="0"/>
              <a:t>公里</a:t>
            </a:r>
            <a:endParaRPr lang="en-US" altLang="zh-CN" sz="1000" b="0" dirty="0"/>
          </a:p>
          <a:p>
            <a:endParaRPr lang="en-US" altLang="zh-CN" sz="1000" b="0" dirty="0"/>
          </a:p>
          <a:p>
            <a:r>
              <a:rPr lang="zh-CN" altLang="en-US" sz="1000" b="1" dirty="0">
                <a:latin typeface="新宋体" panose="02010609030101010101" pitchFamily="49" charset="-122"/>
                <a:ea typeface="新宋体" panose="02010609030101010101" pitchFamily="49" charset="-122"/>
              </a:rPr>
              <a:t>全程出行时间：</a:t>
            </a:r>
            <a:r>
              <a:rPr lang="en-US" altLang="zh-CN" sz="1000" b="0" dirty="0">
                <a:latin typeface="新宋体" panose="02010609030101010101" pitchFamily="49" charset="-122"/>
                <a:ea typeface="新宋体" panose="02010609030101010101" pitchFamily="49" charset="-122"/>
              </a:rPr>
              <a:t>1</a:t>
            </a:r>
            <a:r>
              <a:rPr lang="zh-CN" altLang="en-US" sz="1000" b="0" dirty="0">
                <a:latin typeface="新宋体" panose="02010609030101010101" pitchFamily="49" charset="-122"/>
                <a:ea typeface="新宋体" panose="02010609030101010101" pitchFamily="49" charset="-122"/>
              </a:rPr>
              <a:t>小时</a:t>
            </a:r>
            <a:r>
              <a:rPr lang="en-US" altLang="zh-CN" sz="1000" b="0" dirty="0">
                <a:latin typeface="新宋体" panose="02010609030101010101" pitchFamily="49" charset="-122"/>
                <a:ea typeface="新宋体" panose="02010609030101010101" pitchFamily="49" charset="-122"/>
              </a:rPr>
              <a:t>19</a:t>
            </a:r>
            <a:r>
              <a:rPr lang="zh-CN" altLang="en-US" sz="1000" b="0" dirty="0">
                <a:latin typeface="新宋体" panose="02010609030101010101" pitchFamily="49" charset="-122"/>
                <a:ea typeface="新宋体" panose="02010609030101010101" pitchFamily="49" charset="-122"/>
              </a:rPr>
              <a:t>分钟</a:t>
            </a:r>
            <a:endParaRPr lang="en-US" altLang="zh-CN" sz="1000" b="0" dirty="0">
              <a:latin typeface="新宋体" panose="02010609030101010101" pitchFamily="49" charset="-122"/>
              <a:ea typeface="新宋体" panose="02010609030101010101" pitchFamily="49" charset="-122"/>
            </a:endParaRPr>
          </a:p>
          <a:p>
            <a:r>
              <a:rPr lang="zh-CN" altLang="en-US" sz="1000" dirty="0">
                <a:latin typeface="新宋体" panose="02010609030101010101" pitchFamily="49" charset="-122"/>
                <a:ea typeface="新宋体" panose="02010609030101010101" pitchFamily="49" charset="-122"/>
              </a:rPr>
              <a:t>出行费用：</a:t>
            </a:r>
            <a:r>
              <a:rPr lang="en-US" altLang="zh-CN" sz="1000" b="0" dirty="0">
                <a:latin typeface="新宋体" panose="02010609030101010101" pitchFamily="49" charset="-122"/>
                <a:ea typeface="新宋体" panose="02010609030101010101" pitchFamily="49" charset="-122"/>
              </a:rPr>
              <a:t>3</a:t>
            </a:r>
            <a:r>
              <a:rPr lang="zh-CN" altLang="en-US" sz="1000" b="0" dirty="0">
                <a:latin typeface="新宋体" panose="02010609030101010101" pitchFamily="49" charset="-122"/>
                <a:ea typeface="新宋体" panose="02010609030101010101" pitchFamily="49" charset="-122"/>
              </a:rPr>
              <a:t>元</a:t>
            </a:r>
            <a:endParaRPr lang="en-US" altLang="zh-CN" sz="1000" b="0" dirty="0">
              <a:latin typeface="新宋体" panose="02010609030101010101" pitchFamily="49" charset="-122"/>
              <a:ea typeface="新宋体" panose="02010609030101010101" pitchFamily="49" charset="-122"/>
            </a:endParaRPr>
          </a:p>
        </p:txBody>
      </p:sp>
      <p:sp>
        <p:nvSpPr>
          <p:cNvPr id="64" name="文本框 63">
            <a:extLst>
              <a:ext uri="{FF2B5EF4-FFF2-40B4-BE49-F238E27FC236}">
                <a16:creationId xmlns:a16="http://schemas.microsoft.com/office/drawing/2014/main" id="{B717A050-05F2-4F7B-934C-7A6E3AB34BAD}"/>
              </a:ext>
            </a:extLst>
          </p:cNvPr>
          <p:cNvSpPr txBox="1"/>
          <p:nvPr/>
        </p:nvSpPr>
        <p:spPr>
          <a:xfrm>
            <a:off x="6481466" y="1501831"/>
            <a:ext cx="1607294"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endParaRPr lang="en-US" altLang="zh-CN" sz="1000" dirty="0">
              <a:solidFill>
                <a:schemeClr val="accent6"/>
              </a:solidFill>
            </a:endParaRPr>
          </a:p>
          <a:p>
            <a:pPr algn="ct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公交时间：</a:t>
            </a:r>
            <a:r>
              <a:rPr lang="en-US" altLang="zh-CN" sz="1000" b="0" dirty="0"/>
              <a:t>17</a:t>
            </a:r>
            <a:r>
              <a:rPr lang="zh-CN" altLang="en-US" sz="1000" b="0" dirty="0"/>
              <a:t>分钟</a:t>
            </a:r>
            <a:endParaRPr lang="en-US" altLang="zh-CN" sz="1000" b="0" dirty="0"/>
          </a:p>
          <a:p>
            <a:r>
              <a:rPr lang="zh-CN" altLang="en-US" sz="1000" dirty="0"/>
              <a:t>地铁时间：</a:t>
            </a:r>
            <a:r>
              <a:rPr lang="en-US" altLang="zh-CN" sz="1000" b="0" dirty="0"/>
              <a:t>15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0.8</a:t>
            </a:r>
            <a:r>
              <a:rPr lang="zh-CN" altLang="en-US" sz="1000" b="0" dirty="0"/>
              <a:t>公里</a:t>
            </a:r>
            <a:endParaRPr lang="en-US" altLang="zh-CN" sz="1000" b="0" dirty="0"/>
          </a:p>
          <a:p>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44</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出行费用：</a:t>
            </a:r>
            <a:r>
              <a:rPr lang="en-US" altLang="zh-CN" sz="1000" b="0" dirty="0"/>
              <a:t>9</a:t>
            </a:r>
            <a:r>
              <a:rPr lang="zh-CN" altLang="en-US" sz="1000" b="0" dirty="0"/>
              <a:t>元</a:t>
            </a:r>
            <a:endParaRPr lang="en-US" altLang="zh-CN" sz="1000" b="0" dirty="0"/>
          </a:p>
        </p:txBody>
      </p:sp>
    </p:spTree>
    <p:extLst>
      <p:ext uri="{BB962C8B-B14F-4D97-AF65-F5344CB8AC3E}">
        <p14:creationId xmlns:p14="http://schemas.microsoft.com/office/powerpoint/2010/main" val="2440243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3-1</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夜间（</a:t>
            </a:r>
            <a:r>
              <a:rPr lang="en-US" altLang="zh-CN" b="0" dirty="0"/>
              <a:t>22:00</a:t>
            </a:r>
            <a:r>
              <a:rPr lang="zh-CN" altLang="en-US" b="0" dirty="0"/>
              <a:t>以后）</a:t>
            </a:r>
            <a:endParaRPr lang="en-US" altLang="zh-CN" b="0" dirty="0"/>
          </a:p>
          <a:p>
            <a:pPr>
              <a:lnSpc>
                <a:spcPct val="150000"/>
              </a:lnSpc>
            </a:pPr>
            <a:r>
              <a:rPr lang="zh-CN" altLang="en-US" dirty="0"/>
              <a:t>出行距离：</a:t>
            </a:r>
            <a:r>
              <a:rPr lang="en-US" altLang="zh-CN" b="0" dirty="0"/>
              <a:t>16</a:t>
            </a:r>
            <a:r>
              <a:rPr lang="zh-CN" altLang="en-US" b="0" dirty="0"/>
              <a:t>公里</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356254" y="3264795"/>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28</a:t>
            </a:r>
            <a:r>
              <a:rPr lang="zh-CN" altLang="en-US" sz="1000" b="0" dirty="0"/>
              <a:t>分钟</a:t>
            </a:r>
            <a:endParaRPr lang="en-US" altLang="zh-CN" sz="1000" b="0" dirty="0"/>
          </a:p>
          <a:p>
            <a:r>
              <a:rPr lang="zh-CN" altLang="en-US" sz="1000" dirty="0"/>
              <a:t>出行费用：</a:t>
            </a:r>
            <a:r>
              <a:rPr lang="en-US" altLang="zh-CN" sz="1000" b="0" dirty="0"/>
              <a:t>50</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349910" y="2284505"/>
            <a:ext cx="1564705"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23</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5571" y="2713230"/>
            <a:ext cx="1794602" cy="86177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244609" y="3545209"/>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20</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5244609" y="2434750"/>
            <a:ext cx="1765061" cy="707886"/>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r>
              <a:rPr lang="zh-CN" altLang="en-US" sz="1000" dirty="0"/>
              <a:t>不在运营时间内！</a:t>
            </a:r>
            <a:endParaRPr lang="en-US" altLang="zh-CN" sz="100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33269" y="2930937"/>
            <a:ext cx="1431112" cy="553998"/>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endParaRPr lang="en-US" altLang="zh-CN" sz="1000" dirty="0">
              <a:solidFill>
                <a:srgbClr val="C00000"/>
              </a:solidFill>
            </a:endParaRPr>
          </a:p>
          <a:p>
            <a:r>
              <a:rPr lang="zh-CN" altLang="en-US" sz="1000" dirty="0"/>
              <a:t>不在运营时间内！</a:t>
            </a:r>
            <a:endParaRPr lang="en-US" altLang="zh-CN" sz="1000" dirty="0"/>
          </a:p>
        </p:txBody>
      </p:sp>
      <p:sp>
        <p:nvSpPr>
          <p:cNvPr id="125" name="文本框 124">
            <a:extLst>
              <a:ext uri="{FF2B5EF4-FFF2-40B4-BE49-F238E27FC236}">
                <a16:creationId xmlns:a16="http://schemas.microsoft.com/office/drawing/2014/main" id="{D62C2337-0792-4AF0-B075-E0156D9321F8}"/>
              </a:ext>
            </a:extLst>
          </p:cNvPr>
          <p:cNvSpPr txBox="1"/>
          <p:nvPr/>
        </p:nvSpPr>
        <p:spPr>
          <a:xfrm>
            <a:off x="9799558" y="2713230"/>
            <a:ext cx="1794602" cy="86177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dirty="0"/>
          </a:p>
        </p:txBody>
      </p:sp>
      <p:sp>
        <p:nvSpPr>
          <p:cNvPr id="167" name="文本框 166">
            <a:extLst>
              <a:ext uri="{FF2B5EF4-FFF2-40B4-BE49-F238E27FC236}">
                <a16:creationId xmlns:a16="http://schemas.microsoft.com/office/drawing/2014/main" id="{4E535D1C-08CD-47B9-AF82-ADBF9C966305}"/>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68" name="文本框 167">
            <a:extLst>
              <a:ext uri="{FF2B5EF4-FFF2-40B4-BE49-F238E27FC236}">
                <a16:creationId xmlns:a16="http://schemas.microsoft.com/office/drawing/2014/main" id="{75D0627B-F05F-4927-A1E5-F031160F4602}"/>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69" name="椭圆 168">
            <a:extLst>
              <a:ext uri="{FF2B5EF4-FFF2-40B4-BE49-F238E27FC236}">
                <a16:creationId xmlns:a16="http://schemas.microsoft.com/office/drawing/2014/main" id="{89402096-B635-4AF5-8EF4-69644188010D}"/>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0" name="直接连接符 169">
            <a:extLst>
              <a:ext uri="{FF2B5EF4-FFF2-40B4-BE49-F238E27FC236}">
                <a16:creationId xmlns:a16="http://schemas.microsoft.com/office/drawing/2014/main" id="{58EF14B4-AE8B-444F-8AC9-B4CD620382E1}"/>
              </a:ext>
            </a:extLst>
          </p:cNvPr>
          <p:cNvCxnSpPr>
            <a:cxnSpLocks/>
            <a:stCxn id="169" idx="2"/>
            <a:endCxn id="17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58143363-A0AF-4FFD-83B5-4F39E003B440}"/>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40C5806-0DD7-49D2-9425-FBB2AB922759}"/>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4DE8F6F8-07EF-40F2-BA1B-EFD4F98F1909}"/>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5" name="椭圆 174">
            <a:extLst>
              <a:ext uri="{FF2B5EF4-FFF2-40B4-BE49-F238E27FC236}">
                <a16:creationId xmlns:a16="http://schemas.microsoft.com/office/drawing/2014/main" id="{443FFD3E-C9D9-4F02-8D94-164B2B533AEC}"/>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7" name="直接连接符 176">
            <a:extLst>
              <a:ext uri="{FF2B5EF4-FFF2-40B4-BE49-F238E27FC236}">
                <a16:creationId xmlns:a16="http://schemas.microsoft.com/office/drawing/2014/main" id="{B2AA50E5-5613-400D-90B0-3906FAD4A353}"/>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C10D366-B4B7-41DC-B6CA-A0A613673E1D}"/>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FBA0E5D6-CA65-40A7-B2B3-6F7E6BE4734D}"/>
              </a:ext>
            </a:extLst>
          </p:cNvPr>
          <p:cNvCxnSpPr>
            <a:cxnSpLocks/>
            <a:stCxn id="186" idx="6"/>
            <a:endCxn id="182"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14AD223C-052E-44A5-9286-C35D4C6337A5}"/>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2" name="椭圆 181">
            <a:extLst>
              <a:ext uri="{FF2B5EF4-FFF2-40B4-BE49-F238E27FC236}">
                <a16:creationId xmlns:a16="http://schemas.microsoft.com/office/drawing/2014/main" id="{33F24E99-5FEE-4D8D-9B94-BCE93D26FEF6}"/>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83" name="直接连接符 182">
            <a:extLst>
              <a:ext uri="{FF2B5EF4-FFF2-40B4-BE49-F238E27FC236}">
                <a16:creationId xmlns:a16="http://schemas.microsoft.com/office/drawing/2014/main" id="{D89DCE3C-20EB-411A-B431-3B7A804D2A74}"/>
              </a:ext>
            </a:extLst>
          </p:cNvPr>
          <p:cNvCxnSpPr>
            <a:cxnSpLocks/>
            <a:stCxn id="184" idx="4"/>
            <a:endCxn id="17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84" name="椭圆 183">
            <a:extLst>
              <a:ext uri="{FF2B5EF4-FFF2-40B4-BE49-F238E27FC236}">
                <a16:creationId xmlns:a16="http://schemas.microsoft.com/office/drawing/2014/main" id="{6C526BDD-42BC-40E8-9652-B24043A54BF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85" name="直接连接符 184">
            <a:extLst>
              <a:ext uri="{FF2B5EF4-FFF2-40B4-BE49-F238E27FC236}">
                <a16:creationId xmlns:a16="http://schemas.microsoft.com/office/drawing/2014/main" id="{81B533A7-5738-41CC-B26F-BADF6AB1B6B8}"/>
              </a:ext>
            </a:extLst>
          </p:cNvPr>
          <p:cNvCxnSpPr>
            <a:cxnSpLocks/>
            <a:stCxn id="186"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86" name="椭圆 185">
            <a:extLst>
              <a:ext uri="{FF2B5EF4-FFF2-40B4-BE49-F238E27FC236}">
                <a16:creationId xmlns:a16="http://schemas.microsoft.com/office/drawing/2014/main" id="{261756BD-5716-43F8-A654-923FDF473243}"/>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87" name="直接连接符 186">
            <a:extLst>
              <a:ext uri="{FF2B5EF4-FFF2-40B4-BE49-F238E27FC236}">
                <a16:creationId xmlns:a16="http://schemas.microsoft.com/office/drawing/2014/main" id="{F1909A54-A971-4B33-9C8E-1350321B1ABA}"/>
              </a:ext>
            </a:extLst>
          </p:cNvPr>
          <p:cNvCxnSpPr>
            <a:cxnSpLocks/>
            <a:stCxn id="184"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A7F08552-38C1-46C8-AEF3-48B03DDC256A}"/>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388D4D1F-50BF-47EC-B900-BFF139A30098}"/>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43AC83E7-FB4F-4AD4-B6BB-77312870BAB5}"/>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91" name="文本框 190">
            <a:extLst>
              <a:ext uri="{FF2B5EF4-FFF2-40B4-BE49-F238E27FC236}">
                <a16:creationId xmlns:a16="http://schemas.microsoft.com/office/drawing/2014/main" id="{16F10DA4-4113-4DA8-88C2-02CAFA6C4336}"/>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192" name="直接连接符 191">
            <a:extLst>
              <a:ext uri="{FF2B5EF4-FFF2-40B4-BE49-F238E27FC236}">
                <a16:creationId xmlns:a16="http://schemas.microsoft.com/office/drawing/2014/main" id="{99F10A4A-3749-4DCC-B5BB-98B8B5A58D2A}"/>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93" name="椭圆 192">
            <a:extLst>
              <a:ext uri="{FF2B5EF4-FFF2-40B4-BE49-F238E27FC236}">
                <a16:creationId xmlns:a16="http://schemas.microsoft.com/office/drawing/2014/main" id="{09D1D19D-E083-48A5-A7D5-08F04EB5E342}"/>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4" name="直接连接符 193">
            <a:extLst>
              <a:ext uri="{FF2B5EF4-FFF2-40B4-BE49-F238E27FC236}">
                <a16:creationId xmlns:a16="http://schemas.microsoft.com/office/drawing/2014/main" id="{73570BE2-3549-4F83-A902-E1704497AA29}"/>
              </a:ext>
            </a:extLst>
          </p:cNvPr>
          <p:cNvCxnSpPr>
            <a:cxnSpLocks/>
            <a:stCxn id="195" idx="4"/>
            <a:endCxn id="193"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95" name="椭圆 194">
            <a:extLst>
              <a:ext uri="{FF2B5EF4-FFF2-40B4-BE49-F238E27FC236}">
                <a16:creationId xmlns:a16="http://schemas.microsoft.com/office/drawing/2014/main" id="{1EB9DDC3-6D37-42B7-B929-CA9D5D4402DC}"/>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D48CF66E-4D04-4FC2-9B0F-2D3AC844F77B}"/>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7" name="直接连接符 196">
            <a:extLst>
              <a:ext uri="{FF2B5EF4-FFF2-40B4-BE49-F238E27FC236}">
                <a16:creationId xmlns:a16="http://schemas.microsoft.com/office/drawing/2014/main" id="{11BB23AA-15E1-4E9C-B0CC-76870500B226}"/>
              </a:ext>
            </a:extLst>
          </p:cNvPr>
          <p:cNvCxnSpPr>
            <a:cxnSpLocks/>
            <a:stCxn id="198" idx="4"/>
            <a:endCxn id="196"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98" name="椭圆 197">
            <a:extLst>
              <a:ext uri="{FF2B5EF4-FFF2-40B4-BE49-F238E27FC236}">
                <a16:creationId xmlns:a16="http://schemas.microsoft.com/office/drawing/2014/main" id="{3B16085E-C803-4673-B575-CB0A25E5F58D}"/>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9" name="直接连接符 198">
            <a:extLst>
              <a:ext uri="{FF2B5EF4-FFF2-40B4-BE49-F238E27FC236}">
                <a16:creationId xmlns:a16="http://schemas.microsoft.com/office/drawing/2014/main" id="{199C1943-54F0-4497-81D9-363B8847B2DC}"/>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DB386719-FB60-460A-84F8-9B3C23F6EE5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FF487672-0E3C-41FD-A4B5-2A005FFA1AD1}"/>
              </a:ext>
            </a:extLst>
          </p:cNvPr>
          <p:cNvCxnSpPr>
            <a:cxnSpLocks/>
            <a:endCxn id="203"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34164B20-05EF-4BB1-8DBD-6085824A5619}"/>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D787D317-4D1F-4E07-8544-1D1909C2EC91}"/>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44" name="文本框 43">
            <a:extLst>
              <a:ext uri="{FF2B5EF4-FFF2-40B4-BE49-F238E27FC236}">
                <a16:creationId xmlns:a16="http://schemas.microsoft.com/office/drawing/2014/main" id="{A6855049-24C5-4B7E-AB72-6AFAB5115C3E}"/>
              </a:ext>
            </a:extLst>
          </p:cNvPr>
          <p:cNvSpPr txBox="1"/>
          <p:nvPr/>
        </p:nvSpPr>
        <p:spPr>
          <a:xfrm>
            <a:off x="8828371"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Tree>
    <p:extLst>
      <p:ext uri="{BB962C8B-B14F-4D97-AF65-F5344CB8AC3E}">
        <p14:creationId xmlns:p14="http://schemas.microsoft.com/office/powerpoint/2010/main" val="2522639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3-2</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30</a:t>
            </a:r>
            <a:r>
              <a:rPr lang="zh-CN" altLang="en-US" sz="1000" b="0" dirty="0"/>
              <a:t>分钟</a:t>
            </a:r>
            <a:endParaRPr lang="en-US" altLang="zh-CN" sz="1000" b="0" dirty="0"/>
          </a:p>
          <a:p>
            <a:r>
              <a:rPr lang="zh-CN" altLang="en-US" sz="1000" dirty="0"/>
              <a:t>出行费用：</a:t>
            </a:r>
            <a:r>
              <a:rPr lang="en-US" altLang="zh-CN" sz="1000" b="0" dirty="0"/>
              <a:t>44</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39</a:t>
            </a:r>
            <a:r>
              <a:rPr lang="zh-CN" altLang="en-US" sz="1000" b="0" dirty="0"/>
              <a:t>分钟</a:t>
            </a:r>
            <a:endParaRPr lang="en-US" altLang="zh-CN" sz="1000" b="0" dirty="0"/>
          </a:p>
          <a:p>
            <a:r>
              <a:rPr lang="zh-CN" altLang="en-US" sz="1000" dirty="0"/>
              <a:t>出行费用：</a:t>
            </a:r>
            <a:r>
              <a:rPr lang="en-US" altLang="zh-CN" sz="1000" b="0" dirty="0"/>
              <a:t>7.7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18</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36</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7.2</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189980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3-3</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40</a:t>
            </a:r>
            <a:r>
              <a:rPr lang="zh-CN" altLang="en-US" sz="1000" b="0" dirty="0"/>
              <a:t>分钟</a:t>
            </a:r>
            <a:endParaRPr lang="en-US" altLang="zh-CN" sz="1000" b="0" dirty="0"/>
          </a:p>
          <a:p>
            <a:r>
              <a:rPr lang="zh-CN" altLang="en-US" sz="1000" dirty="0"/>
              <a:t>出行费用：</a:t>
            </a:r>
            <a:r>
              <a:rPr lang="en-US" altLang="zh-CN" sz="1000" b="0" dirty="0"/>
              <a:t>48</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19</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6.5</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87073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3-4</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37</a:t>
            </a:r>
            <a:r>
              <a:rPr lang="zh-CN" altLang="en-US" sz="1000" b="0" dirty="0"/>
              <a:t>分钟</a:t>
            </a:r>
            <a:endParaRPr lang="en-US" altLang="zh-CN" sz="1000" b="0" dirty="0"/>
          </a:p>
          <a:p>
            <a:r>
              <a:rPr lang="zh-CN" altLang="en-US" sz="1000" dirty="0"/>
              <a:t>出行费用：</a:t>
            </a:r>
            <a:r>
              <a:rPr lang="en-US" altLang="zh-CN" sz="1000" b="0" dirty="0"/>
              <a:t>44</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44</a:t>
            </a:r>
            <a:r>
              <a:rPr lang="zh-CN" altLang="en-US" sz="1000" b="0" dirty="0"/>
              <a:t>分钟</a:t>
            </a:r>
            <a:endParaRPr lang="en-US" altLang="zh-CN" sz="1000" b="0" dirty="0"/>
          </a:p>
          <a:p>
            <a:r>
              <a:rPr lang="zh-CN" altLang="en-US" sz="1000" dirty="0"/>
              <a:t>出行费用：</a:t>
            </a:r>
            <a:r>
              <a:rPr lang="en-US" altLang="zh-CN" sz="1000" b="0" dirty="0"/>
              <a:t>7.7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27</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26</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15</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7.2</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96914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3-5</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58</a:t>
            </a:r>
            <a:r>
              <a:rPr lang="zh-CN" altLang="en-US" sz="1000" b="0" dirty="0"/>
              <a:t>分钟</a:t>
            </a:r>
            <a:endParaRPr lang="en-US" altLang="zh-CN" sz="1000" b="0" dirty="0"/>
          </a:p>
          <a:p>
            <a:r>
              <a:rPr lang="zh-CN" altLang="en-US" sz="1000" dirty="0"/>
              <a:t>出行费用：</a:t>
            </a:r>
            <a:r>
              <a:rPr lang="en-US" altLang="zh-CN" sz="1000" b="0" dirty="0"/>
              <a:t>57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7.7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66</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34</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38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7.2</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435498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3-6</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37</a:t>
            </a:r>
            <a:r>
              <a:rPr lang="zh-CN" altLang="en-US" sz="1000" b="0" dirty="0"/>
              <a:t>分钟</a:t>
            </a:r>
            <a:endParaRPr lang="en-US" altLang="zh-CN" sz="1000" b="0" dirty="0"/>
          </a:p>
          <a:p>
            <a:r>
              <a:rPr lang="zh-CN" altLang="en-US" sz="1000" dirty="0"/>
              <a:t>出行费用：</a:t>
            </a:r>
            <a:r>
              <a:rPr lang="en-US" altLang="zh-CN" sz="1000" b="0" dirty="0"/>
              <a:t>44</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27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39</a:t>
            </a:r>
            <a:r>
              <a:rPr lang="zh-CN" altLang="en-US" sz="1000" b="0" dirty="0"/>
              <a:t>分钟</a:t>
            </a:r>
            <a:endParaRPr lang="en-US" altLang="zh-CN" sz="1000" b="0" dirty="0"/>
          </a:p>
          <a:p>
            <a:r>
              <a:rPr lang="zh-CN" altLang="en-US" sz="1000" dirty="0"/>
              <a:t>出行费用：</a:t>
            </a:r>
            <a:r>
              <a:rPr lang="en-US" altLang="zh-CN" sz="1000" b="0" dirty="0"/>
              <a:t>5.6</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26</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5.2</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96408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3-7</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65</a:t>
            </a:r>
            <a:r>
              <a:rPr lang="zh-CN" altLang="en-US" sz="1000" b="0" dirty="0"/>
              <a:t>分钟</a:t>
            </a:r>
            <a:endParaRPr lang="en-US" altLang="zh-CN" sz="1000" b="0" dirty="0"/>
          </a:p>
          <a:p>
            <a:r>
              <a:rPr lang="zh-CN" altLang="en-US" sz="1000" dirty="0"/>
              <a:t>出行费用：</a:t>
            </a:r>
            <a:r>
              <a:rPr lang="en-US" altLang="zh-CN" sz="1000" b="0" dirty="0"/>
              <a:t>57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55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44</a:t>
            </a:r>
            <a:r>
              <a:rPr lang="zh-CN" altLang="en-US" sz="1000" b="0" dirty="0"/>
              <a:t>分钟</a:t>
            </a:r>
            <a:endParaRPr lang="en-US" altLang="zh-CN" sz="1000" b="0" dirty="0"/>
          </a:p>
          <a:p>
            <a:r>
              <a:rPr lang="zh-CN" altLang="en-US" sz="1000" dirty="0"/>
              <a:t>出行费用：</a:t>
            </a:r>
            <a:r>
              <a:rPr lang="en-US" altLang="zh-CN" sz="1000" b="0" dirty="0"/>
              <a:t>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66</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45</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6.5</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600552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0" name="直接连接符 159">
            <a:extLst>
              <a:ext uri="{FF2B5EF4-FFF2-40B4-BE49-F238E27FC236}">
                <a16:creationId xmlns:a16="http://schemas.microsoft.com/office/drawing/2014/main" id="{A9EB5908-AB92-43AB-ACB7-A5BE08363133}"/>
              </a:ext>
            </a:extLst>
          </p:cNvPr>
          <p:cNvCxnSpPr>
            <a:cxnSpLocks/>
          </p:cNvCxnSpPr>
          <p:nvPr/>
        </p:nvCxnSpPr>
        <p:spPr>
          <a:xfrm flipV="1">
            <a:off x="7194393" y="1619397"/>
            <a:ext cx="352141" cy="178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3-8</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16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3823048"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1954555" y="128078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447002" y="3815121"/>
            <a:ext cx="1547314"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40</a:t>
            </a:r>
            <a:r>
              <a:rPr lang="zh-CN" altLang="en-US" sz="1000" b="0" dirty="0"/>
              <a:t>分钟</a:t>
            </a:r>
            <a:endParaRPr lang="en-US" altLang="zh-CN" sz="1000" b="0" dirty="0"/>
          </a:p>
          <a:p>
            <a:r>
              <a:rPr lang="zh-CN" altLang="en-US" sz="1000" dirty="0"/>
              <a:t>出行费用：</a:t>
            </a:r>
            <a:r>
              <a:rPr lang="en-US" altLang="zh-CN" sz="1000" b="0" dirty="0"/>
              <a:t>48</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447002" y="2824884"/>
            <a:ext cx="1566173" cy="861774"/>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35</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4" name="文本框 93">
            <a:extLst>
              <a:ext uri="{FF2B5EF4-FFF2-40B4-BE49-F238E27FC236}">
                <a16:creationId xmlns:a16="http://schemas.microsoft.com/office/drawing/2014/main" id="{DA99C221-B936-4EB0-93AB-B90799578D6F}"/>
              </a:ext>
            </a:extLst>
          </p:cNvPr>
          <p:cNvSpPr txBox="1"/>
          <p:nvPr/>
        </p:nvSpPr>
        <p:spPr>
          <a:xfrm>
            <a:off x="7811086" y="2371126"/>
            <a:ext cx="1948475" cy="178510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公交时间：</a:t>
            </a:r>
            <a:r>
              <a:rPr lang="en-US" altLang="zh-CN" sz="1000" b="0" dirty="0"/>
              <a:t>5</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步行距离：</a:t>
            </a:r>
            <a:r>
              <a:rPr lang="en-US" altLang="zh-CN" sz="1000" b="0" dirty="0"/>
              <a:t>0.6</a:t>
            </a:r>
            <a:r>
              <a:rPr lang="zh-CN" altLang="en-US" sz="1000" b="0" dirty="0"/>
              <a:t>公里</a:t>
            </a:r>
            <a:endParaRPr lang="en-US" altLang="zh-CN" sz="1000" dirty="0"/>
          </a:p>
          <a:p>
            <a:endParaRPr lang="en-US" altLang="zh-CN" sz="1000" dirty="0"/>
          </a:p>
          <a:p>
            <a:r>
              <a:rPr lang="zh-CN" altLang="en-US" sz="1000" dirty="0"/>
              <a:t>全程出行时间：</a:t>
            </a:r>
            <a:r>
              <a:rPr lang="en-US" altLang="zh-CN" sz="1000" b="0" dirty="0"/>
              <a:t>44</a:t>
            </a:r>
            <a:r>
              <a:rPr lang="zh-CN" altLang="en-US" sz="1000" b="0" dirty="0"/>
              <a:t>分钟</a:t>
            </a:r>
            <a:endParaRPr lang="en-US" altLang="zh-CN" sz="1000" b="0" dirty="0"/>
          </a:p>
          <a:p>
            <a:r>
              <a:rPr lang="zh-CN" altLang="en-US" sz="1000" dirty="0"/>
              <a:t>出行费用：</a:t>
            </a:r>
            <a:r>
              <a:rPr lang="en-US" altLang="zh-CN" sz="1000" b="0" dirty="0"/>
              <a:t>7</a:t>
            </a:r>
            <a:r>
              <a:rPr lang="zh-CN" altLang="en-US" sz="1000" b="0" dirty="0"/>
              <a:t>元</a:t>
            </a:r>
            <a:endParaRPr lang="en-US" altLang="zh-CN" sz="1000" b="0" dirty="0"/>
          </a:p>
        </p:txBody>
      </p:sp>
      <p:cxnSp>
        <p:nvCxnSpPr>
          <p:cNvPr id="95" name="直接连接符 94">
            <a:extLst>
              <a:ext uri="{FF2B5EF4-FFF2-40B4-BE49-F238E27FC236}">
                <a16:creationId xmlns:a16="http://schemas.microsoft.com/office/drawing/2014/main" id="{5813CA61-7034-45A7-B292-D95764FED65E}"/>
              </a:ext>
            </a:extLst>
          </p:cNvPr>
          <p:cNvCxnSpPr>
            <a:cxnSpLocks/>
          </p:cNvCxnSpPr>
          <p:nvPr/>
        </p:nvCxnSpPr>
        <p:spPr>
          <a:xfrm>
            <a:off x="7167918" y="1566897"/>
            <a:ext cx="431156" cy="368"/>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7E1B1EE-749A-4171-925B-C9A2808D85A2}"/>
              </a:ext>
            </a:extLst>
          </p:cNvPr>
          <p:cNvSpPr txBox="1"/>
          <p:nvPr/>
        </p:nvSpPr>
        <p:spPr>
          <a:xfrm>
            <a:off x="5300338" y="3601134"/>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38</a:t>
            </a:r>
            <a:r>
              <a:rPr lang="zh-CN" altLang="en-US" sz="1000" b="0" dirty="0"/>
              <a:t>元</a:t>
            </a:r>
            <a:endParaRPr lang="en-US" altLang="zh-CN" sz="1000" b="0" dirty="0"/>
          </a:p>
        </p:txBody>
      </p:sp>
      <p:cxnSp>
        <p:nvCxnSpPr>
          <p:cNvPr id="100" name="直接连接符 99">
            <a:extLst>
              <a:ext uri="{FF2B5EF4-FFF2-40B4-BE49-F238E27FC236}">
                <a16:creationId xmlns:a16="http://schemas.microsoft.com/office/drawing/2014/main" id="{1E0564C6-CAF4-4506-8F8E-B7D3E3A2A9AE}"/>
              </a:ext>
            </a:extLst>
          </p:cNvPr>
          <p:cNvCxnSpPr>
            <a:cxnSpLocks/>
          </p:cNvCxnSpPr>
          <p:nvPr/>
        </p:nvCxnSpPr>
        <p:spPr>
          <a:xfrm flipH="1">
            <a:off x="7672534" y="5234908"/>
            <a:ext cx="1033493" cy="0"/>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FDD6873-C5A1-45EA-A48C-AF6FF7DA7985}"/>
              </a:ext>
            </a:extLst>
          </p:cNvPr>
          <p:cNvSpPr txBox="1"/>
          <p:nvPr/>
        </p:nvSpPr>
        <p:spPr>
          <a:xfrm>
            <a:off x="5296358" y="1932639"/>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25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2767962" y="266711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31</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42</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sp>
        <p:nvSpPr>
          <p:cNvPr id="107" name="椭圆 106">
            <a:extLst>
              <a:ext uri="{FF2B5EF4-FFF2-40B4-BE49-F238E27FC236}">
                <a16:creationId xmlns:a16="http://schemas.microsoft.com/office/drawing/2014/main" id="{5B39A151-7BDF-4812-9237-66B496ED2238}"/>
              </a:ext>
            </a:extLst>
          </p:cNvPr>
          <p:cNvSpPr/>
          <p:nvPr/>
        </p:nvSpPr>
        <p:spPr>
          <a:xfrm>
            <a:off x="3729284"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B609C263-033D-4DC4-BD96-53A3D07E6C76}"/>
              </a:ext>
            </a:extLst>
          </p:cNvPr>
          <p:cNvCxnSpPr>
            <a:cxnSpLocks/>
            <a:stCxn id="107" idx="2"/>
            <a:endCxn id="115" idx="6"/>
          </p:cNvCxnSpPr>
          <p:nvPr/>
        </p:nvCxnSpPr>
        <p:spPr>
          <a:xfrm flipH="1">
            <a:off x="2609902" y="5247422"/>
            <a:ext cx="1119382"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3735758" y="4660273"/>
            <a:ext cx="0" cy="56294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142999" y="1621181"/>
            <a:ext cx="1" cy="303909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2136260" y="4660273"/>
            <a:ext cx="159949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537902" y="5211422"/>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3779518" y="46221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2181540" y="46221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a:off x="2013175" y="1599526"/>
            <a:ext cx="123085"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D62C2337-0792-4AF0-B075-E0156D9321F8}"/>
              </a:ext>
            </a:extLst>
          </p:cNvPr>
          <p:cNvSpPr txBox="1"/>
          <p:nvPr/>
        </p:nvSpPr>
        <p:spPr>
          <a:xfrm>
            <a:off x="9890196" y="2486015"/>
            <a:ext cx="1948475" cy="1477328"/>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25</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2.7</a:t>
            </a:r>
            <a:r>
              <a:rPr lang="zh-CN" altLang="en-US" sz="1000" b="0" dirty="0"/>
              <a:t>公里</a:t>
            </a:r>
            <a:endParaRPr lang="en-US" altLang="zh-CN" sz="1000" b="0" dirty="0"/>
          </a:p>
          <a:p>
            <a:endParaRPr lang="en-US" altLang="zh-CN" sz="1000" b="0" dirty="0"/>
          </a:p>
          <a:p>
            <a:r>
              <a:rPr lang="zh-CN" altLang="en-US" sz="1000" dirty="0"/>
              <a:t>全程出行时间：</a:t>
            </a:r>
            <a:r>
              <a:rPr lang="en-US" altLang="zh-CN" sz="1000" b="0" dirty="0"/>
              <a:t>41</a:t>
            </a:r>
            <a:r>
              <a:rPr lang="zh-CN" altLang="en-US" sz="1000" b="0" dirty="0"/>
              <a:t>分钟</a:t>
            </a:r>
            <a:endParaRPr lang="en-US" altLang="zh-CN" sz="1000" b="0" dirty="0"/>
          </a:p>
          <a:p>
            <a:r>
              <a:rPr lang="zh-CN" altLang="en-US" sz="1000" dirty="0"/>
              <a:t>全程出行费用：</a:t>
            </a:r>
            <a:r>
              <a:rPr lang="en-US" altLang="zh-CN" sz="1000" b="0" dirty="0"/>
              <a:t>6.5</a:t>
            </a:r>
            <a:r>
              <a:rPr lang="zh-CN" altLang="en-US" sz="1000" b="0" dirty="0"/>
              <a:t>元</a:t>
            </a:r>
            <a:endParaRPr lang="en-US" altLang="zh-CN" sz="1000" b="0" dirty="0"/>
          </a:p>
        </p:txBody>
      </p: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181540" y="1609425"/>
            <a:ext cx="0" cy="30127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2136260" y="156352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stCxn id="129" idx="4"/>
            <a:endCxn id="115" idx="0"/>
          </p:cNvCxnSpPr>
          <p:nvPr/>
        </p:nvCxnSpPr>
        <p:spPr>
          <a:xfrm>
            <a:off x="2573902" y="2629755"/>
            <a:ext cx="0" cy="2581667"/>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29" name="椭圆 128">
            <a:extLst>
              <a:ext uri="{FF2B5EF4-FFF2-40B4-BE49-F238E27FC236}">
                <a16:creationId xmlns:a16="http://schemas.microsoft.com/office/drawing/2014/main" id="{DD9738C5-0D77-4FAF-B913-6A7FB6162F9E}"/>
              </a:ext>
            </a:extLst>
          </p:cNvPr>
          <p:cNvSpPr/>
          <p:nvPr/>
        </p:nvSpPr>
        <p:spPr>
          <a:xfrm>
            <a:off x="2537902" y="255775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1" name="直接连接符 130">
            <a:extLst>
              <a:ext uri="{FF2B5EF4-FFF2-40B4-BE49-F238E27FC236}">
                <a16:creationId xmlns:a16="http://schemas.microsoft.com/office/drawing/2014/main" id="{0E185C31-F423-4502-9F3C-B8E9207587D7}"/>
              </a:ext>
            </a:extLst>
          </p:cNvPr>
          <p:cNvCxnSpPr>
            <a:cxnSpLocks/>
            <a:stCxn id="137" idx="4"/>
          </p:cNvCxnSpPr>
          <p:nvPr/>
        </p:nvCxnSpPr>
        <p:spPr>
          <a:xfrm>
            <a:off x="1977175" y="1635526"/>
            <a:ext cx="0" cy="95822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1941175" y="156352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36C07F6F-A367-4535-AD19-D678B14F45A2}"/>
              </a:ext>
            </a:extLst>
          </p:cNvPr>
          <p:cNvSpPr txBox="1"/>
          <p:nvPr/>
        </p:nvSpPr>
        <p:spPr>
          <a:xfrm>
            <a:off x="8838442" y="511661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151" name="文本框 150">
            <a:extLst>
              <a:ext uri="{FF2B5EF4-FFF2-40B4-BE49-F238E27FC236}">
                <a16:creationId xmlns:a16="http://schemas.microsoft.com/office/drawing/2014/main" id="{9C38DAFE-0158-488B-94E8-7BA63330824C}"/>
              </a:ext>
            </a:extLst>
          </p:cNvPr>
          <p:cNvSpPr txBox="1"/>
          <p:nvPr/>
        </p:nvSpPr>
        <p:spPr>
          <a:xfrm>
            <a:off x="6940933" y="127042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59" name="直接连接符 58">
            <a:extLst>
              <a:ext uri="{FF2B5EF4-FFF2-40B4-BE49-F238E27FC236}">
                <a16:creationId xmlns:a16="http://schemas.microsoft.com/office/drawing/2014/main" id="{2F94568C-6BFF-470A-B75E-A936489F1246}"/>
              </a:ext>
            </a:extLst>
          </p:cNvPr>
          <p:cNvCxnSpPr>
            <a:cxnSpLocks/>
            <a:stCxn id="129" idx="2"/>
          </p:cNvCxnSpPr>
          <p:nvPr/>
        </p:nvCxnSpPr>
        <p:spPr>
          <a:xfrm flipH="1">
            <a:off x="1977175" y="2593755"/>
            <a:ext cx="56072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223AF3F-A247-4967-8241-736FF9843D5D}"/>
              </a:ext>
            </a:extLst>
          </p:cNvPr>
          <p:cNvCxnSpPr>
            <a:cxnSpLocks/>
          </p:cNvCxnSpPr>
          <p:nvPr/>
        </p:nvCxnSpPr>
        <p:spPr>
          <a:xfrm flipH="1">
            <a:off x="7625549" y="5274949"/>
            <a:ext cx="1096618"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69" name="椭圆 68">
            <a:extLst>
              <a:ext uri="{FF2B5EF4-FFF2-40B4-BE49-F238E27FC236}">
                <a16:creationId xmlns:a16="http://schemas.microsoft.com/office/drawing/2014/main" id="{4725B505-D5F1-4A1E-9070-B195A471D5CB}"/>
              </a:ext>
            </a:extLst>
          </p:cNvPr>
          <p:cNvSpPr/>
          <p:nvPr/>
        </p:nvSpPr>
        <p:spPr>
          <a:xfrm>
            <a:off x="7553549" y="523894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45A92F16-B9E5-4768-AA22-71D1B50B9773}"/>
              </a:ext>
            </a:extLst>
          </p:cNvPr>
          <p:cNvCxnSpPr>
            <a:cxnSpLocks/>
            <a:stCxn id="77" idx="4"/>
            <a:endCxn id="69" idx="0"/>
          </p:cNvCxnSpPr>
          <p:nvPr/>
        </p:nvCxnSpPr>
        <p:spPr>
          <a:xfrm>
            <a:off x="7582534" y="1662939"/>
            <a:ext cx="7015" cy="357601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E65E92D0-41CF-477D-B81A-29FFCEF9D5D5}"/>
              </a:ext>
            </a:extLst>
          </p:cNvPr>
          <p:cNvSpPr/>
          <p:nvPr/>
        </p:nvSpPr>
        <p:spPr>
          <a:xfrm>
            <a:off x="7546534" y="159093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333AB5E9-F5A0-48DE-B160-9738F09BB699}"/>
              </a:ext>
            </a:extLst>
          </p:cNvPr>
          <p:cNvSpPr/>
          <p:nvPr/>
        </p:nvSpPr>
        <p:spPr>
          <a:xfrm>
            <a:off x="7610528" y="517118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F5431D81-6103-49C9-9E72-741148ABD544}"/>
              </a:ext>
            </a:extLst>
          </p:cNvPr>
          <p:cNvCxnSpPr>
            <a:cxnSpLocks/>
            <a:stCxn id="113" idx="4"/>
            <a:endCxn id="104" idx="0"/>
          </p:cNvCxnSpPr>
          <p:nvPr/>
        </p:nvCxnSpPr>
        <p:spPr>
          <a:xfrm>
            <a:off x="7635074" y="1588025"/>
            <a:ext cx="11454" cy="3583161"/>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DDEE8EA3-F584-44BF-AF04-D71E5A4079C2}"/>
              </a:ext>
            </a:extLst>
          </p:cNvPr>
          <p:cNvSpPr/>
          <p:nvPr/>
        </p:nvSpPr>
        <p:spPr>
          <a:xfrm>
            <a:off x="7599074" y="151602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D4F13344-22D0-4BD8-B9CF-9ACE84A094D2}"/>
              </a:ext>
            </a:extLst>
          </p:cNvPr>
          <p:cNvCxnSpPr>
            <a:cxnSpLocks/>
          </p:cNvCxnSpPr>
          <p:nvPr/>
        </p:nvCxnSpPr>
        <p:spPr>
          <a:xfrm flipV="1">
            <a:off x="8756371" y="4660273"/>
            <a:ext cx="0" cy="58981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A2FFA3D-8436-4429-8197-CB516D42658A}"/>
              </a:ext>
            </a:extLst>
          </p:cNvPr>
          <p:cNvCxnSpPr>
            <a:cxnSpLocks/>
          </p:cNvCxnSpPr>
          <p:nvPr/>
        </p:nvCxnSpPr>
        <p:spPr>
          <a:xfrm flipH="1">
            <a:off x="7158393" y="4660273"/>
            <a:ext cx="159797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9054FBA-59E1-4C77-8CB7-2E266BA842CD}"/>
              </a:ext>
            </a:extLst>
          </p:cNvPr>
          <p:cNvCxnSpPr>
            <a:cxnSpLocks/>
            <a:endCxn id="162" idx="4"/>
          </p:cNvCxnSpPr>
          <p:nvPr/>
        </p:nvCxnSpPr>
        <p:spPr>
          <a:xfrm flipV="1">
            <a:off x="7158393" y="1630031"/>
            <a:ext cx="0" cy="303024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2C907063-B41A-4C2F-BCF2-0BD872E9E44B}"/>
              </a:ext>
            </a:extLst>
          </p:cNvPr>
          <p:cNvSpPr/>
          <p:nvPr/>
        </p:nvSpPr>
        <p:spPr>
          <a:xfrm>
            <a:off x="8715152" y="5211422"/>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620DE8E3-4299-47E4-BDA6-758E563D253D}"/>
              </a:ext>
            </a:extLst>
          </p:cNvPr>
          <p:cNvSpPr/>
          <p:nvPr/>
        </p:nvSpPr>
        <p:spPr>
          <a:xfrm>
            <a:off x="7122393" y="1558031"/>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830646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4-1</a:t>
            </a:r>
          </a:p>
          <a:p>
            <a:pPr>
              <a:lnSpc>
                <a:spcPct val="150000"/>
              </a:lnSpc>
            </a:pPr>
            <a:r>
              <a:rPr lang="zh-CN" altLang="en-US" dirty="0"/>
              <a:t>出行目的：</a:t>
            </a:r>
            <a:r>
              <a:rPr lang="zh-CN" altLang="zh-CN" sz="1050" b="0" kern="0" dirty="0">
                <a:solidFill>
                  <a:srgbClr val="000000"/>
                </a:solidFill>
                <a:effectLst/>
                <a:ea typeface="宋体" panose="02010600030101010101" pitchFamily="2" charset="-122"/>
                <a:cs typeface="Times New Roman" panose="02020603050405020304" pitchFamily="18" charset="0"/>
              </a:rPr>
              <a:t>通勤出行（上下班、上下学）</a:t>
            </a:r>
            <a:endParaRPr lang="en-US" altLang="zh-CN" sz="1050" b="0" kern="0" dirty="0">
              <a:solidFill>
                <a:srgbClr val="000000"/>
              </a:solidFill>
              <a:effectLst/>
              <a:ea typeface="宋体" panose="02010600030101010101" pitchFamily="2" charset="-122"/>
              <a:cs typeface="Times New Roman" panose="02020603050405020304" pitchFamily="18" charset="0"/>
            </a:endParaRPr>
          </a:p>
          <a:p>
            <a:pPr>
              <a:lnSpc>
                <a:spcPct val="150000"/>
              </a:lnSpc>
            </a:pPr>
            <a:r>
              <a:rPr lang="zh-CN" altLang="en-US" dirty="0"/>
              <a:t>出发时间：</a:t>
            </a:r>
            <a:r>
              <a:rPr lang="zh-CN" altLang="en-US" b="0" dirty="0"/>
              <a:t>早高峰（</a:t>
            </a:r>
            <a:r>
              <a:rPr lang="en-US" altLang="zh-CN" b="0" dirty="0"/>
              <a:t>8:00-10:00</a:t>
            </a:r>
            <a:r>
              <a:rPr lang="zh-CN" altLang="en-US" b="0" dirty="0"/>
              <a:t>）</a:t>
            </a:r>
            <a:endParaRPr lang="en-US" altLang="zh-CN" b="0" dirty="0"/>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090822"/>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29146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05736"/>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1</a:t>
            </a:r>
            <a:r>
              <a:rPr lang="zh-CN" altLang="en-US" sz="1000" b="0" dirty="0"/>
              <a:t>小时</a:t>
            </a:r>
            <a:r>
              <a:rPr lang="en-US" altLang="zh-CN" sz="1000" b="0" dirty="0"/>
              <a:t>10</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75</a:t>
            </a:r>
            <a:r>
              <a:rPr lang="zh-CN" altLang="en-US" sz="1000" b="0" dirty="0"/>
              <a:t>分钟</a:t>
            </a:r>
            <a:endParaRPr lang="en-US" altLang="zh-CN" sz="1000" b="0" dirty="0"/>
          </a:p>
          <a:p>
            <a:r>
              <a:rPr lang="zh-CN" altLang="en-US" sz="1000" dirty="0"/>
              <a:t>出行费用：</a:t>
            </a:r>
            <a:r>
              <a:rPr lang="en-US" altLang="zh-CN" sz="1000" b="0" dirty="0"/>
              <a:t>82</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50032"/>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1</a:t>
            </a:r>
            <a:r>
              <a:rPr lang="zh-CN" altLang="en-US" sz="1000" b="0" dirty="0"/>
              <a:t>小时</a:t>
            </a:r>
            <a:r>
              <a:rPr lang="en-US" altLang="zh-CN" sz="1000" b="0" dirty="0"/>
              <a:t>10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61817"/>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70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0031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46</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15</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65337"/>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07484"/>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27518"/>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40675"/>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27518"/>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46028"/>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77508"/>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77508"/>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20804"/>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40676"/>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38480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74949"/>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384804"/>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56804"/>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08728"/>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10982"/>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58177"/>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080065"/>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58526"/>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23986"/>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58877"/>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485135"/>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18524"/>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49135"/>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21135"/>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73601"/>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00438"/>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56940"/>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08449"/>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37601"/>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78445"/>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16738"/>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27282"/>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67383"/>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59690"/>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47</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14797"/>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7.2</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1741331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4-2</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94885" y="509719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55952" y="129783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65611" y="2812107"/>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38</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48</a:t>
            </a:r>
            <a:r>
              <a:rPr lang="zh-CN" altLang="en-US" sz="1000" b="0" dirty="0"/>
              <a:t>分钟</a:t>
            </a:r>
            <a:endParaRPr lang="en-US" altLang="zh-CN" sz="1000" b="0" dirty="0"/>
          </a:p>
          <a:p>
            <a:r>
              <a:rPr lang="zh-CN" altLang="en-US" sz="1000" dirty="0"/>
              <a:t>出行费用：</a:t>
            </a:r>
            <a:r>
              <a:rPr lang="en-US" altLang="zh-CN" sz="1000" b="0" dirty="0"/>
              <a:t>67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64768" y="1956403"/>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804749" y="426818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46</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27</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43522" y="2506683"/>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7</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55927" y="4171708"/>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95202" y="4113855"/>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56662" y="4033889"/>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45922" y="1447046"/>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56662" y="4033889"/>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85277" y="405239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8282" y="3983879"/>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8282" y="3983879"/>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9769" y="1427175"/>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705253" y="1447047"/>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9769" y="139117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7277" y="4081320"/>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8109" y="13911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9601" y="1463175"/>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25743" y="501509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9005" y="511735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52079" y="136454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7510" y="4086436"/>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51255" y="4164897"/>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17027" y="1530357"/>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56021" y="4165248"/>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52700" y="1491506"/>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15290" y="4024895"/>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80700" y="145550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13972" y="1527506"/>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25799" y="4079972"/>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9799" y="510680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9832" y="4063311"/>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53834" y="401482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9196" y="4043972"/>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50754" y="1584816"/>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7914" y="152310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9370" y="1533653"/>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77064" y="147375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96720" y="1466061"/>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47</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8848" y="2921168"/>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7.2</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3150849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4-3</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通勤出行（上下班、上下学）</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11225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31289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27167"/>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50</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53</a:t>
            </a:r>
            <a:r>
              <a:rPr lang="zh-CN" altLang="en-US" sz="1000" b="0" dirty="0"/>
              <a:t>分钟</a:t>
            </a:r>
            <a:endParaRPr lang="en-US" altLang="zh-CN" sz="1000" b="0" dirty="0"/>
          </a:p>
          <a:p>
            <a:r>
              <a:rPr lang="zh-CN" altLang="en-US" sz="1000" dirty="0"/>
              <a:t>出行费用：</a:t>
            </a:r>
            <a:r>
              <a:rPr lang="en-US" altLang="zh-CN" sz="1000" b="0" dirty="0"/>
              <a:t>72</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71463"/>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50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8324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60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29</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21743"/>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46</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86768"/>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28915"/>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48949"/>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62106"/>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48949"/>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6745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98939"/>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98939"/>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42235"/>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62107"/>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40623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96380"/>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40623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78235"/>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301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3241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796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101496"/>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79957"/>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45417"/>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80308"/>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506566"/>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39955"/>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7056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42566"/>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95032"/>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2186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78371"/>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2988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59032"/>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99876"/>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3816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48713"/>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8881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81121"/>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3</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47</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36228"/>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6.5</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2615959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4-4</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09719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29783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12107"/>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50</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55</a:t>
            </a:r>
            <a:r>
              <a:rPr lang="zh-CN" altLang="en-US" sz="1000" b="0" dirty="0"/>
              <a:t>分钟</a:t>
            </a:r>
            <a:endParaRPr lang="en-US" altLang="zh-CN" sz="1000" b="0" dirty="0"/>
          </a:p>
          <a:p>
            <a:r>
              <a:rPr lang="zh-CN" altLang="en-US" sz="1000" dirty="0"/>
              <a:t>出行费用：</a:t>
            </a:r>
            <a:r>
              <a:rPr lang="en-US" altLang="zh-CN" sz="1000" b="0" dirty="0"/>
              <a:t>72</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56403"/>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50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6818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55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43</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06683"/>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15</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71708"/>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13855"/>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33889"/>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47046"/>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33889"/>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5239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83879"/>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83879"/>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27175"/>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47047"/>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39117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81320"/>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3911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63175"/>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1509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1735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6454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086436"/>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64897"/>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30357"/>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65248"/>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491506"/>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24895"/>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5550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27506"/>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79972"/>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0680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63311"/>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1482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43972"/>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84816"/>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2310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33653"/>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7375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66061"/>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50</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21168"/>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7.2</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2193338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4-5</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09719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29783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12107"/>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70</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80</a:t>
            </a:r>
            <a:r>
              <a:rPr lang="zh-CN" altLang="en-US" sz="1000" b="0" dirty="0"/>
              <a:t>分钟</a:t>
            </a:r>
            <a:endParaRPr lang="en-US" altLang="zh-CN" sz="1000" b="0" dirty="0"/>
          </a:p>
          <a:p>
            <a:r>
              <a:rPr lang="zh-CN" altLang="en-US" sz="1000" dirty="0"/>
              <a:t>出行费用：</a:t>
            </a:r>
            <a:r>
              <a:rPr lang="en-US" altLang="zh-CN" sz="1000" b="0" dirty="0"/>
              <a:t>82</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56403"/>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70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6818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70</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49</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06683"/>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51</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71708"/>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13855"/>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33889"/>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47046"/>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33889"/>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5239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83879"/>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83879"/>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27175"/>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47047"/>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39117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81320"/>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3911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63175"/>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1509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1735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6454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086436"/>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64897"/>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30357"/>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65248"/>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491506"/>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24895"/>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5550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27506"/>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79972"/>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0680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63311"/>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1482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43972"/>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84816"/>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2310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33653"/>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7375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66061"/>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52</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21168"/>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6.5</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2110923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4-6</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112254"/>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312900"/>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27168"/>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70</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73</a:t>
            </a:r>
            <a:r>
              <a:rPr lang="zh-CN" altLang="en-US" sz="1000" b="0" dirty="0"/>
              <a:t>分钟</a:t>
            </a:r>
            <a:endParaRPr lang="en-US" altLang="zh-CN" sz="1000" b="0" dirty="0"/>
          </a:p>
          <a:p>
            <a:r>
              <a:rPr lang="zh-CN" altLang="en-US" sz="1000" dirty="0"/>
              <a:t>出行费用：</a:t>
            </a:r>
            <a:r>
              <a:rPr lang="en-US" altLang="zh-CN" sz="1000" b="0" dirty="0"/>
              <a:t>82</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71464"/>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70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83249"/>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77</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49</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21744"/>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44</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21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86769"/>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28916"/>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48950"/>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62107"/>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48950"/>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67460"/>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98940"/>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98940"/>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42236"/>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62108"/>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4062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96381"/>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406236"/>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78236"/>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30160"/>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32414"/>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7960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101497"/>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79958"/>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45418"/>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80309"/>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506567"/>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39956"/>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70567"/>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42567"/>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95033"/>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21870"/>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78372"/>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29881"/>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59033"/>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99877"/>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38170"/>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48714"/>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8881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81122"/>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8</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52</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5.6</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36229"/>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5.2</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4268925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4-7</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通勤出行（上下班、上下学）</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11225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312899"/>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27167"/>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38</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43</a:t>
            </a:r>
            <a:r>
              <a:rPr lang="zh-CN" altLang="en-US" sz="1000" b="0" dirty="0"/>
              <a:t>分钟</a:t>
            </a:r>
            <a:endParaRPr lang="en-US" altLang="zh-CN" sz="1000" b="0" dirty="0"/>
          </a:p>
          <a:p>
            <a:r>
              <a:rPr lang="zh-CN" altLang="en-US" sz="1000" dirty="0"/>
              <a:t>出行费用：</a:t>
            </a:r>
            <a:r>
              <a:rPr lang="en-US" altLang="zh-CN" sz="1000" b="0" dirty="0"/>
              <a:t>67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71463"/>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8324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42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54</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21743"/>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33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7</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19</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86768"/>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43</a:t>
            </a:r>
            <a:r>
              <a:rPr lang="zh-CN" altLang="en-US" sz="1000" b="0" dirty="0"/>
              <a:t>分钟</a:t>
            </a:r>
            <a:endParaRPr lang="en-US" altLang="zh-CN" sz="1000" b="0" dirty="0"/>
          </a:p>
          <a:p>
            <a:r>
              <a:rPr lang="zh-CN" altLang="en-US" sz="1000" dirty="0"/>
              <a:t>步行距离：</a:t>
            </a:r>
            <a:r>
              <a:rPr lang="en-US" altLang="zh-CN" sz="1000" b="0" dirty="0"/>
              <a:t>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54</a:t>
            </a:r>
            <a:r>
              <a:rPr lang="zh-CN" altLang="en-US" sz="1000" b="0" dirty="0"/>
              <a:t>分钟</a:t>
            </a:r>
            <a:endParaRPr lang="en-US" altLang="zh-CN" sz="1000" b="0" dirty="0"/>
          </a:p>
          <a:p>
            <a:r>
              <a:rPr lang="zh-CN" altLang="en-US" sz="1000" dirty="0"/>
              <a:t>出行费用：</a:t>
            </a:r>
            <a:r>
              <a:rPr lang="en-US" altLang="zh-CN" sz="1000" b="0" dirty="0"/>
              <a:t>5</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28915"/>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48949"/>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62106"/>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48949"/>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6745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3998939"/>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3998939"/>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42235"/>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62107"/>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406235"/>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096380"/>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40623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78235"/>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3015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32413"/>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796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101496"/>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79957"/>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45417"/>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80308"/>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506566"/>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39955"/>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70566"/>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42566"/>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095032"/>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21869"/>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78371"/>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2988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59032"/>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599876"/>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38169"/>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48713"/>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88814"/>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grpSp>
        <p:nvGrpSpPr>
          <p:cNvPr id="142" name="组合 141">
            <a:extLst>
              <a:ext uri="{FF2B5EF4-FFF2-40B4-BE49-F238E27FC236}">
                <a16:creationId xmlns:a16="http://schemas.microsoft.com/office/drawing/2014/main" id="{301B2175-CA95-44A1-8289-3C5146CE41FD}"/>
              </a:ext>
            </a:extLst>
          </p:cNvPr>
          <p:cNvGrpSpPr/>
          <p:nvPr/>
        </p:nvGrpSpPr>
        <p:grpSpPr>
          <a:xfrm>
            <a:off x="5889576" y="1481121"/>
            <a:ext cx="2708603" cy="1323439"/>
            <a:chOff x="5895672" y="1413970"/>
            <a:chExt cx="2708603" cy="1323439"/>
          </a:xfrm>
        </p:grpSpPr>
        <p:sp>
          <p:nvSpPr>
            <p:cNvPr id="94" name="文本框 93">
              <a:extLst>
                <a:ext uri="{FF2B5EF4-FFF2-40B4-BE49-F238E27FC236}">
                  <a16:creationId xmlns:a16="http://schemas.microsoft.com/office/drawing/2014/main" id="{DA99C221-B936-4EB0-93AB-B90799578D6F}"/>
                </a:ext>
              </a:extLst>
            </p:cNvPr>
            <p:cNvSpPr txBox="1"/>
            <p:nvPr/>
          </p:nvSpPr>
          <p:spPr>
            <a:xfrm>
              <a:off x="5895672" y="1413970"/>
              <a:ext cx="2708603" cy="1323439"/>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公交时间：</a:t>
              </a:r>
              <a:r>
                <a:rPr lang="en-US" altLang="zh-CN" sz="1000" b="0" dirty="0"/>
                <a:t>6</a:t>
              </a:r>
              <a:r>
                <a:rPr lang="zh-CN" altLang="en-US" sz="1000" b="0" dirty="0"/>
                <a:t>分钟</a:t>
              </a:r>
              <a:endParaRPr lang="en-US" altLang="zh-CN" sz="1000" b="0" dirty="0"/>
            </a:p>
            <a:p>
              <a:r>
                <a:rPr lang="zh-CN" altLang="en-US" sz="1000" dirty="0"/>
                <a:t>等待时间：</a:t>
              </a:r>
              <a:r>
                <a:rPr lang="en-US" altLang="zh-CN" sz="1000" b="0" dirty="0"/>
                <a:t>5</a:t>
              </a:r>
              <a:r>
                <a:rPr lang="zh-CN" altLang="en-US" sz="1000" b="0" dirty="0"/>
                <a:t>分钟</a:t>
              </a:r>
              <a:endParaRPr lang="en-US" altLang="zh-CN" sz="1000" b="0" dirty="0"/>
            </a:p>
            <a:p>
              <a:r>
                <a:rPr lang="zh-CN" altLang="en-US" sz="1000" dirty="0"/>
                <a:t>步行距离：</a:t>
              </a:r>
              <a:r>
                <a:rPr lang="en-US" altLang="zh-CN" sz="1000" b="0" dirty="0"/>
                <a:t>0.5</a:t>
              </a:r>
              <a:r>
                <a:rPr lang="zh-CN" altLang="en-US" sz="1000" b="0" dirty="0"/>
                <a:t>公里</a:t>
              </a:r>
              <a:endParaRPr lang="en-US" altLang="zh-CN" sz="1000" dirty="0"/>
            </a:p>
            <a:p>
              <a:endParaRPr lang="en-US" altLang="zh-CN" sz="1000" dirty="0"/>
            </a:p>
          </p:txBody>
        </p:sp>
        <p:sp>
          <p:nvSpPr>
            <p:cNvPr id="145" name="文本框 144">
              <a:extLst>
                <a:ext uri="{FF2B5EF4-FFF2-40B4-BE49-F238E27FC236}">
                  <a16:creationId xmlns:a16="http://schemas.microsoft.com/office/drawing/2014/main" id="{4CC22DEC-8211-4281-B5BB-B00244E11C43}"/>
                </a:ext>
              </a:extLst>
            </p:cNvPr>
            <p:cNvSpPr txBox="1"/>
            <p:nvPr/>
          </p:nvSpPr>
          <p:spPr>
            <a:xfrm>
              <a:off x="7148878" y="2004257"/>
              <a:ext cx="1455397" cy="400110"/>
            </a:xfrm>
            <a:prstGeom prst="rect">
              <a:avLst/>
            </a:prstGeom>
          </p:spPr>
          <p:txBody>
            <a:bodyPr wrap="square">
              <a:spAutoFit/>
            </a:bodyPr>
            <a:lstStyle/>
            <a:p>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50</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r>
                <a:rPr lang="zh-CN" altLang="en-US" sz="1000" b="1" dirty="0">
                  <a:latin typeface="新宋体" panose="02010609030101010101" pitchFamily="49" charset="-122"/>
                  <a:ea typeface="新宋体" panose="02010609030101010101" pitchFamily="49" charset="-122"/>
                </a:rPr>
                <a:t>出行费用：</a:t>
              </a:r>
              <a:r>
                <a:rPr lang="en-US" altLang="zh-CN" sz="1000" dirty="0">
                  <a:latin typeface="新宋体" panose="02010609030101010101" pitchFamily="49" charset="-122"/>
                  <a:ea typeface="新宋体" panose="02010609030101010101" pitchFamily="49" charset="-122"/>
                </a:rPr>
                <a:t>7</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grpSp>
        <p:nvGrpSpPr>
          <p:cNvPr id="143" name="组合 142">
            <a:extLst>
              <a:ext uri="{FF2B5EF4-FFF2-40B4-BE49-F238E27FC236}">
                <a16:creationId xmlns:a16="http://schemas.microsoft.com/office/drawing/2014/main" id="{95ACA6EB-947E-4E21-BEFD-670C83DB52FE}"/>
              </a:ext>
            </a:extLst>
          </p:cNvPr>
          <p:cNvGrpSpPr/>
          <p:nvPr/>
        </p:nvGrpSpPr>
        <p:grpSpPr>
          <a:xfrm>
            <a:off x="5891704" y="2936228"/>
            <a:ext cx="2731835" cy="1015663"/>
            <a:chOff x="5897800" y="2869077"/>
            <a:chExt cx="2731835" cy="1015663"/>
          </a:xfrm>
        </p:grpSpPr>
        <p:sp>
          <p:nvSpPr>
            <p:cNvPr id="125" name="文本框 124">
              <a:extLst>
                <a:ext uri="{FF2B5EF4-FFF2-40B4-BE49-F238E27FC236}">
                  <a16:creationId xmlns:a16="http://schemas.microsoft.com/office/drawing/2014/main" id="{D62C2337-0792-4AF0-B075-E0156D9321F8}"/>
                </a:ext>
              </a:extLst>
            </p:cNvPr>
            <p:cNvSpPr txBox="1"/>
            <p:nvPr/>
          </p:nvSpPr>
          <p:spPr>
            <a:xfrm>
              <a:off x="5897800" y="2869077"/>
              <a:ext cx="2714808" cy="1015663"/>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地铁时间：</a:t>
              </a:r>
              <a:r>
                <a:rPr lang="en-US" altLang="zh-CN" sz="1000" b="0" dirty="0"/>
                <a:t>33</a:t>
              </a:r>
              <a:r>
                <a:rPr lang="zh-CN" altLang="en-US" sz="1000" b="0" dirty="0"/>
                <a:t>分钟</a:t>
              </a:r>
              <a:endParaRPr lang="en-US" altLang="zh-CN" sz="1000" b="0" dirty="0"/>
            </a:p>
            <a:p>
              <a:r>
                <a:rPr lang="zh-CN" altLang="en-US" sz="1000" dirty="0"/>
                <a:t>骑行距离</a:t>
              </a:r>
              <a:r>
                <a:rPr lang="zh-CN" altLang="en-US" sz="1000" b="0" dirty="0"/>
                <a:t>：</a:t>
              </a:r>
              <a:r>
                <a:rPr lang="en-US" altLang="zh-CN" sz="1000" b="0" dirty="0"/>
                <a:t>1.9</a:t>
              </a:r>
              <a:r>
                <a:rPr lang="zh-CN" altLang="en-US" sz="1000" b="0" dirty="0"/>
                <a:t>公里</a:t>
              </a:r>
              <a:endParaRPr lang="en-US" altLang="zh-CN" sz="1000" b="0" dirty="0"/>
            </a:p>
            <a:p>
              <a:endParaRPr lang="en-US" altLang="zh-CN" sz="1000" b="0" dirty="0"/>
            </a:p>
          </p:txBody>
        </p:sp>
        <p:sp>
          <p:nvSpPr>
            <p:cNvPr id="149" name="文本框 148">
              <a:extLst>
                <a:ext uri="{FF2B5EF4-FFF2-40B4-BE49-F238E27FC236}">
                  <a16:creationId xmlns:a16="http://schemas.microsoft.com/office/drawing/2014/main" id="{0C99AF4B-3E3B-424A-BEBB-E82DC9D0C547}"/>
                </a:ext>
              </a:extLst>
            </p:cNvPr>
            <p:cNvSpPr txBox="1"/>
            <p:nvPr/>
          </p:nvSpPr>
          <p:spPr>
            <a:xfrm>
              <a:off x="7113368" y="3317703"/>
              <a:ext cx="1516267" cy="400110"/>
            </a:xfrm>
            <a:prstGeom prst="rect">
              <a:avLst/>
            </a:prstGeom>
            <a:noFill/>
          </p:spPr>
          <p:txBody>
            <a:bodyPr wrap="square">
              <a:spAutoFit/>
            </a:bodyPr>
            <a:lstStyle/>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全程出行时间：</a:t>
              </a:r>
              <a:r>
                <a:rPr lang="en-US" altLang="zh-CN" sz="1000" dirty="0">
                  <a:latin typeface="新宋体" panose="02010609030101010101" pitchFamily="49" charset="-122"/>
                  <a:ea typeface="新宋体" panose="02010609030101010101" pitchFamily="49" charset="-122"/>
                </a:rPr>
                <a:t>44</a:t>
              </a:r>
              <a:r>
                <a:rPr lang="zh-CN" altLang="en-US" sz="1000" dirty="0">
                  <a:latin typeface="新宋体" panose="02010609030101010101" pitchFamily="49" charset="-122"/>
                  <a:ea typeface="新宋体" panose="02010609030101010101" pitchFamily="49" charset="-122"/>
                </a:rPr>
                <a:t>分钟</a:t>
              </a:r>
              <a:endParaRPr lang="en-US" altLang="zh-CN" sz="1000" dirty="0">
                <a:latin typeface="新宋体" panose="02010609030101010101" pitchFamily="49" charset="-122"/>
                <a:ea typeface="新宋体" panose="02010609030101010101" pitchFamily="49" charset="-122"/>
              </a:endParaRPr>
            </a:p>
            <a:p>
              <a:pPr marR="0" lvl="0" indent="0" fontAlgn="auto">
                <a:lnSpc>
                  <a:spcPct val="100000"/>
                </a:lnSpc>
                <a:spcBef>
                  <a:spcPts val="0"/>
                </a:spcBef>
                <a:spcAft>
                  <a:spcPts val="0"/>
                </a:spcAft>
                <a:buClrTx/>
                <a:buSzTx/>
                <a:buFontTx/>
                <a:buNone/>
                <a:tabLst/>
                <a:defRPr/>
              </a:pPr>
              <a:r>
                <a:rPr lang="zh-CN" altLang="en-US" sz="1000" b="1" dirty="0">
                  <a:latin typeface="新宋体" panose="02010609030101010101" pitchFamily="49" charset="-122"/>
                  <a:ea typeface="新宋体" panose="02010609030101010101" pitchFamily="49" charset="-122"/>
                </a:rPr>
                <a:t>全程出行费用：</a:t>
              </a:r>
              <a:r>
                <a:rPr lang="en-US" altLang="zh-CN" sz="1000" dirty="0">
                  <a:latin typeface="新宋体" panose="02010609030101010101" pitchFamily="49" charset="-122"/>
                  <a:ea typeface="新宋体" panose="02010609030101010101" pitchFamily="49" charset="-122"/>
                </a:rPr>
                <a:t>6.5</a:t>
              </a:r>
              <a:r>
                <a:rPr lang="zh-CN" altLang="en-US" sz="1000" dirty="0">
                  <a:latin typeface="新宋体" panose="02010609030101010101" pitchFamily="49" charset="-122"/>
                  <a:ea typeface="新宋体" panose="02010609030101010101" pitchFamily="49" charset="-122"/>
                </a:rPr>
                <a:t>元</a:t>
              </a:r>
              <a:endParaRPr lang="en-US" altLang="zh-CN" sz="1000" dirty="0">
                <a:latin typeface="新宋体" panose="02010609030101010101" pitchFamily="49" charset="-122"/>
                <a:ea typeface="新宋体" panose="02010609030101010101" pitchFamily="49" charset="-122"/>
              </a:endParaRPr>
            </a:p>
          </p:txBody>
        </p:sp>
      </p:grpSp>
    </p:spTree>
    <p:extLst>
      <p:ext uri="{BB962C8B-B14F-4D97-AF65-F5344CB8AC3E}">
        <p14:creationId xmlns:p14="http://schemas.microsoft.com/office/powerpoint/2010/main" val="2968455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4-8</a:t>
            </a:r>
          </a:p>
          <a:p>
            <a:pPr>
              <a:lnSpc>
                <a:spcPct val="150000"/>
              </a:lnSpc>
            </a:pPr>
            <a:r>
              <a:rPr lang="zh-CN" altLang="en-US" dirty="0"/>
              <a:t>出行目的：</a:t>
            </a:r>
            <a:r>
              <a:rPr lang="zh-CN" altLang="en-US" sz="1050" b="0" kern="0" dirty="0">
                <a:solidFill>
                  <a:srgbClr val="000000"/>
                </a:solidFill>
                <a:effectLst/>
                <a:ea typeface="宋体" panose="02010600030101010101" pitchFamily="2" charset="-122"/>
                <a:cs typeface="Times New Roman" panose="02020603050405020304" pitchFamily="18" charset="0"/>
              </a:rPr>
              <a:t>生活出行（购物、休闲娱乐等）</a:t>
            </a:r>
          </a:p>
          <a:p>
            <a:pPr>
              <a:lnSpc>
                <a:spcPct val="150000"/>
              </a:lnSpc>
            </a:pPr>
            <a:r>
              <a:rPr lang="zh-CN" altLang="en-US" dirty="0"/>
              <a:t>出发时间：</a:t>
            </a:r>
            <a:r>
              <a:rPr lang="zh-CN" altLang="en-US" b="0" dirty="0"/>
              <a:t>夜间（</a:t>
            </a:r>
            <a:r>
              <a:rPr lang="en-US" altLang="zh-CN" b="0" dirty="0"/>
              <a:t>23:00</a:t>
            </a:r>
            <a:r>
              <a:rPr lang="zh-CN" altLang="en-US" b="0" dirty="0"/>
              <a:t>以后）</a:t>
            </a:r>
          </a:p>
          <a:p>
            <a:pPr>
              <a:lnSpc>
                <a:spcPct val="150000"/>
              </a:lnSpc>
            </a:pPr>
            <a:r>
              <a:rPr lang="zh-CN" altLang="en-US" dirty="0"/>
              <a:t>出行距离：</a:t>
            </a:r>
            <a:r>
              <a:rPr lang="en-US" altLang="zh-CN" b="0" dirty="0"/>
              <a:t>26</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87741" y="511939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48808" y="1320043"/>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1158467" y="2834311"/>
            <a:ext cx="2151502"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33</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36</a:t>
            </a:r>
            <a:r>
              <a:rPr lang="zh-CN" altLang="en-US" sz="1000" b="0" dirty="0"/>
              <a:t>分钟</a:t>
            </a:r>
            <a:endParaRPr lang="en-US" altLang="zh-CN" sz="1000" b="0" dirty="0"/>
          </a:p>
          <a:p>
            <a:r>
              <a:rPr lang="zh-CN" altLang="en-US" sz="1000" dirty="0"/>
              <a:t>出行费用：</a:t>
            </a:r>
            <a:r>
              <a:rPr lang="en-US" altLang="zh-CN" sz="1000" b="0" dirty="0"/>
              <a:t>77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1157624" y="1978607"/>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33</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6797605" y="4290392"/>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33</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62</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9236378" y="2528887"/>
            <a:ext cx="1765061" cy="707886"/>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不在运营时间内！</a:t>
            </a:r>
            <a:endParaRPr lang="en-US" altLang="zh-CN" sz="100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1648783" y="4193912"/>
            <a:ext cx="1476751" cy="707886"/>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不在运营时间内！</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endCxn id="115" idx="3"/>
          </p:cNvCxnSpPr>
          <p:nvPr/>
        </p:nvCxnSpPr>
        <p:spPr>
          <a:xfrm flipV="1">
            <a:off x="1188058" y="4136059"/>
            <a:ext cx="619" cy="936002"/>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1149518" y="4056093"/>
            <a:ext cx="0" cy="98779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3738778" y="1469250"/>
            <a:ext cx="0" cy="258684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49518" y="4056093"/>
            <a:ext cx="258926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1178133" y="4074603"/>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1121138" y="4006083"/>
            <a:ext cx="0" cy="105519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21138" y="4006083"/>
            <a:ext cx="257697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676736C-B7F6-435D-9BB3-F7B375795ACB}"/>
              </a:ext>
            </a:extLst>
          </p:cNvPr>
          <p:cNvCxnSpPr>
            <a:cxnSpLocks/>
            <a:stCxn id="137" idx="6"/>
            <a:endCxn id="124" idx="2"/>
          </p:cNvCxnSpPr>
          <p:nvPr/>
        </p:nvCxnSpPr>
        <p:spPr>
          <a:xfrm flipH="1">
            <a:off x="3682625" y="1449379"/>
            <a:ext cx="310340"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3698109" y="1469251"/>
            <a:ext cx="0" cy="25368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731217B6-8308-4D1E-ABAC-2CDB47F86CB9}"/>
              </a:ext>
            </a:extLst>
          </p:cNvPr>
          <p:cNvSpPr/>
          <p:nvPr/>
        </p:nvSpPr>
        <p:spPr>
          <a:xfrm>
            <a:off x="3682625" y="1413379"/>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cxnSp>
        <p:nvCxnSpPr>
          <p:cNvPr id="127" name="直接连接符 126">
            <a:extLst>
              <a:ext uri="{FF2B5EF4-FFF2-40B4-BE49-F238E27FC236}">
                <a16:creationId xmlns:a16="http://schemas.microsoft.com/office/drawing/2014/main" id="{355CD5A1-2814-4FD3-A7CE-D27FF9619A19}"/>
              </a:ext>
            </a:extLst>
          </p:cNvPr>
          <p:cNvCxnSpPr>
            <a:cxnSpLocks/>
            <a:endCxn id="115" idx="6"/>
          </p:cNvCxnSpPr>
          <p:nvPr/>
        </p:nvCxnSpPr>
        <p:spPr>
          <a:xfrm flipH="1">
            <a:off x="1250133" y="4103524"/>
            <a:ext cx="2700837" cy="707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37" name="椭圆 136">
            <a:extLst>
              <a:ext uri="{FF2B5EF4-FFF2-40B4-BE49-F238E27FC236}">
                <a16:creationId xmlns:a16="http://schemas.microsoft.com/office/drawing/2014/main" id="{C7490265-A8C4-4B07-9BC5-2AA03CF4BE55}"/>
              </a:ext>
            </a:extLst>
          </p:cNvPr>
          <p:cNvSpPr/>
          <p:nvPr/>
        </p:nvSpPr>
        <p:spPr>
          <a:xfrm>
            <a:off x="3920965" y="1413379"/>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1" name="直接连接符 70">
            <a:extLst>
              <a:ext uri="{FF2B5EF4-FFF2-40B4-BE49-F238E27FC236}">
                <a16:creationId xmlns:a16="http://schemas.microsoft.com/office/drawing/2014/main" id="{E0576483-2A7B-4821-AEE7-A92B03F6C9A3}"/>
              </a:ext>
            </a:extLst>
          </p:cNvPr>
          <p:cNvCxnSpPr>
            <a:cxnSpLocks/>
            <a:endCxn id="137" idx="4"/>
          </p:cNvCxnSpPr>
          <p:nvPr/>
        </p:nvCxnSpPr>
        <p:spPr>
          <a:xfrm flipV="1">
            <a:off x="3952457" y="1485379"/>
            <a:ext cx="4508" cy="261814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18599" y="5037303"/>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B5E2CF4E-6DEF-4224-A201-E61A896E4182}"/>
              </a:ext>
            </a:extLst>
          </p:cNvPr>
          <p:cNvSpPr txBox="1"/>
          <p:nvPr/>
        </p:nvSpPr>
        <p:spPr>
          <a:xfrm>
            <a:off x="6051861" y="5139557"/>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79" name="文本框 78">
            <a:extLst>
              <a:ext uri="{FF2B5EF4-FFF2-40B4-BE49-F238E27FC236}">
                <a16:creationId xmlns:a16="http://schemas.microsoft.com/office/drawing/2014/main" id="{E9D27CA2-3EFE-4E27-A8A3-AF88DC8050AC}"/>
              </a:ext>
            </a:extLst>
          </p:cNvPr>
          <p:cNvSpPr txBox="1"/>
          <p:nvPr/>
        </p:nvSpPr>
        <p:spPr>
          <a:xfrm>
            <a:off x="9144935" y="1386752"/>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cxnSp>
        <p:nvCxnSpPr>
          <p:cNvPr id="80" name="直接连接符 79">
            <a:extLst>
              <a:ext uri="{FF2B5EF4-FFF2-40B4-BE49-F238E27FC236}">
                <a16:creationId xmlns:a16="http://schemas.microsoft.com/office/drawing/2014/main" id="{96C97F63-E006-4D56-8F2B-4F7E51A54228}"/>
              </a:ext>
            </a:extLst>
          </p:cNvPr>
          <p:cNvCxnSpPr>
            <a:cxnSpLocks/>
            <a:stCxn id="93" idx="1"/>
          </p:cNvCxnSpPr>
          <p:nvPr/>
        </p:nvCxnSpPr>
        <p:spPr>
          <a:xfrm flipH="1" flipV="1">
            <a:off x="6490366" y="4108640"/>
            <a:ext cx="2833" cy="1030917"/>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E418336-AEBD-4F2A-A1B1-978D342AFE83}"/>
              </a:ext>
            </a:extLst>
          </p:cNvPr>
          <p:cNvCxnSpPr>
            <a:cxnSpLocks/>
            <a:stCxn id="93" idx="7"/>
          </p:cNvCxnSpPr>
          <p:nvPr/>
        </p:nvCxnSpPr>
        <p:spPr>
          <a:xfrm flipV="1">
            <a:off x="6544111" y="4187101"/>
            <a:ext cx="3442" cy="9524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79C0F2C-8ED6-4F64-B6BC-ED57D6E32D23}"/>
              </a:ext>
            </a:extLst>
          </p:cNvPr>
          <p:cNvCxnSpPr>
            <a:cxnSpLocks/>
          </p:cNvCxnSpPr>
          <p:nvPr/>
        </p:nvCxnSpPr>
        <p:spPr>
          <a:xfrm flipV="1">
            <a:off x="9109883" y="1552561"/>
            <a:ext cx="0" cy="264096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DC23C06-8920-4C0E-9F57-908B1BD59119}"/>
              </a:ext>
            </a:extLst>
          </p:cNvPr>
          <p:cNvCxnSpPr>
            <a:cxnSpLocks/>
          </p:cNvCxnSpPr>
          <p:nvPr/>
        </p:nvCxnSpPr>
        <p:spPr>
          <a:xfrm flipH="1" flipV="1">
            <a:off x="6548877" y="4187452"/>
            <a:ext cx="2557043" cy="1214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9E120FA-E439-40F6-8446-CF6BFAC8B852}"/>
              </a:ext>
            </a:extLst>
          </p:cNvPr>
          <p:cNvCxnSpPr>
            <a:cxnSpLocks/>
            <a:stCxn id="91" idx="6"/>
          </p:cNvCxnSpPr>
          <p:nvPr/>
        </p:nvCxnSpPr>
        <p:spPr>
          <a:xfrm>
            <a:off x="8745556" y="1513710"/>
            <a:ext cx="308174" cy="0"/>
          </a:xfrm>
          <a:prstGeom prst="line">
            <a:avLst/>
          </a:prstGeom>
          <a:ln w="12700">
            <a:solidFill>
              <a:srgbClr val="70AD47"/>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573961B-334C-4527-B59B-60E64B130987}"/>
              </a:ext>
            </a:extLst>
          </p:cNvPr>
          <p:cNvCxnSpPr>
            <a:cxnSpLocks/>
            <a:endCxn id="128" idx="7"/>
          </p:cNvCxnSpPr>
          <p:nvPr/>
        </p:nvCxnSpPr>
        <p:spPr>
          <a:xfrm flipH="1">
            <a:off x="6508146" y="4047099"/>
            <a:ext cx="2198682" cy="469"/>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91" name="椭圆 90">
            <a:extLst>
              <a:ext uri="{FF2B5EF4-FFF2-40B4-BE49-F238E27FC236}">
                <a16:creationId xmlns:a16="http://schemas.microsoft.com/office/drawing/2014/main" id="{1CCDE010-CA90-4DFB-AAC5-118BC52DD98F}"/>
              </a:ext>
            </a:extLst>
          </p:cNvPr>
          <p:cNvSpPr/>
          <p:nvPr/>
        </p:nvSpPr>
        <p:spPr>
          <a:xfrm>
            <a:off x="8673556" y="1477710"/>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E9208C8F-51A3-43FF-AFFF-C3B4A326854A}"/>
              </a:ext>
            </a:extLst>
          </p:cNvPr>
          <p:cNvCxnSpPr>
            <a:cxnSpLocks/>
            <a:endCxn id="91" idx="4"/>
          </p:cNvCxnSpPr>
          <p:nvPr/>
        </p:nvCxnSpPr>
        <p:spPr>
          <a:xfrm flipV="1">
            <a:off x="8706828" y="1549710"/>
            <a:ext cx="2728" cy="2503936"/>
          </a:xfrm>
          <a:prstGeom prst="lin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8358A10C-8481-45CA-BFF0-A8FDD95D6F27}"/>
              </a:ext>
            </a:extLst>
          </p:cNvPr>
          <p:cNvCxnSpPr>
            <a:cxnSpLocks/>
            <a:stCxn id="93" idx="0"/>
            <a:endCxn id="130" idx="2"/>
          </p:cNvCxnSpPr>
          <p:nvPr/>
        </p:nvCxnSpPr>
        <p:spPr>
          <a:xfrm flipV="1">
            <a:off x="6518655" y="4102176"/>
            <a:ext cx="3397" cy="102683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A6F82E40-BB79-4B59-9FAD-2CEBF7C0D8BA}"/>
              </a:ext>
            </a:extLst>
          </p:cNvPr>
          <p:cNvSpPr/>
          <p:nvPr/>
        </p:nvSpPr>
        <p:spPr>
          <a:xfrm>
            <a:off x="6482655" y="5129013"/>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F88AF12A-2339-4F2B-8DAC-9F5DC0601EBA}"/>
              </a:ext>
            </a:extLst>
          </p:cNvPr>
          <p:cNvCxnSpPr>
            <a:cxnSpLocks/>
          </p:cNvCxnSpPr>
          <p:nvPr/>
        </p:nvCxnSpPr>
        <p:spPr>
          <a:xfrm flipH="1">
            <a:off x="6592688" y="4085515"/>
            <a:ext cx="2153929" cy="9818"/>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28" name="椭圆 127">
            <a:extLst>
              <a:ext uri="{FF2B5EF4-FFF2-40B4-BE49-F238E27FC236}">
                <a16:creationId xmlns:a16="http://schemas.microsoft.com/office/drawing/2014/main" id="{1C468733-FDB5-4503-9C80-95FAA197D491}"/>
              </a:ext>
            </a:extLst>
          </p:cNvPr>
          <p:cNvSpPr/>
          <p:nvPr/>
        </p:nvSpPr>
        <p:spPr>
          <a:xfrm>
            <a:off x="6446690" y="4037024"/>
            <a:ext cx="72000" cy="72000"/>
          </a:xfrm>
          <a:prstGeom prst="ellipse">
            <a:avLst/>
          </a:prstGeom>
          <a:ln w="12700">
            <a:solidFill>
              <a:srgbClr val="70AD4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355FF5BB-CA5B-427D-B1DE-AF1368BC9F38}"/>
              </a:ext>
            </a:extLst>
          </p:cNvPr>
          <p:cNvSpPr/>
          <p:nvPr/>
        </p:nvSpPr>
        <p:spPr>
          <a:xfrm>
            <a:off x="6522052" y="4066176"/>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2" name="直接连接符 131">
            <a:extLst>
              <a:ext uri="{FF2B5EF4-FFF2-40B4-BE49-F238E27FC236}">
                <a16:creationId xmlns:a16="http://schemas.microsoft.com/office/drawing/2014/main" id="{CFD8E0C7-E810-4FE6-9F8E-B28693DF189E}"/>
              </a:ext>
            </a:extLst>
          </p:cNvPr>
          <p:cNvCxnSpPr>
            <a:cxnSpLocks/>
          </p:cNvCxnSpPr>
          <p:nvPr/>
        </p:nvCxnSpPr>
        <p:spPr>
          <a:xfrm flipV="1">
            <a:off x="8743610" y="1607020"/>
            <a:ext cx="7579" cy="2478495"/>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6F77B71-6610-42A9-8E0B-F992971CD956}"/>
              </a:ext>
            </a:extLst>
          </p:cNvPr>
          <p:cNvSpPr/>
          <p:nvPr/>
        </p:nvSpPr>
        <p:spPr>
          <a:xfrm>
            <a:off x="8730770" y="1545313"/>
            <a:ext cx="72000" cy="72000"/>
          </a:xfrm>
          <a:prstGeom prst="ellips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4" name="直接连接符 133">
            <a:extLst>
              <a:ext uri="{FF2B5EF4-FFF2-40B4-BE49-F238E27FC236}">
                <a16:creationId xmlns:a16="http://schemas.microsoft.com/office/drawing/2014/main" id="{F99FEBD1-FD1C-4C30-8B46-453AFA5BB5FC}"/>
              </a:ext>
            </a:extLst>
          </p:cNvPr>
          <p:cNvCxnSpPr>
            <a:cxnSpLocks/>
            <a:stCxn id="133" idx="7"/>
          </p:cNvCxnSpPr>
          <p:nvPr/>
        </p:nvCxnSpPr>
        <p:spPr>
          <a:xfrm>
            <a:off x="8792226" y="1555857"/>
            <a:ext cx="274884" cy="0"/>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7270BAD6-721E-4A3E-AD1B-A42C191FC6A9}"/>
              </a:ext>
            </a:extLst>
          </p:cNvPr>
          <p:cNvSpPr/>
          <p:nvPr/>
        </p:nvSpPr>
        <p:spPr>
          <a:xfrm>
            <a:off x="9069920" y="1495958"/>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94" name="文本框 93">
            <a:extLst>
              <a:ext uri="{FF2B5EF4-FFF2-40B4-BE49-F238E27FC236}">
                <a16:creationId xmlns:a16="http://schemas.microsoft.com/office/drawing/2014/main" id="{DA99C221-B936-4EB0-93AB-B90799578D6F}"/>
              </a:ext>
            </a:extLst>
          </p:cNvPr>
          <p:cNvSpPr txBox="1"/>
          <p:nvPr/>
        </p:nvSpPr>
        <p:spPr>
          <a:xfrm>
            <a:off x="6623539" y="2011267"/>
            <a:ext cx="1865103" cy="86177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M1</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地面公交</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dirty="0"/>
          </a:p>
        </p:txBody>
      </p:sp>
      <p:sp>
        <p:nvSpPr>
          <p:cNvPr id="125" name="文本框 124">
            <a:extLst>
              <a:ext uri="{FF2B5EF4-FFF2-40B4-BE49-F238E27FC236}">
                <a16:creationId xmlns:a16="http://schemas.microsoft.com/office/drawing/2014/main" id="{D62C2337-0792-4AF0-B075-E0156D9321F8}"/>
              </a:ext>
            </a:extLst>
          </p:cNvPr>
          <p:cNvSpPr txBox="1"/>
          <p:nvPr/>
        </p:nvSpPr>
        <p:spPr>
          <a:xfrm>
            <a:off x="6625667" y="3058696"/>
            <a:ext cx="1862975" cy="861774"/>
          </a:xfrm>
          <a:prstGeom prst="rect">
            <a:avLst/>
          </a:prstGeom>
          <a:noFill/>
          <a:ln w="6350">
            <a:solidFill>
              <a:schemeClr val="accent6"/>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6"/>
                </a:solidFill>
              </a:rPr>
              <a:t>MaaS</a:t>
            </a:r>
            <a:r>
              <a:rPr lang="zh-CN" altLang="en-US" sz="1000" dirty="0">
                <a:solidFill>
                  <a:schemeClr val="accent6"/>
                </a:solidFill>
              </a:rPr>
              <a:t>方案 </a:t>
            </a:r>
            <a:r>
              <a:rPr lang="en-US" altLang="zh-CN" sz="1000" dirty="0">
                <a:solidFill>
                  <a:schemeClr val="accent6"/>
                </a:solidFill>
              </a:rPr>
              <a:t>M2</a:t>
            </a:r>
          </a:p>
          <a:p>
            <a:pPr algn="ctr"/>
            <a:r>
              <a:rPr lang="zh-CN" altLang="en-US" sz="1000" dirty="0">
                <a:solidFill>
                  <a:schemeClr val="accent6"/>
                </a:solidFill>
              </a:rPr>
              <a:t>公共交通组合出行：</a:t>
            </a:r>
            <a:r>
              <a:rPr lang="zh-CN" altLang="en-US" sz="1000" b="0" dirty="0">
                <a:solidFill>
                  <a:schemeClr val="accent6"/>
                </a:solidFill>
              </a:rPr>
              <a:t>轨道交通</a:t>
            </a:r>
            <a:r>
              <a:rPr lang="en-US" altLang="zh-CN" sz="1000" b="0" dirty="0">
                <a:solidFill>
                  <a:schemeClr val="accent6"/>
                </a:solidFill>
              </a:rPr>
              <a:t>+</a:t>
            </a:r>
            <a:r>
              <a:rPr lang="zh-CN" altLang="en-US" sz="1000" b="0" dirty="0">
                <a:solidFill>
                  <a:schemeClr val="accent6"/>
                </a:solidFill>
              </a:rPr>
              <a:t>共享单车</a:t>
            </a:r>
            <a:endParaRPr lang="en-US" altLang="zh-CN" sz="1000" b="0" dirty="0">
              <a:solidFill>
                <a:schemeClr val="accent6"/>
              </a:solidFill>
            </a:endParaRPr>
          </a:p>
          <a:p>
            <a:pPr algn="ctr"/>
            <a:endParaRPr lang="en-US" altLang="zh-CN" sz="1000" b="0" dirty="0">
              <a:solidFill>
                <a:schemeClr val="accent6"/>
              </a:solidFill>
            </a:endParaRPr>
          </a:p>
          <a:p>
            <a:r>
              <a:rPr lang="zh-CN" altLang="en-US" sz="1000" dirty="0"/>
              <a:t>不在运营时间内</a:t>
            </a:r>
            <a:endParaRPr lang="en-US" altLang="zh-CN" sz="1000" b="0" dirty="0"/>
          </a:p>
        </p:txBody>
      </p:sp>
    </p:spTree>
    <p:extLst>
      <p:ext uri="{BB962C8B-B14F-4D97-AF65-F5344CB8AC3E}">
        <p14:creationId xmlns:p14="http://schemas.microsoft.com/office/powerpoint/2010/main" val="706508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5-1</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日间非高峰（</a:t>
            </a:r>
            <a:r>
              <a:rPr lang="en-US" altLang="zh-CN" b="0" dirty="0"/>
              <a:t>10:00-17:00</a:t>
            </a:r>
            <a:r>
              <a:rPr lang="zh-CN" altLang="en-US" b="0" dirty="0"/>
              <a:t>）</a:t>
            </a:r>
            <a:endParaRPr lang="en-US" altLang="zh-CN" b="0" dirty="0"/>
          </a:p>
          <a:p>
            <a:pPr>
              <a:lnSpc>
                <a:spcPct val="150000"/>
              </a:lnSpc>
            </a:pPr>
            <a:r>
              <a:rPr lang="zh-CN" altLang="en-US" dirty="0"/>
              <a:t>出行距离：</a:t>
            </a:r>
            <a:r>
              <a:rPr lang="en-US" altLang="zh-CN" b="0" dirty="0"/>
              <a:t>44</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 47</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57</a:t>
            </a:r>
            <a:r>
              <a:rPr lang="zh-CN" altLang="en-US" sz="1000" b="0" dirty="0"/>
              <a:t>分钟</a:t>
            </a:r>
            <a:endParaRPr lang="en-US" altLang="zh-CN" sz="1000" b="0" dirty="0"/>
          </a:p>
          <a:p>
            <a:r>
              <a:rPr lang="zh-CN" altLang="en-US" sz="1000" dirty="0"/>
              <a:t>出行费用：</a:t>
            </a:r>
            <a:r>
              <a:rPr lang="en-US" altLang="zh-CN" sz="1000" b="0" dirty="0"/>
              <a:t>108</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47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52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43</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70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47</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295203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5-2</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71</a:t>
            </a:r>
            <a:r>
              <a:rPr lang="zh-CN" altLang="en-US" sz="1000" b="0" dirty="0"/>
              <a:t>分钟</a:t>
            </a:r>
            <a:endParaRPr lang="en-US" altLang="zh-CN" sz="1000" b="0" dirty="0"/>
          </a:p>
          <a:p>
            <a:r>
              <a:rPr lang="zh-CN" altLang="en-US" sz="1000" dirty="0"/>
              <a:t>出行费用：</a:t>
            </a:r>
            <a:r>
              <a:rPr lang="en-US" altLang="zh-CN" sz="1000" b="0" dirty="0"/>
              <a:t>157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82</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63</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20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68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51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1D75C54B-3157-4FFC-B4C4-1FE503477395}"/>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1818977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5-3</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日间非高峰（</a:t>
            </a:r>
            <a:r>
              <a:rPr lang="en-US" altLang="zh-CN" b="0" dirty="0"/>
              <a:t>10:00-17:00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47</a:t>
            </a:r>
            <a:r>
              <a:rPr lang="zh-CN" altLang="en-US" sz="1000" b="0" dirty="0"/>
              <a:t>分钟</a:t>
            </a:r>
            <a:endParaRPr lang="en-US" altLang="zh-CN" sz="1000" b="0" dirty="0"/>
          </a:p>
          <a:p>
            <a:r>
              <a:rPr lang="zh-CN" altLang="en-US" sz="1000" dirty="0"/>
              <a:t>预计等待时间：</a:t>
            </a:r>
            <a:r>
              <a:rPr lang="en-US" altLang="zh-CN" sz="1000" b="0" dirty="0"/>
              <a:t>5</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52</a:t>
            </a:r>
            <a:r>
              <a:rPr lang="zh-CN" altLang="en-US" sz="1000" b="0" dirty="0"/>
              <a:t>分钟</a:t>
            </a:r>
            <a:endParaRPr lang="en-US" altLang="zh-CN" sz="1000" b="0" dirty="0"/>
          </a:p>
          <a:p>
            <a:r>
              <a:rPr lang="zh-CN" altLang="en-US" sz="1000" dirty="0"/>
              <a:t>出行费用：</a:t>
            </a:r>
            <a:r>
              <a:rPr lang="en-US" altLang="zh-CN" sz="1000" b="0" dirty="0"/>
              <a:t>108</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47</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47</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43</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15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65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51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387664C9-BF39-493A-8A20-60D87055C66C}"/>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2718520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5-4</a:t>
            </a:r>
          </a:p>
          <a:p>
            <a:pPr>
              <a:lnSpc>
                <a:spcPct val="150000"/>
              </a:lnSpc>
            </a:pPr>
            <a:r>
              <a:rPr lang="zh-CN" altLang="en-US" dirty="0"/>
              <a:t>出行目的：</a:t>
            </a:r>
            <a:r>
              <a:rPr lang="zh-CN" altLang="en-US" b="0" dirty="0"/>
              <a:t>生活出行（购物、休闲娱乐等）</a:t>
            </a:r>
            <a:endParaRPr lang="en-US" altLang="zh-CN" b="0" dirty="0"/>
          </a:p>
          <a:p>
            <a:pPr>
              <a:lnSpc>
                <a:spcPct val="150000"/>
              </a:lnSpc>
            </a:pPr>
            <a:r>
              <a:rPr lang="zh-CN" altLang="en-US" dirty="0"/>
              <a:t>出发时间：</a:t>
            </a:r>
            <a:r>
              <a:rPr lang="zh-CN" altLang="en-US" b="0" dirty="0"/>
              <a:t>夜间（</a:t>
            </a:r>
            <a:r>
              <a:rPr lang="en-US" altLang="zh-CN" b="0" dirty="0"/>
              <a:t>23:00</a:t>
            </a:r>
            <a:r>
              <a:rPr lang="zh-CN" altLang="en-US" b="0" dirty="0"/>
              <a:t>以后）</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44</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47</a:t>
            </a:r>
            <a:r>
              <a:rPr lang="zh-CN" altLang="en-US" sz="1000" b="0" dirty="0"/>
              <a:t>分钟</a:t>
            </a:r>
            <a:endParaRPr lang="en-US" altLang="zh-CN" sz="1000" b="0" dirty="0"/>
          </a:p>
          <a:p>
            <a:r>
              <a:rPr lang="zh-CN" altLang="en-US" sz="1000" dirty="0"/>
              <a:t>出行费用：</a:t>
            </a:r>
            <a:r>
              <a:rPr lang="en-US" altLang="zh-CN" sz="1000" b="0" dirty="0"/>
              <a:t>127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44</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44</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76</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707886"/>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不在运营时间内！</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707886"/>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不在运营时间内！</a:t>
            </a:r>
            <a:endParaRPr lang="en-US" altLang="zh-CN" sz="100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7B69FBCF-47B1-45CB-A93A-523D82E71998}"/>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3180307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5-5</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157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75</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94</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20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75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37</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57249BFB-0F55-4C15-A3E9-F5478CED8C15}"/>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4173807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608406"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5-6</a:t>
            </a:r>
          </a:p>
          <a:p>
            <a:pPr>
              <a:lnSpc>
                <a:spcPct val="150000"/>
              </a:lnSpc>
            </a:pPr>
            <a:r>
              <a:rPr lang="zh-CN" altLang="en-US" dirty="0"/>
              <a:t>出行目的：</a:t>
            </a:r>
            <a:r>
              <a:rPr lang="zh-CN" altLang="en-US" b="0" dirty="0"/>
              <a:t>通勤出行（上下班、上下学）</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80</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90</a:t>
            </a:r>
            <a:r>
              <a:rPr lang="zh-CN" altLang="en-US" sz="1000" b="0" dirty="0"/>
              <a:t>分钟</a:t>
            </a:r>
            <a:endParaRPr lang="en-US" altLang="zh-CN" sz="1000" b="0" dirty="0"/>
          </a:p>
          <a:p>
            <a:r>
              <a:rPr lang="zh-CN" altLang="en-US" sz="1000" dirty="0"/>
              <a:t>出行费用：</a:t>
            </a:r>
            <a:r>
              <a:rPr lang="en-US" altLang="zh-CN" sz="1000" b="0" dirty="0"/>
              <a:t>184</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80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0</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96</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111</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20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75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47</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8C892116-822C-468F-B5C2-AB3C88467B88}"/>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3233605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5-7</a:t>
            </a:r>
          </a:p>
          <a:p>
            <a:pPr>
              <a:lnSpc>
                <a:spcPct val="150000"/>
              </a:lnSpc>
            </a:pPr>
            <a:r>
              <a:rPr lang="zh-CN" altLang="en-US" dirty="0"/>
              <a:t>出行目的：</a:t>
            </a:r>
            <a:r>
              <a:rPr lang="zh-CN" altLang="en-US" b="0" dirty="0"/>
              <a:t>生活出行（购物、休闲娱乐等）</a:t>
            </a:r>
          </a:p>
          <a:p>
            <a:pPr>
              <a:lnSpc>
                <a:spcPct val="150000"/>
              </a:lnSpc>
            </a:pPr>
            <a:r>
              <a:rPr lang="zh-CN" altLang="en-US" dirty="0"/>
              <a:t>出发时间：</a:t>
            </a:r>
            <a:r>
              <a:rPr lang="zh-CN" altLang="en-US" b="0" dirty="0"/>
              <a:t>晚高峰（</a:t>
            </a:r>
            <a:r>
              <a:rPr lang="en-US" altLang="zh-CN" b="0" dirty="0"/>
              <a:t>17:00-19:00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1" name="文本框 50">
            <a:extLst>
              <a:ext uri="{FF2B5EF4-FFF2-40B4-BE49-F238E27FC236}">
                <a16:creationId xmlns:a16="http://schemas.microsoft.com/office/drawing/2014/main" id="{78969C98-11FE-449C-A3E1-E79893E65C98}"/>
              </a:ext>
            </a:extLst>
          </p:cNvPr>
          <p:cNvSpPr txBox="1"/>
          <p:nvPr/>
        </p:nvSpPr>
        <p:spPr>
          <a:xfrm>
            <a:off x="850349" y="5296619"/>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3</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71</a:t>
            </a:r>
            <a:r>
              <a:rPr lang="zh-CN" altLang="en-US" sz="1000" b="0" dirty="0"/>
              <a:t>分钟</a:t>
            </a:r>
            <a:endParaRPr lang="en-US" altLang="zh-CN" sz="1000" b="0" dirty="0"/>
          </a:p>
          <a:p>
            <a:r>
              <a:rPr lang="zh-CN" altLang="en-US" sz="1000" dirty="0"/>
              <a:t>出行费用：</a:t>
            </a:r>
            <a:r>
              <a:rPr lang="en-US" altLang="zh-CN" sz="1000" b="0" dirty="0"/>
              <a:t>157</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68</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25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68</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125</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20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3</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68</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47</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73361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67">
            <a:extLst>
              <a:ext uri="{FF2B5EF4-FFF2-40B4-BE49-F238E27FC236}">
                <a16:creationId xmlns:a16="http://schemas.microsoft.com/office/drawing/2014/main" id="{7EA69B6D-3639-4610-8CA9-DE0E49CF3F0C}"/>
              </a:ext>
            </a:extLst>
          </p:cNvPr>
          <p:cNvSpPr txBox="1"/>
          <p:nvPr/>
        </p:nvSpPr>
        <p:spPr>
          <a:xfrm>
            <a:off x="320253" y="-5303"/>
            <a:ext cx="2743059" cy="1023935"/>
          </a:xfrm>
          <a:prstGeom prst="rect">
            <a:avLst/>
          </a:prstGeom>
          <a:noFill/>
        </p:spPr>
        <p:txBody>
          <a:bodyPr wrap="non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nSpc>
                <a:spcPct val="150000"/>
              </a:lnSpc>
            </a:pPr>
            <a:r>
              <a:rPr lang="zh-CN" altLang="en-US" dirty="0"/>
              <a:t>问题编号：</a:t>
            </a:r>
            <a:r>
              <a:rPr lang="en-US" altLang="zh-CN" b="0" dirty="0"/>
              <a:t>5-8</a:t>
            </a:r>
          </a:p>
          <a:p>
            <a:pPr>
              <a:lnSpc>
                <a:spcPct val="150000"/>
              </a:lnSpc>
            </a:pPr>
            <a:r>
              <a:rPr lang="zh-CN" altLang="en-US" dirty="0"/>
              <a:t>出行目的：</a:t>
            </a:r>
            <a:r>
              <a:rPr lang="zh-CN" altLang="en-US" b="0" dirty="0"/>
              <a:t>生活出行（购物、休闲娱乐等）</a:t>
            </a:r>
          </a:p>
          <a:p>
            <a:pPr>
              <a:lnSpc>
                <a:spcPct val="150000"/>
              </a:lnSpc>
            </a:pPr>
            <a:r>
              <a:rPr lang="zh-CN" altLang="en-US" dirty="0"/>
              <a:t>出发时间：</a:t>
            </a:r>
            <a:r>
              <a:rPr lang="zh-CN" altLang="en-US" b="0" dirty="0"/>
              <a:t>早高峰（</a:t>
            </a:r>
            <a:r>
              <a:rPr lang="en-US" altLang="zh-CN" b="0" dirty="0"/>
              <a:t>8:00-10:00</a:t>
            </a:r>
            <a:r>
              <a:rPr lang="zh-CN" altLang="en-US" b="0" dirty="0"/>
              <a:t>）</a:t>
            </a:r>
          </a:p>
          <a:p>
            <a:pPr>
              <a:lnSpc>
                <a:spcPct val="150000"/>
              </a:lnSpc>
            </a:pPr>
            <a:r>
              <a:rPr lang="zh-CN" altLang="en-US" dirty="0"/>
              <a:t>出行距离：</a:t>
            </a:r>
            <a:r>
              <a:rPr lang="en-US" altLang="zh-CN" b="0" dirty="0"/>
              <a:t>44</a:t>
            </a:r>
            <a:r>
              <a:rPr lang="zh-CN" altLang="en-US" b="0" dirty="0"/>
              <a:t>公里</a:t>
            </a:r>
          </a:p>
        </p:txBody>
      </p:sp>
      <p:sp>
        <p:nvSpPr>
          <p:cNvPr id="53" name="文本框 52">
            <a:extLst>
              <a:ext uri="{FF2B5EF4-FFF2-40B4-BE49-F238E27FC236}">
                <a16:creationId xmlns:a16="http://schemas.microsoft.com/office/drawing/2014/main" id="{EA4D96B6-04D3-4A21-B45F-1D3319C92190}"/>
              </a:ext>
            </a:extLst>
          </p:cNvPr>
          <p:cNvSpPr txBox="1"/>
          <p:nvPr/>
        </p:nvSpPr>
        <p:spPr>
          <a:xfrm>
            <a:off x="3217386" y="1474508"/>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sp>
        <p:nvSpPr>
          <p:cNvPr id="54" name="文本框 53">
            <a:extLst>
              <a:ext uri="{FF2B5EF4-FFF2-40B4-BE49-F238E27FC236}">
                <a16:creationId xmlns:a16="http://schemas.microsoft.com/office/drawing/2014/main" id="{25FD9017-67F8-4290-A168-2CB68C008ABC}"/>
              </a:ext>
            </a:extLst>
          </p:cNvPr>
          <p:cNvSpPr txBox="1"/>
          <p:nvPr/>
        </p:nvSpPr>
        <p:spPr>
          <a:xfrm>
            <a:off x="2959310" y="2921168"/>
            <a:ext cx="1683463" cy="1015663"/>
          </a:xfrm>
          <a:prstGeom prst="rect">
            <a:avLst/>
          </a:prstGeom>
          <a:noFill/>
          <a:ln w="6350">
            <a:solidFill>
              <a:schemeClr val="accent1"/>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1"/>
                </a:solidFill>
              </a:rPr>
              <a:t>出租车 </a:t>
            </a:r>
            <a:r>
              <a:rPr lang="en-US" altLang="zh-CN" sz="1000" dirty="0">
                <a:solidFill>
                  <a:schemeClr val="accent1"/>
                </a:solidFill>
              </a:rPr>
              <a:t>B1</a:t>
            </a:r>
          </a:p>
          <a:p>
            <a:r>
              <a:rPr lang="zh-CN" altLang="en-US" sz="1000" dirty="0"/>
              <a:t>车内时间：</a:t>
            </a:r>
            <a:r>
              <a:rPr lang="en-US" altLang="zh-CN" sz="1000" b="0" dirty="0"/>
              <a:t>80</a:t>
            </a:r>
            <a:r>
              <a:rPr lang="zh-CN" altLang="en-US" sz="1000" b="0" dirty="0"/>
              <a:t>分钟</a:t>
            </a:r>
            <a:endParaRPr lang="en-US" altLang="zh-CN" sz="1000" b="0" dirty="0"/>
          </a:p>
          <a:p>
            <a:r>
              <a:rPr lang="zh-CN" altLang="en-US" sz="1000" dirty="0"/>
              <a:t>预计等待时间：</a:t>
            </a:r>
            <a:r>
              <a:rPr lang="en-US" altLang="zh-CN" sz="1000" b="0" dirty="0"/>
              <a:t>10</a:t>
            </a:r>
            <a:r>
              <a:rPr lang="zh-CN" altLang="en-US" sz="1000" b="0" dirty="0"/>
              <a:t>分钟</a:t>
            </a:r>
            <a:endParaRPr lang="en-US" altLang="zh-CN" sz="1000" b="0" dirty="0"/>
          </a:p>
          <a:p>
            <a:endParaRPr lang="en-US" altLang="zh-CN" sz="1000" b="0" dirty="0"/>
          </a:p>
          <a:p>
            <a:r>
              <a:rPr lang="zh-CN" altLang="en-US" sz="1000" dirty="0"/>
              <a:t>全程出行时间：</a:t>
            </a:r>
            <a:r>
              <a:rPr lang="en-US" altLang="zh-CN" sz="1000" b="0" dirty="0"/>
              <a:t>90</a:t>
            </a:r>
            <a:r>
              <a:rPr lang="zh-CN" altLang="en-US" sz="1000" b="0" dirty="0"/>
              <a:t>分钟</a:t>
            </a:r>
            <a:endParaRPr lang="en-US" altLang="zh-CN" sz="1000" b="0" dirty="0"/>
          </a:p>
          <a:p>
            <a:r>
              <a:rPr lang="zh-CN" altLang="en-US" sz="1000" dirty="0"/>
              <a:t>出行费用：</a:t>
            </a:r>
            <a:r>
              <a:rPr lang="en-US" altLang="zh-CN" sz="1000" b="0" dirty="0"/>
              <a:t>184</a:t>
            </a:r>
            <a:r>
              <a:rPr lang="zh-CN" altLang="en-US" sz="1000" b="0" dirty="0"/>
              <a:t>元</a:t>
            </a:r>
            <a:endParaRPr lang="en-US" altLang="zh-CN" sz="1000" b="0" dirty="0"/>
          </a:p>
        </p:txBody>
      </p:sp>
      <p:sp>
        <p:nvSpPr>
          <p:cNvPr id="55" name="文本框 54">
            <a:extLst>
              <a:ext uri="{FF2B5EF4-FFF2-40B4-BE49-F238E27FC236}">
                <a16:creationId xmlns:a16="http://schemas.microsoft.com/office/drawing/2014/main" id="{7885B0FD-18FC-4EFE-BCC2-050DE760B313}"/>
              </a:ext>
            </a:extLst>
          </p:cNvPr>
          <p:cNvSpPr txBox="1"/>
          <p:nvPr/>
        </p:nvSpPr>
        <p:spPr>
          <a:xfrm>
            <a:off x="2558020" y="4090495"/>
            <a:ext cx="2124932" cy="707886"/>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chemeClr val="accent2"/>
                </a:solidFill>
              </a:rPr>
              <a:t>私家车 </a:t>
            </a:r>
            <a:r>
              <a:rPr lang="en-US" altLang="zh-CN" sz="1000" dirty="0">
                <a:solidFill>
                  <a:schemeClr val="accent2"/>
                </a:solidFill>
              </a:rPr>
              <a:t>A1</a:t>
            </a:r>
          </a:p>
          <a:p>
            <a:r>
              <a:rPr lang="zh-CN" altLang="en-US" sz="1000" dirty="0"/>
              <a:t>驾车时间：</a:t>
            </a:r>
            <a:r>
              <a:rPr lang="en-US" altLang="zh-CN" sz="1000" b="0" dirty="0"/>
              <a:t>80</a:t>
            </a:r>
            <a:r>
              <a:rPr lang="zh-CN" altLang="en-US" sz="1000" b="0" dirty="0"/>
              <a:t>分钟</a:t>
            </a:r>
            <a:endParaRPr lang="en-US" altLang="zh-CN" sz="1000" b="0" dirty="0"/>
          </a:p>
          <a:p>
            <a:r>
              <a:rPr lang="zh-CN" altLang="en-US" sz="1000" dirty="0"/>
              <a:t>预计等待时间：</a:t>
            </a:r>
            <a:r>
              <a:rPr lang="en-US" altLang="zh-CN" sz="1000" b="0" dirty="0"/>
              <a:t>-</a:t>
            </a:r>
          </a:p>
          <a:p>
            <a:r>
              <a:rPr lang="zh-CN" altLang="en-US" sz="1000" dirty="0"/>
              <a:t>出行费用</a:t>
            </a:r>
            <a:r>
              <a:rPr lang="zh-CN" altLang="en-US" sz="1000" b="0" dirty="0"/>
              <a:t>（燃油停车等）：</a:t>
            </a:r>
            <a:r>
              <a:rPr lang="en-US" altLang="zh-CN" sz="1000" b="0" dirty="0"/>
              <a:t>15</a:t>
            </a:r>
            <a:r>
              <a:rPr lang="zh-CN" altLang="en-US" sz="1000" b="0" dirty="0"/>
              <a:t>元</a:t>
            </a:r>
            <a:endParaRPr lang="en-US" altLang="zh-CN" sz="1000" b="0" dirty="0"/>
          </a:p>
        </p:txBody>
      </p:sp>
      <p:sp>
        <p:nvSpPr>
          <p:cNvPr id="96" name="文本框 95">
            <a:extLst>
              <a:ext uri="{FF2B5EF4-FFF2-40B4-BE49-F238E27FC236}">
                <a16:creationId xmlns:a16="http://schemas.microsoft.com/office/drawing/2014/main" id="{57E1B1EE-749A-4171-925B-C9A2808D85A2}"/>
              </a:ext>
            </a:extLst>
          </p:cNvPr>
          <p:cNvSpPr txBox="1"/>
          <p:nvPr/>
        </p:nvSpPr>
        <p:spPr>
          <a:xfrm>
            <a:off x="5309692" y="3852238"/>
            <a:ext cx="1765061" cy="1015663"/>
          </a:xfrm>
          <a:prstGeom prst="rect">
            <a:avLst/>
          </a:prstGeom>
          <a:noFill/>
          <a:ln w="6350">
            <a:solidFill>
              <a:schemeClr val="accent2"/>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chemeClr val="accent2"/>
                </a:solidFill>
              </a:rPr>
              <a:t>MaaS</a:t>
            </a:r>
            <a:r>
              <a:rPr lang="zh-CN" altLang="en-US" sz="1000" dirty="0">
                <a:solidFill>
                  <a:schemeClr val="accent2"/>
                </a:solidFill>
              </a:rPr>
              <a:t>方案 </a:t>
            </a:r>
            <a:r>
              <a:rPr lang="en-US" altLang="zh-CN" sz="1000" dirty="0">
                <a:solidFill>
                  <a:schemeClr val="accent2"/>
                </a:solidFill>
              </a:rPr>
              <a:t>M4</a:t>
            </a:r>
          </a:p>
          <a:p>
            <a:pPr algn="ctr"/>
            <a:r>
              <a:rPr lang="zh-CN" altLang="en-US" sz="1000" b="0" dirty="0">
                <a:solidFill>
                  <a:schemeClr val="accent2"/>
                </a:solidFill>
              </a:rPr>
              <a:t>合乘出行预订</a:t>
            </a:r>
            <a:endParaRPr lang="en-US" altLang="zh-CN" sz="1000" b="0" dirty="0">
              <a:solidFill>
                <a:schemeClr val="accent2"/>
              </a:solidFill>
            </a:endParaRPr>
          </a:p>
          <a:p>
            <a:endParaRPr lang="en-US" altLang="zh-CN" sz="1000" dirty="0"/>
          </a:p>
          <a:p>
            <a:r>
              <a:rPr lang="zh-CN" altLang="en-US" sz="1000" dirty="0"/>
              <a:t>出行时间：</a:t>
            </a:r>
            <a:r>
              <a:rPr lang="en-US" altLang="zh-CN" sz="1000" b="0" dirty="0"/>
              <a:t>88</a:t>
            </a:r>
            <a:r>
              <a:rPr lang="zh-CN" altLang="en-US" sz="1000" b="0" dirty="0"/>
              <a:t>分钟</a:t>
            </a:r>
            <a:endParaRPr lang="en-US" altLang="zh-CN" sz="1000" b="0" dirty="0"/>
          </a:p>
          <a:p>
            <a:r>
              <a:rPr lang="zh-CN" altLang="en-US" sz="1000" dirty="0"/>
              <a:t>预计等待时间：</a:t>
            </a:r>
            <a:r>
              <a:rPr lang="zh-CN" altLang="en-US" sz="1000" b="0" dirty="0"/>
              <a:t>按预约时间</a:t>
            </a:r>
            <a:endParaRPr lang="en-US" altLang="zh-CN" sz="1000" b="0" dirty="0"/>
          </a:p>
          <a:p>
            <a:r>
              <a:rPr lang="zh-CN" altLang="en-US" sz="1000" dirty="0"/>
              <a:t>出行费用：</a:t>
            </a:r>
            <a:r>
              <a:rPr lang="en-US" altLang="zh-CN" sz="1000" b="0" dirty="0"/>
              <a:t>147</a:t>
            </a:r>
            <a:r>
              <a:rPr lang="zh-CN" altLang="en-US" sz="1000" b="0" dirty="0"/>
              <a:t>元</a:t>
            </a:r>
            <a:endParaRPr lang="en-US" altLang="zh-CN" sz="1000" b="0" dirty="0"/>
          </a:p>
        </p:txBody>
      </p:sp>
      <p:sp>
        <p:nvSpPr>
          <p:cNvPr id="105" name="文本框 104">
            <a:extLst>
              <a:ext uri="{FF2B5EF4-FFF2-40B4-BE49-F238E27FC236}">
                <a16:creationId xmlns:a16="http://schemas.microsoft.com/office/drawing/2014/main" id="{BFDD6873-C5A1-45EA-A48C-AF6FF7DA7985}"/>
              </a:ext>
            </a:extLst>
          </p:cNvPr>
          <p:cNvSpPr txBox="1"/>
          <p:nvPr/>
        </p:nvSpPr>
        <p:spPr>
          <a:xfrm>
            <a:off x="7764390" y="3520452"/>
            <a:ext cx="1765061" cy="1477328"/>
          </a:xfrm>
          <a:prstGeom prst="rect">
            <a:avLst/>
          </a:prstGeom>
          <a:noFill/>
          <a:ln w="6350">
            <a:solidFill>
              <a:srgbClr val="00B0F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en-US" altLang="zh-CN" sz="1000" dirty="0" err="1">
                <a:solidFill>
                  <a:srgbClr val="00B0F0"/>
                </a:solidFill>
              </a:rPr>
              <a:t>MaaS</a:t>
            </a:r>
            <a:r>
              <a:rPr lang="zh-CN" altLang="en-US" sz="1000" dirty="0">
                <a:solidFill>
                  <a:srgbClr val="00B0F0"/>
                </a:solidFill>
              </a:rPr>
              <a:t>方案 </a:t>
            </a:r>
            <a:r>
              <a:rPr lang="en-US" altLang="zh-CN" sz="1000" dirty="0">
                <a:solidFill>
                  <a:srgbClr val="00B0F0"/>
                </a:solidFill>
              </a:rPr>
              <a:t>M3</a:t>
            </a:r>
          </a:p>
          <a:p>
            <a:pPr algn="ctr"/>
            <a:r>
              <a:rPr lang="zh-CN" altLang="en-US" sz="1000" b="0" dirty="0">
                <a:solidFill>
                  <a:srgbClr val="00B0F0"/>
                </a:solidFill>
              </a:rPr>
              <a:t>出租车组合出行</a:t>
            </a:r>
            <a:endParaRPr lang="en-US" altLang="zh-CN" sz="1000" b="0" dirty="0">
              <a:solidFill>
                <a:srgbClr val="00B0F0"/>
              </a:solidFill>
            </a:endParaRPr>
          </a:p>
          <a:p>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地铁时间：</a:t>
            </a:r>
            <a:r>
              <a:rPr lang="en-US" altLang="zh-CN" sz="1000" b="0" dirty="0"/>
              <a:t>45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出租</a:t>
            </a:r>
            <a:r>
              <a:rPr lang="en-US" altLang="zh-CN" sz="1000" dirty="0"/>
              <a:t>/</a:t>
            </a:r>
            <a:r>
              <a:rPr lang="zh-CN" altLang="en-US" sz="1000" dirty="0"/>
              <a:t>网约车时间：</a:t>
            </a:r>
            <a:r>
              <a:rPr lang="en-US" altLang="zh-CN" sz="1000" b="0" dirty="0"/>
              <a:t>20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预计等待时间：</a:t>
            </a:r>
            <a:r>
              <a:rPr lang="en-US" altLang="zh-CN" sz="1000" b="0" dirty="0"/>
              <a:t>10</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endParaRPr lang="en-US" altLang="zh-CN" sz="1000" dirty="0"/>
          </a:p>
          <a:p>
            <a:pPr marR="0" lvl="0" indent="0" fontAlgn="auto">
              <a:lnSpc>
                <a:spcPct val="100000"/>
              </a:lnSpc>
              <a:spcBef>
                <a:spcPts val="0"/>
              </a:spcBef>
              <a:spcAft>
                <a:spcPts val="0"/>
              </a:spcAft>
              <a:buClrTx/>
              <a:buSzTx/>
              <a:buFontTx/>
              <a:buNone/>
              <a:tabLst/>
              <a:defRPr/>
            </a:pPr>
            <a:r>
              <a:rPr lang="zh-CN" altLang="en-US" sz="1000" dirty="0"/>
              <a:t>全程出行时间：</a:t>
            </a:r>
            <a:r>
              <a:rPr lang="en-US" altLang="zh-CN" sz="1000" b="0" dirty="0"/>
              <a:t>75</a:t>
            </a:r>
            <a:r>
              <a:rPr lang="zh-CN" altLang="en-US" sz="1000" b="0" dirty="0"/>
              <a:t>分钟</a:t>
            </a:r>
            <a:endParaRPr lang="en-US" altLang="zh-CN" sz="1000" b="0" dirty="0"/>
          </a:p>
          <a:p>
            <a:pPr marR="0" lvl="0" indent="0" fontAlgn="auto">
              <a:lnSpc>
                <a:spcPct val="100000"/>
              </a:lnSpc>
              <a:spcBef>
                <a:spcPts val="0"/>
              </a:spcBef>
              <a:spcAft>
                <a:spcPts val="0"/>
              </a:spcAft>
              <a:buClrTx/>
              <a:buSzTx/>
              <a:buFontTx/>
              <a:buNone/>
              <a:tabLst/>
              <a:defRPr/>
            </a:pPr>
            <a:r>
              <a:rPr lang="zh-CN" altLang="en-US" sz="1000" dirty="0"/>
              <a:t>全程出行费用：</a:t>
            </a:r>
            <a:r>
              <a:rPr lang="en-US" altLang="zh-CN" sz="1000" b="0" dirty="0"/>
              <a:t>51</a:t>
            </a:r>
            <a:r>
              <a:rPr lang="zh-CN" altLang="en-US" sz="1000" b="0" dirty="0"/>
              <a:t>元</a:t>
            </a:r>
            <a:endParaRPr lang="en-US" altLang="zh-CN" sz="1000" b="0" dirty="0"/>
          </a:p>
        </p:txBody>
      </p:sp>
      <p:sp>
        <p:nvSpPr>
          <p:cNvPr id="106" name="文本框 105">
            <a:extLst>
              <a:ext uri="{FF2B5EF4-FFF2-40B4-BE49-F238E27FC236}">
                <a16:creationId xmlns:a16="http://schemas.microsoft.com/office/drawing/2014/main" id="{AB97843F-1EE7-4862-A5E2-505706CDBA18}"/>
              </a:ext>
            </a:extLst>
          </p:cNvPr>
          <p:cNvSpPr txBox="1"/>
          <p:nvPr/>
        </p:nvSpPr>
        <p:spPr>
          <a:xfrm>
            <a:off x="547769" y="3294510"/>
            <a:ext cx="1476751" cy="1323439"/>
          </a:xfrm>
          <a:prstGeom prst="rect">
            <a:avLst/>
          </a:prstGeom>
          <a:noFill/>
          <a:ln w="6350">
            <a:solidFill>
              <a:srgbClr val="C00000"/>
            </a:solidFill>
          </a:ln>
        </p:spPr>
        <p:txBody>
          <a:bodyPr wrap="square" rtlCol="0">
            <a:spAutoFit/>
          </a:bodyPr>
          <a:lstStyle>
            <a:defPPr>
              <a:defRPr lang="zh-CN"/>
            </a:defPPr>
            <a:lvl1pPr>
              <a:defRPr sz="1050" b="1">
                <a:latin typeface="新宋体" panose="02010609030101010101" pitchFamily="49" charset="-122"/>
                <a:ea typeface="新宋体" panose="02010609030101010101" pitchFamily="49" charset="-122"/>
              </a:defRPr>
            </a:lvl1pPr>
          </a:lstStyle>
          <a:p>
            <a:pPr algn="ctr"/>
            <a:r>
              <a:rPr lang="zh-CN" altLang="en-US" sz="1000" dirty="0">
                <a:solidFill>
                  <a:srgbClr val="C00000"/>
                </a:solidFill>
              </a:rPr>
              <a:t>公共交通 </a:t>
            </a:r>
            <a:r>
              <a:rPr lang="en-US" altLang="zh-CN" sz="1000" dirty="0">
                <a:solidFill>
                  <a:srgbClr val="C00000"/>
                </a:solidFill>
              </a:rPr>
              <a:t>C1</a:t>
            </a:r>
          </a:p>
          <a:p>
            <a:pPr algn="ctr"/>
            <a:r>
              <a:rPr lang="zh-CN" altLang="en-US" sz="1000" b="0" dirty="0">
                <a:solidFill>
                  <a:srgbClr val="C00000"/>
                </a:solidFill>
              </a:rPr>
              <a:t>轨道交通</a:t>
            </a:r>
            <a:endParaRPr lang="en-US" altLang="zh-CN" sz="1000" b="0" dirty="0">
              <a:solidFill>
                <a:srgbClr val="C00000"/>
              </a:solidFill>
            </a:endParaRPr>
          </a:p>
          <a:p>
            <a:pPr algn="ctr"/>
            <a:endParaRPr lang="en-US" altLang="zh-CN" sz="1000" dirty="0">
              <a:solidFill>
                <a:srgbClr val="C00000"/>
              </a:solidFill>
            </a:endParaRPr>
          </a:p>
          <a:p>
            <a:r>
              <a:rPr lang="zh-CN" altLang="en-US" sz="1000" dirty="0"/>
              <a:t>地铁时间：</a:t>
            </a:r>
            <a:r>
              <a:rPr lang="en-US" altLang="zh-CN" sz="1000" b="0" dirty="0"/>
              <a:t>66</a:t>
            </a:r>
            <a:r>
              <a:rPr lang="zh-CN" altLang="en-US" sz="1000" b="0" dirty="0"/>
              <a:t>分钟</a:t>
            </a:r>
            <a:endParaRPr lang="en-US" altLang="zh-CN" sz="1000" b="0" dirty="0"/>
          </a:p>
          <a:p>
            <a:r>
              <a:rPr lang="zh-CN" altLang="en-US" sz="1000" dirty="0"/>
              <a:t>步行距离：</a:t>
            </a:r>
            <a:r>
              <a:rPr lang="en-US" altLang="zh-CN" sz="1000" b="0" dirty="0"/>
              <a:t>1.1</a:t>
            </a:r>
            <a:r>
              <a:rPr lang="zh-CN" altLang="en-US" sz="1000" b="0" dirty="0"/>
              <a:t>公里</a:t>
            </a:r>
            <a:endParaRPr lang="en-US" altLang="zh-CN" sz="1000" dirty="0"/>
          </a:p>
          <a:p>
            <a:endParaRPr lang="en-US" altLang="zh-CN" sz="1000" b="0" dirty="0"/>
          </a:p>
          <a:p>
            <a:r>
              <a:rPr lang="zh-CN" altLang="en-US" sz="1000" dirty="0"/>
              <a:t>全程出行时间：</a:t>
            </a:r>
            <a:r>
              <a:rPr lang="en-US" altLang="zh-CN" sz="1000" b="0" dirty="0"/>
              <a:t>78</a:t>
            </a:r>
            <a:r>
              <a:rPr lang="zh-CN" altLang="en-US" sz="1000" b="0" dirty="0"/>
              <a:t>分钟</a:t>
            </a:r>
            <a:endParaRPr lang="en-US" altLang="zh-CN" sz="1000" b="0" dirty="0"/>
          </a:p>
          <a:p>
            <a:r>
              <a:rPr lang="zh-CN" altLang="en-US" sz="1000" dirty="0"/>
              <a:t>出行费用：</a:t>
            </a:r>
            <a:r>
              <a:rPr lang="en-US" altLang="zh-CN" sz="1000" b="0" dirty="0"/>
              <a:t>33</a:t>
            </a:r>
            <a:r>
              <a:rPr lang="zh-CN" altLang="en-US" sz="1000" b="0" dirty="0"/>
              <a:t>元</a:t>
            </a:r>
            <a:endParaRPr lang="en-US" altLang="zh-CN" sz="1000" b="0" dirty="0"/>
          </a:p>
        </p:txBody>
      </p:sp>
      <p:cxnSp>
        <p:nvCxnSpPr>
          <p:cNvPr id="109" name="直接连接符 108">
            <a:extLst>
              <a:ext uri="{FF2B5EF4-FFF2-40B4-BE49-F238E27FC236}">
                <a16:creationId xmlns:a16="http://schemas.microsoft.com/office/drawing/2014/main" id="{B609C263-033D-4DC4-BD96-53A3D07E6C76}"/>
              </a:ext>
            </a:extLst>
          </p:cNvPr>
          <p:cNvCxnSpPr>
            <a:cxnSpLocks/>
            <a:stCxn id="85" idx="0"/>
            <a:endCxn id="115" idx="4"/>
          </p:cNvCxnSpPr>
          <p:nvPr/>
        </p:nvCxnSpPr>
        <p:spPr>
          <a:xfrm flipV="1">
            <a:off x="2170153" y="3779101"/>
            <a:ext cx="0" cy="1409974"/>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F4E34B97-308C-42C5-B0D6-CD12A8C7855E}"/>
              </a:ext>
            </a:extLst>
          </p:cNvPr>
          <p:cNvCxnSpPr>
            <a:cxnSpLocks/>
          </p:cNvCxnSpPr>
          <p:nvPr/>
        </p:nvCxnSpPr>
        <p:spPr>
          <a:xfrm flipV="1">
            <a:off x="2444148" y="3743667"/>
            <a:ext cx="0" cy="155883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FE47E50-9363-44FC-B5C7-41B2A2E98CC3}"/>
              </a:ext>
            </a:extLst>
          </p:cNvPr>
          <p:cNvCxnSpPr>
            <a:cxnSpLocks/>
          </p:cNvCxnSpPr>
          <p:nvPr/>
        </p:nvCxnSpPr>
        <p:spPr>
          <a:xfrm flipV="1">
            <a:off x="2439976" y="1695985"/>
            <a:ext cx="1248141" cy="205476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92818B4-D884-4D72-B4B2-F01383C3B638}"/>
              </a:ext>
            </a:extLst>
          </p:cNvPr>
          <p:cNvCxnSpPr>
            <a:cxnSpLocks/>
          </p:cNvCxnSpPr>
          <p:nvPr/>
        </p:nvCxnSpPr>
        <p:spPr>
          <a:xfrm flipH="1">
            <a:off x="1190747" y="5296787"/>
            <a:ext cx="124922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7F7992E1-E2A1-49A3-93CD-87CF72091AD0}"/>
              </a:ext>
            </a:extLst>
          </p:cNvPr>
          <p:cNvSpPr/>
          <p:nvPr/>
        </p:nvSpPr>
        <p:spPr>
          <a:xfrm>
            <a:off x="2134153"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3B352E6E-840B-48D0-81FF-54E14332E3C8}"/>
              </a:ext>
            </a:extLst>
          </p:cNvPr>
          <p:cNvCxnSpPr>
            <a:cxnSpLocks/>
          </p:cNvCxnSpPr>
          <p:nvPr/>
        </p:nvCxnSpPr>
        <p:spPr>
          <a:xfrm flipV="1">
            <a:off x="2410511" y="3747207"/>
            <a:ext cx="0" cy="151567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6DE57C18-10BB-444F-8174-BA151E134A01}"/>
              </a:ext>
            </a:extLst>
          </p:cNvPr>
          <p:cNvCxnSpPr>
            <a:cxnSpLocks/>
          </p:cNvCxnSpPr>
          <p:nvPr/>
        </p:nvCxnSpPr>
        <p:spPr>
          <a:xfrm flipH="1">
            <a:off x="1184554" y="5262885"/>
            <a:ext cx="1230130" cy="4056"/>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68D27AD4-6D41-4A6C-B747-F6A9D627DE3C}"/>
              </a:ext>
            </a:extLst>
          </p:cNvPr>
          <p:cNvCxnSpPr>
            <a:cxnSpLocks/>
          </p:cNvCxnSpPr>
          <p:nvPr/>
        </p:nvCxnSpPr>
        <p:spPr>
          <a:xfrm flipV="1">
            <a:off x="2408263" y="1643568"/>
            <a:ext cx="1272855" cy="210575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5CD5A1-2814-4FD3-A7CE-D27FF9619A19}"/>
              </a:ext>
            </a:extLst>
          </p:cNvPr>
          <p:cNvCxnSpPr>
            <a:cxnSpLocks/>
            <a:stCxn id="97" idx="2"/>
            <a:endCxn id="115" idx="6"/>
          </p:cNvCxnSpPr>
          <p:nvPr/>
        </p:nvCxnSpPr>
        <p:spPr>
          <a:xfrm flipH="1">
            <a:off x="2206153" y="3743101"/>
            <a:ext cx="110517" cy="0"/>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0576483-2A7B-4821-AEE7-A92B03F6C9A3}"/>
              </a:ext>
            </a:extLst>
          </p:cNvPr>
          <p:cNvCxnSpPr>
            <a:cxnSpLocks/>
          </p:cNvCxnSpPr>
          <p:nvPr/>
        </p:nvCxnSpPr>
        <p:spPr>
          <a:xfrm flipV="1">
            <a:off x="2359660" y="1643571"/>
            <a:ext cx="1265026" cy="2100096"/>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85" name="椭圆 84">
            <a:extLst>
              <a:ext uri="{FF2B5EF4-FFF2-40B4-BE49-F238E27FC236}">
                <a16:creationId xmlns:a16="http://schemas.microsoft.com/office/drawing/2014/main" id="{07F31DCE-EF7D-42F1-9D8B-D947B3B15B48}"/>
              </a:ext>
            </a:extLst>
          </p:cNvPr>
          <p:cNvSpPr/>
          <p:nvPr/>
        </p:nvSpPr>
        <p:spPr>
          <a:xfrm>
            <a:off x="2134153" y="5189075"/>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cxnSp>
        <p:nvCxnSpPr>
          <p:cNvPr id="86" name="直接连接符 85">
            <a:extLst>
              <a:ext uri="{FF2B5EF4-FFF2-40B4-BE49-F238E27FC236}">
                <a16:creationId xmlns:a16="http://schemas.microsoft.com/office/drawing/2014/main" id="{3C79D201-43A3-4E70-B39B-E1F1BB7BECA4}"/>
              </a:ext>
            </a:extLst>
          </p:cNvPr>
          <p:cNvCxnSpPr>
            <a:cxnSpLocks/>
            <a:stCxn id="85" idx="2"/>
          </p:cNvCxnSpPr>
          <p:nvPr/>
        </p:nvCxnSpPr>
        <p:spPr>
          <a:xfrm flipH="1">
            <a:off x="1209296" y="5225075"/>
            <a:ext cx="924857" cy="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B39A151-7BDF-4812-9237-66B496ED2238}"/>
              </a:ext>
            </a:extLst>
          </p:cNvPr>
          <p:cNvSpPr/>
          <p:nvPr/>
        </p:nvSpPr>
        <p:spPr>
          <a:xfrm>
            <a:off x="1161610" y="5225075"/>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0F6BF250-8291-4A8E-982C-E8BCC5C3EF16}"/>
              </a:ext>
            </a:extLst>
          </p:cNvPr>
          <p:cNvSpPr/>
          <p:nvPr/>
        </p:nvSpPr>
        <p:spPr>
          <a:xfrm>
            <a:off x="2316670" y="3707101"/>
            <a:ext cx="72000" cy="72000"/>
          </a:xfrm>
          <a:prstGeom prst="ellipse">
            <a:avLst/>
          </a:prstGeom>
          <a:solidFill>
            <a:schemeClr val="bg1"/>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731217B6-8308-4D1E-ABAC-2CDB47F86CB9}"/>
              </a:ext>
            </a:extLst>
          </p:cNvPr>
          <p:cNvSpPr/>
          <p:nvPr/>
        </p:nvSpPr>
        <p:spPr>
          <a:xfrm>
            <a:off x="3627496" y="1627150"/>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01" name="文本框 100">
            <a:extLst>
              <a:ext uri="{FF2B5EF4-FFF2-40B4-BE49-F238E27FC236}">
                <a16:creationId xmlns:a16="http://schemas.microsoft.com/office/drawing/2014/main" id="{E30C1FBB-7A36-46D6-93C1-FF392F2D6365}"/>
              </a:ext>
            </a:extLst>
          </p:cNvPr>
          <p:cNvSpPr txBox="1"/>
          <p:nvPr/>
        </p:nvSpPr>
        <p:spPr>
          <a:xfrm>
            <a:off x="5555168" y="5167798"/>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
        <p:nvSpPr>
          <p:cNvPr id="102" name="文本框 101">
            <a:extLst>
              <a:ext uri="{FF2B5EF4-FFF2-40B4-BE49-F238E27FC236}">
                <a16:creationId xmlns:a16="http://schemas.microsoft.com/office/drawing/2014/main" id="{575E7B89-BA09-4758-8ED2-A5750EDF2624}"/>
              </a:ext>
            </a:extLst>
          </p:cNvPr>
          <p:cNvSpPr txBox="1"/>
          <p:nvPr/>
        </p:nvSpPr>
        <p:spPr>
          <a:xfrm>
            <a:off x="7999511" y="1599096"/>
            <a:ext cx="453970" cy="253916"/>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起点</a:t>
            </a:r>
          </a:p>
        </p:txBody>
      </p:sp>
      <p:cxnSp>
        <p:nvCxnSpPr>
          <p:cNvPr id="103" name="直接连接符 102">
            <a:extLst>
              <a:ext uri="{FF2B5EF4-FFF2-40B4-BE49-F238E27FC236}">
                <a16:creationId xmlns:a16="http://schemas.microsoft.com/office/drawing/2014/main" id="{7DA4B2B3-F18B-4F40-B810-AC9727E49A0F}"/>
              </a:ext>
            </a:extLst>
          </p:cNvPr>
          <p:cNvCxnSpPr>
            <a:cxnSpLocks/>
            <a:endCxn id="141" idx="4"/>
          </p:cNvCxnSpPr>
          <p:nvPr/>
        </p:nvCxnSpPr>
        <p:spPr>
          <a:xfrm flipV="1">
            <a:off x="7444835" y="3630870"/>
            <a:ext cx="0" cy="1677397"/>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56BF835-0C4F-4550-8870-1DC865005255}"/>
              </a:ext>
            </a:extLst>
          </p:cNvPr>
          <p:cNvCxnSpPr>
            <a:cxnSpLocks/>
          </p:cNvCxnSpPr>
          <p:nvPr/>
        </p:nvCxnSpPr>
        <p:spPr>
          <a:xfrm flipH="1" flipV="1">
            <a:off x="7253283" y="3775294"/>
            <a:ext cx="13022" cy="149487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5A35D7E-0883-4817-A8BE-2EC728FD056B}"/>
              </a:ext>
            </a:extLst>
          </p:cNvPr>
          <p:cNvCxnSpPr>
            <a:cxnSpLocks/>
          </p:cNvCxnSpPr>
          <p:nvPr/>
        </p:nvCxnSpPr>
        <p:spPr>
          <a:xfrm flipH="1">
            <a:off x="6062086" y="5263667"/>
            <a:ext cx="120421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B0FEE07-0389-495E-86E6-948C14B7C0C5}"/>
              </a:ext>
            </a:extLst>
          </p:cNvPr>
          <p:cNvCxnSpPr>
            <a:cxnSpLocks/>
          </p:cNvCxnSpPr>
          <p:nvPr/>
        </p:nvCxnSpPr>
        <p:spPr>
          <a:xfrm flipV="1">
            <a:off x="7251034" y="1738844"/>
            <a:ext cx="1202086" cy="203856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FA2D0E2-C51B-47B5-91CA-1299EC4BD1CD}"/>
              </a:ext>
            </a:extLst>
          </p:cNvPr>
          <p:cNvCxnSpPr>
            <a:cxnSpLocks/>
            <a:stCxn id="141" idx="7"/>
          </p:cNvCxnSpPr>
          <p:nvPr/>
        </p:nvCxnSpPr>
        <p:spPr>
          <a:xfrm flipV="1">
            <a:off x="7470291" y="1756736"/>
            <a:ext cx="1045006" cy="1812678"/>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CC9A625-F290-43AC-BF25-675893CC1FB0}"/>
              </a:ext>
            </a:extLst>
          </p:cNvPr>
          <p:cNvCxnSpPr>
            <a:cxnSpLocks/>
          </p:cNvCxnSpPr>
          <p:nvPr/>
        </p:nvCxnSpPr>
        <p:spPr>
          <a:xfrm flipH="1">
            <a:off x="6062085" y="5308267"/>
            <a:ext cx="1382750" cy="0"/>
          </a:xfrm>
          <a:prstGeom prst="line">
            <a:avLst/>
          </a:prstGeom>
          <a:ln w="1270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138" name="椭圆 137">
            <a:extLst>
              <a:ext uri="{FF2B5EF4-FFF2-40B4-BE49-F238E27FC236}">
                <a16:creationId xmlns:a16="http://schemas.microsoft.com/office/drawing/2014/main" id="{D9C65936-2CCA-44CF-BCED-D9F9C66259F4}"/>
              </a:ext>
            </a:extLst>
          </p:cNvPr>
          <p:cNvSpPr/>
          <p:nvPr/>
        </p:nvSpPr>
        <p:spPr>
          <a:xfrm>
            <a:off x="6026086" y="5254371"/>
            <a:ext cx="72000"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0" name="椭圆 139">
            <a:extLst>
              <a:ext uri="{FF2B5EF4-FFF2-40B4-BE49-F238E27FC236}">
                <a16:creationId xmlns:a16="http://schemas.microsoft.com/office/drawing/2014/main" id="{BA14BC9E-075C-43CC-874D-1769DF8F9B5A}"/>
              </a:ext>
            </a:extLst>
          </p:cNvPr>
          <p:cNvSpPr/>
          <p:nvPr/>
        </p:nvSpPr>
        <p:spPr>
          <a:xfrm>
            <a:off x="8442576" y="1720736"/>
            <a:ext cx="72000" cy="72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schemeClr val="tx1"/>
              </a:solidFill>
            </a:endParaRPr>
          </a:p>
        </p:txBody>
      </p:sp>
      <p:sp>
        <p:nvSpPr>
          <p:cNvPr id="141" name="椭圆 140">
            <a:extLst>
              <a:ext uri="{FF2B5EF4-FFF2-40B4-BE49-F238E27FC236}">
                <a16:creationId xmlns:a16="http://schemas.microsoft.com/office/drawing/2014/main" id="{D6DCB33E-F9FA-4BA0-A655-1F0196EBB386}"/>
              </a:ext>
            </a:extLst>
          </p:cNvPr>
          <p:cNvSpPr/>
          <p:nvPr/>
        </p:nvSpPr>
        <p:spPr>
          <a:xfrm>
            <a:off x="7408835" y="3558870"/>
            <a:ext cx="72000" cy="72000"/>
          </a:xfrm>
          <a:prstGeom prst="ellipse">
            <a:avLst/>
          </a:prstGeom>
          <a:solidFill>
            <a:schemeClr val="bg1"/>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ABCBC16E-D871-4C3F-8A7F-AD3CC212844D}"/>
              </a:ext>
            </a:extLst>
          </p:cNvPr>
          <p:cNvSpPr txBox="1"/>
          <p:nvPr/>
        </p:nvSpPr>
        <p:spPr>
          <a:xfrm>
            <a:off x="637750" y="5130270"/>
            <a:ext cx="466794" cy="261610"/>
          </a:xfrm>
          <a:prstGeom prst="rect">
            <a:avLst/>
          </a:prstGeom>
          <a:noFill/>
        </p:spPr>
        <p:txBody>
          <a:bodyPr wrap="none" rtlCol="0">
            <a:spAutoFit/>
          </a:bodyPr>
          <a:lstStyle/>
          <a:p>
            <a:r>
              <a:rPr lang="zh-CN" altLang="en-US" sz="1050" b="1" dirty="0">
                <a:latin typeface="新宋体" panose="02010609030101010101" pitchFamily="49" charset="-122"/>
                <a:ea typeface="新宋体" panose="02010609030101010101" pitchFamily="49" charset="-122"/>
              </a:rPr>
              <a:t>终点</a:t>
            </a:r>
          </a:p>
        </p:txBody>
      </p:sp>
    </p:spTree>
    <p:extLst>
      <p:ext uri="{BB962C8B-B14F-4D97-AF65-F5344CB8AC3E}">
        <p14:creationId xmlns:p14="http://schemas.microsoft.com/office/powerpoint/2010/main" val="2391229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09F3077-ECC4-4B6B-84D8-F4F5475BC57C}"/>
              </a:ext>
            </a:extLst>
          </p:cNvPr>
          <p:cNvSpPr/>
          <p:nvPr/>
        </p:nvSpPr>
        <p:spPr>
          <a:xfrm>
            <a:off x="0" y="1250156"/>
            <a:ext cx="12192000" cy="4350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594931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4700</TotalTime>
  <Words>9588</Words>
  <Application>Microsoft Macintosh PowerPoint</Application>
  <PresentationFormat>宽屏</PresentationFormat>
  <Paragraphs>2279</Paragraphs>
  <Slides>45</Slides>
  <Notes>43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45</vt:i4>
      </vt:variant>
    </vt:vector>
  </HeadingPairs>
  <TitlesOfParts>
    <vt:vector size="54" baseType="lpstr">
      <vt:lpstr>等线</vt:lpstr>
      <vt:lpstr>等线 Light</vt:lpstr>
      <vt:lpstr>隶书</vt:lpstr>
      <vt:lpstr>宋体</vt:lpstr>
      <vt:lpstr>Microsoft YaHei</vt:lpstr>
      <vt:lpstr>新宋体</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月</dc:creator>
  <cp:lastModifiedBy>赫 郝</cp:lastModifiedBy>
  <cp:revision>2</cp:revision>
  <dcterms:created xsi:type="dcterms:W3CDTF">2021-12-03T13:45:44Z</dcterms:created>
  <dcterms:modified xsi:type="dcterms:W3CDTF">2024-06-24T07:41:07Z</dcterms:modified>
</cp:coreProperties>
</file>