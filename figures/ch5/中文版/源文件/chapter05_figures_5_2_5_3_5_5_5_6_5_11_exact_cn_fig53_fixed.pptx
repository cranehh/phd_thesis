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6D41AF-A8E0-4B44-B50B-FE7363B8687C}" v="32" dt="2026-08-08T15:30:13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07"/>
    <p:restoredTop sz="94658"/>
  </p:normalViewPr>
  <p:slideViewPr>
    <p:cSldViewPr snapToGrid="0">
      <p:cViewPr>
        <p:scale>
          <a:sx n="98" d="100"/>
          <a:sy n="98" d="100"/>
        </p:scale>
        <p:origin x="-41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赫 郝" userId="eac1196edf7977d1" providerId="LiveId" clId="{06512E50-0563-545E-8A2D-AA85B947D58D}"/>
    <pc:docChg chg="undo custSel modSld">
      <pc:chgData name="赫 郝" userId="eac1196edf7977d1" providerId="LiveId" clId="{06512E50-0563-545E-8A2D-AA85B947D58D}" dt="2026-08-08T15:31:10.409" v="257" actId="114"/>
      <pc:docMkLst>
        <pc:docMk/>
      </pc:docMkLst>
      <pc:sldChg chg="addSp delSp modSp mod">
        <pc:chgData name="赫 郝" userId="eac1196edf7977d1" providerId="LiveId" clId="{06512E50-0563-545E-8A2D-AA85B947D58D}" dt="2026-08-08T13:11:56.408" v="6" actId="27803"/>
        <pc:sldMkLst>
          <pc:docMk/>
          <pc:sldMk cId="1082498150" sldId="257"/>
        </pc:sldMkLst>
        <pc:spChg chg="mod">
          <ac:chgData name="赫 郝" userId="eac1196edf7977d1" providerId="LiveId" clId="{06512E50-0563-545E-8A2D-AA85B947D58D}" dt="2026-08-08T13:11:50.315" v="3" actId="27803"/>
          <ac:spMkLst>
            <pc:docMk/>
            <pc:sldMk cId="1082498150" sldId="257"/>
            <ac:spMk id="22" creationId="{5D32D96C-260B-40FA-C21A-B86A018C262E}"/>
          </ac:spMkLst>
        </pc:spChg>
        <pc:spChg chg="mod">
          <ac:chgData name="赫 郝" userId="eac1196edf7977d1" providerId="LiveId" clId="{06512E50-0563-545E-8A2D-AA85B947D58D}" dt="2026-08-08T13:11:50.315" v="3" actId="27803"/>
          <ac:spMkLst>
            <pc:docMk/>
            <pc:sldMk cId="1082498150" sldId="257"/>
            <ac:spMk id="25" creationId="{F4D4C0B3-462F-F21F-2E3F-7207242BC9B9}"/>
          </ac:spMkLst>
        </pc:spChg>
        <pc:spChg chg="mod">
          <ac:chgData name="赫 郝" userId="eac1196edf7977d1" providerId="LiveId" clId="{06512E50-0563-545E-8A2D-AA85B947D58D}" dt="2026-08-08T13:11:50.315" v="3" actId="27803"/>
          <ac:spMkLst>
            <pc:docMk/>
            <pc:sldMk cId="1082498150" sldId="257"/>
            <ac:spMk id="35" creationId="{D7F6A9B8-FBD1-2298-CCD9-7B0AAE0E1D5D}"/>
          </ac:spMkLst>
        </pc:spChg>
        <pc:spChg chg="mod">
          <ac:chgData name="赫 郝" userId="eac1196edf7977d1" providerId="LiveId" clId="{06512E50-0563-545E-8A2D-AA85B947D58D}" dt="2026-08-08T13:11:50.315" v="3" actId="27803"/>
          <ac:spMkLst>
            <pc:docMk/>
            <pc:sldMk cId="1082498150" sldId="257"/>
            <ac:spMk id="46" creationId="{AA988092-2593-E29B-CA2C-12CB1C135CBF}"/>
          </ac:spMkLst>
        </pc:spChg>
        <pc:spChg chg="mod">
          <ac:chgData name="赫 郝" userId="eac1196edf7977d1" providerId="LiveId" clId="{06512E50-0563-545E-8A2D-AA85B947D58D}" dt="2026-08-08T13:11:50.315" v="3" actId="27803"/>
          <ac:spMkLst>
            <pc:docMk/>
            <pc:sldMk cId="1082498150" sldId="257"/>
            <ac:spMk id="49" creationId="{3ABF5EE7-FA54-3500-D9E6-83F046DAD77B}"/>
          </ac:spMkLst>
        </pc:spChg>
        <pc:spChg chg="mod">
          <ac:chgData name="赫 郝" userId="eac1196edf7977d1" providerId="LiveId" clId="{06512E50-0563-545E-8A2D-AA85B947D58D}" dt="2026-08-08T13:11:50.315" v="3" actId="27803"/>
          <ac:spMkLst>
            <pc:docMk/>
            <pc:sldMk cId="1082498150" sldId="257"/>
            <ac:spMk id="58" creationId="{ED180412-A735-F53E-8245-24E3C5DCFC20}"/>
          </ac:spMkLst>
        </pc:spChg>
        <pc:spChg chg="mod">
          <ac:chgData name="赫 郝" userId="eac1196edf7977d1" providerId="LiveId" clId="{06512E50-0563-545E-8A2D-AA85B947D58D}" dt="2026-08-08T13:11:50.315" v="3" actId="27803"/>
          <ac:spMkLst>
            <pc:docMk/>
            <pc:sldMk cId="1082498150" sldId="257"/>
            <ac:spMk id="64" creationId="{6DCC0A83-8944-56AB-4821-E6A93BB866DB}"/>
          </ac:spMkLst>
        </pc:spChg>
        <pc:spChg chg="mod">
          <ac:chgData name="赫 郝" userId="eac1196edf7977d1" providerId="LiveId" clId="{06512E50-0563-545E-8A2D-AA85B947D58D}" dt="2026-08-08T13:11:50.315" v="3" actId="27803"/>
          <ac:spMkLst>
            <pc:docMk/>
            <pc:sldMk cId="1082498150" sldId="257"/>
            <ac:spMk id="65" creationId="{2179A5C0-A999-D9B0-72C3-6CCDE875E7C0}"/>
          </ac:spMkLst>
        </pc:spChg>
        <pc:spChg chg="mod">
          <ac:chgData name="赫 郝" userId="eac1196edf7977d1" providerId="LiveId" clId="{06512E50-0563-545E-8A2D-AA85B947D58D}" dt="2026-08-08T13:11:50.315" v="3" actId="27803"/>
          <ac:spMkLst>
            <pc:docMk/>
            <pc:sldMk cId="1082498150" sldId="257"/>
            <ac:spMk id="70" creationId="{55EB3F83-0690-630B-C4D2-215C1C9428B1}"/>
          </ac:spMkLst>
        </pc:spChg>
        <pc:spChg chg="mod">
          <ac:chgData name="赫 郝" userId="eac1196edf7977d1" providerId="LiveId" clId="{06512E50-0563-545E-8A2D-AA85B947D58D}" dt="2026-08-08T13:11:50.315" v="3" actId="27803"/>
          <ac:spMkLst>
            <pc:docMk/>
            <pc:sldMk cId="1082498150" sldId="257"/>
            <ac:spMk id="73" creationId="{5CAB3FD0-EF8C-E2D1-B1A1-98B53198014E}"/>
          </ac:spMkLst>
        </pc:spChg>
        <pc:grpChg chg="mod">
          <ac:chgData name="赫 郝" userId="eac1196edf7977d1" providerId="LiveId" clId="{06512E50-0563-545E-8A2D-AA85B947D58D}" dt="2026-08-08T13:11:55.616" v="5" actId="14100"/>
          <ac:grpSpMkLst>
            <pc:docMk/>
            <pc:sldMk cId="1082498150" sldId="257"/>
            <ac:grpSpMk id="2" creationId="{83A94D13-D506-F35B-ABA9-067B1F59D569}"/>
          </ac:grpSpMkLst>
        </pc:grpChg>
        <pc:picChg chg="add mod">
          <ac:chgData name="赫 郝" userId="eac1196edf7977d1" providerId="LiveId" clId="{06512E50-0563-545E-8A2D-AA85B947D58D}" dt="2026-08-08T13:11:56.408" v="6" actId="27803"/>
          <ac:picMkLst>
            <pc:docMk/>
            <pc:sldMk cId="1082498150" sldId="257"/>
            <ac:picMk id="4" creationId="{00000000-0000-0000-0000-000000000000}"/>
          </ac:picMkLst>
        </pc:picChg>
        <pc:picChg chg="mod">
          <ac:chgData name="赫 郝" userId="eac1196edf7977d1" providerId="LiveId" clId="{06512E50-0563-545E-8A2D-AA85B947D58D}" dt="2026-08-08T13:11:39.798" v="2" actId="14100"/>
          <ac:picMkLst>
            <pc:docMk/>
            <pc:sldMk cId="1082498150" sldId="257"/>
            <ac:picMk id="5" creationId="{00000000-0000-0000-0000-000000000000}"/>
          </ac:picMkLst>
        </pc:picChg>
        <pc:picChg chg="mod">
          <ac:chgData name="赫 郝" userId="eac1196edf7977d1" providerId="LiveId" clId="{06512E50-0563-545E-8A2D-AA85B947D58D}" dt="2026-08-08T13:11:39.798" v="2" actId="14100"/>
          <ac:picMkLst>
            <pc:docMk/>
            <pc:sldMk cId="1082498150" sldId="257"/>
            <ac:picMk id="6" creationId="{00000000-0000-0000-0000-000000000000}"/>
          </ac:picMkLst>
        </pc:picChg>
      </pc:sldChg>
      <pc:sldChg chg="addSp delSp modSp mod">
        <pc:chgData name="赫 郝" userId="eac1196edf7977d1" providerId="LiveId" clId="{06512E50-0563-545E-8A2D-AA85B947D58D}" dt="2026-08-08T13:59:46.422" v="165" actId="20577"/>
        <pc:sldMkLst>
          <pc:docMk/>
          <pc:sldMk cId="450614303" sldId="258"/>
        </pc:sldMkLst>
        <pc:spChg chg="add mod">
          <ac:chgData name="赫 郝" userId="eac1196edf7977d1" providerId="LiveId" clId="{06512E50-0563-545E-8A2D-AA85B947D58D}" dt="2026-08-08T13:57:28.077" v="94" actId="1036"/>
          <ac:spMkLst>
            <pc:docMk/>
            <pc:sldMk cId="450614303" sldId="258"/>
            <ac:spMk id="2" creationId="{92550290-B1FB-5536-5F28-B41F2F02FE1D}"/>
          </ac:spMkLst>
        </pc:spChg>
        <pc:spChg chg="add mod">
          <ac:chgData name="赫 郝" userId="eac1196edf7977d1" providerId="LiveId" clId="{06512E50-0563-545E-8A2D-AA85B947D58D}" dt="2026-08-08T13:57:28.077" v="94" actId="1036"/>
          <ac:spMkLst>
            <pc:docMk/>
            <pc:sldMk cId="450614303" sldId="258"/>
            <ac:spMk id="3" creationId="{7B9B5D03-3971-BF3F-E89C-003F38DE8A5A}"/>
          </ac:spMkLst>
        </pc:spChg>
        <pc:spChg chg="del mod">
          <ac:chgData name="赫 郝" userId="eac1196edf7977d1" providerId="LiveId" clId="{06512E50-0563-545E-8A2D-AA85B947D58D}" dt="2026-08-08T13:52:57.174" v="8" actId="478"/>
          <ac:spMkLst>
            <pc:docMk/>
            <pc:sldMk cId="450614303" sldId="258"/>
            <ac:spMk id="4" creationId="{034131B0-C803-B494-2ECC-616A53A4B7F1}"/>
          </ac:spMkLst>
        </pc:spChg>
        <pc:spChg chg="add mod">
          <ac:chgData name="赫 郝" userId="eac1196edf7977d1" providerId="LiveId" clId="{06512E50-0563-545E-8A2D-AA85B947D58D}" dt="2026-08-08T13:57:28.077" v="94" actId="1036"/>
          <ac:spMkLst>
            <pc:docMk/>
            <pc:sldMk cId="450614303" sldId="258"/>
            <ac:spMk id="5" creationId="{A61B6E98-E0DE-6E23-B87F-AD65C17E8F69}"/>
          </ac:spMkLst>
        </pc:spChg>
        <pc:spChg chg="add mod">
          <ac:chgData name="赫 郝" userId="eac1196edf7977d1" providerId="LiveId" clId="{06512E50-0563-545E-8A2D-AA85B947D58D}" dt="2026-08-08T13:56:53.884" v="81" actId="1076"/>
          <ac:spMkLst>
            <pc:docMk/>
            <pc:sldMk cId="450614303" sldId="258"/>
            <ac:spMk id="6" creationId="{54927BE8-FD8F-29FC-538E-B85699558997}"/>
          </ac:spMkLst>
        </pc:spChg>
        <pc:spChg chg="add mod">
          <ac:chgData name="赫 郝" userId="eac1196edf7977d1" providerId="LiveId" clId="{06512E50-0563-545E-8A2D-AA85B947D58D}" dt="2026-08-08T13:57:32.717" v="95" actId="1076"/>
          <ac:spMkLst>
            <pc:docMk/>
            <pc:sldMk cId="450614303" sldId="258"/>
            <ac:spMk id="9" creationId="{DE5FC35A-FBDE-DFDC-D7A0-F49CE8CA757D}"/>
          </ac:spMkLst>
        </pc:spChg>
        <pc:spChg chg="add mod">
          <ac:chgData name="赫 郝" userId="eac1196edf7977d1" providerId="LiveId" clId="{06512E50-0563-545E-8A2D-AA85B947D58D}" dt="2026-08-08T13:58:16.140" v="116" actId="1076"/>
          <ac:spMkLst>
            <pc:docMk/>
            <pc:sldMk cId="450614303" sldId="258"/>
            <ac:spMk id="12" creationId="{E26C11D5-D781-5AAE-0D00-BD9DCE534000}"/>
          </ac:spMkLst>
        </pc:spChg>
        <pc:spChg chg="add mod">
          <ac:chgData name="赫 郝" userId="eac1196edf7977d1" providerId="LiveId" clId="{06512E50-0563-545E-8A2D-AA85B947D58D}" dt="2026-08-08T13:58:16.140" v="116" actId="1076"/>
          <ac:spMkLst>
            <pc:docMk/>
            <pc:sldMk cId="450614303" sldId="258"/>
            <ac:spMk id="15" creationId="{17A2223E-03F3-CB51-575A-F7E8BB30F6F2}"/>
          </ac:spMkLst>
        </pc:spChg>
        <pc:spChg chg="add mod">
          <ac:chgData name="赫 郝" userId="eac1196edf7977d1" providerId="LiveId" clId="{06512E50-0563-545E-8A2D-AA85B947D58D}" dt="2026-08-08T13:58:16.140" v="116" actId="1076"/>
          <ac:spMkLst>
            <pc:docMk/>
            <pc:sldMk cId="450614303" sldId="258"/>
            <ac:spMk id="19" creationId="{7DF34272-BB96-E2EB-BCE6-F1E5E5D89741}"/>
          </ac:spMkLst>
        </pc:spChg>
        <pc:spChg chg="add mod">
          <ac:chgData name="赫 郝" userId="eac1196edf7977d1" providerId="LiveId" clId="{06512E50-0563-545E-8A2D-AA85B947D58D}" dt="2026-08-08T13:58:16.140" v="116" actId="1076"/>
          <ac:spMkLst>
            <pc:docMk/>
            <pc:sldMk cId="450614303" sldId="258"/>
            <ac:spMk id="24" creationId="{349EFFB4-1A79-18DA-6D3A-3BFF8AD4823B}"/>
          </ac:spMkLst>
        </pc:spChg>
        <pc:spChg chg="add mod">
          <ac:chgData name="赫 郝" userId="eac1196edf7977d1" providerId="LiveId" clId="{06512E50-0563-545E-8A2D-AA85B947D58D}" dt="2026-08-08T13:58:16.140" v="116" actId="1076"/>
          <ac:spMkLst>
            <pc:docMk/>
            <pc:sldMk cId="450614303" sldId="258"/>
            <ac:spMk id="25" creationId="{057F01D5-A9D1-5E1B-D067-F78CA220A56F}"/>
          </ac:spMkLst>
        </pc:spChg>
        <pc:spChg chg="add mod">
          <ac:chgData name="赫 郝" userId="eac1196edf7977d1" providerId="LiveId" clId="{06512E50-0563-545E-8A2D-AA85B947D58D}" dt="2026-08-08T13:58:43.061" v="124" actId="1036"/>
          <ac:spMkLst>
            <pc:docMk/>
            <pc:sldMk cId="450614303" sldId="258"/>
            <ac:spMk id="26" creationId="{5666C5CB-3444-9C76-E711-FDF2F0EF0C03}"/>
          </ac:spMkLst>
        </pc:spChg>
        <pc:spChg chg="mod">
          <ac:chgData name="赫 郝" userId="eac1196edf7977d1" providerId="LiveId" clId="{06512E50-0563-545E-8A2D-AA85B947D58D}" dt="2026-08-08T13:55:23.115" v="27" actId="114"/>
          <ac:spMkLst>
            <pc:docMk/>
            <pc:sldMk cId="450614303" sldId="258"/>
            <ac:spMk id="28" creationId="{E5587B60-17B8-718F-9E67-F93836B5BACD}"/>
          </ac:spMkLst>
        </pc:spChg>
        <pc:spChg chg="add mod">
          <ac:chgData name="赫 郝" userId="eac1196edf7977d1" providerId="LiveId" clId="{06512E50-0563-545E-8A2D-AA85B947D58D}" dt="2026-08-08T13:58:43.061" v="124" actId="1036"/>
          <ac:spMkLst>
            <pc:docMk/>
            <pc:sldMk cId="450614303" sldId="258"/>
            <ac:spMk id="29" creationId="{8068C5EB-7FBD-412A-C34A-422544B2DE61}"/>
          </ac:spMkLst>
        </pc:spChg>
        <pc:spChg chg="add mod">
          <ac:chgData name="赫 郝" userId="eac1196edf7977d1" providerId="LiveId" clId="{06512E50-0563-545E-8A2D-AA85B947D58D}" dt="2026-08-08T13:58:43.061" v="124" actId="1036"/>
          <ac:spMkLst>
            <pc:docMk/>
            <pc:sldMk cId="450614303" sldId="258"/>
            <ac:spMk id="32" creationId="{2DAE4C38-7AE3-405B-B318-A695A0DF857C}"/>
          </ac:spMkLst>
        </pc:spChg>
        <pc:spChg chg="mod">
          <ac:chgData name="赫 郝" userId="eac1196edf7977d1" providerId="LiveId" clId="{06512E50-0563-545E-8A2D-AA85B947D58D}" dt="2026-08-08T13:55:23.115" v="27" actId="114"/>
          <ac:spMkLst>
            <pc:docMk/>
            <pc:sldMk cId="450614303" sldId="258"/>
            <ac:spMk id="33" creationId="{27336E24-2127-19B7-7E49-80B5983A9180}"/>
          </ac:spMkLst>
        </pc:spChg>
        <pc:spChg chg="mod">
          <ac:chgData name="赫 郝" userId="eac1196edf7977d1" providerId="LiveId" clId="{06512E50-0563-545E-8A2D-AA85B947D58D}" dt="2026-08-08T13:55:23.115" v="27" actId="114"/>
          <ac:spMkLst>
            <pc:docMk/>
            <pc:sldMk cId="450614303" sldId="258"/>
            <ac:spMk id="35" creationId="{C7AADA22-7863-590B-B8C4-38B6F1C2675C}"/>
          </ac:spMkLst>
        </pc:spChg>
        <pc:spChg chg="add mod">
          <ac:chgData name="赫 郝" userId="eac1196edf7977d1" providerId="LiveId" clId="{06512E50-0563-545E-8A2D-AA85B947D58D}" dt="2026-08-08T13:58:43.061" v="124" actId="1036"/>
          <ac:spMkLst>
            <pc:docMk/>
            <pc:sldMk cId="450614303" sldId="258"/>
            <ac:spMk id="36" creationId="{4559777D-D125-574B-4ABC-EC6EE7CE6BFF}"/>
          </ac:spMkLst>
        </pc:spChg>
        <pc:spChg chg="add mod">
          <ac:chgData name="赫 郝" userId="eac1196edf7977d1" providerId="LiveId" clId="{06512E50-0563-545E-8A2D-AA85B947D58D}" dt="2026-08-08T13:58:50.682" v="142" actId="1076"/>
          <ac:spMkLst>
            <pc:docMk/>
            <pc:sldMk cId="450614303" sldId="258"/>
            <ac:spMk id="37" creationId="{511EC697-2381-3F3D-0CB7-3C4B6720006B}"/>
          </ac:spMkLst>
        </pc:spChg>
        <pc:spChg chg="mod">
          <ac:chgData name="赫 郝" userId="eac1196edf7977d1" providerId="LiveId" clId="{06512E50-0563-545E-8A2D-AA85B947D58D}" dt="2026-08-08T13:55:23.115" v="27" actId="114"/>
          <ac:spMkLst>
            <pc:docMk/>
            <pc:sldMk cId="450614303" sldId="258"/>
            <ac:spMk id="61" creationId="{EBCD16D3-0745-58BC-4030-9DFBEA520791}"/>
          </ac:spMkLst>
        </pc:spChg>
        <pc:spChg chg="mod">
          <ac:chgData name="赫 郝" userId="eac1196edf7977d1" providerId="LiveId" clId="{06512E50-0563-545E-8A2D-AA85B947D58D}" dt="2026-08-08T13:55:23.115" v="27" actId="114"/>
          <ac:spMkLst>
            <pc:docMk/>
            <pc:sldMk cId="450614303" sldId="258"/>
            <ac:spMk id="71" creationId="{CAC89649-6E98-46E4-91DB-A4A3AF3C3DE7}"/>
          </ac:spMkLst>
        </pc:spChg>
        <pc:spChg chg="mod">
          <ac:chgData name="赫 郝" userId="eac1196edf7977d1" providerId="LiveId" clId="{06512E50-0563-545E-8A2D-AA85B947D58D}" dt="2026-08-08T13:55:23.115" v="27" actId="114"/>
          <ac:spMkLst>
            <pc:docMk/>
            <pc:sldMk cId="450614303" sldId="258"/>
            <ac:spMk id="93" creationId="{85915B82-E2D8-3E10-7E52-3F974F3AA805}"/>
          </ac:spMkLst>
        </pc:spChg>
        <pc:spChg chg="mod">
          <ac:chgData name="赫 郝" userId="eac1196edf7977d1" providerId="LiveId" clId="{06512E50-0563-545E-8A2D-AA85B947D58D}" dt="2026-08-08T13:55:23.115" v="27" actId="114"/>
          <ac:spMkLst>
            <pc:docMk/>
            <pc:sldMk cId="450614303" sldId="258"/>
            <ac:spMk id="109" creationId="{0AD51DCE-0B74-1B04-26FB-637A076D548E}"/>
          </ac:spMkLst>
        </pc:spChg>
        <pc:spChg chg="mod">
          <ac:chgData name="赫 郝" userId="eac1196edf7977d1" providerId="LiveId" clId="{06512E50-0563-545E-8A2D-AA85B947D58D}" dt="2026-08-08T13:55:23.115" v="27" actId="114"/>
          <ac:spMkLst>
            <pc:docMk/>
            <pc:sldMk cId="450614303" sldId="258"/>
            <ac:spMk id="128" creationId="{CE90928F-ED67-1766-7E09-982FA469BB3C}"/>
          </ac:spMkLst>
        </pc:spChg>
        <pc:spChg chg="mod">
          <ac:chgData name="赫 郝" userId="eac1196edf7977d1" providerId="LiveId" clId="{06512E50-0563-545E-8A2D-AA85B947D58D}" dt="2026-08-08T13:55:23.115" v="27" actId="114"/>
          <ac:spMkLst>
            <pc:docMk/>
            <pc:sldMk cId="450614303" sldId="258"/>
            <ac:spMk id="129" creationId="{DB60156C-BE9F-86AA-8790-CC899BB80796}"/>
          </ac:spMkLst>
        </pc:spChg>
        <pc:spChg chg="mod">
          <ac:chgData name="赫 郝" userId="eac1196edf7977d1" providerId="LiveId" clId="{06512E50-0563-545E-8A2D-AA85B947D58D}" dt="2026-08-08T13:55:23.115" v="27" actId="114"/>
          <ac:spMkLst>
            <pc:docMk/>
            <pc:sldMk cId="450614303" sldId="258"/>
            <ac:spMk id="144" creationId="{3156051D-F56A-723E-A811-324868422E49}"/>
          </ac:spMkLst>
        </pc:spChg>
        <pc:spChg chg="mod">
          <ac:chgData name="赫 郝" userId="eac1196edf7977d1" providerId="LiveId" clId="{06512E50-0563-545E-8A2D-AA85B947D58D}" dt="2026-08-08T13:55:04.256" v="20" actId="114"/>
          <ac:spMkLst>
            <pc:docMk/>
            <pc:sldMk cId="450614303" sldId="258"/>
            <ac:spMk id="146" creationId="{E372DCCC-444D-5444-9425-ACE91ADB56F8}"/>
          </ac:spMkLst>
        </pc:spChg>
        <pc:spChg chg="mod">
          <ac:chgData name="赫 郝" userId="eac1196edf7977d1" providerId="LiveId" clId="{06512E50-0563-545E-8A2D-AA85B947D58D}" dt="2026-08-08T13:55:06.832" v="21" actId="114"/>
          <ac:spMkLst>
            <pc:docMk/>
            <pc:sldMk cId="450614303" sldId="258"/>
            <ac:spMk id="149" creationId="{5613A397-A122-B883-7FBF-20D78321A195}"/>
          </ac:spMkLst>
        </pc:spChg>
        <pc:spChg chg="mod">
          <ac:chgData name="赫 郝" userId="eac1196edf7977d1" providerId="LiveId" clId="{06512E50-0563-545E-8A2D-AA85B947D58D}" dt="2026-08-08T13:55:27.935" v="29" actId="1076"/>
          <ac:spMkLst>
            <pc:docMk/>
            <pc:sldMk cId="450614303" sldId="258"/>
            <ac:spMk id="150" creationId="{11AAB7E3-B4A1-68A1-73B3-906F3150F2DF}"/>
          </ac:spMkLst>
        </pc:spChg>
        <pc:spChg chg="mod">
          <ac:chgData name="赫 郝" userId="eac1196edf7977d1" providerId="LiveId" clId="{06512E50-0563-545E-8A2D-AA85B947D58D}" dt="2026-08-08T13:53:15.215" v="9"/>
          <ac:spMkLst>
            <pc:docMk/>
            <pc:sldMk cId="450614303" sldId="258"/>
            <ac:spMk id="171" creationId="{7A47396E-FA43-3662-6C17-14F83AACD63C}"/>
          </ac:spMkLst>
        </pc:spChg>
        <pc:spChg chg="mod">
          <ac:chgData name="赫 郝" userId="eac1196edf7977d1" providerId="LiveId" clId="{06512E50-0563-545E-8A2D-AA85B947D58D}" dt="2026-08-08T13:53:26.797" v="10"/>
          <ac:spMkLst>
            <pc:docMk/>
            <pc:sldMk cId="450614303" sldId="258"/>
            <ac:spMk id="172" creationId="{35B31497-8F8E-CAAB-C033-0475C17EAAF5}"/>
          </ac:spMkLst>
        </pc:spChg>
        <pc:spChg chg="mod">
          <ac:chgData name="赫 郝" userId="eac1196edf7977d1" providerId="LiveId" clId="{06512E50-0563-545E-8A2D-AA85B947D58D}" dt="2026-08-08T13:55:34.856" v="30" actId="114"/>
          <ac:spMkLst>
            <pc:docMk/>
            <pc:sldMk cId="450614303" sldId="258"/>
            <ac:spMk id="176" creationId="{490EF829-EC27-B023-2D59-83EE8A4CF1C4}"/>
          </ac:spMkLst>
        </pc:spChg>
        <pc:spChg chg="mod">
          <ac:chgData name="赫 郝" userId="eac1196edf7977d1" providerId="LiveId" clId="{06512E50-0563-545E-8A2D-AA85B947D58D}" dt="2026-08-08T13:55:34.856" v="30" actId="114"/>
          <ac:spMkLst>
            <pc:docMk/>
            <pc:sldMk cId="450614303" sldId="258"/>
            <ac:spMk id="186" creationId="{5A38F0EE-D736-482D-95A9-36D157A981ED}"/>
          </ac:spMkLst>
        </pc:spChg>
        <pc:spChg chg="mod">
          <ac:chgData name="赫 郝" userId="eac1196edf7977d1" providerId="LiveId" clId="{06512E50-0563-545E-8A2D-AA85B947D58D}" dt="2026-08-08T13:57:39.336" v="99" actId="1035"/>
          <ac:spMkLst>
            <pc:docMk/>
            <pc:sldMk cId="450614303" sldId="258"/>
            <ac:spMk id="188" creationId="{2E9C1EFE-46DA-B950-B93B-5F438386771F}"/>
          </ac:spMkLst>
        </pc:spChg>
        <pc:spChg chg="mod">
          <ac:chgData name="赫 郝" userId="eac1196edf7977d1" providerId="LiveId" clId="{06512E50-0563-545E-8A2D-AA85B947D58D}" dt="2026-08-08T13:58:11.069" v="114" actId="1076"/>
          <ac:spMkLst>
            <pc:docMk/>
            <pc:sldMk cId="450614303" sldId="258"/>
            <ac:spMk id="199" creationId="{9C41A97C-BF2B-38A1-85EE-C6E0C7BEFAD3}"/>
          </ac:spMkLst>
        </pc:spChg>
        <pc:spChg chg="mod">
          <ac:chgData name="赫 郝" userId="eac1196edf7977d1" providerId="LiveId" clId="{06512E50-0563-545E-8A2D-AA85B947D58D}" dt="2026-08-08T13:55:34.856" v="30" actId="114"/>
          <ac:spMkLst>
            <pc:docMk/>
            <pc:sldMk cId="450614303" sldId="258"/>
            <ac:spMk id="207" creationId="{D861018A-D851-FEFE-3F8B-D73F433DF3DD}"/>
          </ac:spMkLst>
        </pc:spChg>
        <pc:spChg chg="mod">
          <ac:chgData name="赫 郝" userId="eac1196edf7977d1" providerId="LiveId" clId="{06512E50-0563-545E-8A2D-AA85B947D58D}" dt="2026-08-08T13:59:46.422" v="165" actId="20577"/>
          <ac:spMkLst>
            <pc:docMk/>
            <pc:sldMk cId="450614303" sldId="258"/>
            <ac:spMk id="228" creationId="{CFB8720B-157B-6D53-FCEC-A23186ACE2A9}"/>
          </ac:spMkLst>
        </pc:spChg>
        <pc:spChg chg="add del">
          <ac:chgData name="赫 郝" userId="eac1196edf7977d1" providerId="LiveId" clId="{06512E50-0563-545E-8A2D-AA85B947D58D}" dt="2026-08-08T13:56:29.749" v="53" actId="478"/>
          <ac:spMkLst>
            <pc:docMk/>
            <pc:sldMk cId="450614303" sldId="258"/>
            <ac:spMk id="238" creationId="{6C3E1C63-976B-B37F-7BA7-881AAF28CE6D}"/>
          </ac:spMkLst>
        </pc:spChg>
        <pc:spChg chg="add del">
          <ac:chgData name="赫 郝" userId="eac1196edf7977d1" providerId="LiveId" clId="{06512E50-0563-545E-8A2D-AA85B947D58D}" dt="2026-08-08T13:56:29.749" v="53" actId="478"/>
          <ac:spMkLst>
            <pc:docMk/>
            <pc:sldMk cId="450614303" sldId="258"/>
            <ac:spMk id="239" creationId="{3E62A5F0-42CC-75F5-E11A-0DB52B65827C}"/>
          </ac:spMkLst>
        </pc:spChg>
        <pc:spChg chg="add del">
          <ac:chgData name="赫 郝" userId="eac1196edf7977d1" providerId="LiveId" clId="{06512E50-0563-545E-8A2D-AA85B947D58D}" dt="2026-08-08T13:56:37.607" v="56" actId="478"/>
          <ac:spMkLst>
            <pc:docMk/>
            <pc:sldMk cId="450614303" sldId="258"/>
            <ac:spMk id="240" creationId="{B2854B6F-769B-D531-A494-EE47AD6DEB63}"/>
          </ac:spMkLst>
        </pc:spChg>
        <pc:spChg chg="add del mod">
          <ac:chgData name="赫 郝" userId="eac1196edf7977d1" providerId="LiveId" clId="{06512E50-0563-545E-8A2D-AA85B947D58D}" dt="2026-08-08T13:56:37.607" v="56" actId="478"/>
          <ac:spMkLst>
            <pc:docMk/>
            <pc:sldMk cId="450614303" sldId="258"/>
            <ac:spMk id="241" creationId="{1C10C322-A599-3A49-C55C-103F7299E06D}"/>
          </ac:spMkLst>
        </pc:spChg>
        <pc:spChg chg="add del">
          <ac:chgData name="赫 郝" userId="eac1196edf7977d1" providerId="LiveId" clId="{06512E50-0563-545E-8A2D-AA85B947D58D}" dt="2026-08-08T13:56:37.607" v="56" actId="478"/>
          <ac:spMkLst>
            <pc:docMk/>
            <pc:sldMk cId="450614303" sldId="258"/>
            <ac:spMk id="242" creationId="{6BCC143D-2B71-8C96-1F59-9483BB2ECDA5}"/>
          </ac:spMkLst>
        </pc:spChg>
        <pc:spChg chg="add del">
          <ac:chgData name="赫 郝" userId="eac1196edf7977d1" providerId="LiveId" clId="{06512E50-0563-545E-8A2D-AA85B947D58D}" dt="2026-08-08T13:56:32.452" v="54" actId="478"/>
          <ac:spMkLst>
            <pc:docMk/>
            <pc:sldMk cId="450614303" sldId="258"/>
            <ac:spMk id="243" creationId="{65179D5F-38BD-C352-13F3-FCEFCEE0CA59}"/>
          </ac:spMkLst>
        </pc:spChg>
        <pc:spChg chg="add del mod">
          <ac:chgData name="赫 郝" userId="eac1196edf7977d1" providerId="LiveId" clId="{06512E50-0563-545E-8A2D-AA85B947D58D}" dt="2026-08-08T13:56:32.452" v="54" actId="478"/>
          <ac:spMkLst>
            <pc:docMk/>
            <pc:sldMk cId="450614303" sldId="258"/>
            <ac:spMk id="244" creationId="{2D9C068E-6F6D-C8C4-71A1-94C9D0566BB3}"/>
          </ac:spMkLst>
        </pc:spChg>
        <pc:spChg chg="add del">
          <ac:chgData name="赫 郝" userId="eac1196edf7977d1" providerId="LiveId" clId="{06512E50-0563-545E-8A2D-AA85B947D58D}" dt="2026-08-08T13:56:32.452" v="54" actId="478"/>
          <ac:spMkLst>
            <pc:docMk/>
            <pc:sldMk cId="450614303" sldId="258"/>
            <ac:spMk id="245" creationId="{C121F682-8D70-505B-1E91-38E1DD982268}"/>
          </ac:spMkLst>
        </pc:spChg>
        <pc:spChg chg="add del">
          <ac:chgData name="赫 郝" userId="eac1196edf7977d1" providerId="LiveId" clId="{06512E50-0563-545E-8A2D-AA85B947D58D}" dt="2026-08-08T13:56:35.681" v="55" actId="478"/>
          <ac:spMkLst>
            <pc:docMk/>
            <pc:sldMk cId="450614303" sldId="258"/>
            <ac:spMk id="246" creationId="{B5B02B86-C218-8859-621D-878FB2895916}"/>
          </ac:spMkLst>
        </pc:spChg>
        <pc:spChg chg="mod">
          <ac:chgData name="赫 郝" userId="eac1196edf7977d1" providerId="LiveId" clId="{06512E50-0563-545E-8A2D-AA85B947D58D}" dt="2026-08-08T13:55:55.994" v="36" actId="1076"/>
          <ac:spMkLst>
            <pc:docMk/>
            <pc:sldMk cId="450614303" sldId="258"/>
            <ac:spMk id="250" creationId="{6DB3F5E7-0E8B-D8F8-DF8C-2EFB09052FCF}"/>
          </ac:spMkLst>
        </pc:spChg>
        <pc:spChg chg="mod">
          <ac:chgData name="赫 郝" userId="eac1196edf7977d1" providerId="LiveId" clId="{06512E50-0563-545E-8A2D-AA85B947D58D}" dt="2026-08-08T13:55:55.994" v="36" actId="1076"/>
          <ac:spMkLst>
            <pc:docMk/>
            <pc:sldMk cId="450614303" sldId="258"/>
            <ac:spMk id="251" creationId="{A6100402-64D3-EB5C-4173-FB529406150F}"/>
          </ac:spMkLst>
        </pc:spChg>
        <pc:spChg chg="mod">
          <ac:chgData name="赫 郝" userId="eac1196edf7977d1" providerId="LiveId" clId="{06512E50-0563-545E-8A2D-AA85B947D58D}" dt="2026-08-08T13:55:55.994" v="36" actId="1076"/>
          <ac:spMkLst>
            <pc:docMk/>
            <pc:sldMk cId="450614303" sldId="258"/>
            <ac:spMk id="253" creationId="{E3AF4768-DE89-0714-1824-38F6EBF18DD9}"/>
          </ac:spMkLst>
        </pc:spChg>
        <pc:spChg chg="mod">
          <ac:chgData name="赫 郝" userId="eac1196edf7977d1" providerId="LiveId" clId="{06512E50-0563-545E-8A2D-AA85B947D58D}" dt="2026-08-08T13:55:55.994" v="36" actId="1076"/>
          <ac:spMkLst>
            <pc:docMk/>
            <pc:sldMk cId="450614303" sldId="258"/>
            <ac:spMk id="254" creationId="{1EE37A68-0AD6-97B2-5FC1-7441142D9895}"/>
          </ac:spMkLst>
        </pc:spChg>
        <pc:spChg chg="mod">
          <ac:chgData name="赫 郝" userId="eac1196edf7977d1" providerId="LiveId" clId="{06512E50-0563-545E-8A2D-AA85B947D58D}" dt="2026-08-08T13:55:55.994" v="36" actId="1076"/>
          <ac:spMkLst>
            <pc:docMk/>
            <pc:sldMk cId="450614303" sldId="258"/>
            <ac:spMk id="256" creationId="{31202219-4EA7-9F08-8A4D-E9F3F7C197D3}"/>
          </ac:spMkLst>
        </pc:spChg>
        <pc:spChg chg="mod">
          <ac:chgData name="赫 郝" userId="eac1196edf7977d1" providerId="LiveId" clId="{06512E50-0563-545E-8A2D-AA85B947D58D}" dt="2026-08-08T13:55:55.994" v="36" actId="1076"/>
          <ac:spMkLst>
            <pc:docMk/>
            <pc:sldMk cId="450614303" sldId="258"/>
            <ac:spMk id="257" creationId="{F0A6CCDA-C12D-0C35-54B8-951C1D08A80A}"/>
          </ac:spMkLst>
        </pc:spChg>
        <pc:spChg chg="mod">
          <ac:chgData name="赫 郝" userId="eac1196edf7977d1" providerId="LiveId" clId="{06512E50-0563-545E-8A2D-AA85B947D58D}" dt="2026-08-08T13:56:08.771" v="39" actId="1076"/>
          <ac:spMkLst>
            <pc:docMk/>
            <pc:sldMk cId="450614303" sldId="258"/>
            <ac:spMk id="258" creationId="{6EAF4AA2-B043-445C-0FAE-EC31DDF0D993}"/>
          </ac:spMkLst>
        </pc:spChg>
        <pc:spChg chg="mod">
          <ac:chgData name="赫 郝" userId="eac1196edf7977d1" providerId="LiveId" clId="{06512E50-0563-545E-8A2D-AA85B947D58D}" dt="2026-08-08T13:56:12.272" v="40" actId="1076"/>
          <ac:spMkLst>
            <pc:docMk/>
            <pc:sldMk cId="450614303" sldId="258"/>
            <ac:spMk id="259" creationId="{5C7B2FCE-49E4-7C83-7690-A0E6726B940E}"/>
          </ac:spMkLst>
        </pc:spChg>
        <pc:spChg chg="mod">
          <ac:chgData name="赫 郝" userId="eac1196edf7977d1" providerId="LiveId" clId="{06512E50-0563-545E-8A2D-AA85B947D58D}" dt="2026-08-08T13:56:19.397" v="51" actId="1035"/>
          <ac:spMkLst>
            <pc:docMk/>
            <pc:sldMk cId="450614303" sldId="258"/>
            <ac:spMk id="260" creationId="{E0253610-0134-7BC7-3F13-EA05B1D1C9F2}"/>
          </ac:spMkLst>
        </pc:spChg>
        <pc:spChg chg="mod">
          <ac:chgData name="赫 郝" userId="eac1196edf7977d1" providerId="LiveId" clId="{06512E50-0563-545E-8A2D-AA85B947D58D}" dt="2026-08-08T13:56:03.086" v="38" actId="1076"/>
          <ac:spMkLst>
            <pc:docMk/>
            <pc:sldMk cId="450614303" sldId="258"/>
            <ac:spMk id="261" creationId="{23F5385B-DE9E-8D1B-E156-E82797B89D40}"/>
          </ac:spMkLst>
        </pc:spChg>
        <pc:spChg chg="mod">
          <ac:chgData name="赫 郝" userId="eac1196edf7977d1" providerId="LiveId" clId="{06512E50-0563-545E-8A2D-AA85B947D58D}" dt="2026-08-08T13:56:00.454" v="37" actId="1076"/>
          <ac:spMkLst>
            <pc:docMk/>
            <pc:sldMk cId="450614303" sldId="258"/>
            <ac:spMk id="262" creationId="{041E3A1C-C2A9-5F0E-56DE-0D4091F4E5C4}"/>
          </ac:spMkLst>
        </pc:spChg>
        <pc:spChg chg="mod">
          <ac:chgData name="赫 郝" userId="eac1196edf7977d1" providerId="LiveId" clId="{06512E50-0563-545E-8A2D-AA85B947D58D}" dt="2026-08-08T13:54:11.735" v="15"/>
          <ac:spMkLst>
            <pc:docMk/>
            <pc:sldMk cId="450614303" sldId="258"/>
            <ac:spMk id="263" creationId="{A3BA67E2-1814-DB7D-9D56-0B9EA60A7EEF}"/>
          </ac:spMkLst>
        </pc:spChg>
        <pc:spChg chg="mod">
          <ac:chgData name="赫 郝" userId="eac1196edf7977d1" providerId="LiveId" clId="{06512E50-0563-545E-8A2D-AA85B947D58D}" dt="2026-08-08T13:54:21.982" v="16"/>
          <ac:spMkLst>
            <pc:docMk/>
            <pc:sldMk cId="450614303" sldId="258"/>
            <ac:spMk id="264" creationId="{4D28EA72-CAD6-5960-AE6D-C0DEDA5C2ACF}"/>
          </ac:spMkLst>
        </pc:spChg>
        <pc:spChg chg="mod">
          <ac:chgData name="赫 郝" userId="eac1196edf7977d1" providerId="LiveId" clId="{06512E50-0563-545E-8A2D-AA85B947D58D}" dt="2026-08-08T13:54:32.115" v="17"/>
          <ac:spMkLst>
            <pc:docMk/>
            <pc:sldMk cId="450614303" sldId="258"/>
            <ac:spMk id="266" creationId="{9A008EF4-4733-2E18-18AB-1A478A68CD3B}"/>
          </ac:spMkLst>
        </pc:spChg>
        <pc:spChg chg="mod">
          <ac:chgData name="赫 郝" userId="eac1196edf7977d1" providerId="LiveId" clId="{06512E50-0563-545E-8A2D-AA85B947D58D}" dt="2026-08-08T13:54:11.735" v="15"/>
          <ac:spMkLst>
            <pc:docMk/>
            <pc:sldMk cId="450614303" sldId="258"/>
            <ac:spMk id="267" creationId="{13CC28AC-7C42-A5D9-2142-C622AFBFC5E6}"/>
          </ac:spMkLst>
        </pc:spChg>
        <pc:spChg chg="mod">
          <ac:chgData name="赫 郝" userId="eac1196edf7977d1" providerId="LiveId" clId="{06512E50-0563-545E-8A2D-AA85B947D58D}" dt="2026-08-08T13:54:11.735" v="15"/>
          <ac:spMkLst>
            <pc:docMk/>
            <pc:sldMk cId="450614303" sldId="258"/>
            <ac:spMk id="268" creationId="{5947ED85-1FAC-0E11-82DA-49F40C65EFA2}"/>
          </ac:spMkLst>
        </pc:spChg>
        <pc:spChg chg="mod">
          <ac:chgData name="赫 郝" userId="eac1196edf7977d1" providerId="LiveId" clId="{06512E50-0563-545E-8A2D-AA85B947D58D}" dt="2026-08-08T13:55:19.206" v="26" actId="114"/>
          <ac:spMkLst>
            <pc:docMk/>
            <pc:sldMk cId="450614303" sldId="258"/>
            <ac:spMk id="272" creationId="{9AD9A4C9-6354-E97C-BDF6-A16A7A323CD6}"/>
          </ac:spMkLst>
        </pc:spChg>
        <pc:spChg chg="mod">
          <ac:chgData name="赫 郝" userId="eac1196edf7977d1" providerId="LiveId" clId="{06512E50-0563-545E-8A2D-AA85B947D58D}" dt="2026-08-08T13:55:19.206" v="26" actId="114"/>
          <ac:spMkLst>
            <pc:docMk/>
            <pc:sldMk cId="450614303" sldId="258"/>
            <ac:spMk id="273" creationId="{BA7F5A2F-B8BA-9981-E590-88F84A643737}"/>
          </ac:spMkLst>
        </pc:spChg>
        <pc:spChg chg="mod">
          <ac:chgData name="赫 郝" userId="eac1196edf7977d1" providerId="LiveId" clId="{06512E50-0563-545E-8A2D-AA85B947D58D}" dt="2026-08-08T13:55:19.206" v="26" actId="114"/>
          <ac:spMkLst>
            <pc:docMk/>
            <pc:sldMk cId="450614303" sldId="258"/>
            <ac:spMk id="275" creationId="{D0176BD5-BB63-C53C-6662-2042F3A785FC}"/>
          </ac:spMkLst>
        </pc:spChg>
        <pc:spChg chg="mod">
          <ac:chgData name="赫 郝" userId="eac1196edf7977d1" providerId="LiveId" clId="{06512E50-0563-545E-8A2D-AA85B947D58D}" dt="2026-08-08T13:55:19.206" v="26" actId="114"/>
          <ac:spMkLst>
            <pc:docMk/>
            <pc:sldMk cId="450614303" sldId="258"/>
            <ac:spMk id="276" creationId="{1C6CB89E-30EB-5ED6-0136-8CDD2C61FAC8}"/>
          </ac:spMkLst>
        </pc:spChg>
        <pc:spChg chg="mod">
          <ac:chgData name="赫 郝" userId="eac1196edf7977d1" providerId="LiveId" clId="{06512E50-0563-545E-8A2D-AA85B947D58D}" dt="2026-08-08T13:55:19.206" v="26" actId="114"/>
          <ac:spMkLst>
            <pc:docMk/>
            <pc:sldMk cId="450614303" sldId="258"/>
            <ac:spMk id="278" creationId="{B26F6462-AB66-B68E-BD49-7F8F6350D038}"/>
          </ac:spMkLst>
        </pc:spChg>
        <pc:spChg chg="mod">
          <ac:chgData name="赫 郝" userId="eac1196edf7977d1" providerId="LiveId" clId="{06512E50-0563-545E-8A2D-AA85B947D58D}" dt="2026-08-08T13:55:19.206" v="26" actId="114"/>
          <ac:spMkLst>
            <pc:docMk/>
            <pc:sldMk cId="450614303" sldId="258"/>
            <ac:spMk id="279" creationId="{C37F1C36-B6E9-2652-8C3C-4E9C55DC5F21}"/>
          </ac:spMkLst>
        </pc:spChg>
        <pc:spChg chg="mod">
          <ac:chgData name="赫 郝" userId="eac1196edf7977d1" providerId="LiveId" clId="{06512E50-0563-545E-8A2D-AA85B947D58D}" dt="2026-08-08T13:55:19.206" v="26" actId="114"/>
          <ac:spMkLst>
            <pc:docMk/>
            <pc:sldMk cId="450614303" sldId="258"/>
            <ac:spMk id="280" creationId="{60E84C94-D925-A008-4151-0162D6586719}"/>
          </ac:spMkLst>
        </pc:spChg>
        <pc:spChg chg="mod">
          <ac:chgData name="赫 郝" userId="eac1196edf7977d1" providerId="LiveId" clId="{06512E50-0563-545E-8A2D-AA85B947D58D}" dt="2026-08-08T13:55:19.206" v="26" actId="114"/>
          <ac:spMkLst>
            <pc:docMk/>
            <pc:sldMk cId="450614303" sldId="258"/>
            <ac:spMk id="292" creationId="{563DD4D9-9967-E765-5F8E-C17C907E6ACC}"/>
          </ac:spMkLst>
        </pc:spChg>
        <pc:spChg chg="mod">
          <ac:chgData name="赫 郝" userId="eac1196edf7977d1" providerId="LiveId" clId="{06512E50-0563-545E-8A2D-AA85B947D58D}" dt="2026-08-08T13:55:11.905" v="24" actId="114"/>
          <ac:spMkLst>
            <pc:docMk/>
            <pc:sldMk cId="450614303" sldId="258"/>
            <ac:spMk id="314" creationId="{5C2A0CCE-2604-7B76-2F87-F3BBF96985CB}"/>
          </ac:spMkLst>
        </pc:spChg>
        <pc:spChg chg="mod">
          <ac:chgData name="赫 郝" userId="eac1196edf7977d1" providerId="LiveId" clId="{06512E50-0563-545E-8A2D-AA85B947D58D}" dt="2026-08-08T13:55:15.433" v="25" actId="114"/>
          <ac:spMkLst>
            <pc:docMk/>
            <pc:sldMk cId="450614303" sldId="258"/>
            <ac:spMk id="315" creationId="{1243F8EB-F64C-E49B-0C87-89B812D35B28}"/>
          </ac:spMkLst>
        </pc:spChg>
        <pc:spChg chg="mod">
          <ac:chgData name="赫 郝" userId="eac1196edf7977d1" providerId="LiveId" clId="{06512E50-0563-545E-8A2D-AA85B947D58D}" dt="2026-08-08T13:53:35.247" v="11"/>
          <ac:spMkLst>
            <pc:docMk/>
            <pc:sldMk cId="450614303" sldId="258"/>
            <ac:spMk id="404" creationId="{AC12BC6B-3B85-6DF8-BE6A-2B3D677BC72E}"/>
          </ac:spMkLst>
        </pc:spChg>
        <pc:spChg chg="mod">
          <ac:chgData name="赫 郝" userId="eac1196edf7977d1" providerId="LiveId" clId="{06512E50-0563-545E-8A2D-AA85B947D58D}" dt="2026-08-08T13:53:35.247" v="11"/>
          <ac:spMkLst>
            <pc:docMk/>
            <pc:sldMk cId="450614303" sldId="258"/>
            <ac:spMk id="405" creationId="{A848CA63-3690-23AE-371A-6D992B2336D4}"/>
          </ac:spMkLst>
        </pc:spChg>
        <pc:spChg chg="mod">
          <ac:chgData name="赫 郝" userId="eac1196edf7977d1" providerId="LiveId" clId="{06512E50-0563-545E-8A2D-AA85B947D58D}" dt="2026-08-08T13:53:53.820" v="13"/>
          <ac:spMkLst>
            <pc:docMk/>
            <pc:sldMk cId="450614303" sldId="258"/>
            <ac:spMk id="406" creationId="{960B5E1B-8B72-5974-37B9-DE14C6B94F25}"/>
          </ac:spMkLst>
        </pc:spChg>
        <pc:spChg chg="mod">
          <ac:chgData name="赫 郝" userId="eac1196edf7977d1" providerId="LiveId" clId="{06512E50-0563-545E-8A2D-AA85B947D58D}" dt="2026-08-08T13:53:53.820" v="13"/>
          <ac:spMkLst>
            <pc:docMk/>
            <pc:sldMk cId="450614303" sldId="258"/>
            <ac:spMk id="407" creationId="{DE529424-BA74-D1F8-F938-ED8CB89C829F}"/>
          </ac:spMkLst>
        </pc:spChg>
        <pc:spChg chg="mod">
          <ac:chgData name="赫 郝" userId="eac1196edf7977d1" providerId="LiveId" clId="{06512E50-0563-545E-8A2D-AA85B947D58D}" dt="2026-08-08T13:53:53.820" v="13"/>
          <ac:spMkLst>
            <pc:docMk/>
            <pc:sldMk cId="450614303" sldId="258"/>
            <ac:spMk id="408" creationId="{907021B5-4A27-5C59-31FE-91B855386511}"/>
          </ac:spMkLst>
        </pc:spChg>
        <pc:spChg chg="mod">
          <ac:chgData name="赫 郝" userId="eac1196edf7977d1" providerId="LiveId" clId="{06512E50-0563-545E-8A2D-AA85B947D58D}" dt="2026-08-08T13:53:53.820" v="13"/>
          <ac:spMkLst>
            <pc:docMk/>
            <pc:sldMk cId="450614303" sldId="258"/>
            <ac:spMk id="409" creationId="{17653A62-10FB-B022-5321-CFA164BECD59}"/>
          </ac:spMkLst>
        </pc:spChg>
        <pc:spChg chg="mod">
          <ac:chgData name="赫 郝" userId="eac1196edf7977d1" providerId="LiveId" clId="{06512E50-0563-545E-8A2D-AA85B947D58D}" dt="2026-08-08T13:53:53.820" v="13"/>
          <ac:spMkLst>
            <pc:docMk/>
            <pc:sldMk cId="450614303" sldId="258"/>
            <ac:spMk id="410" creationId="{05764671-FDA8-D49C-B536-A51BE77A6065}"/>
          </ac:spMkLst>
        </pc:spChg>
        <pc:spChg chg="mod">
          <ac:chgData name="赫 郝" userId="eac1196edf7977d1" providerId="LiveId" clId="{06512E50-0563-545E-8A2D-AA85B947D58D}" dt="2026-08-08T13:53:44.468" v="12"/>
          <ac:spMkLst>
            <pc:docMk/>
            <pc:sldMk cId="450614303" sldId="258"/>
            <ac:spMk id="411" creationId="{3994EA92-EDC6-1167-ECD6-F7E16D0379D4}"/>
          </ac:spMkLst>
        </pc:spChg>
        <pc:spChg chg="mod">
          <ac:chgData name="赫 郝" userId="eac1196edf7977d1" providerId="LiveId" clId="{06512E50-0563-545E-8A2D-AA85B947D58D}" dt="2026-08-08T13:53:44.468" v="12"/>
          <ac:spMkLst>
            <pc:docMk/>
            <pc:sldMk cId="450614303" sldId="258"/>
            <ac:spMk id="412" creationId="{24C90A21-555E-4A00-515A-42F10F6E6317}"/>
          </ac:spMkLst>
        </pc:spChg>
        <pc:spChg chg="mod">
          <ac:chgData name="赫 郝" userId="eac1196edf7977d1" providerId="LiveId" clId="{06512E50-0563-545E-8A2D-AA85B947D58D}" dt="2026-08-08T13:53:44.468" v="12"/>
          <ac:spMkLst>
            <pc:docMk/>
            <pc:sldMk cId="450614303" sldId="258"/>
            <ac:spMk id="413" creationId="{6EE8CE75-9A1A-6D56-9893-DF21E5A9D255}"/>
          </ac:spMkLst>
        </pc:spChg>
        <pc:spChg chg="mod">
          <ac:chgData name="赫 郝" userId="eac1196edf7977d1" providerId="LiveId" clId="{06512E50-0563-545E-8A2D-AA85B947D58D}" dt="2026-08-08T13:55:34.856" v="30" actId="114"/>
          <ac:spMkLst>
            <pc:docMk/>
            <pc:sldMk cId="450614303" sldId="258"/>
            <ac:spMk id="416" creationId="{F388C3D2-D13B-2615-C441-87319CE8BBDC}"/>
          </ac:spMkLst>
        </pc:spChg>
        <pc:spChg chg="mod">
          <ac:chgData name="赫 郝" userId="eac1196edf7977d1" providerId="LiveId" clId="{06512E50-0563-545E-8A2D-AA85B947D58D}" dt="2026-08-08T13:59:41.616" v="155" actId="20577"/>
          <ac:spMkLst>
            <pc:docMk/>
            <pc:sldMk cId="450614303" sldId="258"/>
            <ac:spMk id="417" creationId="{37D85755-36E0-1954-7A7A-3FE5443EA0C4}"/>
          </ac:spMkLst>
        </pc:spChg>
        <pc:spChg chg="del">
          <ac:chgData name="赫 郝" userId="eac1196edf7977d1" providerId="LiveId" clId="{06512E50-0563-545E-8A2D-AA85B947D58D}" dt="2026-08-08T13:57:59.486" v="100" actId="478"/>
          <ac:spMkLst>
            <pc:docMk/>
            <pc:sldMk cId="450614303" sldId="258"/>
            <ac:spMk id="429" creationId="{8DB55944-0B7C-A381-930E-76BF85F230EF}"/>
          </ac:spMkLst>
        </pc:spChg>
        <pc:spChg chg="del">
          <ac:chgData name="赫 郝" userId="eac1196edf7977d1" providerId="LiveId" clId="{06512E50-0563-545E-8A2D-AA85B947D58D}" dt="2026-08-08T13:58:02.418" v="101" actId="478"/>
          <ac:spMkLst>
            <pc:docMk/>
            <pc:sldMk cId="450614303" sldId="258"/>
            <ac:spMk id="430" creationId="{56830EA1-833F-27B4-9D32-F2C01F127C20}"/>
          </ac:spMkLst>
        </pc:spChg>
        <pc:spChg chg="del">
          <ac:chgData name="赫 郝" userId="eac1196edf7977d1" providerId="LiveId" clId="{06512E50-0563-545E-8A2D-AA85B947D58D}" dt="2026-08-08T13:57:59.486" v="100" actId="478"/>
          <ac:spMkLst>
            <pc:docMk/>
            <pc:sldMk cId="450614303" sldId="258"/>
            <ac:spMk id="431" creationId="{57E1CA34-5E83-B114-2E9B-C535301650DB}"/>
          </ac:spMkLst>
        </pc:spChg>
        <pc:spChg chg="del">
          <ac:chgData name="赫 郝" userId="eac1196edf7977d1" providerId="LiveId" clId="{06512E50-0563-545E-8A2D-AA85B947D58D}" dt="2026-08-08T13:57:59.486" v="100" actId="478"/>
          <ac:spMkLst>
            <pc:docMk/>
            <pc:sldMk cId="450614303" sldId="258"/>
            <ac:spMk id="432" creationId="{6F133D57-B588-281E-613B-209CEC34964C}"/>
          </ac:spMkLst>
        </pc:spChg>
        <pc:spChg chg="del">
          <ac:chgData name="赫 郝" userId="eac1196edf7977d1" providerId="LiveId" clId="{06512E50-0563-545E-8A2D-AA85B947D58D}" dt="2026-08-08T13:57:59.486" v="100" actId="478"/>
          <ac:spMkLst>
            <pc:docMk/>
            <pc:sldMk cId="450614303" sldId="258"/>
            <ac:spMk id="433" creationId="{33D9CF36-7471-5E37-7947-97578B45D05B}"/>
          </ac:spMkLst>
        </pc:spChg>
        <pc:spChg chg="del mod">
          <ac:chgData name="赫 郝" userId="eac1196edf7977d1" providerId="LiveId" clId="{06512E50-0563-545E-8A2D-AA85B947D58D}" dt="2026-08-08T13:57:59.486" v="100" actId="478"/>
          <ac:spMkLst>
            <pc:docMk/>
            <pc:sldMk cId="450614303" sldId="258"/>
            <ac:spMk id="434" creationId="{6C227CA9-55E2-8D6E-8D6B-5B46BB708622}"/>
          </ac:spMkLst>
        </pc:spChg>
        <pc:spChg chg="del">
          <ac:chgData name="赫 郝" userId="eac1196edf7977d1" providerId="LiveId" clId="{06512E50-0563-545E-8A2D-AA85B947D58D}" dt="2026-08-08T13:57:59.486" v="100" actId="478"/>
          <ac:spMkLst>
            <pc:docMk/>
            <pc:sldMk cId="450614303" sldId="258"/>
            <ac:spMk id="435" creationId="{CA74246F-EAAF-5577-0BA2-415AEE0E3E0E}"/>
          </ac:spMkLst>
        </pc:spChg>
        <pc:spChg chg="del">
          <ac:chgData name="赫 郝" userId="eac1196edf7977d1" providerId="LiveId" clId="{06512E50-0563-545E-8A2D-AA85B947D58D}" dt="2026-08-08T13:58:33.204" v="120" actId="478"/>
          <ac:spMkLst>
            <pc:docMk/>
            <pc:sldMk cId="450614303" sldId="258"/>
            <ac:spMk id="447" creationId="{AAB6E417-5F0A-10B2-8030-1F339E9B789D}"/>
          </ac:spMkLst>
        </pc:spChg>
        <pc:spChg chg="del">
          <ac:chgData name="赫 郝" userId="eac1196edf7977d1" providerId="LiveId" clId="{06512E50-0563-545E-8A2D-AA85B947D58D}" dt="2026-08-08T13:58:33.204" v="120" actId="478"/>
          <ac:spMkLst>
            <pc:docMk/>
            <pc:sldMk cId="450614303" sldId="258"/>
            <ac:spMk id="448" creationId="{E1C1D6B5-C938-68C7-E23B-E9CA61D8B24E}"/>
          </ac:spMkLst>
        </pc:spChg>
        <pc:spChg chg="del">
          <ac:chgData name="赫 郝" userId="eac1196edf7977d1" providerId="LiveId" clId="{06512E50-0563-545E-8A2D-AA85B947D58D}" dt="2026-08-08T13:58:35.468" v="121" actId="478"/>
          <ac:spMkLst>
            <pc:docMk/>
            <pc:sldMk cId="450614303" sldId="258"/>
            <ac:spMk id="449" creationId="{74B24552-B8AA-50D9-6D19-E2E7DF2739FB}"/>
          </ac:spMkLst>
        </pc:spChg>
        <pc:spChg chg="del mod">
          <ac:chgData name="赫 郝" userId="eac1196edf7977d1" providerId="LiveId" clId="{06512E50-0563-545E-8A2D-AA85B947D58D}" dt="2026-08-08T13:58:33.204" v="120" actId="478"/>
          <ac:spMkLst>
            <pc:docMk/>
            <pc:sldMk cId="450614303" sldId="258"/>
            <ac:spMk id="450" creationId="{15F74A6B-6C0A-762E-D92B-C8B6BA7A921C}"/>
          </ac:spMkLst>
        </pc:spChg>
        <pc:spChg chg="del">
          <ac:chgData name="赫 郝" userId="eac1196edf7977d1" providerId="LiveId" clId="{06512E50-0563-545E-8A2D-AA85B947D58D}" dt="2026-08-08T13:58:33.204" v="120" actId="478"/>
          <ac:spMkLst>
            <pc:docMk/>
            <pc:sldMk cId="450614303" sldId="258"/>
            <ac:spMk id="451" creationId="{8DAC938E-FDE6-0C50-40D4-A6D1C39D27EB}"/>
          </ac:spMkLst>
        </pc:spChg>
        <pc:spChg chg="mod">
          <ac:chgData name="赫 郝" userId="eac1196edf7977d1" providerId="LiveId" clId="{06512E50-0563-545E-8A2D-AA85B947D58D}" dt="2026-08-08T13:54:40.355" v="18"/>
          <ac:spMkLst>
            <pc:docMk/>
            <pc:sldMk cId="450614303" sldId="258"/>
            <ac:spMk id="452" creationId="{E810740E-5254-7AF7-A728-D7FEB0AD5C29}"/>
          </ac:spMkLst>
        </pc:spChg>
        <pc:spChg chg="mod">
          <ac:chgData name="赫 郝" userId="eac1196edf7977d1" providerId="LiveId" clId="{06512E50-0563-545E-8A2D-AA85B947D58D}" dt="2026-08-08T13:54:52.263" v="19"/>
          <ac:spMkLst>
            <pc:docMk/>
            <pc:sldMk cId="450614303" sldId="258"/>
            <ac:spMk id="453" creationId="{1A0D2611-4002-5842-0258-D7A4A364F569}"/>
          </ac:spMkLst>
        </pc:spChg>
        <pc:spChg chg="mod">
          <ac:chgData name="赫 郝" userId="eac1196edf7977d1" providerId="LiveId" clId="{06512E50-0563-545E-8A2D-AA85B947D58D}" dt="2026-08-08T13:53:44.468" v="12"/>
          <ac:spMkLst>
            <pc:docMk/>
            <pc:sldMk cId="450614303" sldId="258"/>
            <ac:spMk id="454" creationId="{E40F28B6-E2CF-CC6A-51F3-9BB70A169FFA}"/>
          </ac:spMkLst>
        </pc:spChg>
        <pc:spChg chg="mod">
          <ac:chgData name="赫 郝" userId="eac1196edf7977d1" providerId="LiveId" clId="{06512E50-0563-545E-8A2D-AA85B947D58D}" dt="2026-08-08T13:53:44.468" v="12"/>
          <ac:spMkLst>
            <pc:docMk/>
            <pc:sldMk cId="450614303" sldId="258"/>
            <ac:spMk id="455" creationId="{EE570263-E4E8-23AA-2868-68561B02FB0F}"/>
          </ac:spMkLst>
        </pc:spChg>
        <pc:spChg chg="mod">
          <ac:chgData name="赫 郝" userId="eac1196edf7977d1" providerId="LiveId" clId="{06512E50-0563-545E-8A2D-AA85B947D58D}" dt="2026-08-08T13:55:34.856" v="30" actId="114"/>
          <ac:spMkLst>
            <pc:docMk/>
            <pc:sldMk cId="450614303" sldId="258"/>
            <ac:spMk id="461" creationId="{96CC7872-F240-B119-EF3E-5ADAB94DE2E0}"/>
          </ac:spMkLst>
        </pc:spChg>
        <pc:spChg chg="mod">
          <ac:chgData name="赫 郝" userId="eac1196edf7977d1" providerId="LiveId" clId="{06512E50-0563-545E-8A2D-AA85B947D58D}" dt="2026-08-08T13:54:21.982" v="16"/>
          <ac:spMkLst>
            <pc:docMk/>
            <pc:sldMk cId="450614303" sldId="258"/>
            <ac:spMk id="463" creationId="{C693FB94-2C34-B112-942D-6F22107BA727}"/>
          </ac:spMkLst>
        </pc:spChg>
        <pc:spChg chg="mod">
          <ac:chgData name="赫 郝" userId="eac1196edf7977d1" providerId="LiveId" clId="{06512E50-0563-545E-8A2D-AA85B947D58D}" dt="2026-08-08T13:54:21.982" v="16"/>
          <ac:spMkLst>
            <pc:docMk/>
            <pc:sldMk cId="450614303" sldId="258"/>
            <ac:spMk id="465" creationId="{A6CFBD02-E11F-7426-A07E-10E9E70E1CD5}"/>
          </ac:spMkLst>
        </pc:spChg>
        <pc:spChg chg="mod">
          <ac:chgData name="赫 郝" userId="eac1196edf7977d1" providerId="LiveId" clId="{06512E50-0563-545E-8A2D-AA85B947D58D}" dt="2026-08-08T13:55:34.856" v="30" actId="114"/>
          <ac:spMkLst>
            <pc:docMk/>
            <pc:sldMk cId="450614303" sldId="258"/>
            <ac:spMk id="466" creationId="{EEAB2214-2DA4-F220-AFA7-CF7CD2E02FF5}"/>
          </ac:spMkLst>
        </pc:spChg>
        <pc:spChg chg="mod">
          <ac:chgData name="赫 郝" userId="eac1196edf7977d1" providerId="LiveId" clId="{06512E50-0563-545E-8A2D-AA85B947D58D}" dt="2026-08-08T13:54:32.115" v="17"/>
          <ac:spMkLst>
            <pc:docMk/>
            <pc:sldMk cId="450614303" sldId="258"/>
            <ac:spMk id="467" creationId="{42CB8A70-1A40-2CEB-C741-8D17ACBFF2BD}"/>
          </ac:spMkLst>
        </pc:spChg>
        <pc:spChg chg="mod">
          <ac:chgData name="赫 郝" userId="eac1196edf7977d1" providerId="LiveId" clId="{06512E50-0563-545E-8A2D-AA85B947D58D}" dt="2026-08-08T13:54:40.355" v="18"/>
          <ac:spMkLst>
            <pc:docMk/>
            <pc:sldMk cId="450614303" sldId="258"/>
            <ac:spMk id="468" creationId="{8250DF6B-6ED5-03C5-D494-6A504995702D}"/>
          </ac:spMkLst>
        </pc:spChg>
        <pc:spChg chg="mod">
          <ac:chgData name="赫 郝" userId="eac1196edf7977d1" providerId="LiveId" clId="{06512E50-0563-545E-8A2D-AA85B947D58D}" dt="2026-08-08T13:54:40.355" v="18"/>
          <ac:spMkLst>
            <pc:docMk/>
            <pc:sldMk cId="450614303" sldId="258"/>
            <ac:spMk id="469" creationId="{555B9EBE-5D3A-7CC7-A122-82BDF8D5E391}"/>
          </ac:spMkLst>
        </pc:spChg>
        <pc:spChg chg="mod">
          <ac:chgData name="赫 郝" userId="eac1196edf7977d1" providerId="LiveId" clId="{06512E50-0563-545E-8A2D-AA85B947D58D}" dt="2026-08-08T13:54:52.263" v="19"/>
          <ac:spMkLst>
            <pc:docMk/>
            <pc:sldMk cId="450614303" sldId="258"/>
            <ac:spMk id="470" creationId="{119F6063-3C9C-A416-6CA8-3AB4E642BBF7}"/>
          </ac:spMkLst>
        </pc:spChg>
      </pc:sldChg>
      <pc:sldChg chg="addSp delSp modSp mod">
        <pc:chgData name="赫 郝" userId="eac1196edf7977d1" providerId="LiveId" clId="{06512E50-0563-545E-8A2D-AA85B947D58D}" dt="2026-08-08T14:05:32.774" v="226" actId="113"/>
        <pc:sldMkLst>
          <pc:docMk/>
          <pc:sldMk cId="102074552" sldId="259"/>
        </pc:sldMkLst>
        <pc:spChg chg="del">
          <ac:chgData name="赫 郝" userId="eac1196edf7977d1" providerId="LiveId" clId="{06512E50-0563-545E-8A2D-AA85B947D58D}" dt="2026-08-08T14:03:49.866" v="171" actId="478"/>
          <ac:spMkLst>
            <pc:docMk/>
            <pc:sldMk cId="102074552" sldId="259"/>
            <ac:spMk id="4" creationId="{7873EAA5-045D-926C-ADF1-F062E979E467}"/>
          </ac:spMkLst>
        </pc:spChg>
        <pc:spChg chg="mod">
          <ac:chgData name="赫 郝" userId="eac1196edf7977d1" providerId="LiveId" clId="{06512E50-0563-545E-8A2D-AA85B947D58D}" dt="2026-08-08T14:03:47.596" v="170" actId="165"/>
          <ac:spMkLst>
            <pc:docMk/>
            <pc:sldMk cId="102074552" sldId="259"/>
            <ac:spMk id="12" creationId="{EC92F60C-830F-4109-3431-96EDEA591E45}"/>
          </ac:spMkLst>
        </pc:spChg>
        <pc:spChg chg="mod">
          <ac:chgData name="赫 郝" userId="eac1196edf7977d1" providerId="LiveId" clId="{06512E50-0563-545E-8A2D-AA85B947D58D}" dt="2026-08-08T14:05:21.529" v="206" actId="1076"/>
          <ac:spMkLst>
            <pc:docMk/>
            <pc:sldMk cId="102074552" sldId="259"/>
            <ac:spMk id="17" creationId="{E9BBAC64-29BA-5B30-50EE-FA60F4C2C883}"/>
          </ac:spMkLst>
        </pc:spChg>
        <pc:spChg chg="mod">
          <ac:chgData name="赫 郝" userId="eac1196edf7977d1" providerId="LiveId" clId="{06512E50-0563-545E-8A2D-AA85B947D58D}" dt="2026-08-08T14:05:32.774" v="226" actId="113"/>
          <ac:spMkLst>
            <pc:docMk/>
            <pc:sldMk cId="102074552" sldId="259"/>
            <ac:spMk id="18" creationId="{E6B2A554-C906-823A-519A-C7E9A832F855}"/>
          </ac:spMkLst>
        </pc:spChg>
        <pc:spChg chg="mod">
          <ac:chgData name="赫 郝" userId="eac1196edf7977d1" providerId="LiveId" clId="{06512E50-0563-545E-8A2D-AA85B947D58D}" dt="2026-08-08T14:05:07.603" v="198" actId="20577"/>
          <ac:spMkLst>
            <pc:docMk/>
            <pc:sldMk cId="102074552" sldId="259"/>
            <ac:spMk id="19" creationId="{932AEC53-AD43-7290-01E1-666D91E30C99}"/>
          </ac:spMkLst>
        </pc:spChg>
        <pc:spChg chg="mod">
          <ac:chgData name="赫 郝" userId="eac1196edf7977d1" providerId="LiveId" clId="{06512E50-0563-545E-8A2D-AA85B947D58D}" dt="2026-08-08T14:03:47.596" v="170" actId="165"/>
          <ac:spMkLst>
            <pc:docMk/>
            <pc:sldMk cId="102074552" sldId="259"/>
            <ac:spMk id="42" creationId="{97473455-1F6E-F1CF-2D3B-1B34CBCD094F}"/>
          </ac:spMkLst>
        </pc:spChg>
        <pc:spChg chg="mod">
          <ac:chgData name="赫 郝" userId="eac1196edf7977d1" providerId="LiveId" clId="{06512E50-0563-545E-8A2D-AA85B947D58D}" dt="2026-08-08T14:03:43.623" v="169" actId="165"/>
          <ac:spMkLst>
            <pc:docMk/>
            <pc:sldMk cId="102074552" sldId="259"/>
            <ac:spMk id="50" creationId="{034DB45F-F743-3DE7-FE6E-5AEAF3670D3E}"/>
          </ac:spMkLst>
        </pc:spChg>
        <pc:spChg chg="mod">
          <ac:chgData name="赫 郝" userId="eac1196edf7977d1" providerId="LiveId" clId="{06512E50-0563-545E-8A2D-AA85B947D58D}" dt="2026-08-08T14:03:43.623" v="169" actId="165"/>
          <ac:spMkLst>
            <pc:docMk/>
            <pc:sldMk cId="102074552" sldId="259"/>
            <ac:spMk id="53" creationId="{EFF82ED6-2503-820B-5953-44C223F25FBD}"/>
          </ac:spMkLst>
        </pc:spChg>
        <pc:spChg chg="mod">
          <ac:chgData name="赫 郝" userId="eac1196edf7977d1" providerId="LiveId" clId="{06512E50-0563-545E-8A2D-AA85B947D58D}" dt="2026-08-08T14:03:43.623" v="169" actId="165"/>
          <ac:spMkLst>
            <pc:docMk/>
            <pc:sldMk cId="102074552" sldId="259"/>
            <ac:spMk id="63" creationId="{AC246082-98AC-6AD4-5AF3-A6C5C70D823A}"/>
          </ac:spMkLst>
        </pc:spChg>
        <pc:spChg chg="mod">
          <ac:chgData name="赫 郝" userId="eac1196edf7977d1" providerId="LiveId" clId="{06512E50-0563-545E-8A2D-AA85B947D58D}" dt="2026-08-08T14:03:47.596" v="170" actId="165"/>
          <ac:spMkLst>
            <pc:docMk/>
            <pc:sldMk cId="102074552" sldId="259"/>
            <ac:spMk id="66" creationId="{E98D77EF-A798-C635-D294-6F816661CFA4}"/>
          </ac:spMkLst>
        </pc:spChg>
        <pc:spChg chg="mod">
          <ac:chgData name="赫 郝" userId="eac1196edf7977d1" providerId="LiveId" clId="{06512E50-0563-545E-8A2D-AA85B947D58D}" dt="2026-08-08T14:03:55.036" v="173" actId="403"/>
          <ac:spMkLst>
            <pc:docMk/>
            <pc:sldMk cId="102074552" sldId="259"/>
            <ac:spMk id="74" creationId="{06913D8F-0B7C-93CE-C4B5-7F213E2C515E}"/>
          </ac:spMkLst>
        </pc:spChg>
        <pc:spChg chg="mod">
          <ac:chgData name="赫 郝" userId="eac1196edf7977d1" providerId="LiveId" clId="{06512E50-0563-545E-8A2D-AA85B947D58D}" dt="2026-08-08T14:03:47.596" v="170" actId="165"/>
          <ac:spMkLst>
            <pc:docMk/>
            <pc:sldMk cId="102074552" sldId="259"/>
            <ac:spMk id="81" creationId="{21D77CB6-AF44-86DF-31AE-CA69F6C465E6}"/>
          </ac:spMkLst>
        </pc:spChg>
        <pc:spChg chg="mod">
          <ac:chgData name="赫 郝" userId="eac1196edf7977d1" providerId="LiveId" clId="{06512E50-0563-545E-8A2D-AA85B947D58D}" dt="2026-08-08T14:03:47.596" v="170" actId="165"/>
          <ac:spMkLst>
            <pc:docMk/>
            <pc:sldMk cId="102074552" sldId="259"/>
            <ac:spMk id="82" creationId="{E96130DA-68A4-A763-3AE1-E4551D9CF6DD}"/>
          </ac:spMkLst>
        </pc:spChg>
        <pc:spChg chg="mod">
          <ac:chgData name="赫 郝" userId="eac1196edf7977d1" providerId="LiveId" clId="{06512E50-0563-545E-8A2D-AA85B947D58D}" dt="2026-08-08T14:03:43.623" v="169" actId="165"/>
          <ac:spMkLst>
            <pc:docMk/>
            <pc:sldMk cId="102074552" sldId="259"/>
            <ac:spMk id="84" creationId="{07565DD8-3A91-4CB6-B862-911AD8262D37}"/>
          </ac:spMkLst>
        </pc:spChg>
        <pc:spChg chg="mod">
          <ac:chgData name="赫 郝" userId="eac1196edf7977d1" providerId="LiveId" clId="{06512E50-0563-545E-8A2D-AA85B947D58D}" dt="2026-08-08T14:03:55.036" v="173" actId="403"/>
          <ac:spMkLst>
            <pc:docMk/>
            <pc:sldMk cId="102074552" sldId="259"/>
            <ac:spMk id="90" creationId="{B1A20838-DDCE-6643-1B77-D3B978FDE6D0}"/>
          </ac:spMkLst>
        </pc:spChg>
        <pc:spChg chg="mod">
          <ac:chgData name="赫 郝" userId="eac1196edf7977d1" providerId="LiveId" clId="{06512E50-0563-545E-8A2D-AA85B947D58D}" dt="2026-08-08T14:03:43.623" v="169" actId="165"/>
          <ac:spMkLst>
            <pc:docMk/>
            <pc:sldMk cId="102074552" sldId="259"/>
            <ac:spMk id="99" creationId="{4A5869B5-3B46-04E9-9011-733E09407E79}"/>
          </ac:spMkLst>
        </pc:spChg>
        <pc:spChg chg="mod">
          <ac:chgData name="赫 郝" userId="eac1196edf7977d1" providerId="LiveId" clId="{06512E50-0563-545E-8A2D-AA85B947D58D}" dt="2026-08-08T14:04:26.143" v="180" actId="1038"/>
          <ac:spMkLst>
            <pc:docMk/>
            <pc:sldMk cId="102074552" sldId="259"/>
            <ac:spMk id="102" creationId="{71B453A2-89E3-1254-9843-5CEF2626C5F1}"/>
          </ac:spMkLst>
        </pc:spChg>
        <pc:spChg chg="mod">
          <ac:chgData name="赫 郝" userId="eac1196edf7977d1" providerId="LiveId" clId="{06512E50-0563-545E-8A2D-AA85B947D58D}" dt="2026-08-08T14:04:26.143" v="180" actId="1038"/>
          <ac:spMkLst>
            <pc:docMk/>
            <pc:sldMk cId="102074552" sldId="259"/>
            <ac:spMk id="103" creationId="{594AAD01-C45F-6D34-9AA5-D38D1A2FB231}"/>
          </ac:spMkLst>
        </pc:spChg>
        <pc:spChg chg="mod topLvl">
          <ac:chgData name="赫 郝" userId="eac1196edf7977d1" providerId="LiveId" clId="{06512E50-0563-545E-8A2D-AA85B947D58D}" dt="2026-08-08T14:03:47.596" v="170" actId="165"/>
          <ac:spMkLst>
            <pc:docMk/>
            <pc:sldMk cId="102074552" sldId="259"/>
            <ac:spMk id="107" creationId="{B6748971-BC89-C860-E40C-595AFC4470E0}"/>
          </ac:spMkLst>
        </pc:spChg>
        <pc:spChg chg="mod">
          <ac:chgData name="赫 郝" userId="eac1196edf7977d1" providerId="LiveId" clId="{06512E50-0563-545E-8A2D-AA85B947D58D}" dt="2026-08-08T14:03:43.623" v="169" actId="165"/>
          <ac:spMkLst>
            <pc:docMk/>
            <pc:sldMk cId="102074552" sldId="259"/>
            <ac:spMk id="109" creationId="{6B2154D3-205E-F88A-FD49-DED1F1C034B3}"/>
          </ac:spMkLst>
        </pc:spChg>
        <pc:spChg chg="mod">
          <ac:chgData name="赫 郝" userId="eac1196edf7977d1" providerId="LiveId" clId="{06512E50-0563-545E-8A2D-AA85B947D58D}" dt="2026-08-08T14:04:37.516" v="186" actId="1037"/>
          <ac:spMkLst>
            <pc:docMk/>
            <pc:sldMk cId="102074552" sldId="259"/>
            <ac:spMk id="112" creationId="{DA797BBC-4E7C-E0F8-4BC9-16A23DA63FCE}"/>
          </ac:spMkLst>
        </pc:spChg>
        <pc:spChg chg="mod">
          <ac:chgData name="赫 郝" userId="eac1196edf7977d1" providerId="LiveId" clId="{06512E50-0563-545E-8A2D-AA85B947D58D}" dt="2026-08-08T14:04:42.383" v="190" actId="1036"/>
          <ac:spMkLst>
            <pc:docMk/>
            <pc:sldMk cId="102074552" sldId="259"/>
            <ac:spMk id="113" creationId="{5142EAF5-5AAD-96B2-EC20-0446B9975391}"/>
          </ac:spMkLst>
        </pc:spChg>
        <pc:spChg chg="mod">
          <ac:chgData name="赫 郝" userId="eac1196edf7977d1" providerId="LiveId" clId="{06512E50-0563-545E-8A2D-AA85B947D58D}" dt="2026-08-08T14:03:55.036" v="173" actId="403"/>
          <ac:spMkLst>
            <pc:docMk/>
            <pc:sldMk cId="102074552" sldId="259"/>
            <ac:spMk id="116" creationId="{6C870DB7-B608-3E49-0F91-983B8BFED9BA}"/>
          </ac:spMkLst>
        </pc:spChg>
        <pc:spChg chg="mod">
          <ac:chgData name="赫 郝" userId="eac1196edf7977d1" providerId="LiveId" clId="{06512E50-0563-545E-8A2D-AA85B947D58D}" dt="2026-08-08T14:03:55.036" v="173" actId="403"/>
          <ac:spMkLst>
            <pc:docMk/>
            <pc:sldMk cId="102074552" sldId="259"/>
            <ac:spMk id="118" creationId="{8E44720A-8F73-B70F-F215-171B13A392FC}"/>
          </ac:spMkLst>
        </pc:spChg>
        <pc:spChg chg="mod">
          <ac:chgData name="赫 郝" userId="eac1196edf7977d1" providerId="LiveId" clId="{06512E50-0563-545E-8A2D-AA85B947D58D}" dt="2026-08-08T14:03:55.036" v="173" actId="403"/>
          <ac:spMkLst>
            <pc:docMk/>
            <pc:sldMk cId="102074552" sldId="259"/>
            <ac:spMk id="119" creationId="{96703675-2C68-91E7-1053-2BC8F8C36993}"/>
          </ac:spMkLst>
        </pc:spChg>
        <pc:spChg chg="mod topLvl">
          <ac:chgData name="赫 郝" userId="eac1196edf7977d1" providerId="LiveId" clId="{06512E50-0563-545E-8A2D-AA85B947D58D}" dt="2026-08-08T14:03:47.596" v="170" actId="165"/>
          <ac:spMkLst>
            <pc:docMk/>
            <pc:sldMk cId="102074552" sldId="259"/>
            <ac:spMk id="120" creationId="{2DCF152E-95B9-7DFA-A53D-6B307B1CA447}"/>
          </ac:spMkLst>
        </pc:spChg>
        <pc:spChg chg="mod topLvl">
          <ac:chgData name="赫 郝" userId="eac1196edf7977d1" providerId="LiveId" clId="{06512E50-0563-545E-8A2D-AA85B947D58D}" dt="2026-08-08T14:03:47.596" v="170" actId="165"/>
          <ac:spMkLst>
            <pc:docMk/>
            <pc:sldMk cId="102074552" sldId="259"/>
            <ac:spMk id="127" creationId="{D8CE1745-A507-97DD-E5E8-4C035FA11D36}"/>
          </ac:spMkLst>
        </pc:spChg>
        <pc:spChg chg="mod">
          <ac:chgData name="赫 郝" userId="eac1196edf7977d1" providerId="LiveId" clId="{06512E50-0563-545E-8A2D-AA85B947D58D}" dt="2026-08-08T14:03:55.036" v="173" actId="403"/>
          <ac:spMkLst>
            <pc:docMk/>
            <pc:sldMk cId="102074552" sldId="259"/>
            <ac:spMk id="128" creationId="{B3E44FD2-90FE-1A80-DCF2-70965C58B9B7}"/>
          </ac:spMkLst>
        </pc:spChg>
        <pc:spChg chg="mod topLvl">
          <ac:chgData name="赫 郝" userId="eac1196edf7977d1" providerId="LiveId" clId="{06512E50-0563-545E-8A2D-AA85B947D58D}" dt="2026-08-08T14:03:47.596" v="170" actId="165"/>
          <ac:spMkLst>
            <pc:docMk/>
            <pc:sldMk cId="102074552" sldId="259"/>
            <ac:spMk id="129" creationId="{AA24CDB3-246F-4875-39EF-6EB30EEF1BCE}"/>
          </ac:spMkLst>
        </pc:spChg>
        <pc:spChg chg="mod">
          <ac:chgData name="赫 郝" userId="eac1196edf7977d1" providerId="LiveId" clId="{06512E50-0563-545E-8A2D-AA85B947D58D}" dt="2026-08-08T14:03:43.623" v="169" actId="165"/>
          <ac:spMkLst>
            <pc:docMk/>
            <pc:sldMk cId="102074552" sldId="259"/>
            <ac:spMk id="140" creationId="{15701BBF-94A5-9803-F5FB-965972FA3049}"/>
          </ac:spMkLst>
        </pc:spChg>
        <pc:spChg chg="mod">
          <ac:chgData name="赫 郝" userId="eac1196edf7977d1" providerId="LiveId" clId="{06512E50-0563-545E-8A2D-AA85B947D58D}" dt="2026-08-08T14:03:55.036" v="173" actId="403"/>
          <ac:spMkLst>
            <pc:docMk/>
            <pc:sldMk cId="102074552" sldId="259"/>
            <ac:spMk id="142" creationId="{B7431E9C-B3D4-3A1B-4F0E-7B8A8FA4D582}"/>
          </ac:spMkLst>
        </pc:spChg>
        <pc:spChg chg="mod topLvl">
          <ac:chgData name="赫 郝" userId="eac1196edf7977d1" providerId="LiveId" clId="{06512E50-0563-545E-8A2D-AA85B947D58D}" dt="2026-08-08T14:03:47.596" v="170" actId="165"/>
          <ac:spMkLst>
            <pc:docMk/>
            <pc:sldMk cId="102074552" sldId="259"/>
            <ac:spMk id="145" creationId="{CE242491-C4D1-DB88-29D9-F05D1EE4B91B}"/>
          </ac:spMkLst>
        </pc:spChg>
        <pc:spChg chg="mod">
          <ac:chgData name="赫 郝" userId="eac1196edf7977d1" providerId="LiveId" clId="{06512E50-0563-545E-8A2D-AA85B947D58D}" dt="2026-08-08T14:03:55.036" v="173" actId="403"/>
          <ac:spMkLst>
            <pc:docMk/>
            <pc:sldMk cId="102074552" sldId="259"/>
            <ac:spMk id="148" creationId="{851C47F5-4FAC-7918-DDFC-29B78838E609}"/>
          </ac:spMkLst>
        </pc:spChg>
        <pc:spChg chg="mod">
          <ac:chgData name="赫 郝" userId="eac1196edf7977d1" providerId="LiveId" clId="{06512E50-0563-545E-8A2D-AA85B947D58D}" dt="2026-08-08T14:03:55.036" v="173" actId="403"/>
          <ac:spMkLst>
            <pc:docMk/>
            <pc:sldMk cId="102074552" sldId="259"/>
            <ac:spMk id="149" creationId="{E9F75735-A2E5-2424-DEC0-16FE37F24486}"/>
          </ac:spMkLst>
        </pc:spChg>
        <pc:spChg chg="mod">
          <ac:chgData name="赫 郝" userId="eac1196edf7977d1" providerId="LiveId" clId="{06512E50-0563-545E-8A2D-AA85B947D58D}" dt="2026-08-08T14:03:43.623" v="169" actId="165"/>
          <ac:spMkLst>
            <pc:docMk/>
            <pc:sldMk cId="102074552" sldId="259"/>
            <ac:spMk id="152" creationId="{AEB535C7-6EA8-F3C0-2E81-8C31E229B417}"/>
          </ac:spMkLst>
        </pc:spChg>
        <pc:spChg chg="mod">
          <ac:chgData name="赫 郝" userId="eac1196edf7977d1" providerId="LiveId" clId="{06512E50-0563-545E-8A2D-AA85B947D58D}" dt="2026-08-08T14:03:55.036" v="173" actId="403"/>
          <ac:spMkLst>
            <pc:docMk/>
            <pc:sldMk cId="102074552" sldId="259"/>
            <ac:spMk id="155" creationId="{74F1262E-E62A-107F-8647-D997DDF2AF0C}"/>
          </ac:spMkLst>
        </pc:spChg>
        <pc:spChg chg="add del mod">
          <ac:chgData name="赫 郝" userId="eac1196edf7977d1" providerId="LiveId" clId="{06512E50-0563-545E-8A2D-AA85B947D58D}" dt="2026-08-08T14:04:31.493" v="183"/>
          <ac:spMkLst>
            <pc:docMk/>
            <pc:sldMk cId="102074552" sldId="259"/>
            <ac:spMk id="158" creationId="{D87854B6-283A-FDA4-9EA4-512279545781}"/>
          </ac:spMkLst>
        </pc:spChg>
      </pc:sldChg>
      <pc:sldChg chg="delSp modSp mod">
        <pc:chgData name="赫 郝" userId="eac1196edf7977d1" providerId="LiveId" clId="{06512E50-0563-545E-8A2D-AA85B947D58D}" dt="2026-08-08T15:31:10.409" v="257" actId="114"/>
        <pc:sldMkLst>
          <pc:docMk/>
          <pc:sldMk cId="329235230" sldId="260"/>
        </pc:sldMkLst>
        <pc:spChg chg="del topLvl">
          <ac:chgData name="赫 郝" userId="eac1196edf7977d1" providerId="LiveId" clId="{06512E50-0563-545E-8A2D-AA85B947D58D}" dt="2026-08-08T15:27:45" v="230" actId="478"/>
          <ac:spMkLst>
            <pc:docMk/>
            <pc:sldMk cId="329235230" sldId="260"/>
            <ac:spMk id="4" creationId="{C7CEFB06-B48D-39DA-4EAE-23CE47535C34}"/>
          </ac:spMkLst>
        </pc:spChg>
        <pc:spChg chg="mod">
          <ac:chgData name="赫 郝" userId="eac1196edf7977d1" providerId="LiveId" clId="{06512E50-0563-545E-8A2D-AA85B947D58D}" dt="2026-08-08T15:27:42.539" v="229"/>
          <ac:spMkLst>
            <pc:docMk/>
            <pc:sldMk cId="329235230" sldId="260"/>
            <ac:spMk id="30" creationId="{3C30743E-3351-C867-6823-94F3B01C1136}"/>
          </ac:spMkLst>
        </pc:spChg>
        <pc:spChg chg="mod">
          <ac:chgData name="赫 郝" userId="eac1196edf7977d1" providerId="LiveId" clId="{06512E50-0563-545E-8A2D-AA85B947D58D}" dt="2026-08-08T15:28:10.535" v="233" actId="114"/>
          <ac:spMkLst>
            <pc:docMk/>
            <pc:sldMk cId="329235230" sldId="260"/>
            <ac:spMk id="31" creationId="{10590C2B-27BD-417D-3C54-320F23627B2E}"/>
          </ac:spMkLst>
        </pc:spChg>
        <pc:spChg chg="mod">
          <ac:chgData name="赫 郝" userId="eac1196edf7977d1" providerId="LiveId" clId="{06512E50-0563-545E-8A2D-AA85B947D58D}" dt="2026-08-08T15:28:10.535" v="233" actId="114"/>
          <ac:spMkLst>
            <pc:docMk/>
            <pc:sldMk cId="329235230" sldId="260"/>
            <ac:spMk id="33" creationId="{A2299CC8-57FF-0E38-1EE4-7E5C2C80D5AA}"/>
          </ac:spMkLst>
        </pc:spChg>
        <pc:spChg chg="mod">
          <ac:chgData name="赫 郝" userId="eac1196edf7977d1" providerId="LiveId" clId="{06512E50-0563-545E-8A2D-AA85B947D58D}" dt="2026-08-08T15:28:10.535" v="233" actId="114"/>
          <ac:spMkLst>
            <pc:docMk/>
            <pc:sldMk cId="329235230" sldId="260"/>
            <ac:spMk id="34" creationId="{7493DD5A-A992-43F6-DF4E-16F1461239F5}"/>
          </ac:spMkLst>
        </pc:spChg>
        <pc:spChg chg="mod">
          <ac:chgData name="赫 郝" userId="eac1196edf7977d1" providerId="LiveId" clId="{06512E50-0563-545E-8A2D-AA85B947D58D}" dt="2026-08-08T15:28:10.535" v="233" actId="114"/>
          <ac:spMkLst>
            <pc:docMk/>
            <pc:sldMk cId="329235230" sldId="260"/>
            <ac:spMk id="35" creationId="{F25BEEF5-2FF5-7A99-5C56-331184C7668F}"/>
          </ac:spMkLst>
        </pc:spChg>
        <pc:spChg chg="mod">
          <ac:chgData name="赫 郝" userId="eac1196edf7977d1" providerId="LiveId" clId="{06512E50-0563-545E-8A2D-AA85B947D58D}" dt="2026-08-08T15:28:10.535" v="233" actId="114"/>
          <ac:spMkLst>
            <pc:docMk/>
            <pc:sldMk cId="329235230" sldId="260"/>
            <ac:spMk id="36" creationId="{7FD18DD6-C068-345D-CE11-CFEEB59ADD06}"/>
          </ac:spMkLst>
        </pc:spChg>
        <pc:spChg chg="mod">
          <ac:chgData name="赫 郝" userId="eac1196edf7977d1" providerId="LiveId" clId="{06512E50-0563-545E-8A2D-AA85B947D58D}" dt="2026-08-08T15:28:10.535" v="233" actId="114"/>
          <ac:spMkLst>
            <pc:docMk/>
            <pc:sldMk cId="329235230" sldId="260"/>
            <ac:spMk id="37" creationId="{BBDA0B2C-AC93-3512-83CB-3072FA0C448B}"/>
          </ac:spMkLst>
        </pc:spChg>
        <pc:spChg chg="mod">
          <ac:chgData name="赫 郝" userId="eac1196edf7977d1" providerId="LiveId" clId="{06512E50-0563-545E-8A2D-AA85B947D58D}" dt="2026-08-08T15:28:10.535" v="233" actId="114"/>
          <ac:spMkLst>
            <pc:docMk/>
            <pc:sldMk cId="329235230" sldId="260"/>
            <ac:spMk id="40" creationId="{D5BDD506-DC6B-7088-3890-D41927C53781}"/>
          </ac:spMkLst>
        </pc:spChg>
        <pc:spChg chg="mod">
          <ac:chgData name="赫 郝" userId="eac1196edf7977d1" providerId="LiveId" clId="{06512E50-0563-545E-8A2D-AA85B947D58D}" dt="2026-08-08T15:28:10.535" v="233" actId="114"/>
          <ac:spMkLst>
            <pc:docMk/>
            <pc:sldMk cId="329235230" sldId="260"/>
            <ac:spMk id="41" creationId="{40A0E611-0790-ADDC-C14C-D393B511C18A}"/>
          </ac:spMkLst>
        </pc:spChg>
        <pc:spChg chg="mod">
          <ac:chgData name="赫 郝" userId="eac1196edf7977d1" providerId="LiveId" clId="{06512E50-0563-545E-8A2D-AA85B947D58D}" dt="2026-08-08T15:28:10.535" v="233" actId="114"/>
          <ac:spMkLst>
            <pc:docMk/>
            <pc:sldMk cId="329235230" sldId="260"/>
            <ac:spMk id="43" creationId="{1B6E254E-2D23-BA76-68B9-D081B8A6B951}"/>
          </ac:spMkLst>
        </pc:spChg>
        <pc:spChg chg="mod">
          <ac:chgData name="赫 郝" userId="eac1196edf7977d1" providerId="LiveId" clId="{06512E50-0563-545E-8A2D-AA85B947D58D}" dt="2026-08-08T15:28:16.083" v="241" actId="20577"/>
          <ac:spMkLst>
            <pc:docMk/>
            <pc:sldMk cId="329235230" sldId="260"/>
            <ac:spMk id="45" creationId="{43FF05FE-1C23-6CD2-F97B-E4273655D458}"/>
          </ac:spMkLst>
        </pc:spChg>
        <pc:spChg chg="mod">
          <ac:chgData name="赫 郝" userId="eac1196edf7977d1" providerId="LiveId" clId="{06512E50-0563-545E-8A2D-AA85B947D58D}" dt="2026-08-08T15:28:07.393" v="232" actId="165"/>
          <ac:spMkLst>
            <pc:docMk/>
            <pc:sldMk cId="329235230" sldId="260"/>
            <ac:spMk id="50" creationId="{0B4C28B4-2DDC-8109-5DF5-6E87BCBEC8CA}"/>
          </ac:spMkLst>
        </pc:spChg>
        <pc:spChg chg="mod">
          <ac:chgData name="赫 郝" userId="eac1196edf7977d1" providerId="LiveId" clId="{06512E50-0563-545E-8A2D-AA85B947D58D}" dt="2026-08-08T15:27:34.019" v="228"/>
          <ac:spMkLst>
            <pc:docMk/>
            <pc:sldMk cId="329235230" sldId="260"/>
            <ac:spMk id="75" creationId="{3DB58783-35BD-4ADD-0014-0AB2A2019985}"/>
          </ac:spMkLst>
        </pc:spChg>
        <pc:spChg chg="mod">
          <ac:chgData name="赫 郝" userId="eac1196edf7977d1" providerId="LiveId" clId="{06512E50-0563-545E-8A2D-AA85B947D58D}" dt="2026-08-08T15:28:21.793" v="242" actId="114"/>
          <ac:spMkLst>
            <pc:docMk/>
            <pc:sldMk cId="329235230" sldId="260"/>
            <ac:spMk id="82" creationId="{0D14615F-3297-EECA-965A-B5A75908D0B2}"/>
          </ac:spMkLst>
        </pc:spChg>
        <pc:spChg chg="mod">
          <ac:chgData name="赫 郝" userId="eac1196edf7977d1" providerId="LiveId" clId="{06512E50-0563-545E-8A2D-AA85B947D58D}" dt="2026-08-08T15:28:21.793" v="242" actId="114"/>
          <ac:spMkLst>
            <pc:docMk/>
            <pc:sldMk cId="329235230" sldId="260"/>
            <ac:spMk id="83" creationId="{1656602C-1528-2426-8BC9-E213FC06C4A9}"/>
          </ac:spMkLst>
        </pc:spChg>
        <pc:spChg chg="mod">
          <ac:chgData name="赫 郝" userId="eac1196edf7977d1" providerId="LiveId" clId="{06512E50-0563-545E-8A2D-AA85B947D58D}" dt="2026-08-08T15:28:21.793" v="242" actId="114"/>
          <ac:spMkLst>
            <pc:docMk/>
            <pc:sldMk cId="329235230" sldId="260"/>
            <ac:spMk id="85" creationId="{0197BB1B-1E7E-FA41-875B-E2F966CB1609}"/>
          </ac:spMkLst>
        </pc:spChg>
        <pc:spChg chg="mod">
          <ac:chgData name="赫 郝" userId="eac1196edf7977d1" providerId="LiveId" clId="{06512E50-0563-545E-8A2D-AA85B947D58D}" dt="2026-08-08T15:28:21.793" v="242" actId="114"/>
          <ac:spMkLst>
            <pc:docMk/>
            <pc:sldMk cId="329235230" sldId="260"/>
            <ac:spMk id="90" creationId="{1A647F10-BF65-967A-14B3-B8949ECBBA2B}"/>
          </ac:spMkLst>
        </pc:spChg>
        <pc:spChg chg="mod">
          <ac:chgData name="赫 郝" userId="eac1196edf7977d1" providerId="LiveId" clId="{06512E50-0563-545E-8A2D-AA85B947D58D}" dt="2026-08-08T15:28:21.793" v="242" actId="114"/>
          <ac:spMkLst>
            <pc:docMk/>
            <pc:sldMk cId="329235230" sldId="260"/>
            <ac:spMk id="97" creationId="{9D501812-80B5-69D6-D5BF-E840ED8C663E}"/>
          </ac:spMkLst>
        </pc:spChg>
        <pc:spChg chg="mod">
          <ac:chgData name="赫 郝" userId="eac1196edf7977d1" providerId="LiveId" clId="{06512E50-0563-545E-8A2D-AA85B947D58D}" dt="2026-08-08T15:28:21.793" v="242" actId="114"/>
          <ac:spMkLst>
            <pc:docMk/>
            <pc:sldMk cId="329235230" sldId="260"/>
            <ac:spMk id="98" creationId="{6A827507-686E-3847-DF73-921C4E9EB032}"/>
          </ac:spMkLst>
        </pc:spChg>
        <pc:spChg chg="mod">
          <ac:chgData name="赫 郝" userId="eac1196edf7977d1" providerId="LiveId" clId="{06512E50-0563-545E-8A2D-AA85B947D58D}" dt="2026-08-08T15:28:21.793" v="242" actId="114"/>
          <ac:spMkLst>
            <pc:docMk/>
            <pc:sldMk cId="329235230" sldId="260"/>
            <ac:spMk id="100" creationId="{C372F860-8CB1-DDDE-3046-0F8681F3DE00}"/>
          </ac:spMkLst>
        </pc:spChg>
        <pc:spChg chg="mod">
          <ac:chgData name="赫 郝" userId="eac1196edf7977d1" providerId="LiveId" clId="{06512E50-0563-545E-8A2D-AA85B947D58D}" dt="2026-08-08T15:28:21.793" v="242" actId="114"/>
          <ac:spMkLst>
            <pc:docMk/>
            <pc:sldMk cId="329235230" sldId="260"/>
            <ac:spMk id="101" creationId="{1D78B753-751C-6F76-6673-ADEC334AE629}"/>
          </ac:spMkLst>
        </pc:spChg>
        <pc:spChg chg="mod">
          <ac:chgData name="赫 郝" userId="eac1196edf7977d1" providerId="LiveId" clId="{06512E50-0563-545E-8A2D-AA85B947D58D}" dt="2026-08-08T15:28:21.793" v="242" actId="114"/>
          <ac:spMkLst>
            <pc:docMk/>
            <pc:sldMk cId="329235230" sldId="260"/>
            <ac:spMk id="103" creationId="{FECC2992-D4B1-476E-1587-C631E85F41F2}"/>
          </ac:spMkLst>
        </pc:spChg>
        <pc:spChg chg="mod">
          <ac:chgData name="赫 郝" userId="eac1196edf7977d1" providerId="LiveId" clId="{06512E50-0563-545E-8A2D-AA85B947D58D}" dt="2026-08-08T15:28:21.793" v="242" actId="114"/>
          <ac:spMkLst>
            <pc:docMk/>
            <pc:sldMk cId="329235230" sldId="260"/>
            <ac:spMk id="104" creationId="{EF6FA961-2644-793D-5325-2935A668CC62}"/>
          </ac:spMkLst>
        </pc:spChg>
        <pc:spChg chg="mod">
          <ac:chgData name="赫 郝" userId="eac1196edf7977d1" providerId="LiveId" clId="{06512E50-0563-545E-8A2D-AA85B947D58D}" dt="2026-08-08T15:28:07.393" v="232" actId="165"/>
          <ac:spMkLst>
            <pc:docMk/>
            <pc:sldMk cId="329235230" sldId="260"/>
            <ac:spMk id="112" creationId="{CBD7808D-972B-CB3F-5324-5E387BB7A8BE}"/>
          </ac:spMkLst>
        </pc:spChg>
        <pc:spChg chg="mod">
          <ac:chgData name="赫 郝" userId="eac1196edf7977d1" providerId="LiveId" clId="{06512E50-0563-545E-8A2D-AA85B947D58D}" dt="2026-08-08T15:28:07.393" v="232" actId="165"/>
          <ac:spMkLst>
            <pc:docMk/>
            <pc:sldMk cId="329235230" sldId="260"/>
            <ac:spMk id="117" creationId="{51FFCEF4-6DFE-40C8-EDEB-B546DB558771}"/>
          </ac:spMkLst>
        </pc:spChg>
        <pc:spChg chg="mod">
          <ac:chgData name="赫 郝" userId="eac1196edf7977d1" providerId="LiveId" clId="{06512E50-0563-545E-8A2D-AA85B947D58D}" dt="2026-08-08T15:28:07.393" v="232" actId="165"/>
          <ac:spMkLst>
            <pc:docMk/>
            <pc:sldMk cId="329235230" sldId="260"/>
            <ac:spMk id="122" creationId="{BEDD5D06-BB63-287F-3E95-66AB82E177E1}"/>
          </ac:spMkLst>
        </pc:spChg>
        <pc:spChg chg="mod">
          <ac:chgData name="赫 郝" userId="eac1196edf7977d1" providerId="LiveId" clId="{06512E50-0563-545E-8A2D-AA85B947D58D}" dt="2026-08-08T15:28:26.645" v="243" actId="114"/>
          <ac:spMkLst>
            <pc:docMk/>
            <pc:sldMk cId="329235230" sldId="260"/>
            <ac:spMk id="137" creationId="{FEFF87A0-6CC9-BE1F-79B7-519FB0ECB319}"/>
          </ac:spMkLst>
        </pc:spChg>
        <pc:spChg chg="mod">
          <ac:chgData name="赫 郝" userId="eac1196edf7977d1" providerId="LiveId" clId="{06512E50-0563-545E-8A2D-AA85B947D58D}" dt="2026-08-08T15:28:26.645" v="243" actId="114"/>
          <ac:spMkLst>
            <pc:docMk/>
            <pc:sldMk cId="329235230" sldId="260"/>
            <ac:spMk id="138" creationId="{62F8E162-D54B-DAE0-FBA6-F9907C46F763}"/>
          </ac:spMkLst>
        </pc:spChg>
        <pc:spChg chg="mod">
          <ac:chgData name="赫 郝" userId="eac1196edf7977d1" providerId="LiveId" clId="{06512E50-0563-545E-8A2D-AA85B947D58D}" dt="2026-08-08T15:28:26.645" v="243" actId="114"/>
          <ac:spMkLst>
            <pc:docMk/>
            <pc:sldMk cId="329235230" sldId="260"/>
            <ac:spMk id="140" creationId="{305F7D72-36E6-EF0C-8624-A87B59162A1E}"/>
          </ac:spMkLst>
        </pc:spChg>
        <pc:spChg chg="mod">
          <ac:chgData name="赫 郝" userId="eac1196edf7977d1" providerId="LiveId" clId="{06512E50-0563-545E-8A2D-AA85B947D58D}" dt="2026-08-08T15:28:26.645" v="243" actId="114"/>
          <ac:spMkLst>
            <pc:docMk/>
            <pc:sldMk cId="329235230" sldId="260"/>
            <ac:spMk id="141" creationId="{61DF3907-E046-1EA9-75C9-CB23D9CAAC87}"/>
          </ac:spMkLst>
        </pc:spChg>
        <pc:spChg chg="mod">
          <ac:chgData name="赫 郝" userId="eac1196edf7977d1" providerId="LiveId" clId="{06512E50-0563-545E-8A2D-AA85B947D58D}" dt="2026-08-08T15:28:26.645" v="243" actId="114"/>
          <ac:spMkLst>
            <pc:docMk/>
            <pc:sldMk cId="329235230" sldId="260"/>
            <ac:spMk id="143" creationId="{9DDC4E16-4FA5-2210-9601-A2FF8AECE062}"/>
          </ac:spMkLst>
        </pc:spChg>
        <pc:spChg chg="mod">
          <ac:chgData name="赫 郝" userId="eac1196edf7977d1" providerId="LiveId" clId="{06512E50-0563-545E-8A2D-AA85B947D58D}" dt="2026-08-08T15:28:26.645" v="243" actId="114"/>
          <ac:spMkLst>
            <pc:docMk/>
            <pc:sldMk cId="329235230" sldId="260"/>
            <ac:spMk id="144" creationId="{94C381ED-0C1D-391E-55F5-95B8A3BB97A8}"/>
          </ac:spMkLst>
        </pc:spChg>
        <pc:spChg chg="mod">
          <ac:chgData name="赫 郝" userId="eac1196edf7977d1" providerId="LiveId" clId="{06512E50-0563-545E-8A2D-AA85B947D58D}" dt="2026-08-08T15:28:26.645" v="243" actId="114"/>
          <ac:spMkLst>
            <pc:docMk/>
            <pc:sldMk cId="329235230" sldId="260"/>
            <ac:spMk id="146" creationId="{528CE5EA-206A-98A2-DB74-BF6B8DCC6F58}"/>
          </ac:spMkLst>
        </pc:spChg>
        <pc:spChg chg="mod">
          <ac:chgData name="赫 郝" userId="eac1196edf7977d1" providerId="LiveId" clId="{06512E50-0563-545E-8A2D-AA85B947D58D}" dt="2026-08-08T15:28:26.645" v="243" actId="114"/>
          <ac:spMkLst>
            <pc:docMk/>
            <pc:sldMk cId="329235230" sldId="260"/>
            <ac:spMk id="147" creationId="{AF2D34AD-1953-57AE-0BBC-7769E0E80BDE}"/>
          </ac:spMkLst>
        </pc:spChg>
        <pc:spChg chg="mod">
          <ac:chgData name="赫 郝" userId="eac1196edf7977d1" providerId="LiveId" clId="{06512E50-0563-545E-8A2D-AA85B947D58D}" dt="2026-08-08T15:28:07.393" v="232" actId="165"/>
          <ac:spMkLst>
            <pc:docMk/>
            <pc:sldMk cId="329235230" sldId="260"/>
            <ac:spMk id="154" creationId="{82EA136E-8633-73B7-37F0-CB49F9C93259}"/>
          </ac:spMkLst>
        </pc:spChg>
        <pc:spChg chg="mod">
          <ac:chgData name="赫 郝" userId="eac1196edf7977d1" providerId="LiveId" clId="{06512E50-0563-545E-8A2D-AA85B947D58D}" dt="2026-08-08T15:28:07.393" v="232" actId="165"/>
          <ac:spMkLst>
            <pc:docMk/>
            <pc:sldMk cId="329235230" sldId="260"/>
            <ac:spMk id="197" creationId="{54D03650-9816-99CC-D288-58D34761B74E}"/>
          </ac:spMkLst>
        </pc:spChg>
        <pc:spChg chg="mod">
          <ac:chgData name="赫 郝" userId="eac1196edf7977d1" providerId="LiveId" clId="{06512E50-0563-545E-8A2D-AA85B947D58D}" dt="2026-08-08T15:28:07.393" v="232" actId="165"/>
          <ac:spMkLst>
            <pc:docMk/>
            <pc:sldMk cId="329235230" sldId="260"/>
            <ac:spMk id="205" creationId="{4BC05F0D-A376-9ECC-CAA7-9818D60896E1}"/>
          </ac:spMkLst>
        </pc:spChg>
        <pc:spChg chg="mod">
          <ac:chgData name="赫 郝" userId="eac1196edf7977d1" providerId="LiveId" clId="{06512E50-0563-545E-8A2D-AA85B947D58D}" dt="2026-08-08T15:28:58.746" v="245"/>
          <ac:spMkLst>
            <pc:docMk/>
            <pc:sldMk cId="329235230" sldId="260"/>
            <ac:spMk id="217" creationId="{F39C6DD9-DFCB-1587-6CF7-B061283CEFFA}"/>
          </ac:spMkLst>
        </pc:spChg>
        <pc:spChg chg="mod">
          <ac:chgData name="赫 郝" userId="eac1196edf7977d1" providerId="LiveId" clId="{06512E50-0563-545E-8A2D-AA85B947D58D}" dt="2026-08-08T15:28:43.386" v="244"/>
          <ac:spMkLst>
            <pc:docMk/>
            <pc:sldMk cId="329235230" sldId="260"/>
            <ac:spMk id="219" creationId="{FF3A7E01-F027-D7AC-A156-F35E87D24940}"/>
          </ac:spMkLst>
        </pc:spChg>
        <pc:spChg chg="mod">
          <ac:chgData name="赫 郝" userId="eac1196edf7977d1" providerId="LiveId" clId="{06512E50-0563-545E-8A2D-AA85B947D58D}" dt="2026-08-08T15:30:49.776" v="254" actId="14100"/>
          <ac:spMkLst>
            <pc:docMk/>
            <pc:sldMk cId="329235230" sldId="260"/>
            <ac:spMk id="220" creationId="{A6952178-AAD2-14F9-47F4-E9844E3597AD}"/>
          </ac:spMkLst>
        </pc:spChg>
        <pc:spChg chg="mod">
          <ac:chgData name="赫 郝" userId="eac1196edf7977d1" providerId="LiveId" clId="{06512E50-0563-545E-8A2D-AA85B947D58D}" dt="2026-08-08T15:30:58.847" v="256" actId="14100"/>
          <ac:spMkLst>
            <pc:docMk/>
            <pc:sldMk cId="329235230" sldId="260"/>
            <ac:spMk id="221" creationId="{E373CFC3-6D06-5ED9-57B5-27A68D1E0DDB}"/>
          </ac:spMkLst>
        </pc:spChg>
        <pc:spChg chg="mod">
          <ac:chgData name="赫 郝" userId="eac1196edf7977d1" providerId="LiveId" clId="{06512E50-0563-545E-8A2D-AA85B947D58D}" dt="2026-08-08T15:29:39.590" v="248" actId="14100"/>
          <ac:spMkLst>
            <pc:docMk/>
            <pc:sldMk cId="329235230" sldId="260"/>
            <ac:spMk id="222" creationId="{F07CF09D-1C73-3B45-921F-8461101D2C0E}"/>
          </ac:spMkLst>
        </pc:spChg>
        <pc:spChg chg="mod">
          <ac:chgData name="赫 郝" userId="eac1196edf7977d1" providerId="LiveId" clId="{06512E50-0563-545E-8A2D-AA85B947D58D}" dt="2026-08-08T15:31:10.409" v="257" actId="114"/>
          <ac:spMkLst>
            <pc:docMk/>
            <pc:sldMk cId="329235230" sldId="260"/>
            <ac:spMk id="223" creationId="{A773BB32-B5D9-C7CD-52CC-EC4DB5BF0427}"/>
          </ac:spMkLst>
        </pc:spChg>
        <pc:spChg chg="mod">
          <ac:chgData name="赫 郝" userId="eac1196edf7977d1" providerId="LiveId" clId="{06512E50-0563-545E-8A2D-AA85B947D58D}" dt="2026-08-08T15:31:10.409" v="257" actId="114"/>
          <ac:spMkLst>
            <pc:docMk/>
            <pc:sldMk cId="329235230" sldId="260"/>
            <ac:spMk id="224" creationId="{324233D0-9895-7D6B-C059-FEC520417B03}"/>
          </ac:spMkLst>
        </pc:spChg>
        <pc:spChg chg="mod">
          <ac:chgData name="赫 郝" userId="eac1196edf7977d1" providerId="LiveId" clId="{06512E50-0563-545E-8A2D-AA85B947D58D}" dt="2026-08-08T15:31:10.409" v="257" actId="114"/>
          <ac:spMkLst>
            <pc:docMk/>
            <pc:sldMk cId="329235230" sldId="260"/>
            <ac:spMk id="225" creationId="{E52A37A4-06F9-D75C-984F-9A7B3A4AC9A2}"/>
          </ac:spMkLst>
        </pc:spChg>
        <pc:spChg chg="mod">
          <ac:chgData name="赫 郝" userId="eac1196edf7977d1" providerId="LiveId" clId="{06512E50-0563-545E-8A2D-AA85B947D58D}" dt="2026-08-08T15:31:10.409" v="257" actId="114"/>
          <ac:spMkLst>
            <pc:docMk/>
            <pc:sldMk cId="329235230" sldId="260"/>
            <ac:spMk id="226" creationId="{883110EA-0D43-3E97-E77F-5DD30843F70B}"/>
          </ac:spMkLst>
        </pc:spChg>
        <pc:spChg chg="mod topLvl">
          <ac:chgData name="赫 郝" userId="eac1196edf7977d1" providerId="LiveId" clId="{06512E50-0563-545E-8A2D-AA85B947D58D}" dt="2026-08-08T15:31:10.409" v="257" actId="114"/>
          <ac:spMkLst>
            <pc:docMk/>
            <pc:sldMk cId="329235230" sldId="260"/>
            <ac:spMk id="227" creationId="{283BE2E9-DFC6-0A14-E347-5C4AB4F1C9A0}"/>
          </ac:spMkLst>
        </pc:spChg>
        <pc:spChg chg="mod">
          <ac:chgData name="赫 郝" userId="eac1196edf7977d1" providerId="LiveId" clId="{06512E50-0563-545E-8A2D-AA85B947D58D}" dt="2026-08-08T15:31:10.409" v="257" actId="114"/>
          <ac:spMkLst>
            <pc:docMk/>
            <pc:sldMk cId="329235230" sldId="260"/>
            <ac:spMk id="228" creationId="{679435C7-4560-1E2F-FE4F-897198AA09AC}"/>
          </ac:spMkLst>
        </pc:spChg>
        <pc:spChg chg="mod">
          <ac:chgData name="赫 郝" userId="eac1196edf7977d1" providerId="LiveId" clId="{06512E50-0563-545E-8A2D-AA85B947D58D}" dt="2026-08-08T15:31:10.409" v="257" actId="114"/>
          <ac:spMkLst>
            <pc:docMk/>
            <pc:sldMk cId="329235230" sldId="260"/>
            <ac:spMk id="229" creationId="{8ACFE547-53F7-F202-0E51-CDEE166940AA}"/>
          </ac:spMkLst>
        </pc:spChg>
        <pc:spChg chg="mod">
          <ac:chgData name="赫 郝" userId="eac1196edf7977d1" providerId="LiveId" clId="{06512E50-0563-545E-8A2D-AA85B947D58D}" dt="2026-08-08T15:31:10.409" v="257" actId="114"/>
          <ac:spMkLst>
            <pc:docMk/>
            <pc:sldMk cId="329235230" sldId="260"/>
            <ac:spMk id="230" creationId="{C0496F83-C111-B0BF-5F7D-F2A531C5B072}"/>
          </ac:spMkLst>
        </pc:spChg>
        <pc:spChg chg="mod">
          <ac:chgData name="赫 郝" userId="eac1196edf7977d1" providerId="LiveId" clId="{06512E50-0563-545E-8A2D-AA85B947D58D}" dt="2026-08-08T15:31:10.409" v="257" actId="114"/>
          <ac:spMkLst>
            <pc:docMk/>
            <pc:sldMk cId="329235230" sldId="260"/>
            <ac:spMk id="231" creationId="{DBB5D2A2-9535-8107-61AF-CCF62958CA0D}"/>
          </ac:spMkLst>
        </pc:spChg>
        <pc:spChg chg="mod">
          <ac:chgData name="赫 郝" userId="eac1196edf7977d1" providerId="LiveId" clId="{06512E50-0563-545E-8A2D-AA85B947D58D}" dt="2026-08-08T15:31:10.409" v="257" actId="114"/>
          <ac:spMkLst>
            <pc:docMk/>
            <pc:sldMk cId="329235230" sldId="260"/>
            <ac:spMk id="232" creationId="{846E30DE-6B9E-55A9-EED2-CDF433246B6C}"/>
          </ac:spMkLst>
        </pc:spChg>
        <pc:spChg chg="mod">
          <ac:chgData name="赫 郝" userId="eac1196edf7977d1" providerId="LiveId" clId="{06512E50-0563-545E-8A2D-AA85B947D58D}" dt="2026-08-08T15:29:28.333" v="246"/>
          <ac:spMkLst>
            <pc:docMk/>
            <pc:sldMk cId="329235230" sldId="260"/>
            <ac:spMk id="233" creationId="{456C9942-DB39-6286-5DB6-DF93FAF5A40E}"/>
          </ac:spMkLst>
        </pc:spChg>
        <pc:spChg chg="mod">
          <ac:chgData name="赫 郝" userId="eac1196edf7977d1" providerId="LiveId" clId="{06512E50-0563-545E-8A2D-AA85B947D58D}" dt="2026-08-08T15:28:07.393" v="232" actId="165"/>
          <ac:spMkLst>
            <pc:docMk/>
            <pc:sldMk cId="329235230" sldId="260"/>
            <ac:spMk id="251" creationId="{FC4E86C8-4C23-6828-6A82-87C76D5123CC}"/>
          </ac:spMkLst>
        </pc:spChg>
        <pc:spChg chg="mod">
          <ac:chgData name="赫 郝" userId="eac1196edf7977d1" providerId="LiveId" clId="{06512E50-0563-545E-8A2D-AA85B947D58D}" dt="2026-08-08T15:30:53.963" v="255" actId="14100"/>
          <ac:spMkLst>
            <pc:docMk/>
            <pc:sldMk cId="329235230" sldId="260"/>
            <ac:spMk id="303" creationId="{01BEDD9A-1521-294B-059E-4DF136BAC0C6}"/>
          </ac:spMkLst>
        </pc:spChg>
        <pc:grpChg chg="del">
          <ac:chgData name="赫 郝" userId="eac1196edf7977d1" providerId="LiveId" clId="{06512E50-0563-545E-8A2D-AA85B947D58D}" dt="2026-08-08T15:27:45" v="230" actId="478"/>
          <ac:grpSpMkLst>
            <pc:docMk/>
            <pc:sldMk cId="329235230" sldId="260"/>
            <ac:grpSpMk id="3" creationId="{4B4C9E9D-AAD5-8AA9-DE82-6F92D90FF829}"/>
          </ac:grpSpMkLst>
        </pc:grpChg>
        <pc:grpChg chg="mod topLvl">
          <ac:chgData name="赫 郝" userId="eac1196edf7977d1" providerId="LiveId" clId="{06512E50-0563-545E-8A2D-AA85B947D58D}" dt="2026-08-08T15:27:59.925" v="231" actId="1076"/>
          <ac:grpSpMkLst>
            <pc:docMk/>
            <pc:sldMk cId="329235230" sldId="260"/>
            <ac:grpSpMk id="5" creationId="{91CDC9DD-EB99-6E93-84BF-2148886D288F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- 2024/2024_01 MaaS单次出行对套餐购买的影响/绘图/版面 12.svg；情境图和套餐卡分别来自原始问卷与套餐PPT</a:t>
            </a:r>
          </a:p>
          <a:p>
            <a:r>
              <a:t>- English reference: thesis figures/ch5/overallSurvey.pdf</a:t>
            </a:r>
          </a:p>
          <a:p>
            <a:r>
              <a:t>- The slide embeds an SVG vector; in PowerPoint it can be converted to shapes for component-level editing.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- 2024/2024_01 MaaS单次出行对套餐购买的影响/绘图/版面 11.svg；情境图来自原始问卷PPT</a:t>
            </a:r>
          </a:p>
          <a:p>
            <a:r>
              <a:t>- English reference: thesis figures/ch5/spExample.pdf</a:t>
            </a:r>
          </a:p>
          <a:p>
            <a:r>
              <a:t>- The slide embeds an SVG vector; in PowerPoint it can be converted to shapes for component-level editing.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- 2023/2023_04MaaS单次出行/绘图1.vsdx，第11页精确导出</a:t>
            </a:r>
          </a:p>
          <a:p>
            <a:r>
              <a:t>- English reference: thesis figures/ch5/modelFramework_shift.pdf</a:t>
            </a:r>
          </a:p>
          <a:p>
            <a:r>
              <a:t>- The slide embeds an SVG vector; in PowerPoint it can be converted to shapes for component-level editing.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- 2023/2023_04MaaS单次出行/绘图1.vsdx，第2页精确导出</a:t>
            </a:r>
          </a:p>
          <a:p>
            <a:r>
              <a:t>- English reference: thesis figures/ch5/alternativeDecision.png</a:t>
            </a:r>
          </a:p>
          <a:p>
            <a:r>
              <a:t>- The slide embeds an SVG vector; in PowerPoint it can be converted to shapes for component-level editing.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- 2024/2024_01 MaaS单次出行对套餐购买的影响/绘图/模型框架.svg</a:t>
            </a:r>
          </a:p>
          <a:p>
            <a:r>
              <a:t>- English reference: thesis figures/ch5/modelFramework.pdf</a:t>
            </a:r>
          </a:p>
          <a:p>
            <a:r>
              <a:t>- The slide embeds an SVG vector; in PowerPoint it can be converted to shapes for component-level editing.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057B5-5F27-423B-BCDD-B33593040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1CA5D4-F624-4360-9349-45D331F39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E2D0DD-60F8-4C51-B37F-5665F3FD5AD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28D62-6B19-43C9-BA64-D0D4A6C073F2}" type="datetimeFigureOut">
              <a:t>2026/8/8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1C2F9C-ABBA-459A-BDE1-0420671D6B5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FD918C-4C5E-4768-B2E1-9C29E852DF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EAC6F27-D650-40BD-AE72-8412B242A6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E4C4DD-3C95-47D9-A0D3-D7F520A5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9741CB-6A78-40AA-B030-907DD153D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7EC951-AA46-414F-9A84-4E16C7BDCD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28D62-6B19-43C9-BA64-D0D4A6C073F2}" type="datetimeFigureOut">
              <a:t>2026/8/8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E883D6-EA7B-416A-A740-8D0677DAC0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31123A-FCAD-4F64-8BC0-5CBB5466D8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EAC6F27-D650-40BD-AE72-8412B242A6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EF7EB-58DC-4DED-BBE9-53FDDBF9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50250D-6983-4869-9CA6-5C586E239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7BC48E-A062-4356-ADC9-16D539922E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28D62-6B19-43C9-BA64-D0D4A6C073F2}" type="datetimeFigureOut">
              <a:t>2026/8/8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073550-DA21-4762-95F5-D2BFD7BC0D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1B579F-D8F4-4CD3-847E-A40060F133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EAC6F27-D650-40BD-AE72-8412B242A6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07A33-979D-4C30-BDBE-59A67264D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B8D9E5-EB07-4918-AB20-496F4C10D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B0189D-71C0-4BF7-B425-F347219EA84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92CB24-B4E1-4306-BD34-E71138576A5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28D62-6B19-43C9-BA64-D0D4A6C073F2}" type="datetimeFigureOut">
              <a:t>2026/8/8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FAAFF7-31CA-49FB-A634-BEBD5BC64D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FA98EF-8099-49C1-B8DB-B87BA0EE01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EAC6F27-D650-40BD-AE72-8412B242A6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C43F72-88DD-4337-8ACD-442ACF93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337796-1371-4471-90BF-620B61D52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AC83CB-F26E-4F29-A955-92E53DCBDFA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995B95-3F07-4961-817C-72FA4901B21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A75888B-2219-4C19-9456-60336CEF0A1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E9EFDE-CA1C-4E25-B606-59BA0D7B85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28D62-6B19-43C9-BA64-D0D4A6C073F2}" type="datetimeFigureOut">
              <a:t>2026/8/8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CF0F2D9-41CF-41D1-8A26-7C91ED81D0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02DB8A-27D1-4E2A-8EEC-0932FE8570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EAC6F27-D650-40BD-AE72-8412B242A6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9B1E2-9C43-48F6-A878-C1E96418E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EA2E2E8-48BF-4D08-ABE4-70E359B30E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28D62-6B19-43C9-BA64-D0D4A6C073F2}" type="datetimeFigureOut">
              <a:t>2026/8/8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7493AE-F091-40B0-8587-097D695B19B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6265F7-2AAB-4FD3-9136-F440DB6F71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EAC6F27-D650-40BD-AE72-8412B242A6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C4DCBF-019B-4F07-B3EF-D372D1D659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28D62-6B19-43C9-BA64-D0D4A6C073F2}" type="datetimeFigureOut">
              <a:t>2026/8/8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AEB5B7-7FBE-4DE4-B5F1-441DFD978DC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AC3F7F-6C70-48E3-888E-8F5AD6C141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EAC6F27-D650-40BD-AE72-8412B242A6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86D9A-50C6-489D-BC06-F55BB6FE9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2BA021-8C7B-4910-B97B-607BEF2B3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D016-B4D3-466E-B578-61EA7231447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3738BD-6B5D-4BB9-97C6-CA2C7071D95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28D62-6B19-43C9-BA64-D0D4A6C073F2}" type="datetimeFigureOut">
              <a:t>2026/8/8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61AECD-2EFD-4733-8437-F8A91CAEB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86AB37-F0A6-405A-BAF4-DF93A0D510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EAC6F27-D650-40BD-AE72-8412B242A6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8A47E-1F7C-442F-8B67-24B67A18E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BEDD60-2AB6-4C39-B5B8-EFB93598F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0E4C1B-4D0B-4F0C-AA79-7A21CF2D677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5B7881-D0FA-40DE-BAD7-E0ADBF31BB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28D62-6B19-43C9-BA64-D0D4A6C073F2}" type="datetimeFigureOut">
              <a:t>2026/8/8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C3ACE1-A82B-4AAC-A1A5-276827625E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C5534F-C2C3-4E18-8A8C-29E43F1E1F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EAC6F27-D650-40BD-AE72-8412B242A6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487152-5B2E-4CC9-B8B8-521E12AE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F9DB28-8F8A-4A70-AA09-1AA76C15A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6DE7BE-A927-4EE6-B0A5-D97CB4A757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28D62-6B19-43C9-BA64-D0D4A6C073F2}" type="datetimeFigureOut">
              <a:t>2026/8/8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C14C3C-1119-43D9-81B8-E02017E9AE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229EEF-FF3B-452D-BB1A-C0AC9118AC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EAC6F27-D650-40BD-AE72-8412B242A6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78D9B91-0B51-450B-95D4-19E8E0141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5605F2-A45D-4ED1-AAF0-38CDD7501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42AF1E-8C2F-4F51-A0B3-A042DAC2A82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28D62-6B19-43C9-BA64-D0D4A6C073F2}" type="datetimeFigureOut">
              <a:t>2026/8/8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1C3DD7-7457-41F9-9CE8-DBE4028A21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3449B3-DFFE-40A3-A5C4-54D13E6741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EAC6F27-D650-40BD-AE72-8412B242A6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97F7905-852B-4DBA-932D-E4B5542AB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6BE97D-B85F-4BBB-B590-AA08331B6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A7EC9D-92CC-40DC-A7AD-A7CDBD8A394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8D62-6B19-43C9-BA64-D0D4A6C073F2}" type="datetimeFigureOut">
              <a:t>2026/8/8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540487-CE6E-4AF8-B537-B9CCD810332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34BCFF-3BBA-4D4F-9D26-D811D09F76F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C6F27-D650-40BD-AE72-8412B242A6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图形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850574" y="95250"/>
            <a:ext cx="4490853" cy="6667500"/>
          </a:xfrm>
          <a:prstGeom prst="rect">
            <a:avLst/>
          </a:prstGeom>
        </p:spPr>
      </p:pic>
      <p:pic>
        <p:nvPicPr>
          <p:cNvPr id="155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953252" y="1880884"/>
            <a:ext cx="4206810" cy="2013088"/>
          </a:xfrm>
          <a:prstGeom prst="rect">
            <a:avLst/>
          </a:prstGeom>
        </p:spPr>
      </p:pic>
      <p:pic>
        <p:nvPicPr>
          <p:cNvPr id="156" name="图片 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080769" y="4782177"/>
            <a:ext cx="3947647" cy="1514190"/>
          </a:xfrm>
          <a:prstGeom prst="rect">
            <a:avLst/>
          </a:prstGeom>
        </p:spPr>
      </p:pic>
      <p:sp>
        <p:nvSpPr>
          <p:cNvPr id="82" name="矩形 81">
            <a:extLst>
              <a:ext uri="{FF2B5EF4-FFF2-40B4-BE49-F238E27FC236}">
                <a16:creationId xmlns:a16="http://schemas.microsoft.com/office/drawing/2014/main" id="{39A88F73-9CE6-2CA5-C4CC-9BA59A7119EB}"/>
              </a:ext>
            </a:extLst>
          </p:cNvPr>
          <p:cNvSpPr>
            <a:spLocks noGrp="1"/>
          </p:cNvSpPr>
          <p:nvPr/>
        </p:nvSpPr>
        <p:spPr>
          <a:xfrm>
            <a:off x="3873320" y="105866"/>
            <a:ext cx="4468107" cy="188082"/>
          </a:xfrm>
          <a:prstGeom prst="rect">
            <a:avLst/>
          </a:prstGeom>
          <a:solidFill>
            <a:srgbClr val="BDD7EE"/>
          </a:solidFill>
          <a:ln w="8083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DD690EE1-12A5-E396-ABDC-450150088207}"/>
              </a:ext>
            </a:extLst>
          </p:cNvPr>
          <p:cNvSpPr>
            <a:spLocks noGrp="1"/>
          </p:cNvSpPr>
          <p:nvPr/>
        </p:nvSpPr>
        <p:spPr>
          <a:xfrm>
            <a:off x="3873320" y="105866"/>
            <a:ext cx="4468107" cy="188082"/>
          </a:xfrm>
          <a:prstGeom prst="rect">
            <a:avLst/>
          </a:prstGeom>
          <a:noFill/>
          <a:ln w="2021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7BB5309E-ECD0-B35D-18BE-4E84649AAB5B}"/>
              </a:ext>
            </a:extLst>
          </p:cNvPr>
          <p:cNvSpPr>
            <a:spLocks noGrp="1"/>
          </p:cNvSpPr>
          <p:nvPr/>
        </p:nvSpPr>
        <p:spPr>
          <a:xfrm>
            <a:off x="3814246" y="56337"/>
            <a:ext cx="260840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002060"/>
                </a:solidFill>
                <a:latin typeface="宋体"/>
                <a:ea typeface="宋体"/>
                <a:cs typeface="宋体"/>
              </a:rPr>
              <a:t>第一部分：调查简介与社会经济属性调查</a:t>
            </a:r>
            <a:endParaRPr sz="1050" spc="0" baseline="0">
              <a:solidFill>
                <a:srgbClr val="00206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A33C1E49-1E47-02C5-0CA7-89D91DBB2A32}"/>
              </a:ext>
            </a:extLst>
          </p:cNvPr>
          <p:cNvSpPr>
            <a:spLocks noGrp="1"/>
          </p:cNvSpPr>
          <p:nvPr/>
        </p:nvSpPr>
        <p:spPr>
          <a:xfrm>
            <a:off x="3814246" y="297350"/>
            <a:ext cx="1107996" cy="230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97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调查方机构介绍</a:t>
            </a:r>
            <a:endParaRPr sz="897" spc="0" baseline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62ECC16-18E2-ADAF-0738-20AEFDF7A880}"/>
              </a:ext>
            </a:extLst>
          </p:cNvPr>
          <p:cNvSpPr>
            <a:spLocks noGrp="1"/>
          </p:cNvSpPr>
          <p:nvPr/>
        </p:nvSpPr>
        <p:spPr>
          <a:xfrm>
            <a:off x="3814246" y="496017"/>
            <a:ext cx="3993401" cy="230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97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个人社会经济属性相关调查（如性别、年龄、受教育程度、职业和收入）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E9F50EB-45DA-72A8-323E-1011CB8CF7F9}"/>
              </a:ext>
            </a:extLst>
          </p:cNvPr>
          <p:cNvSpPr>
            <a:spLocks noGrp="1"/>
          </p:cNvSpPr>
          <p:nvPr/>
        </p:nvSpPr>
        <p:spPr>
          <a:xfrm>
            <a:off x="5224865" y="288307"/>
            <a:ext cx="708835" cy="196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调查目的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304F5F43-49A8-0423-0EFD-7B6B3A2E2608}"/>
              </a:ext>
            </a:extLst>
          </p:cNvPr>
          <p:cNvSpPr>
            <a:spLocks noGrp="1"/>
          </p:cNvSpPr>
          <p:nvPr/>
        </p:nvSpPr>
        <p:spPr>
          <a:xfrm>
            <a:off x="6435933" y="288307"/>
            <a:ext cx="1059906" cy="2423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收集数据用途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8A60339-A5EF-7F35-6564-395DB8731377}"/>
              </a:ext>
            </a:extLst>
          </p:cNvPr>
          <p:cNvSpPr>
            <a:spLocks noGrp="1"/>
          </p:cNvSpPr>
          <p:nvPr/>
        </p:nvSpPr>
        <p:spPr>
          <a:xfrm>
            <a:off x="3873320" y="730322"/>
            <a:ext cx="4468107" cy="188082"/>
          </a:xfrm>
          <a:prstGeom prst="rect">
            <a:avLst/>
          </a:prstGeom>
          <a:solidFill>
            <a:srgbClr val="BDD7EE"/>
          </a:solidFill>
          <a:ln w="8083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5FFE137-F7E6-95E2-EEEE-23E4A76E9CAA}"/>
              </a:ext>
            </a:extLst>
          </p:cNvPr>
          <p:cNvSpPr>
            <a:spLocks noGrp="1"/>
          </p:cNvSpPr>
          <p:nvPr/>
        </p:nvSpPr>
        <p:spPr>
          <a:xfrm>
            <a:off x="3873320" y="730322"/>
            <a:ext cx="4468107" cy="188082"/>
          </a:xfrm>
          <a:prstGeom prst="rect">
            <a:avLst/>
          </a:prstGeom>
          <a:noFill/>
          <a:ln w="2021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077CAB8-D4F3-581F-44D9-58EF5B742913}"/>
              </a:ext>
            </a:extLst>
          </p:cNvPr>
          <p:cNvSpPr>
            <a:spLocks noGrp="1"/>
          </p:cNvSpPr>
          <p:nvPr/>
        </p:nvSpPr>
        <p:spPr>
          <a:xfrm>
            <a:off x="3814246" y="715297"/>
            <a:ext cx="1428990" cy="2047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002060"/>
                </a:solidFill>
                <a:latin typeface="宋体"/>
                <a:ea typeface="宋体"/>
                <a:cs typeface="宋体"/>
              </a:rPr>
              <a:t>第二部分：出行模式调查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598E349F-2030-8763-484D-FD469101F218}"/>
              </a:ext>
            </a:extLst>
          </p:cNvPr>
          <p:cNvSpPr>
            <a:spLocks noGrp="1"/>
          </p:cNvSpPr>
          <p:nvPr/>
        </p:nvSpPr>
        <p:spPr>
          <a:xfrm>
            <a:off x="3930662" y="994096"/>
            <a:ext cx="1295934" cy="481674"/>
          </a:xfrm>
          <a:prstGeom prst="rect">
            <a:avLst/>
          </a:prstGeom>
          <a:solidFill>
            <a:srgbClr val="DEEBF6"/>
          </a:solidFill>
          <a:ln w="8083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3BE7D0ED-757D-4C48-3815-B7814748D82D}"/>
              </a:ext>
            </a:extLst>
          </p:cNvPr>
          <p:cNvSpPr>
            <a:spLocks noGrp="1"/>
          </p:cNvSpPr>
          <p:nvPr/>
        </p:nvSpPr>
        <p:spPr>
          <a:xfrm>
            <a:off x="3880214" y="1035739"/>
            <a:ext cx="919218" cy="196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主要出行方式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A0CF67A0-3A7A-0F81-4215-F485CD613CA7}"/>
              </a:ext>
            </a:extLst>
          </p:cNvPr>
          <p:cNvSpPr>
            <a:spLocks noGrp="1"/>
          </p:cNvSpPr>
          <p:nvPr/>
        </p:nvSpPr>
        <p:spPr>
          <a:xfrm>
            <a:off x="3880214" y="1234063"/>
            <a:ext cx="1234791" cy="196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主要多模式出行方式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5584B588-CD1E-FCF3-4B7D-A26FF6AE41DB}"/>
              </a:ext>
            </a:extLst>
          </p:cNvPr>
          <p:cNvSpPr>
            <a:spLocks noGrp="1"/>
          </p:cNvSpPr>
          <p:nvPr/>
        </p:nvSpPr>
        <p:spPr>
          <a:xfrm>
            <a:off x="5329813" y="994096"/>
            <a:ext cx="1582645" cy="481674"/>
          </a:xfrm>
          <a:prstGeom prst="rect">
            <a:avLst/>
          </a:prstGeom>
          <a:solidFill>
            <a:srgbClr val="DEEBF6"/>
          </a:solidFill>
          <a:ln w="8083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B8D9C3B-AC6D-648C-6E23-C945C32D4FFD}"/>
              </a:ext>
            </a:extLst>
          </p:cNvPr>
          <p:cNvSpPr>
            <a:spLocks noGrp="1"/>
          </p:cNvSpPr>
          <p:nvPr/>
        </p:nvSpPr>
        <p:spPr>
          <a:xfrm>
            <a:off x="5279365" y="1035911"/>
            <a:ext cx="1234791" cy="196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工作日平均出行距离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C0243E84-8083-4202-CD10-A908DCCEB1F6}"/>
              </a:ext>
            </a:extLst>
          </p:cNvPr>
          <p:cNvSpPr>
            <a:spLocks noGrp="1"/>
          </p:cNvSpPr>
          <p:nvPr/>
        </p:nvSpPr>
        <p:spPr>
          <a:xfrm>
            <a:off x="5279365" y="1234235"/>
            <a:ext cx="1129600" cy="196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周末平均出行距离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671016FC-24B8-5C57-F8D1-69606E5EEA14}"/>
              </a:ext>
            </a:extLst>
          </p:cNvPr>
          <p:cNvSpPr>
            <a:spLocks noGrp="1"/>
          </p:cNvSpPr>
          <p:nvPr/>
        </p:nvSpPr>
        <p:spPr>
          <a:xfrm>
            <a:off x="6967507" y="994096"/>
            <a:ext cx="1295934" cy="481674"/>
          </a:xfrm>
          <a:prstGeom prst="rect">
            <a:avLst/>
          </a:prstGeom>
          <a:solidFill>
            <a:srgbClr val="DEEBF6"/>
          </a:solidFill>
          <a:ln w="8083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FE89567-BEAE-7A34-92D2-5F4AA9DA9FE9}"/>
              </a:ext>
            </a:extLst>
          </p:cNvPr>
          <p:cNvSpPr>
            <a:spLocks noGrp="1"/>
          </p:cNvSpPr>
          <p:nvPr/>
        </p:nvSpPr>
        <p:spPr>
          <a:xfrm>
            <a:off x="6917059" y="1035911"/>
            <a:ext cx="919218" cy="196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主要出行目的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25C3F7C2-4CDB-5204-93B5-721579CA0BC0}"/>
              </a:ext>
            </a:extLst>
          </p:cNvPr>
          <p:cNvSpPr>
            <a:spLocks noGrp="1"/>
          </p:cNvSpPr>
          <p:nvPr/>
        </p:nvSpPr>
        <p:spPr>
          <a:xfrm>
            <a:off x="6917059" y="1234235"/>
            <a:ext cx="919218" cy="196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每周出行频率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D16BC1AD-8810-0C37-402C-32699B0B4438}"/>
              </a:ext>
            </a:extLst>
          </p:cNvPr>
          <p:cNvSpPr>
            <a:spLocks noGrp="1"/>
          </p:cNvSpPr>
          <p:nvPr/>
        </p:nvSpPr>
        <p:spPr>
          <a:xfrm>
            <a:off x="3873320" y="4409383"/>
            <a:ext cx="4468107" cy="188082"/>
          </a:xfrm>
          <a:prstGeom prst="rect">
            <a:avLst/>
          </a:prstGeom>
          <a:solidFill>
            <a:srgbClr val="BDD7EE"/>
          </a:solidFill>
          <a:ln w="8083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D362B990-E1C2-8E5D-6C45-3A8AE07CC101}"/>
              </a:ext>
            </a:extLst>
          </p:cNvPr>
          <p:cNvSpPr>
            <a:spLocks noGrp="1"/>
          </p:cNvSpPr>
          <p:nvPr/>
        </p:nvSpPr>
        <p:spPr>
          <a:xfrm>
            <a:off x="3873320" y="4409383"/>
            <a:ext cx="4468107" cy="188082"/>
          </a:xfrm>
          <a:prstGeom prst="rect">
            <a:avLst/>
          </a:prstGeom>
          <a:noFill/>
          <a:ln w="2021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CF266C5F-3020-C18F-2191-3E0F3F4B555F}"/>
              </a:ext>
            </a:extLst>
          </p:cNvPr>
          <p:cNvSpPr>
            <a:spLocks noGrp="1"/>
          </p:cNvSpPr>
          <p:nvPr/>
        </p:nvSpPr>
        <p:spPr>
          <a:xfrm>
            <a:off x="3814246" y="4368479"/>
            <a:ext cx="749293" cy="2047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002060"/>
                </a:solidFill>
                <a:latin typeface="宋体"/>
                <a:ea typeface="宋体"/>
                <a:cs typeface="宋体"/>
              </a:rPr>
              <a:t>第四部分：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0D8C8632-1A6B-B5E4-2900-89105EC2F840}"/>
              </a:ext>
            </a:extLst>
          </p:cNvPr>
          <p:cNvSpPr>
            <a:spLocks noGrp="1"/>
          </p:cNvSpPr>
          <p:nvPr/>
        </p:nvSpPr>
        <p:spPr>
          <a:xfrm>
            <a:off x="4457149" y="4373048"/>
            <a:ext cx="157607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MaaS</a:t>
            </a:r>
            <a:r>
              <a:rPr sz="1050">
                <a:solidFill>
                  <a:srgbClr val="002060"/>
                </a:solidFill>
                <a:latin typeface="SimSun"/>
                <a:ea typeface="SimSun"/>
                <a:cs typeface="SimSun"/>
              </a:rPr>
              <a:t>套餐订阅意愿调查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C0EB4FFF-6B2E-DA29-6F18-3D54DCA056B5}"/>
              </a:ext>
            </a:extLst>
          </p:cNvPr>
          <p:cNvSpPr>
            <a:spLocks noGrp="1"/>
          </p:cNvSpPr>
          <p:nvPr/>
        </p:nvSpPr>
        <p:spPr>
          <a:xfrm>
            <a:off x="3873320" y="1551462"/>
            <a:ext cx="4468107" cy="188082"/>
          </a:xfrm>
          <a:prstGeom prst="rect">
            <a:avLst/>
          </a:prstGeom>
          <a:solidFill>
            <a:srgbClr val="BDD7EE"/>
          </a:solidFill>
          <a:ln w="8083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AC653816-B363-C461-EA01-00E12D41DF8C}"/>
              </a:ext>
            </a:extLst>
          </p:cNvPr>
          <p:cNvSpPr>
            <a:spLocks noGrp="1"/>
          </p:cNvSpPr>
          <p:nvPr/>
        </p:nvSpPr>
        <p:spPr>
          <a:xfrm>
            <a:off x="3873320" y="1551462"/>
            <a:ext cx="4468107" cy="188082"/>
          </a:xfrm>
          <a:prstGeom prst="rect">
            <a:avLst/>
          </a:prstGeom>
          <a:noFill/>
          <a:ln w="2021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07A4F5ED-9C46-BF53-53BD-B71FAE2CCB78}"/>
              </a:ext>
            </a:extLst>
          </p:cNvPr>
          <p:cNvSpPr>
            <a:spLocks noGrp="1"/>
          </p:cNvSpPr>
          <p:nvPr/>
        </p:nvSpPr>
        <p:spPr>
          <a:xfrm>
            <a:off x="3814246" y="1510559"/>
            <a:ext cx="1542273" cy="2047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002060"/>
                </a:solidFill>
                <a:latin typeface="宋体"/>
                <a:ea typeface="宋体"/>
                <a:cs typeface="宋体"/>
              </a:rPr>
              <a:t>第三部分：单次出行情境下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0A501F02-D453-E545-A150-8468595A3700}"/>
              </a:ext>
            </a:extLst>
          </p:cNvPr>
          <p:cNvSpPr>
            <a:spLocks noGrp="1"/>
          </p:cNvSpPr>
          <p:nvPr/>
        </p:nvSpPr>
        <p:spPr>
          <a:xfrm>
            <a:off x="5423806" y="1515590"/>
            <a:ext cx="447169" cy="2168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MaaS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42150177-3C7E-4BCF-89A5-2AA3067A4CFA}"/>
              </a:ext>
            </a:extLst>
          </p:cNvPr>
          <p:cNvSpPr>
            <a:spLocks noGrp="1"/>
          </p:cNvSpPr>
          <p:nvPr/>
        </p:nvSpPr>
        <p:spPr>
          <a:xfrm>
            <a:off x="5748906" y="1510559"/>
            <a:ext cx="99257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002060"/>
                </a:solidFill>
                <a:latin typeface="宋体"/>
                <a:ea typeface="宋体"/>
                <a:cs typeface="宋体"/>
              </a:rPr>
              <a:t>转移意愿调查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A0959877-2B8D-3EE3-7F9D-C7FC1A1386B4}"/>
              </a:ext>
            </a:extLst>
          </p:cNvPr>
          <p:cNvSpPr>
            <a:spLocks noGrp="1"/>
          </p:cNvSpPr>
          <p:nvPr/>
        </p:nvSpPr>
        <p:spPr>
          <a:xfrm>
            <a:off x="3887288" y="1711279"/>
            <a:ext cx="1309974" cy="2423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MaaS</a:t>
            </a:r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基本概念介绍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1FC69E9F-D47A-90CE-C04A-ECA1B72C241B}"/>
              </a:ext>
            </a:extLst>
          </p:cNvPr>
          <p:cNvSpPr>
            <a:spLocks noGrp="1"/>
          </p:cNvSpPr>
          <p:nvPr/>
        </p:nvSpPr>
        <p:spPr>
          <a:xfrm>
            <a:off x="5069446" y="1732458"/>
            <a:ext cx="3031599" cy="377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26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需依次做出无MaaS和含MaaS多模式出行服务情境下的</a:t>
            </a:r>
            <a:br/>
            <a:r>
              <a:rPr sz="926">
                <a:solidFill>
                  <a:srgbClr val="000000"/>
                </a:solidFill>
                <a:latin typeface="宋体"/>
                <a:ea typeface="宋体"/>
                <a:cs typeface="宋体"/>
              </a:rPr>
              <a:t>  方式选择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09F00C04-F124-156D-5FD9-25277D272E54}"/>
              </a:ext>
            </a:extLst>
          </p:cNvPr>
          <p:cNvSpPr>
            <a:spLocks noGrp="1"/>
          </p:cNvSpPr>
          <p:nvPr/>
        </p:nvSpPr>
        <p:spPr>
          <a:xfrm>
            <a:off x="3814246" y="4586986"/>
            <a:ext cx="2977097" cy="2423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受访者需在按次付费与四种</a:t>
            </a:r>
            <a:r>
              <a: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MaaS</a:t>
            </a:r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套餐中进行选择</a:t>
            </a: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0A7A0769-048B-49DF-018D-9CF3C1AF4AD9}"/>
              </a:ext>
            </a:extLst>
          </p:cNvPr>
          <p:cNvSpPr>
            <a:spLocks noGrp="1"/>
          </p:cNvSpPr>
          <p:nvPr/>
        </p:nvSpPr>
        <p:spPr>
          <a:xfrm>
            <a:off x="3873320" y="6348186"/>
            <a:ext cx="4468107" cy="188082"/>
          </a:xfrm>
          <a:prstGeom prst="rect">
            <a:avLst/>
          </a:prstGeom>
          <a:solidFill>
            <a:srgbClr val="BDD7EE"/>
          </a:solidFill>
          <a:ln w="8083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9834141B-8BFA-30A0-5C32-F06EB34C454C}"/>
              </a:ext>
            </a:extLst>
          </p:cNvPr>
          <p:cNvSpPr>
            <a:spLocks noGrp="1"/>
          </p:cNvSpPr>
          <p:nvPr/>
        </p:nvSpPr>
        <p:spPr>
          <a:xfrm>
            <a:off x="3873320" y="6348186"/>
            <a:ext cx="4468107" cy="188082"/>
          </a:xfrm>
          <a:prstGeom prst="rect">
            <a:avLst/>
          </a:prstGeom>
          <a:noFill/>
          <a:ln w="2021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CBA2FA7E-EDFD-9FC9-2895-C53A737041EA}"/>
              </a:ext>
            </a:extLst>
          </p:cNvPr>
          <p:cNvSpPr>
            <a:spLocks noGrp="1"/>
          </p:cNvSpPr>
          <p:nvPr/>
        </p:nvSpPr>
        <p:spPr>
          <a:xfrm>
            <a:off x="3814246" y="6315909"/>
            <a:ext cx="1202425" cy="2047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002060"/>
                </a:solidFill>
                <a:latin typeface="宋体"/>
                <a:ea typeface="宋体"/>
                <a:cs typeface="宋体"/>
              </a:rPr>
              <a:t>第五部分：态度调查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ABC318C8-C188-1E13-C3E9-466DDAC55B2C}"/>
              </a:ext>
            </a:extLst>
          </p:cNvPr>
          <p:cNvSpPr>
            <a:spLocks noGrp="1"/>
          </p:cNvSpPr>
          <p:nvPr/>
        </p:nvSpPr>
        <p:spPr>
          <a:xfrm>
            <a:off x="6123347" y="6532642"/>
            <a:ext cx="1372492" cy="2423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采用</a:t>
            </a:r>
            <a:r>
              <a: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级李克特量表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8230E933-0EBB-5E29-E437-0B6F6F67EE9A}"/>
              </a:ext>
            </a:extLst>
          </p:cNvPr>
          <p:cNvSpPr>
            <a:spLocks noGrp="1"/>
          </p:cNvSpPr>
          <p:nvPr/>
        </p:nvSpPr>
        <p:spPr>
          <a:xfrm>
            <a:off x="3887288" y="6532642"/>
            <a:ext cx="2060179" cy="2423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需对</a:t>
            </a:r>
            <a:r>
              <a: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</a:t>
            </a:r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条态度陈述问题作出回应</a:t>
            </a:r>
            <a:endParaRPr sz="975" spc="0" baseline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6624C72A-0CB5-3382-477F-40EA5A873EEB}"/>
              </a:ext>
            </a:extLst>
          </p:cNvPr>
          <p:cNvSpPr>
            <a:spLocks noGrp="1"/>
          </p:cNvSpPr>
          <p:nvPr/>
        </p:nvSpPr>
        <p:spPr>
          <a:xfrm>
            <a:off x="3873320" y="3944268"/>
            <a:ext cx="4468107" cy="188082"/>
          </a:xfrm>
          <a:prstGeom prst="rect">
            <a:avLst/>
          </a:prstGeom>
          <a:solidFill>
            <a:srgbClr val="BDD7EE"/>
          </a:solidFill>
          <a:ln w="8083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2B270706-0BE6-FFE8-000F-C1352CF290DA}"/>
              </a:ext>
            </a:extLst>
          </p:cNvPr>
          <p:cNvSpPr>
            <a:spLocks noGrp="1"/>
          </p:cNvSpPr>
          <p:nvPr/>
        </p:nvSpPr>
        <p:spPr>
          <a:xfrm>
            <a:off x="3873320" y="3944268"/>
            <a:ext cx="4468107" cy="188082"/>
          </a:xfrm>
          <a:prstGeom prst="rect">
            <a:avLst/>
          </a:prstGeom>
          <a:noFill/>
          <a:ln w="2021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F7BAD4C3-DA95-8B5B-1A39-0B31A71391B2}"/>
              </a:ext>
            </a:extLst>
          </p:cNvPr>
          <p:cNvSpPr>
            <a:spLocks noGrp="1"/>
          </p:cNvSpPr>
          <p:nvPr/>
        </p:nvSpPr>
        <p:spPr>
          <a:xfrm>
            <a:off x="3814246" y="3905312"/>
            <a:ext cx="3602268" cy="250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29">
                <a:solidFill>
                  <a:srgbClr val="002060"/>
                </a:solidFill>
                <a:latin typeface="宋体"/>
                <a:ea typeface="宋体"/>
                <a:cs typeface="宋体"/>
              </a:rPr>
              <a:t>衔接部分：出行需求调查，帮助受访者做出理性的套餐选择</a:t>
            </a: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DEDE7880-B431-7C26-7953-A5F72C7F0EEF}"/>
              </a:ext>
            </a:extLst>
          </p:cNvPr>
          <p:cNvSpPr>
            <a:spLocks noGrp="1"/>
          </p:cNvSpPr>
          <p:nvPr/>
        </p:nvSpPr>
        <p:spPr>
          <a:xfrm>
            <a:off x="3871588" y="4141960"/>
            <a:ext cx="1655556" cy="196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五种出行方式的每周出行频率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A45877D3-56C4-4911-C369-0A1C5D307DF4}"/>
              </a:ext>
            </a:extLst>
          </p:cNvPr>
          <p:cNvSpPr>
            <a:spLocks noGrp="1"/>
          </p:cNvSpPr>
          <p:nvPr/>
        </p:nvSpPr>
        <p:spPr>
          <a:xfrm>
            <a:off x="5844162" y="4141960"/>
            <a:ext cx="1129600" cy="196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75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月度出行花费估计</a:t>
            </a:r>
          </a:p>
        </p:txBody>
      </p:sp>
    </p:spTree>
    <p:extLst>
      <p:ext uri="{BB962C8B-B14F-4D97-AF65-F5344CB8AC3E}">
        <p14:creationId xmlns:p14="http://schemas.microsoft.com/office/powerpoint/2010/main" val="1441867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36250" y="0"/>
            <a:ext cx="8719500" cy="6667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963750" y="386313"/>
            <a:ext cx="2469868" cy="2183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403750" y="3720507"/>
            <a:ext cx="5352548" cy="21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49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F78FFEC-87F8-20CC-62C8-13841B562CBB}"/>
              </a:ext>
            </a:extLst>
          </p:cNvPr>
          <p:cNvSpPr>
            <a:spLocks noGrp="1"/>
          </p:cNvSpPr>
          <p:nvPr/>
        </p:nvSpPr>
        <p:spPr>
          <a:xfrm>
            <a:off x="1642814" y="454014"/>
            <a:ext cx="1263888" cy="1570785"/>
          </a:xfrm>
          <a:prstGeom prst="rect">
            <a:avLst/>
          </a:prstGeom>
          <a:noFill/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8" name="任意形状 7">
            <a:extLst>
              <a:ext uri="{FF2B5EF4-FFF2-40B4-BE49-F238E27FC236}">
                <a16:creationId xmlns:a16="http://schemas.microsoft.com/office/drawing/2014/main" id="{787A69AD-35A0-5E8C-B155-0B107E1D9A06}"/>
              </a:ext>
            </a:extLst>
          </p:cNvPr>
          <p:cNvSpPr>
            <a:spLocks noGrp="1"/>
          </p:cNvSpPr>
          <p:nvPr/>
        </p:nvSpPr>
        <p:spPr>
          <a:xfrm>
            <a:off x="1642814" y="454014"/>
            <a:ext cx="1263888" cy="1570786"/>
          </a:xfrm>
          <a:custGeom>
            <a:avLst/>
            <a:gdLst>
              <a:gd name="csX0" fmla="*/ 0 w 1263888"/>
              <a:gd name="csY0" fmla="*/ 0 h 1570786"/>
              <a:gd name="csX1" fmla="*/ 1263888 w 1263888"/>
              <a:gd name="csY1" fmla="*/ 0 h 1570786"/>
              <a:gd name="csX2" fmla="*/ 1263888 w 1263888"/>
              <a:gd name="csY2" fmla="*/ 1570786 h 1570786"/>
              <a:gd name="csX3" fmla="*/ 0 w 1263888"/>
              <a:gd name="csY3" fmla="*/ 1570786 h 1570786"/>
            </a:gdLst>
            <a:ahLst/>
            <a:cxnLst/>
            <a:rect l="l" t="t" r="r" b="b"/>
            <a:pathLst>
              <a:path w="1263888" h="1570786">
                <a:moveTo>
                  <a:pt x="0" y="0"/>
                </a:moveTo>
                <a:lnTo>
                  <a:pt x="1263888" y="0"/>
                </a:lnTo>
                <a:lnTo>
                  <a:pt x="1263888" y="1570786"/>
                </a:lnTo>
                <a:lnTo>
                  <a:pt x="0" y="1570786"/>
                </a:lnTo>
                <a:close/>
              </a:path>
            </a:pathLst>
          </a:custGeom>
          <a:noFill/>
          <a:ln w="8358">
            <a:solidFill>
              <a:srgbClr val="000000"/>
            </a:solidFill>
          </a:ln>
        </p:spPr>
        <p:txBody>
          <a:bodyPr/>
          <a:lstStyle/>
          <a:p>
            <a:endParaRPr i="1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E5146F-4133-3270-AE2C-3036762FABC5}"/>
              </a:ext>
            </a:extLst>
          </p:cNvPr>
          <p:cNvSpPr>
            <a:spLocks noGrp="1"/>
          </p:cNvSpPr>
          <p:nvPr/>
        </p:nvSpPr>
        <p:spPr>
          <a:xfrm>
            <a:off x="3501169" y="449954"/>
            <a:ext cx="1263888" cy="5693611"/>
          </a:xfrm>
          <a:prstGeom prst="rect">
            <a:avLst/>
          </a:prstGeom>
          <a:solidFill>
            <a:srgbClr val="F2F2F2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0AAF0F-0141-800D-C100-E78638E5F691}"/>
              </a:ext>
            </a:extLst>
          </p:cNvPr>
          <p:cNvSpPr>
            <a:spLocks noGrp="1"/>
          </p:cNvSpPr>
          <p:nvPr/>
        </p:nvSpPr>
        <p:spPr>
          <a:xfrm>
            <a:off x="3501169" y="449954"/>
            <a:ext cx="1263888" cy="5693611"/>
          </a:xfrm>
          <a:prstGeom prst="rect">
            <a:avLst/>
          </a:prstGeom>
          <a:noFill/>
          <a:ln w="2786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157B9E-5D11-E14D-CB7F-4D7B7AF6C526}"/>
              </a:ext>
            </a:extLst>
          </p:cNvPr>
          <p:cNvSpPr>
            <a:spLocks noGrp="1"/>
          </p:cNvSpPr>
          <p:nvPr/>
        </p:nvSpPr>
        <p:spPr>
          <a:xfrm>
            <a:off x="7079553" y="960318"/>
            <a:ext cx="1263888" cy="4916986"/>
          </a:xfrm>
          <a:prstGeom prst="rect">
            <a:avLst/>
          </a:prstGeom>
          <a:noFill/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任意形状 13">
            <a:extLst>
              <a:ext uri="{FF2B5EF4-FFF2-40B4-BE49-F238E27FC236}">
                <a16:creationId xmlns:a16="http://schemas.microsoft.com/office/drawing/2014/main" id="{4337E039-500B-6A5F-D237-424C31517CCB}"/>
              </a:ext>
            </a:extLst>
          </p:cNvPr>
          <p:cNvSpPr>
            <a:spLocks noGrp="1"/>
          </p:cNvSpPr>
          <p:nvPr/>
        </p:nvSpPr>
        <p:spPr>
          <a:xfrm>
            <a:off x="7079553" y="960318"/>
            <a:ext cx="1263888" cy="4916986"/>
          </a:xfrm>
          <a:custGeom>
            <a:avLst/>
            <a:gdLst>
              <a:gd name="csX0" fmla="*/ 0 w 1263888"/>
              <a:gd name="csY0" fmla="*/ 0 h 4916986"/>
              <a:gd name="csX1" fmla="*/ 1263889 w 1263888"/>
              <a:gd name="csY1" fmla="*/ 0 h 4916986"/>
              <a:gd name="csX2" fmla="*/ 1263889 w 1263888"/>
              <a:gd name="csY2" fmla="*/ 4916987 h 4916986"/>
              <a:gd name="csX3" fmla="*/ 0 w 1263888"/>
              <a:gd name="csY3" fmla="*/ 4916987 h 4916986"/>
            </a:gdLst>
            <a:ahLst/>
            <a:cxnLst/>
            <a:rect l="l" t="t" r="r" b="b"/>
            <a:pathLst>
              <a:path w="1263888" h="4916986">
                <a:moveTo>
                  <a:pt x="0" y="0"/>
                </a:moveTo>
                <a:lnTo>
                  <a:pt x="1263889" y="0"/>
                </a:lnTo>
                <a:lnTo>
                  <a:pt x="1263889" y="4916987"/>
                </a:lnTo>
                <a:lnTo>
                  <a:pt x="0" y="4916987"/>
                </a:lnTo>
                <a:close/>
              </a:path>
            </a:pathLst>
          </a:custGeom>
          <a:noFill/>
          <a:ln w="8358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2914CFB-B0A2-4777-E069-F624252D45DE}"/>
              </a:ext>
            </a:extLst>
          </p:cNvPr>
          <p:cNvSpPr>
            <a:spLocks noGrp="1"/>
          </p:cNvSpPr>
          <p:nvPr/>
        </p:nvSpPr>
        <p:spPr>
          <a:xfrm>
            <a:off x="5073130" y="2168683"/>
            <a:ext cx="1801040" cy="2251881"/>
          </a:xfrm>
          <a:prstGeom prst="rect">
            <a:avLst/>
          </a:prstGeom>
          <a:noFill/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17" name="任意形状 16">
            <a:extLst>
              <a:ext uri="{FF2B5EF4-FFF2-40B4-BE49-F238E27FC236}">
                <a16:creationId xmlns:a16="http://schemas.microsoft.com/office/drawing/2014/main" id="{E9FE8FC7-F923-D3D3-46DC-55740F131A03}"/>
              </a:ext>
            </a:extLst>
          </p:cNvPr>
          <p:cNvSpPr>
            <a:spLocks noGrp="1"/>
          </p:cNvSpPr>
          <p:nvPr/>
        </p:nvSpPr>
        <p:spPr>
          <a:xfrm>
            <a:off x="5073130" y="2168683"/>
            <a:ext cx="1801040" cy="2251881"/>
          </a:xfrm>
          <a:custGeom>
            <a:avLst/>
            <a:gdLst>
              <a:gd name="csX0" fmla="*/ 0 w 1801040"/>
              <a:gd name="csY0" fmla="*/ 0 h 2251881"/>
              <a:gd name="csX1" fmla="*/ 1801041 w 1801040"/>
              <a:gd name="csY1" fmla="*/ 0 h 2251881"/>
              <a:gd name="csX2" fmla="*/ 1801041 w 1801040"/>
              <a:gd name="csY2" fmla="*/ 2251882 h 2251881"/>
              <a:gd name="csX3" fmla="*/ 0 w 1801040"/>
              <a:gd name="csY3" fmla="*/ 2251882 h 2251881"/>
            </a:gdLst>
            <a:ahLst/>
            <a:cxnLst/>
            <a:rect l="l" t="t" r="r" b="b"/>
            <a:pathLst>
              <a:path w="1801040" h="2251881">
                <a:moveTo>
                  <a:pt x="0" y="0"/>
                </a:moveTo>
                <a:lnTo>
                  <a:pt x="1801041" y="0"/>
                </a:lnTo>
                <a:lnTo>
                  <a:pt x="1801041" y="2251882"/>
                </a:lnTo>
                <a:lnTo>
                  <a:pt x="0" y="2251882"/>
                </a:lnTo>
                <a:close/>
              </a:path>
            </a:pathLst>
          </a:custGeom>
          <a:noFill/>
          <a:ln w="8358">
            <a:solidFill>
              <a:srgbClr val="000000"/>
            </a:solidFill>
          </a:ln>
        </p:spPr>
        <p:txBody>
          <a:bodyPr/>
          <a:lstStyle/>
          <a:p>
            <a:endParaRPr i="1"/>
          </a:p>
        </p:txBody>
      </p:sp>
      <p:sp>
        <p:nvSpPr>
          <p:cNvPr id="18" name="任意形状 17">
            <a:extLst>
              <a:ext uri="{FF2B5EF4-FFF2-40B4-BE49-F238E27FC236}">
                <a16:creationId xmlns:a16="http://schemas.microsoft.com/office/drawing/2014/main" id="{F910417B-54DC-F72D-ECEE-73A5C37B5ABA}"/>
              </a:ext>
            </a:extLst>
          </p:cNvPr>
          <p:cNvSpPr>
            <a:spLocks noGrp="1"/>
          </p:cNvSpPr>
          <p:nvPr/>
        </p:nvSpPr>
        <p:spPr>
          <a:xfrm>
            <a:off x="1642814" y="454014"/>
            <a:ext cx="1263888" cy="1570786"/>
          </a:xfrm>
          <a:custGeom>
            <a:avLst/>
            <a:gdLst>
              <a:gd name="csX0" fmla="*/ 0 w 1263888"/>
              <a:gd name="csY0" fmla="*/ 0 h 1570786"/>
              <a:gd name="csX1" fmla="*/ 1263888 w 1263888"/>
              <a:gd name="csY1" fmla="*/ 0 h 1570786"/>
              <a:gd name="csX2" fmla="*/ 1263888 w 1263888"/>
              <a:gd name="csY2" fmla="*/ 1570786 h 1570786"/>
              <a:gd name="csX3" fmla="*/ 0 w 1263888"/>
              <a:gd name="csY3" fmla="*/ 1570786 h 1570786"/>
            </a:gdLst>
            <a:ahLst/>
            <a:cxnLst/>
            <a:rect l="l" t="t" r="r" b="b"/>
            <a:pathLst>
              <a:path w="1263888" h="1570786">
                <a:moveTo>
                  <a:pt x="0" y="0"/>
                </a:moveTo>
                <a:lnTo>
                  <a:pt x="1263888" y="0"/>
                </a:lnTo>
                <a:lnTo>
                  <a:pt x="1263888" y="1570786"/>
                </a:lnTo>
                <a:lnTo>
                  <a:pt x="0" y="1570786"/>
                </a:lnTo>
                <a:close/>
              </a:path>
            </a:pathLst>
          </a:custGeom>
          <a:noFill/>
          <a:ln w="8358">
            <a:solidFill>
              <a:srgbClr val="000000"/>
            </a:solidFill>
          </a:ln>
        </p:spPr>
        <p:txBody>
          <a:bodyPr/>
          <a:lstStyle/>
          <a:p>
            <a:endParaRPr i="1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FEF464E-E7AD-DD52-E0F9-8B3B41BFA6FA}"/>
              </a:ext>
            </a:extLst>
          </p:cNvPr>
          <p:cNvSpPr>
            <a:spLocks noGrp="1"/>
          </p:cNvSpPr>
          <p:nvPr/>
        </p:nvSpPr>
        <p:spPr>
          <a:xfrm>
            <a:off x="3501169" y="449954"/>
            <a:ext cx="1263888" cy="5693611"/>
          </a:xfrm>
          <a:prstGeom prst="rect">
            <a:avLst/>
          </a:prstGeom>
          <a:solidFill>
            <a:srgbClr val="F2F2F2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1B0BC3-514B-195B-8DE5-E6254AAA85E3}"/>
              </a:ext>
            </a:extLst>
          </p:cNvPr>
          <p:cNvSpPr>
            <a:spLocks noGrp="1"/>
          </p:cNvSpPr>
          <p:nvPr/>
        </p:nvSpPr>
        <p:spPr>
          <a:xfrm>
            <a:off x="3501169" y="449954"/>
            <a:ext cx="1263888" cy="5693611"/>
          </a:xfrm>
          <a:prstGeom prst="rect">
            <a:avLst/>
          </a:prstGeom>
          <a:noFill/>
          <a:ln w="2786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00E3F2-3DF7-2A59-9E7A-C181BE45AF2C}"/>
              </a:ext>
            </a:extLst>
          </p:cNvPr>
          <p:cNvSpPr>
            <a:spLocks noGrp="1"/>
          </p:cNvSpPr>
          <p:nvPr/>
        </p:nvSpPr>
        <p:spPr>
          <a:xfrm>
            <a:off x="3773206" y="556878"/>
            <a:ext cx="6463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个体相关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6A01CE9-192F-0688-4626-17C182AEFF01}"/>
              </a:ext>
            </a:extLst>
          </p:cNvPr>
          <p:cNvSpPr>
            <a:spLocks noGrp="1"/>
          </p:cNvSpPr>
          <p:nvPr/>
        </p:nvSpPr>
        <p:spPr>
          <a:xfrm>
            <a:off x="3906968" y="718657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属性</a:t>
            </a:r>
          </a:p>
        </p:txBody>
      </p:sp>
      <p:sp>
        <p:nvSpPr>
          <p:cNvPr id="27" name="任意形状 26">
            <a:extLst>
              <a:ext uri="{FF2B5EF4-FFF2-40B4-BE49-F238E27FC236}">
                <a16:creationId xmlns:a16="http://schemas.microsoft.com/office/drawing/2014/main" id="{251D31FA-DF5A-DE48-66DA-B86B7A0CD44A}"/>
              </a:ext>
            </a:extLst>
          </p:cNvPr>
          <p:cNvSpPr>
            <a:spLocks noGrp="1"/>
          </p:cNvSpPr>
          <p:nvPr/>
        </p:nvSpPr>
        <p:spPr>
          <a:xfrm>
            <a:off x="3567523" y="5728068"/>
            <a:ext cx="1131180" cy="28188"/>
          </a:xfrm>
          <a:custGeom>
            <a:avLst/>
            <a:gdLst>
              <a:gd name="csX0" fmla="*/ 0 w 1131180"/>
              <a:gd name="csY0" fmla="*/ 28189 h 28188"/>
              <a:gd name="csX1" fmla="*/ 1102999 w 1131180"/>
              <a:gd name="csY1" fmla="*/ 28189 h 28188"/>
              <a:gd name="csX2" fmla="*/ 1131180 w 1131180"/>
              <a:gd name="csY2" fmla="*/ 0 h 28188"/>
              <a:gd name="csX3" fmla="*/ 28181 w 1131180"/>
              <a:gd name="csY3" fmla="*/ 0 h 28188"/>
            </a:gdLst>
            <a:ahLst/>
            <a:cxnLst/>
            <a:rect l="l" t="t" r="r" b="b"/>
            <a:pathLst>
              <a:path w="1131180" h="28188">
                <a:moveTo>
                  <a:pt x="0" y="28189"/>
                </a:moveTo>
                <a:lnTo>
                  <a:pt x="1102999" y="28189"/>
                </a:lnTo>
                <a:lnTo>
                  <a:pt x="1131180" y="0"/>
                </a:lnTo>
                <a:lnTo>
                  <a:pt x="28181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任意形状 27">
            <a:extLst>
              <a:ext uri="{FF2B5EF4-FFF2-40B4-BE49-F238E27FC236}">
                <a16:creationId xmlns:a16="http://schemas.microsoft.com/office/drawing/2014/main" id="{E5587B60-17B8-718F-9E67-F93836B5BACD}"/>
              </a:ext>
            </a:extLst>
          </p:cNvPr>
          <p:cNvSpPr>
            <a:spLocks noGrp="1"/>
          </p:cNvSpPr>
          <p:nvPr/>
        </p:nvSpPr>
        <p:spPr>
          <a:xfrm>
            <a:off x="3567523" y="5728068"/>
            <a:ext cx="1131180" cy="28188"/>
          </a:xfrm>
          <a:custGeom>
            <a:avLst/>
            <a:gdLst>
              <a:gd name="csX0" fmla="*/ 0 w 1131180"/>
              <a:gd name="csY0" fmla="*/ 28189 h 28188"/>
              <a:gd name="csX1" fmla="*/ 1102999 w 1131180"/>
              <a:gd name="csY1" fmla="*/ 28189 h 28188"/>
              <a:gd name="csX2" fmla="*/ 1131180 w 1131180"/>
              <a:gd name="csY2" fmla="*/ 0 h 28188"/>
              <a:gd name="csX3" fmla="*/ 28181 w 1131180"/>
              <a:gd name="csY3" fmla="*/ 0 h 28188"/>
            </a:gdLst>
            <a:ahLst/>
            <a:cxnLst/>
            <a:rect l="l" t="t" r="r" b="b"/>
            <a:pathLst>
              <a:path w="1131180" h="28188">
                <a:moveTo>
                  <a:pt x="0" y="28189"/>
                </a:moveTo>
                <a:lnTo>
                  <a:pt x="1102999" y="28189"/>
                </a:lnTo>
                <a:lnTo>
                  <a:pt x="1131180" y="0"/>
                </a:lnTo>
                <a:lnTo>
                  <a:pt x="28181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任意形状 29">
            <a:extLst>
              <a:ext uri="{FF2B5EF4-FFF2-40B4-BE49-F238E27FC236}">
                <a16:creationId xmlns:a16="http://schemas.microsoft.com/office/drawing/2014/main" id="{F6C581A3-B451-028A-2B70-E87787C41D94}"/>
              </a:ext>
            </a:extLst>
          </p:cNvPr>
          <p:cNvSpPr>
            <a:spLocks noGrp="1"/>
          </p:cNvSpPr>
          <p:nvPr/>
        </p:nvSpPr>
        <p:spPr>
          <a:xfrm>
            <a:off x="4670522" y="5728068"/>
            <a:ext cx="28181" cy="347658"/>
          </a:xfrm>
          <a:custGeom>
            <a:avLst/>
            <a:gdLst>
              <a:gd name="csX0" fmla="*/ 0 w 28181"/>
              <a:gd name="csY0" fmla="*/ 347658 h 347658"/>
              <a:gd name="csX1" fmla="*/ 28181 w 28181"/>
              <a:gd name="csY1" fmla="*/ 319470 h 347658"/>
              <a:gd name="csX2" fmla="*/ 28181 w 28181"/>
              <a:gd name="csY2" fmla="*/ 0 h 347658"/>
              <a:gd name="csX3" fmla="*/ 0 w 28181"/>
              <a:gd name="csY3" fmla="*/ 28189 h 347658"/>
            </a:gdLst>
            <a:ahLst/>
            <a:cxnLst/>
            <a:rect l="l" t="t" r="r" b="b"/>
            <a:pathLst>
              <a:path w="28181" h="347658">
                <a:moveTo>
                  <a:pt x="0" y="347658"/>
                </a:moveTo>
                <a:lnTo>
                  <a:pt x="28181" y="319470"/>
                </a:lnTo>
                <a:lnTo>
                  <a:pt x="28181" y="0"/>
                </a:lnTo>
                <a:lnTo>
                  <a:pt x="0" y="28189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任意形状 30">
            <a:extLst>
              <a:ext uri="{FF2B5EF4-FFF2-40B4-BE49-F238E27FC236}">
                <a16:creationId xmlns:a16="http://schemas.microsoft.com/office/drawing/2014/main" id="{87B78F69-A9BF-A722-2408-4B452D12D2CF}"/>
              </a:ext>
            </a:extLst>
          </p:cNvPr>
          <p:cNvSpPr>
            <a:spLocks noGrp="1"/>
          </p:cNvSpPr>
          <p:nvPr/>
        </p:nvSpPr>
        <p:spPr>
          <a:xfrm>
            <a:off x="4670522" y="5728068"/>
            <a:ext cx="28181" cy="347658"/>
          </a:xfrm>
          <a:custGeom>
            <a:avLst/>
            <a:gdLst>
              <a:gd name="csX0" fmla="*/ 0 w 28181"/>
              <a:gd name="csY0" fmla="*/ 347658 h 347658"/>
              <a:gd name="csX1" fmla="*/ 28181 w 28181"/>
              <a:gd name="csY1" fmla="*/ 319470 h 347658"/>
              <a:gd name="csX2" fmla="*/ 28181 w 28181"/>
              <a:gd name="csY2" fmla="*/ 0 h 347658"/>
              <a:gd name="csX3" fmla="*/ 0 w 28181"/>
              <a:gd name="csY3" fmla="*/ 28189 h 347658"/>
            </a:gdLst>
            <a:ahLst/>
            <a:cxnLst/>
            <a:rect l="l" t="t" r="r" b="b"/>
            <a:pathLst>
              <a:path w="28181" h="347658">
                <a:moveTo>
                  <a:pt x="0" y="347658"/>
                </a:moveTo>
                <a:lnTo>
                  <a:pt x="28181" y="319470"/>
                </a:lnTo>
                <a:lnTo>
                  <a:pt x="28181" y="0"/>
                </a:lnTo>
                <a:lnTo>
                  <a:pt x="0" y="28189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7336E24-2127-19B7-7E49-80B5983A9180}"/>
              </a:ext>
            </a:extLst>
          </p:cNvPr>
          <p:cNvSpPr>
            <a:spLocks noGrp="1"/>
          </p:cNvSpPr>
          <p:nvPr/>
        </p:nvSpPr>
        <p:spPr>
          <a:xfrm>
            <a:off x="3567523" y="5756257"/>
            <a:ext cx="1102998" cy="319470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C5BA8D6-65A3-917C-261F-A728F6186D5E}"/>
              </a:ext>
            </a:extLst>
          </p:cNvPr>
          <p:cNvSpPr>
            <a:spLocks noGrp="1"/>
          </p:cNvSpPr>
          <p:nvPr/>
        </p:nvSpPr>
        <p:spPr>
          <a:xfrm>
            <a:off x="3567523" y="5756257"/>
            <a:ext cx="1102998" cy="319470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7AADA22-7863-590B-B8C4-38B6F1C2675C}"/>
              </a:ext>
            </a:extLst>
          </p:cNvPr>
          <p:cNvSpPr>
            <a:spLocks noGrp="1"/>
          </p:cNvSpPr>
          <p:nvPr/>
        </p:nvSpPr>
        <p:spPr>
          <a:xfrm>
            <a:off x="3671494" y="5806247"/>
            <a:ext cx="819455" cy="21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28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车辆拥有情况</a:t>
            </a:r>
          </a:p>
        </p:txBody>
      </p:sp>
      <p:sp>
        <p:nvSpPr>
          <p:cNvPr id="39" name="任意形状 38">
            <a:extLst>
              <a:ext uri="{FF2B5EF4-FFF2-40B4-BE49-F238E27FC236}">
                <a16:creationId xmlns:a16="http://schemas.microsoft.com/office/drawing/2014/main" id="{D4FD0E37-9234-0AA8-9FD8-C5780C6B14B9}"/>
              </a:ext>
            </a:extLst>
          </p:cNvPr>
          <p:cNvSpPr>
            <a:spLocks noGrp="1"/>
          </p:cNvSpPr>
          <p:nvPr/>
        </p:nvSpPr>
        <p:spPr>
          <a:xfrm>
            <a:off x="3567523" y="5203037"/>
            <a:ext cx="1131180" cy="28188"/>
          </a:xfrm>
          <a:custGeom>
            <a:avLst/>
            <a:gdLst>
              <a:gd name="csX0" fmla="*/ 0 w 1131180"/>
              <a:gd name="csY0" fmla="*/ 28189 h 28188"/>
              <a:gd name="csX1" fmla="*/ 1102999 w 1131180"/>
              <a:gd name="csY1" fmla="*/ 28189 h 28188"/>
              <a:gd name="csX2" fmla="*/ 1131180 w 1131180"/>
              <a:gd name="csY2" fmla="*/ 0 h 28188"/>
              <a:gd name="csX3" fmla="*/ 28181 w 1131180"/>
              <a:gd name="csY3" fmla="*/ 0 h 28188"/>
            </a:gdLst>
            <a:ahLst/>
            <a:cxnLst/>
            <a:rect l="l" t="t" r="r" b="b"/>
            <a:pathLst>
              <a:path w="1131180" h="28188">
                <a:moveTo>
                  <a:pt x="0" y="28189"/>
                </a:moveTo>
                <a:lnTo>
                  <a:pt x="1102999" y="28189"/>
                </a:lnTo>
                <a:lnTo>
                  <a:pt x="1131180" y="0"/>
                </a:lnTo>
                <a:lnTo>
                  <a:pt x="28181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任意形状 39">
            <a:extLst>
              <a:ext uri="{FF2B5EF4-FFF2-40B4-BE49-F238E27FC236}">
                <a16:creationId xmlns:a16="http://schemas.microsoft.com/office/drawing/2014/main" id="{AF5693A0-402B-F0CB-08E4-B6C62868E723}"/>
              </a:ext>
            </a:extLst>
          </p:cNvPr>
          <p:cNvSpPr>
            <a:spLocks noGrp="1"/>
          </p:cNvSpPr>
          <p:nvPr/>
        </p:nvSpPr>
        <p:spPr>
          <a:xfrm>
            <a:off x="3567523" y="5203037"/>
            <a:ext cx="1131180" cy="28188"/>
          </a:xfrm>
          <a:custGeom>
            <a:avLst/>
            <a:gdLst>
              <a:gd name="csX0" fmla="*/ 0 w 1131180"/>
              <a:gd name="csY0" fmla="*/ 28189 h 28188"/>
              <a:gd name="csX1" fmla="*/ 1102999 w 1131180"/>
              <a:gd name="csY1" fmla="*/ 28189 h 28188"/>
              <a:gd name="csX2" fmla="*/ 1131180 w 1131180"/>
              <a:gd name="csY2" fmla="*/ 0 h 28188"/>
              <a:gd name="csX3" fmla="*/ 28181 w 1131180"/>
              <a:gd name="csY3" fmla="*/ 0 h 28188"/>
            </a:gdLst>
            <a:ahLst/>
            <a:cxnLst/>
            <a:rect l="l" t="t" r="r" b="b"/>
            <a:pathLst>
              <a:path w="1131180" h="28188">
                <a:moveTo>
                  <a:pt x="0" y="28189"/>
                </a:moveTo>
                <a:lnTo>
                  <a:pt x="1102999" y="28189"/>
                </a:lnTo>
                <a:lnTo>
                  <a:pt x="1131180" y="0"/>
                </a:lnTo>
                <a:lnTo>
                  <a:pt x="28181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任意形状 41">
            <a:extLst>
              <a:ext uri="{FF2B5EF4-FFF2-40B4-BE49-F238E27FC236}">
                <a16:creationId xmlns:a16="http://schemas.microsoft.com/office/drawing/2014/main" id="{19C4FD2B-5F44-50F6-986E-7D190EC2AE6F}"/>
              </a:ext>
            </a:extLst>
          </p:cNvPr>
          <p:cNvSpPr>
            <a:spLocks noGrp="1"/>
          </p:cNvSpPr>
          <p:nvPr/>
        </p:nvSpPr>
        <p:spPr>
          <a:xfrm>
            <a:off x="4670522" y="5203037"/>
            <a:ext cx="28181" cy="347658"/>
          </a:xfrm>
          <a:custGeom>
            <a:avLst/>
            <a:gdLst>
              <a:gd name="csX0" fmla="*/ 0 w 28181"/>
              <a:gd name="csY0" fmla="*/ 347659 h 347658"/>
              <a:gd name="csX1" fmla="*/ 28181 w 28181"/>
              <a:gd name="csY1" fmla="*/ 319470 h 347658"/>
              <a:gd name="csX2" fmla="*/ 28181 w 28181"/>
              <a:gd name="csY2" fmla="*/ 0 h 347658"/>
              <a:gd name="csX3" fmla="*/ 0 w 28181"/>
              <a:gd name="csY3" fmla="*/ 28189 h 347658"/>
            </a:gdLst>
            <a:ahLst/>
            <a:cxnLst/>
            <a:rect l="l" t="t" r="r" b="b"/>
            <a:pathLst>
              <a:path w="28181" h="347658">
                <a:moveTo>
                  <a:pt x="0" y="347659"/>
                </a:moveTo>
                <a:lnTo>
                  <a:pt x="28181" y="319470"/>
                </a:lnTo>
                <a:lnTo>
                  <a:pt x="28181" y="0"/>
                </a:lnTo>
                <a:lnTo>
                  <a:pt x="0" y="28189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任意形状 42">
            <a:extLst>
              <a:ext uri="{FF2B5EF4-FFF2-40B4-BE49-F238E27FC236}">
                <a16:creationId xmlns:a16="http://schemas.microsoft.com/office/drawing/2014/main" id="{E20ADFFC-4500-894A-2286-7FB9B6F86F4C}"/>
              </a:ext>
            </a:extLst>
          </p:cNvPr>
          <p:cNvSpPr>
            <a:spLocks noGrp="1"/>
          </p:cNvSpPr>
          <p:nvPr/>
        </p:nvSpPr>
        <p:spPr>
          <a:xfrm>
            <a:off x="4670522" y="5203037"/>
            <a:ext cx="28181" cy="347658"/>
          </a:xfrm>
          <a:custGeom>
            <a:avLst/>
            <a:gdLst>
              <a:gd name="csX0" fmla="*/ 0 w 28181"/>
              <a:gd name="csY0" fmla="*/ 347659 h 347658"/>
              <a:gd name="csX1" fmla="*/ 28181 w 28181"/>
              <a:gd name="csY1" fmla="*/ 319470 h 347658"/>
              <a:gd name="csX2" fmla="*/ 28181 w 28181"/>
              <a:gd name="csY2" fmla="*/ 0 h 347658"/>
              <a:gd name="csX3" fmla="*/ 0 w 28181"/>
              <a:gd name="csY3" fmla="*/ 28189 h 347658"/>
            </a:gdLst>
            <a:ahLst/>
            <a:cxnLst/>
            <a:rect l="l" t="t" r="r" b="b"/>
            <a:pathLst>
              <a:path w="28181" h="347658">
                <a:moveTo>
                  <a:pt x="0" y="347659"/>
                </a:moveTo>
                <a:lnTo>
                  <a:pt x="28181" y="319470"/>
                </a:lnTo>
                <a:lnTo>
                  <a:pt x="28181" y="0"/>
                </a:lnTo>
                <a:lnTo>
                  <a:pt x="0" y="28189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6D228FB-3DCD-94C9-BDFF-AF32ACFD1B6E}"/>
              </a:ext>
            </a:extLst>
          </p:cNvPr>
          <p:cNvSpPr>
            <a:spLocks noGrp="1"/>
          </p:cNvSpPr>
          <p:nvPr/>
        </p:nvSpPr>
        <p:spPr>
          <a:xfrm>
            <a:off x="3567523" y="5231225"/>
            <a:ext cx="1102998" cy="319470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5EDA009-D1CB-078C-2766-42ACEFE9428F}"/>
              </a:ext>
            </a:extLst>
          </p:cNvPr>
          <p:cNvSpPr>
            <a:spLocks noGrp="1"/>
          </p:cNvSpPr>
          <p:nvPr/>
        </p:nvSpPr>
        <p:spPr>
          <a:xfrm>
            <a:off x="3567523" y="5231225"/>
            <a:ext cx="1102998" cy="319470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A91A69A-854C-03FF-0718-54DE5E7E3785}"/>
              </a:ext>
            </a:extLst>
          </p:cNvPr>
          <p:cNvSpPr>
            <a:spLocks noGrp="1"/>
          </p:cNvSpPr>
          <p:nvPr/>
        </p:nvSpPr>
        <p:spPr>
          <a:xfrm>
            <a:off x="3730424" y="5200325"/>
            <a:ext cx="713657" cy="21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28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各方式每周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A893A05-23C4-ADA5-6D3C-945067316DBC}"/>
              </a:ext>
            </a:extLst>
          </p:cNvPr>
          <p:cNvSpPr>
            <a:spLocks noGrp="1"/>
          </p:cNvSpPr>
          <p:nvPr/>
        </p:nvSpPr>
        <p:spPr>
          <a:xfrm>
            <a:off x="3791731" y="5362104"/>
            <a:ext cx="607859" cy="21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28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出行频率</a:t>
            </a:r>
          </a:p>
        </p:txBody>
      </p:sp>
      <p:sp>
        <p:nvSpPr>
          <p:cNvPr id="52" name="任意形状 51">
            <a:extLst>
              <a:ext uri="{FF2B5EF4-FFF2-40B4-BE49-F238E27FC236}">
                <a16:creationId xmlns:a16="http://schemas.microsoft.com/office/drawing/2014/main" id="{CFF8445F-52DC-5777-155F-50F498C115FA}"/>
              </a:ext>
            </a:extLst>
          </p:cNvPr>
          <p:cNvSpPr>
            <a:spLocks noGrp="1"/>
          </p:cNvSpPr>
          <p:nvPr/>
        </p:nvSpPr>
        <p:spPr>
          <a:xfrm>
            <a:off x="3567523" y="4387609"/>
            <a:ext cx="1131180" cy="47158"/>
          </a:xfrm>
          <a:custGeom>
            <a:avLst/>
            <a:gdLst>
              <a:gd name="csX0" fmla="*/ 0 w 1131180"/>
              <a:gd name="csY0" fmla="*/ 47158 h 47158"/>
              <a:gd name="csX1" fmla="*/ 1084034 w 1131180"/>
              <a:gd name="csY1" fmla="*/ 47158 h 47158"/>
              <a:gd name="csX2" fmla="*/ 1131180 w 1131180"/>
              <a:gd name="csY2" fmla="*/ 0 h 47158"/>
              <a:gd name="csX3" fmla="*/ 47146 w 1131180"/>
              <a:gd name="csY3" fmla="*/ 0 h 47158"/>
            </a:gdLst>
            <a:ahLst/>
            <a:cxnLst/>
            <a:rect l="l" t="t" r="r" b="b"/>
            <a:pathLst>
              <a:path w="1131180" h="47158">
                <a:moveTo>
                  <a:pt x="0" y="47158"/>
                </a:moveTo>
                <a:lnTo>
                  <a:pt x="1084034" y="47158"/>
                </a:lnTo>
                <a:lnTo>
                  <a:pt x="1131180" y="0"/>
                </a:lnTo>
                <a:lnTo>
                  <a:pt x="47146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任意形状 52">
            <a:extLst>
              <a:ext uri="{FF2B5EF4-FFF2-40B4-BE49-F238E27FC236}">
                <a16:creationId xmlns:a16="http://schemas.microsoft.com/office/drawing/2014/main" id="{274247BC-460F-E7D0-3692-FEC64DE0929E}"/>
              </a:ext>
            </a:extLst>
          </p:cNvPr>
          <p:cNvSpPr>
            <a:spLocks noGrp="1"/>
          </p:cNvSpPr>
          <p:nvPr/>
        </p:nvSpPr>
        <p:spPr>
          <a:xfrm>
            <a:off x="3567523" y="4387609"/>
            <a:ext cx="1131180" cy="47158"/>
          </a:xfrm>
          <a:custGeom>
            <a:avLst/>
            <a:gdLst>
              <a:gd name="csX0" fmla="*/ 0 w 1131180"/>
              <a:gd name="csY0" fmla="*/ 47158 h 47158"/>
              <a:gd name="csX1" fmla="*/ 1084034 w 1131180"/>
              <a:gd name="csY1" fmla="*/ 47158 h 47158"/>
              <a:gd name="csX2" fmla="*/ 1131180 w 1131180"/>
              <a:gd name="csY2" fmla="*/ 0 h 47158"/>
              <a:gd name="csX3" fmla="*/ 47146 w 1131180"/>
              <a:gd name="csY3" fmla="*/ 0 h 47158"/>
            </a:gdLst>
            <a:ahLst/>
            <a:cxnLst/>
            <a:rect l="l" t="t" r="r" b="b"/>
            <a:pathLst>
              <a:path w="1131180" h="47158">
                <a:moveTo>
                  <a:pt x="0" y="47158"/>
                </a:moveTo>
                <a:lnTo>
                  <a:pt x="1084034" y="47158"/>
                </a:lnTo>
                <a:lnTo>
                  <a:pt x="1131180" y="0"/>
                </a:lnTo>
                <a:lnTo>
                  <a:pt x="47146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任意形状 54">
            <a:extLst>
              <a:ext uri="{FF2B5EF4-FFF2-40B4-BE49-F238E27FC236}">
                <a16:creationId xmlns:a16="http://schemas.microsoft.com/office/drawing/2014/main" id="{47B58067-3036-57AA-5415-99314E549DFE}"/>
              </a:ext>
            </a:extLst>
          </p:cNvPr>
          <p:cNvSpPr>
            <a:spLocks noGrp="1"/>
          </p:cNvSpPr>
          <p:nvPr/>
        </p:nvSpPr>
        <p:spPr>
          <a:xfrm>
            <a:off x="4651557" y="4387609"/>
            <a:ext cx="47146" cy="581617"/>
          </a:xfrm>
          <a:custGeom>
            <a:avLst/>
            <a:gdLst>
              <a:gd name="csX0" fmla="*/ 0 w 47146"/>
              <a:gd name="csY0" fmla="*/ 581617 h 581617"/>
              <a:gd name="csX1" fmla="*/ 47146 w 47146"/>
              <a:gd name="csY1" fmla="*/ 534459 h 581617"/>
              <a:gd name="csX2" fmla="*/ 47146 w 47146"/>
              <a:gd name="csY2" fmla="*/ 0 h 581617"/>
              <a:gd name="csX3" fmla="*/ 0 w 47146"/>
              <a:gd name="csY3" fmla="*/ 47158 h 581617"/>
            </a:gdLst>
            <a:ahLst/>
            <a:cxnLst/>
            <a:rect l="l" t="t" r="r" b="b"/>
            <a:pathLst>
              <a:path w="47146" h="581617">
                <a:moveTo>
                  <a:pt x="0" y="581617"/>
                </a:moveTo>
                <a:lnTo>
                  <a:pt x="47146" y="534459"/>
                </a:lnTo>
                <a:lnTo>
                  <a:pt x="47146" y="0"/>
                </a:lnTo>
                <a:lnTo>
                  <a:pt x="0" y="47158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任意形状 55">
            <a:extLst>
              <a:ext uri="{FF2B5EF4-FFF2-40B4-BE49-F238E27FC236}">
                <a16:creationId xmlns:a16="http://schemas.microsoft.com/office/drawing/2014/main" id="{EF8BF32C-A858-D3D4-6D98-238AA0E6E09E}"/>
              </a:ext>
            </a:extLst>
          </p:cNvPr>
          <p:cNvSpPr>
            <a:spLocks noGrp="1"/>
          </p:cNvSpPr>
          <p:nvPr/>
        </p:nvSpPr>
        <p:spPr>
          <a:xfrm>
            <a:off x="4651557" y="4387609"/>
            <a:ext cx="47146" cy="581617"/>
          </a:xfrm>
          <a:custGeom>
            <a:avLst/>
            <a:gdLst>
              <a:gd name="csX0" fmla="*/ 0 w 47146"/>
              <a:gd name="csY0" fmla="*/ 581617 h 581617"/>
              <a:gd name="csX1" fmla="*/ 47146 w 47146"/>
              <a:gd name="csY1" fmla="*/ 534459 h 581617"/>
              <a:gd name="csX2" fmla="*/ 47146 w 47146"/>
              <a:gd name="csY2" fmla="*/ 0 h 581617"/>
              <a:gd name="csX3" fmla="*/ 0 w 47146"/>
              <a:gd name="csY3" fmla="*/ 47158 h 581617"/>
            </a:gdLst>
            <a:ahLst/>
            <a:cxnLst/>
            <a:rect l="l" t="t" r="r" b="b"/>
            <a:pathLst>
              <a:path w="47146" h="581617">
                <a:moveTo>
                  <a:pt x="0" y="581617"/>
                </a:moveTo>
                <a:lnTo>
                  <a:pt x="47146" y="534459"/>
                </a:lnTo>
                <a:lnTo>
                  <a:pt x="47146" y="0"/>
                </a:lnTo>
                <a:lnTo>
                  <a:pt x="0" y="47158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0CB3416-67A8-FEA8-E2FE-F4EF324AB482}"/>
              </a:ext>
            </a:extLst>
          </p:cNvPr>
          <p:cNvSpPr>
            <a:spLocks noGrp="1"/>
          </p:cNvSpPr>
          <p:nvPr/>
        </p:nvSpPr>
        <p:spPr>
          <a:xfrm>
            <a:off x="3567523" y="4434767"/>
            <a:ext cx="1084033" cy="534459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C8F2041-2E37-D55C-39FA-0CC00DCD1073}"/>
              </a:ext>
            </a:extLst>
          </p:cNvPr>
          <p:cNvSpPr>
            <a:spLocks noGrp="1"/>
          </p:cNvSpPr>
          <p:nvPr/>
        </p:nvSpPr>
        <p:spPr>
          <a:xfrm>
            <a:off x="3567523" y="4434767"/>
            <a:ext cx="1084033" cy="534459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E4D17BC-D6E1-4CFB-1D08-CE205CAEB8A8}"/>
              </a:ext>
            </a:extLst>
          </p:cNvPr>
          <p:cNvSpPr>
            <a:spLocks noGrp="1"/>
          </p:cNvSpPr>
          <p:nvPr/>
        </p:nvSpPr>
        <p:spPr>
          <a:xfrm>
            <a:off x="3755102" y="4502163"/>
            <a:ext cx="6463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主要出行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BCD16D3-0745-58BC-4030-9DFBEA520791}"/>
              </a:ext>
            </a:extLst>
          </p:cNvPr>
          <p:cNvSpPr>
            <a:spLocks noGrp="1"/>
          </p:cNvSpPr>
          <p:nvPr/>
        </p:nvSpPr>
        <p:spPr>
          <a:xfrm>
            <a:off x="3888863" y="4663941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方式</a:t>
            </a:r>
          </a:p>
        </p:txBody>
      </p:sp>
      <p:sp>
        <p:nvSpPr>
          <p:cNvPr id="65" name="任意形状 64">
            <a:extLst>
              <a:ext uri="{FF2B5EF4-FFF2-40B4-BE49-F238E27FC236}">
                <a16:creationId xmlns:a16="http://schemas.microsoft.com/office/drawing/2014/main" id="{7B304502-7C1B-2C9E-64EC-90975F8198B4}"/>
              </a:ext>
            </a:extLst>
          </p:cNvPr>
          <p:cNvSpPr>
            <a:spLocks noGrp="1"/>
          </p:cNvSpPr>
          <p:nvPr/>
        </p:nvSpPr>
        <p:spPr>
          <a:xfrm>
            <a:off x="3567523" y="3913528"/>
            <a:ext cx="1131180" cy="19521"/>
          </a:xfrm>
          <a:custGeom>
            <a:avLst/>
            <a:gdLst>
              <a:gd name="csX0" fmla="*/ 0 w 1131180"/>
              <a:gd name="csY0" fmla="*/ 19521 h 19521"/>
              <a:gd name="csX1" fmla="*/ 1111664 w 1131180"/>
              <a:gd name="csY1" fmla="*/ 19521 h 19521"/>
              <a:gd name="csX2" fmla="*/ 1131180 w 1131180"/>
              <a:gd name="csY2" fmla="*/ 0 h 19521"/>
              <a:gd name="csX3" fmla="*/ 19516 w 1131180"/>
              <a:gd name="csY3" fmla="*/ 0 h 19521"/>
            </a:gdLst>
            <a:ahLst/>
            <a:cxnLst/>
            <a:rect l="l" t="t" r="r" b="b"/>
            <a:pathLst>
              <a:path w="1131180" h="19521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任意形状 65">
            <a:extLst>
              <a:ext uri="{FF2B5EF4-FFF2-40B4-BE49-F238E27FC236}">
                <a16:creationId xmlns:a16="http://schemas.microsoft.com/office/drawing/2014/main" id="{CAFECD80-A1DE-8102-F30A-CB4F562B8552}"/>
              </a:ext>
            </a:extLst>
          </p:cNvPr>
          <p:cNvSpPr>
            <a:spLocks noGrp="1"/>
          </p:cNvSpPr>
          <p:nvPr/>
        </p:nvSpPr>
        <p:spPr>
          <a:xfrm>
            <a:off x="3567523" y="3913528"/>
            <a:ext cx="1131180" cy="19521"/>
          </a:xfrm>
          <a:custGeom>
            <a:avLst/>
            <a:gdLst>
              <a:gd name="csX0" fmla="*/ 0 w 1131180"/>
              <a:gd name="csY0" fmla="*/ 19521 h 19521"/>
              <a:gd name="csX1" fmla="*/ 1111664 w 1131180"/>
              <a:gd name="csY1" fmla="*/ 19521 h 19521"/>
              <a:gd name="csX2" fmla="*/ 1131180 w 1131180"/>
              <a:gd name="csY2" fmla="*/ 0 h 19521"/>
              <a:gd name="csX3" fmla="*/ 19516 w 1131180"/>
              <a:gd name="csY3" fmla="*/ 0 h 19521"/>
            </a:gdLst>
            <a:ahLst/>
            <a:cxnLst/>
            <a:rect l="l" t="t" r="r" b="b"/>
            <a:pathLst>
              <a:path w="1131180" h="19521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任意形状 67">
            <a:extLst>
              <a:ext uri="{FF2B5EF4-FFF2-40B4-BE49-F238E27FC236}">
                <a16:creationId xmlns:a16="http://schemas.microsoft.com/office/drawing/2014/main" id="{E7AF94C7-FC52-017D-681F-B77A10C93FBD}"/>
              </a:ext>
            </a:extLst>
          </p:cNvPr>
          <p:cNvSpPr>
            <a:spLocks noGrp="1"/>
          </p:cNvSpPr>
          <p:nvPr/>
        </p:nvSpPr>
        <p:spPr>
          <a:xfrm>
            <a:off x="4679187" y="3913528"/>
            <a:ext cx="19516" cy="240758"/>
          </a:xfrm>
          <a:custGeom>
            <a:avLst/>
            <a:gdLst>
              <a:gd name="csX0" fmla="*/ 0 w 19516"/>
              <a:gd name="csY0" fmla="*/ 240759 h 240758"/>
              <a:gd name="csX1" fmla="*/ 19516 w 19516"/>
              <a:gd name="csY1" fmla="*/ 221238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9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任意形状 68">
            <a:extLst>
              <a:ext uri="{FF2B5EF4-FFF2-40B4-BE49-F238E27FC236}">
                <a16:creationId xmlns:a16="http://schemas.microsoft.com/office/drawing/2014/main" id="{7D79A0E3-F7CC-5B8A-0F1E-1848BA779CDF}"/>
              </a:ext>
            </a:extLst>
          </p:cNvPr>
          <p:cNvSpPr>
            <a:spLocks noGrp="1"/>
          </p:cNvSpPr>
          <p:nvPr/>
        </p:nvSpPr>
        <p:spPr>
          <a:xfrm>
            <a:off x="4679187" y="3913528"/>
            <a:ext cx="19516" cy="240758"/>
          </a:xfrm>
          <a:custGeom>
            <a:avLst/>
            <a:gdLst>
              <a:gd name="csX0" fmla="*/ 0 w 19516"/>
              <a:gd name="csY0" fmla="*/ 240759 h 240758"/>
              <a:gd name="csX1" fmla="*/ 19516 w 19516"/>
              <a:gd name="csY1" fmla="*/ 221238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9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CAC89649-6E98-46E4-91DB-A4A3AF3C3DE7}"/>
              </a:ext>
            </a:extLst>
          </p:cNvPr>
          <p:cNvSpPr>
            <a:spLocks noGrp="1"/>
          </p:cNvSpPr>
          <p:nvPr/>
        </p:nvSpPr>
        <p:spPr>
          <a:xfrm>
            <a:off x="3567523" y="3933049"/>
            <a:ext cx="1111664" cy="221237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791EE5DA-E292-9FDF-CD7C-658EA3301D72}"/>
              </a:ext>
            </a:extLst>
          </p:cNvPr>
          <p:cNvSpPr>
            <a:spLocks noGrp="1"/>
          </p:cNvSpPr>
          <p:nvPr/>
        </p:nvSpPr>
        <p:spPr>
          <a:xfrm>
            <a:off x="3567523" y="3933049"/>
            <a:ext cx="1111664" cy="221237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A0A1FFE-6695-9133-E6ED-5C7C43A225B7}"/>
              </a:ext>
            </a:extLst>
          </p:cNvPr>
          <p:cNvSpPr>
            <a:spLocks noGrp="1"/>
          </p:cNvSpPr>
          <p:nvPr/>
        </p:nvSpPr>
        <p:spPr>
          <a:xfrm>
            <a:off x="3765448" y="3924724"/>
            <a:ext cx="6463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出行距离</a:t>
            </a:r>
          </a:p>
        </p:txBody>
      </p:sp>
      <p:sp>
        <p:nvSpPr>
          <p:cNvPr id="77" name="任意形状 76">
            <a:extLst>
              <a:ext uri="{FF2B5EF4-FFF2-40B4-BE49-F238E27FC236}">
                <a16:creationId xmlns:a16="http://schemas.microsoft.com/office/drawing/2014/main" id="{FD7A978C-A9E5-5303-34EF-A034CE0B3E12}"/>
              </a:ext>
            </a:extLst>
          </p:cNvPr>
          <p:cNvSpPr>
            <a:spLocks noGrp="1"/>
          </p:cNvSpPr>
          <p:nvPr/>
        </p:nvSpPr>
        <p:spPr>
          <a:xfrm>
            <a:off x="3567523" y="3439448"/>
            <a:ext cx="1131180" cy="19520"/>
          </a:xfrm>
          <a:custGeom>
            <a:avLst/>
            <a:gdLst>
              <a:gd name="csX0" fmla="*/ 0 w 1131180"/>
              <a:gd name="csY0" fmla="*/ 19521 h 19520"/>
              <a:gd name="csX1" fmla="*/ 1111664 w 1131180"/>
              <a:gd name="csY1" fmla="*/ 19521 h 19520"/>
              <a:gd name="csX2" fmla="*/ 1131180 w 1131180"/>
              <a:gd name="csY2" fmla="*/ 0 h 19520"/>
              <a:gd name="csX3" fmla="*/ 19516 w 1131180"/>
              <a:gd name="csY3" fmla="*/ 0 h 19520"/>
            </a:gdLst>
            <a:ahLst/>
            <a:cxnLst/>
            <a:rect l="l" t="t" r="r" b="b"/>
            <a:pathLst>
              <a:path w="1131180" h="19520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任意形状 77">
            <a:extLst>
              <a:ext uri="{FF2B5EF4-FFF2-40B4-BE49-F238E27FC236}">
                <a16:creationId xmlns:a16="http://schemas.microsoft.com/office/drawing/2014/main" id="{0ECED77A-0F8C-6CDD-A2D7-A19BE742B28B}"/>
              </a:ext>
            </a:extLst>
          </p:cNvPr>
          <p:cNvSpPr>
            <a:spLocks noGrp="1"/>
          </p:cNvSpPr>
          <p:nvPr/>
        </p:nvSpPr>
        <p:spPr>
          <a:xfrm>
            <a:off x="3567523" y="3439448"/>
            <a:ext cx="1131180" cy="19520"/>
          </a:xfrm>
          <a:custGeom>
            <a:avLst/>
            <a:gdLst>
              <a:gd name="csX0" fmla="*/ 0 w 1131180"/>
              <a:gd name="csY0" fmla="*/ 19521 h 19520"/>
              <a:gd name="csX1" fmla="*/ 1111664 w 1131180"/>
              <a:gd name="csY1" fmla="*/ 19521 h 19520"/>
              <a:gd name="csX2" fmla="*/ 1131180 w 1131180"/>
              <a:gd name="csY2" fmla="*/ 0 h 19520"/>
              <a:gd name="csX3" fmla="*/ 19516 w 1131180"/>
              <a:gd name="csY3" fmla="*/ 0 h 19520"/>
            </a:gdLst>
            <a:ahLst/>
            <a:cxnLst/>
            <a:rect l="l" t="t" r="r" b="b"/>
            <a:pathLst>
              <a:path w="1131180" h="19520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任意形状 79">
            <a:extLst>
              <a:ext uri="{FF2B5EF4-FFF2-40B4-BE49-F238E27FC236}">
                <a16:creationId xmlns:a16="http://schemas.microsoft.com/office/drawing/2014/main" id="{9E546ED3-8804-6EAF-029F-7FB3F79F0A3B}"/>
              </a:ext>
            </a:extLst>
          </p:cNvPr>
          <p:cNvSpPr>
            <a:spLocks noGrp="1"/>
          </p:cNvSpPr>
          <p:nvPr/>
        </p:nvSpPr>
        <p:spPr>
          <a:xfrm>
            <a:off x="4679187" y="3439448"/>
            <a:ext cx="19516" cy="240758"/>
          </a:xfrm>
          <a:custGeom>
            <a:avLst/>
            <a:gdLst>
              <a:gd name="csX0" fmla="*/ 0 w 19516"/>
              <a:gd name="csY0" fmla="*/ 240758 h 240758"/>
              <a:gd name="csX1" fmla="*/ 19516 w 19516"/>
              <a:gd name="csY1" fmla="*/ 221238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8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任意形状 80">
            <a:extLst>
              <a:ext uri="{FF2B5EF4-FFF2-40B4-BE49-F238E27FC236}">
                <a16:creationId xmlns:a16="http://schemas.microsoft.com/office/drawing/2014/main" id="{CA5B7D2A-0832-21B0-D373-97B910D0A230}"/>
              </a:ext>
            </a:extLst>
          </p:cNvPr>
          <p:cNvSpPr>
            <a:spLocks noGrp="1"/>
          </p:cNvSpPr>
          <p:nvPr/>
        </p:nvSpPr>
        <p:spPr>
          <a:xfrm>
            <a:off x="4679187" y="3439448"/>
            <a:ext cx="19516" cy="240758"/>
          </a:xfrm>
          <a:custGeom>
            <a:avLst/>
            <a:gdLst>
              <a:gd name="csX0" fmla="*/ 0 w 19516"/>
              <a:gd name="csY0" fmla="*/ 240758 h 240758"/>
              <a:gd name="csX1" fmla="*/ 19516 w 19516"/>
              <a:gd name="csY1" fmla="*/ 221238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8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4ECA08CF-E39C-7A47-741A-5462A8805DB3}"/>
              </a:ext>
            </a:extLst>
          </p:cNvPr>
          <p:cNvSpPr>
            <a:spLocks noGrp="1"/>
          </p:cNvSpPr>
          <p:nvPr/>
        </p:nvSpPr>
        <p:spPr>
          <a:xfrm>
            <a:off x="3567523" y="3458969"/>
            <a:ext cx="1111664" cy="221237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AF7C5266-E449-86BC-A27E-013C2E56AF31}"/>
              </a:ext>
            </a:extLst>
          </p:cNvPr>
          <p:cNvSpPr>
            <a:spLocks noGrp="1"/>
          </p:cNvSpPr>
          <p:nvPr/>
        </p:nvSpPr>
        <p:spPr>
          <a:xfrm>
            <a:off x="3567523" y="3458969"/>
            <a:ext cx="1111664" cy="221237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60A6044-8B6F-E9D3-7B4A-5E954A833088}"/>
              </a:ext>
            </a:extLst>
          </p:cNvPr>
          <p:cNvSpPr>
            <a:spLocks noGrp="1"/>
          </p:cNvSpPr>
          <p:nvPr/>
        </p:nvSpPr>
        <p:spPr>
          <a:xfrm>
            <a:off x="3665660" y="3459842"/>
            <a:ext cx="819455" cy="219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28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每周出行频率</a:t>
            </a:r>
          </a:p>
        </p:txBody>
      </p:sp>
      <p:sp>
        <p:nvSpPr>
          <p:cNvPr id="89" name="任意形状 88">
            <a:extLst>
              <a:ext uri="{FF2B5EF4-FFF2-40B4-BE49-F238E27FC236}">
                <a16:creationId xmlns:a16="http://schemas.microsoft.com/office/drawing/2014/main" id="{F6ED20A1-082C-2403-259A-B4E1850BD56F}"/>
              </a:ext>
            </a:extLst>
          </p:cNvPr>
          <p:cNvSpPr>
            <a:spLocks noGrp="1"/>
          </p:cNvSpPr>
          <p:nvPr/>
        </p:nvSpPr>
        <p:spPr>
          <a:xfrm>
            <a:off x="3567523" y="2965368"/>
            <a:ext cx="1131180" cy="19521"/>
          </a:xfrm>
          <a:custGeom>
            <a:avLst/>
            <a:gdLst>
              <a:gd name="csX0" fmla="*/ 0 w 1131180"/>
              <a:gd name="csY0" fmla="*/ 19521 h 19521"/>
              <a:gd name="csX1" fmla="*/ 1111664 w 1131180"/>
              <a:gd name="csY1" fmla="*/ 19521 h 19521"/>
              <a:gd name="csX2" fmla="*/ 1131180 w 1131180"/>
              <a:gd name="csY2" fmla="*/ 0 h 19521"/>
              <a:gd name="csX3" fmla="*/ 19516 w 1131180"/>
              <a:gd name="csY3" fmla="*/ 0 h 19521"/>
            </a:gdLst>
            <a:ahLst/>
            <a:cxnLst/>
            <a:rect l="l" t="t" r="r" b="b"/>
            <a:pathLst>
              <a:path w="1131180" h="19521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任意形状 89">
            <a:extLst>
              <a:ext uri="{FF2B5EF4-FFF2-40B4-BE49-F238E27FC236}">
                <a16:creationId xmlns:a16="http://schemas.microsoft.com/office/drawing/2014/main" id="{613195CB-1E34-7684-AAAB-900E42C6D61A}"/>
              </a:ext>
            </a:extLst>
          </p:cNvPr>
          <p:cNvSpPr>
            <a:spLocks noGrp="1"/>
          </p:cNvSpPr>
          <p:nvPr/>
        </p:nvSpPr>
        <p:spPr>
          <a:xfrm>
            <a:off x="3567523" y="2965368"/>
            <a:ext cx="1131180" cy="19521"/>
          </a:xfrm>
          <a:custGeom>
            <a:avLst/>
            <a:gdLst>
              <a:gd name="csX0" fmla="*/ 0 w 1131180"/>
              <a:gd name="csY0" fmla="*/ 19521 h 19521"/>
              <a:gd name="csX1" fmla="*/ 1111664 w 1131180"/>
              <a:gd name="csY1" fmla="*/ 19521 h 19521"/>
              <a:gd name="csX2" fmla="*/ 1131180 w 1131180"/>
              <a:gd name="csY2" fmla="*/ 0 h 19521"/>
              <a:gd name="csX3" fmla="*/ 19516 w 1131180"/>
              <a:gd name="csY3" fmla="*/ 0 h 19521"/>
            </a:gdLst>
            <a:ahLst/>
            <a:cxnLst/>
            <a:rect l="l" t="t" r="r" b="b"/>
            <a:pathLst>
              <a:path w="1131180" h="19521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任意形状 91">
            <a:extLst>
              <a:ext uri="{FF2B5EF4-FFF2-40B4-BE49-F238E27FC236}">
                <a16:creationId xmlns:a16="http://schemas.microsoft.com/office/drawing/2014/main" id="{3E4AFCA5-97A0-D38D-BD0B-CA085D690E56}"/>
              </a:ext>
            </a:extLst>
          </p:cNvPr>
          <p:cNvSpPr>
            <a:spLocks noGrp="1"/>
          </p:cNvSpPr>
          <p:nvPr/>
        </p:nvSpPr>
        <p:spPr>
          <a:xfrm>
            <a:off x="4679187" y="2965368"/>
            <a:ext cx="19516" cy="240758"/>
          </a:xfrm>
          <a:custGeom>
            <a:avLst/>
            <a:gdLst>
              <a:gd name="csX0" fmla="*/ 0 w 19516"/>
              <a:gd name="csY0" fmla="*/ 240758 h 240758"/>
              <a:gd name="csX1" fmla="*/ 19516 w 19516"/>
              <a:gd name="csY1" fmla="*/ 221238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8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任意形状 92">
            <a:extLst>
              <a:ext uri="{FF2B5EF4-FFF2-40B4-BE49-F238E27FC236}">
                <a16:creationId xmlns:a16="http://schemas.microsoft.com/office/drawing/2014/main" id="{85915B82-E2D8-3E10-7E52-3F974F3AA805}"/>
              </a:ext>
            </a:extLst>
          </p:cNvPr>
          <p:cNvSpPr>
            <a:spLocks noGrp="1"/>
          </p:cNvSpPr>
          <p:nvPr/>
        </p:nvSpPr>
        <p:spPr>
          <a:xfrm>
            <a:off x="4679187" y="2965368"/>
            <a:ext cx="19516" cy="240758"/>
          </a:xfrm>
          <a:custGeom>
            <a:avLst/>
            <a:gdLst>
              <a:gd name="csX0" fmla="*/ 0 w 19516"/>
              <a:gd name="csY0" fmla="*/ 240758 h 240758"/>
              <a:gd name="csX1" fmla="*/ 19516 w 19516"/>
              <a:gd name="csY1" fmla="*/ 221238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8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4D787BC-806A-4001-E223-73BBF1BDC07C}"/>
              </a:ext>
            </a:extLst>
          </p:cNvPr>
          <p:cNvSpPr>
            <a:spLocks noGrp="1"/>
          </p:cNvSpPr>
          <p:nvPr/>
        </p:nvSpPr>
        <p:spPr>
          <a:xfrm>
            <a:off x="3567523" y="2984889"/>
            <a:ext cx="1111664" cy="221237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E5269094-F4DE-6725-C9B0-C26158B23F7D}"/>
              </a:ext>
            </a:extLst>
          </p:cNvPr>
          <p:cNvSpPr>
            <a:spLocks noGrp="1"/>
          </p:cNvSpPr>
          <p:nvPr/>
        </p:nvSpPr>
        <p:spPr>
          <a:xfrm>
            <a:off x="3567523" y="2984889"/>
            <a:ext cx="1111664" cy="221237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B0A2D04-4E60-D692-B3A8-7130E0750570}"/>
              </a:ext>
            </a:extLst>
          </p:cNvPr>
          <p:cNvSpPr>
            <a:spLocks noGrp="1"/>
          </p:cNvSpPr>
          <p:nvPr/>
        </p:nvSpPr>
        <p:spPr>
          <a:xfrm>
            <a:off x="3710912" y="2982313"/>
            <a:ext cx="737702" cy="2239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55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受教育程度</a:t>
            </a:r>
          </a:p>
        </p:txBody>
      </p:sp>
      <p:sp>
        <p:nvSpPr>
          <p:cNvPr id="101" name="任意形状 100">
            <a:extLst>
              <a:ext uri="{FF2B5EF4-FFF2-40B4-BE49-F238E27FC236}">
                <a16:creationId xmlns:a16="http://schemas.microsoft.com/office/drawing/2014/main" id="{C4DE5C10-9F2D-2EDE-CE61-10A4362A9D2B}"/>
              </a:ext>
            </a:extLst>
          </p:cNvPr>
          <p:cNvSpPr>
            <a:spLocks noGrp="1"/>
          </p:cNvSpPr>
          <p:nvPr/>
        </p:nvSpPr>
        <p:spPr>
          <a:xfrm>
            <a:off x="3567523" y="2491288"/>
            <a:ext cx="1131180" cy="19520"/>
          </a:xfrm>
          <a:custGeom>
            <a:avLst/>
            <a:gdLst>
              <a:gd name="csX0" fmla="*/ 0 w 1131180"/>
              <a:gd name="csY0" fmla="*/ 19521 h 19520"/>
              <a:gd name="csX1" fmla="*/ 1111664 w 1131180"/>
              <a:gd name="csY1" fmla="*/ 19521 h 19520"/>
              <a:gd name="csX2" fmla="*/ 1131180 w 1131180"/>
              <a:gd name="csY2" fmla="*/ 0 h 19520"/>
              <a:gd name="csX3" fmla="*/ 19516 w 1131180"/>
              <a:gd name="csY3" fmla="*/ 0 h 19520"/>
            </a:gdLst>
            <a:ahLst/>
            <a:cxnLst/>
            <a:rect l="l" t="t" r="r" b="b"/>
            <a:pathLst>
              <a:path w="1131180" h="19520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任意形状 101">
            <a:extLst>
              <a:ext uri="{FF2B5EF4-FFF2-40B4-BE49-F238E27FC236}">
                <a16:creationId xmlns:a16="http://schemas.microsoft.com/office/drawing/2014/main" id="{FEB16F5A-B755-5491-0301-FAF7A9E12568}"/>
              </a:ext>
            </a:extLst>
          </p:cNvPr>
          <p:cNvSpPr>
            <a:spLocks noGrp="1"/>
          </p:cNvSpPr>
          <p:nvPr/>
        </p:nvSpPr>
        <p:spPr>
          <a:xfrm>
            <a:off x="3567523" y="2491288"/>
            <a:ext cx="1131180" cy="19520"/>
          </a:xfrm>
          <a:custGeom>
            <a:avLst/>
            <a:gdLst>
              <a:gd name="csX0" fmla="*/ 0 w 1131180"/>
              <a:gd name="csY0" fmla="*/ 19521 h 19520"/>
              <a:gd name="csX1" fmla="*/ 1111664 w 1131180"/>
              <a:gd name="csY1" fmla="*/ 19521 h 19520"/>
              <a:gd name="csX2" fmla="*/ 1131180 w 1131180"/>
              <a:gd name="csY2" fmla="*/ 0 h 19520"/>
              <a:gd name="csX3" fmla="*/ 19516 w 1131180"/>
              <a:gd name="csY3" fmla="*/ 0 h 19520"/>
            </a:gdLst>
            <a:ahLst/>
            <a:cxnLst/>
            <a:rect l="l" t="t" r="r" b="b"/>
            <a:pathLst>
              <a:path w="1131180" h="19520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任意形状 103">
            <a:extLst>
              <a:ext uri="{FF2B5EF4-FFF2-40B4-BE49-F238E27FC236}">
                <a16:creationId xmlns:a16="http://schemas.microsoft.com/office/drawing/2014/main" id="{729D06C6-8FA0-F543-B565-FCDA1F1907C5}"/>
              </a:ext>
            </a:extLst>
          </p:cNvPr>
          <p:cNvSpPr>
            <a:spLocks noGrp="1"/>
          </p:cNvSpPr>
          <p:nvPr/>
        </p:nvSpPr>
        <p:spPr>
          <a:xfrm>
            <a:off x="4679187" y="2491288"/>
            <a:ext cx="19516" cy="240758"/>
          </a:xfrm>
          <a:custGeom>
            <a:avLst/>
            <a:gdLst>
              <a:gd name="csX0" fmla="*/ 0 w 19516"/>
              <a:gd name="csY0" fmla="*/ 240759 h 240758"/>
              <a:gd name="csX1" fmla="*/ 19516 w 19516"/>
              <a:gd name="csY1" fmla="*/ 221237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9"/>
                </a:moveTo>
                <a:lnTo>
                  <a:pt x="19516" y="221237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任意形状 104">
            <a:extLst>
              <a:ext uri="{FF2B5EF4-FFF2-40B4-BE49-F238E27FC236}">
                <a16:creationId xmlns:a16="http://schemas.microsoft.com/office/drawing/2014/main" id="{318FEBAF-0601-8EF3-B50B-0A64AAB1BFDD}"/>
              </a:ext>
            </a:extLst>
          </p:cNvPr>
          <p:cNvSpPr>
            <a:spLocks noGrp="1"/>
          </p:cNvSpPr>
          <p:nvPr/>
        </p:nvSpPr>
        <p:spPr>
          <a:xfrm>
            <a:off x="4679187" y="2491288"/>
            <a:ext cx="19516" cy="240758"/>
          </a:xfrm>
          <a:custGeom>
            <a:avLst/>
            <a:gdLst>
              <a:gd name="csX0" fmla="*/ 0 w 19516"/>
              <a:gd name="csY0" fmla="*/ 240759 h 240758"/>
              <a:gd name="csX1" fmla="*/ 19516 w 19516"/>
              <a:gd name="csY1" fmla="*/ 221237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9"/>
                </a:moveTo>
                <a:lnTo>
                  <a:pt x="19516" y="221237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16D65B2F-F047-B575-834B-6494DE06B1BB}"/>
              </a:ext>
            </a:extLst>
          </p:cNvPr>
          <p:cNvSpPr>
            <a:spLocks noGrp="1"/>
          </p:cNvSpPr>
          <p:nvPr/>
        </p:nvSpPr>
        <p:spPr>
          <a:xfrm>
            <a:off x="3567523" y="2510809"/>
            <a:ext cx="1111664" cy="221237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B3DFA9FC-37F8-EBDB-2E9B-973624AD61EA}"/>
              </a:ext>
            </a:extLst>
          </p:cNvPr>
          <p:cNvSpPr>
            <a:spLocks noGrp="1"/>
          </p:cNvSpPr>
          <p:nvPr/>
        </p:nvSpPr>
        <p:spPr>
          <a:xfrm>
            <a:off x="3567523" y="2510809"/>
            <a:ext cx="1111664" cy="221237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0AD51DCE-0B74-1B04-26FB-637A076D548E}"/>
              </a:ext>
            </a:extLst>
          </p:cNvPr>
          <p:cNvSpPr>
            <a:spLocks noGrp="1"/>
          </p:cNvSpPr>
          <p:nvPr/>
        </p:nvSpPr>
        <p:spPr>
          <a:xfrm>
            <a:off x="3897707" y="2502483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收入</a:t>
            </a:r>
          </a:p>
        </p:txBody>
      </p:sp>
      <p:sp>
        <p:nvSpPr>
          <p:cNvPr id="113" name="任意形状 112">
            <a:extLst>
              <a:ext uri="{FF2B5EF4-FFF2-40B4-BE49-F238E27FC236}">
                <a16:creationId xmlns:a16="http://schemas.microsoft.com/office/drawing/2014/main" id="{6E387299-F530-4F0C-14B1-8D678E951B51}"/>
              </a:ext>
            </a:extLst>
          </p:cNvPr>
          <p:cNvSpPr>
            <a:spLocks noGrp="1"/>
          </p:cNvSpPr>
          <p:nvPr/>
        </p:nvSpPr>
        <p:spPr>
          <a:xfrm>
            <a:off x="3567523" y="2017207"/>
            <a:ext cx="1131180" cy="19521"/>
          </a:xfrm>
          <a:custGeom>
            <a:avLst/>
            <a:gdLst>
              <a:gd name="csX0" fmla="*/ 0 w 1131180"/>
              <a:gd name="csY0" fmla="*/ 19521 h 19521"/>
              <a:gd name="csX1" fmla="*/ 1111664 w 1131180"/>
              <a:gd name="csY1" fmla="*/ 19521 h 19521"/>
              <a:gd name="csX2" fmla="*/ 1131180 w 1131180"/>
              <a:gd name="csY2" fmla="*/ 0 h 19521"/>
              <a:gd name="csX3" fmla="*/ 19516 w 1131180"/>
              <a:gd name="csY3" fmla="*/ 0 h 19521"/>
            </a:gdLst>
            <a:ahLst/>
            <a:cxnLst/>
            <a:rect l="l" t="t" r="r" b="b"/>
            <a:pathLst>
              <a:path w="1131180" h="19521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任意形状 113">
            <a:extLst>
              <a:ext uri="{FF2B5EF4-FFF2-40B4-BE49-F238E27FC236}">
                <a16:creationId xmlns:a16="http://schemas.microsoft.com/office/drawing/2014/main" id="{C3827ADC-9677-2CFD-5ACA-E1A685D06577}"/>
              </a:ext>
            </a:extLst>
          </p:cNvPr>
          <p:cNvSpPr>
            <a:spLocks noGrp="1"/>
          </p:cNvSpPr>
          <p:nvPr/>
        </p:nvSpPr>
        <p:spPr>
          <a:xfrm>
            <a:off x="3567523" y="2017207"/>
            <a:ext cx="1131180" cy="19521"/>
          </a:xfrm>
          <a:custGeom>
            <a:avLst/>
            <a:gdLst>
              <a:gd name="csX0" fmla="*/ 0 w 1131180"/>
              <a:gd name="csY0" fmla="*/ 19521 h 19521"/>
              <a:gd name="csX1" fmla="*/ 1111664 w 1131180"/>
              <a:gd name="csY1" fmla="*/ 19521 h 19521"/>
              <a:gd name="csX2" fmla="*/ 1131180 w 1131180"/>
              <a:gd name="csY2" fmla="*/ 0 h 19521"/>
              <a:gd name="csX3" fmla="*/ 19516 w 1131180"/>
              <a:gd name="csY3" fmla="*/ 0 h 19521"/>
            </a:gdLst>
            <a:ahLst/>
            <a:cxnLst/>
            <a:rect l="l" t="t" r="r" b="b"/>
            <a:pathLst>
              <a:path w="1131180" h="19521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" name="任意形状 115">
            <a:extLst>
              <a:ext uri="{FF2B5EF4-FFF2-40B4-BE49-F238E27FC236}">
                <a16:creationId xmlns:a16="http://schemas.microsoft.com/office/drawing/2014/main" id="{50431741-B908-8995-E5A1-4A15794C9AE6}"/>
              </a:ext>
            </a:extLst>
          </p:cNvPr>
          <p:cNvSpPr>
            <a:spLocks noGrp="1"/>
          </p:cNvSpPr>
          <p:nvPr/>
        </p:nvSpPr>
        <p:spPr>
          <a:xfrm>
            <a:off x="4679187" y="2017207"/>
            <a:ext cx="19516" cy="240758"/>
          </a:xfrm>
          <a:custGeom>
            <a:avLst/>
            <a:gdLst>
              <a:gd name="csX0" fmla="*/ 0 w 19516"/>
              <a:gd name="csY0" fmla="*/ 240758 h 240758"/>
              <a:gd name="csX1" fmla="*/ 19516 w 19516"/>
              <a:gd name="csY1" fmla="*/ 221237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8"/>
                </a:moveTo>
                <a:lnTo>
                  <a:pt x="19516" y="221237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任意形状 116">
            <a:extLst>
              <a:ext uri="{FF2B5EF4-FFF2-40B4-BE49-F238E27FC236}">
                <a16:creationId xmlns:a16="http://schemas.microsoft.com/office/drawing/2014/main" id="{83CE0BF9-95EB-938D-7B17-B0599716A287}"/>
              </a:ext>
            </a:extLst>
          </p:cNvPr>
          <p:cNvSpPr>
            <a:spLocks noGrp="1"/>
          </p:cNvSpPr>
          <p:nvPr/>
        </p:nvSpPr>
        <p:spPr>
          <a:xfrm>
            <a:off x="4679187" y="2017207"/>
            <a:ext cx="19516" cy="240758"/>
          </a:xfrm>
          <a:custGeom>
            <a:avLst/>
            <a:gdLst>
              <a:gd name="csX0" fmla="*/ 0 w 19516"/>
              <a:gd name="csY0" fmla="*/ 240758 h 240758"/>
              <a:gd name="csX1" fmla="*/ 19516 w 19516"/>
              <a:gd name="csY1" fmla="*/ 221237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8"/>
                </a:moveTo>
                <a:lnTo>
                  <a:pt x="19516" y="221237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FFEA3B3-FE07-B431-C9FA-EC2DD2BFC284}"/>
              </a:ext>
            </a:extLst>
          </p:cNvPr>
          <p:cNvSpPr>
            <a:spLocks noGrp="1"/>
          </p:cNvSpPr>
          <p:nvPr/>
        </p:nvSpPr>
        <p:spPr>
          <a:xfrm>
            <a:off x="3567523" y="2036728"/>
            <a:ext cx="1111664" cy="221237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03828253-2C45-4FF9-AF5F-F05C9E045EBB}"/>
              </a:ext>
            </a:extLst>
          </p:cNvPr>
          <p:cNvSpPr>
            <a:spLocks noGrp="1"/>
          </p:cNvSpPr>
          <p:nvPr/>
        </p:nvSpPr>
        <p:spPr>
          <a:xfrm>
            <a:off x="3567523" y="2036728"/>
            <a:ext cx="1111664" cy="221237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8FA8D54C-65EB-2ECC-B575-6D9FA243651E}"/>
              </a:ext>
            </a:extLst>
          </p:cNvPr>
          <p:cNvSpPr>
            <a:spLocks noGrp="1"/>
          </p:cNvSpPr>
          <p:nvPr/>
        </p:nvSpPr>
        <p:spPr>
          <a:xfrm>
            <a:off x="3897686" y="2028403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职业</a:t>
            </a:r>
          </a:p>
        </p:txBody>
      </p:sp>
      <p:sp>
        <p:nvSpPr>
          <p:cNvPr id="125" name="任意形状 124">
            <a:extLst>
              <a:ext uri="{FF2B5EF4-FFF2-40B4-BE49-F238E27FC236}">
                <a16:creationId xmlns:a16="http://schemas.microsoft.com/office/drawing/2014/main" id="{16F70D6C-639A-65CB-8F27-BD691B34D1C6}"/>
              </a:ext>
            </a:extLst>
          </p:cNvPr>
          <p:cNvSpPr>
            <a:spLocks noGrp="1"/>
          </p:cNvSpPr>
          <p:nvPr/>
        </p:nvSpPr>
        <p:spPr>
          <a:xfrm>
            <a:off x="3567523" y="1543127"/>
            <a:ext cx="1131180" cy="19521"/>
          </a:xfrm>
          <a:custGeom>
            <a:avLst/>
            <a:gdLst>
              <a:gd name="csX0" fmla="*/ 0 w 1131180"/>
              <a:gd name="csY0" fmla="*/ 19521 h 19521"/>
              <a:gd name="csX1" fmla="*/ 1111664 w 1131180"/>
              <a:gd name="csY1" fmla="*/ 19521 h 19521"/>
              <a:gd name="csX2" fmla="*/ 1131180 w 1131180"/>
              <a:gd name="csY2" fmla="*/ 0 h 19521"/>
              <a:gd name="csX3" fmla="*/ 19516 w 1131180"/>
              <a:gd name="csY3" fmla="*/ 0 h 19521"/>
            </a:gdLst>
            <a:ahLst/>
            <a:cxnLst/>
            <a:rect l="l" t="t" r="r" b="b"/>
            <a:pathLst>
              <a:path w="1131180" h="19521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任意形状 125">
            <a:extLst>
              <a:ext uri="{FF2B5EF4-FFF2-40B4-BE49-F238E27FC236}">
                <a16:creationId xmlns:a16="http://schemas.microsoft.com/office/drawing/2014/main" id="{2BD41EA1-8BD7-65DB-0227-C0B34EC14108}"/>
              </a:ext>
            </a:extLst>
          </p:cNvPr>
          <p:cNvSpPr>
            <a:spLocks noGrp="1"/>
          </p:cNvSpPr>
          <p:nvPr/>
        </p:nvSpPr>
        <p:spPr>
          <a:xfrm>
            <a:off x="3567523" y="1543127"/>
            <a:ext cx="1131180" cy="19521"/>
          </a:xfrm>
          <a:custGeom>
            <a:avLst/>
            <a:gdLst>
              <a:gd name="csX0" fmla="*/ 0 w 1131180"/>
              <a:gd name="csY0" fmla="*/ 19521 h 19521"/>
              <a:gd name="csX1" fmla="*/ 1111664 w 1131180"/>
              <a:gd name="csY1" fmla="*/ 19521 h 19521"/>
              <a:gd name="csX2" fmla="*/ 1131180 w 1131180"/>
              <a:gd name="csY2" fmla="*/ 0 h 19521"/>
              <a:gd name="csX3" fmla="*/ 19516 w 1131180"/>
              <a:gd name="csY3" fmla="*/ 0 h 19521"/>
            </a:gdLst>
            <a:ahLst/>
            <a:cxnLst/>
            <a:rect l="l" t="t" r="r" b="b"/>
            <a:pathLst>
              <a:path w="1131180" h="19521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任意形状 127">
            <a:extLst>
              <a:ext uri="{FF2B5EF4-FFF2-40B4-BE49-F238E27FC236}">
                <a16:creationId xmlns:a16="http://schemas.microsoft.com/office/drawing/2014/main" id="{CE90928F-ED67-1766-7E09-982FA469BB3C}"/>
              </a:ext>
            </a:extLst>
          </p:cNvPr>
          <p:cNvSpPr>
            <a:spLocks noGrp="1"/>
          </p:cNvSpPr>
          <p:nvPr/>
        </p:nvSpPr>
        <p:spPr>
          <a:xfrm>
            <a:off x="4679187" y="1543127"/>
            <a:ext cx="19516" cy="240758"/>
          </a:xfrm>
          <a:custGeom>
            <a:avLst/>
            <a:gdLst>
              <a:gd name="csX0" fmla="*/ 0 w 19516"/>
              <a:gd name="csY0" fmla="*/ 240759 h 240758"/>
              <a:gd name="csX1" fmla="*/ 19516 w 19516"/>
              <a:gd name="csY1" fmla="*/ 221238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9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任意形状 128">
            <a:extLst>
              <a:ext uri="{FF2B5EF4-FFF2-40B4-BE49-F238E27FC236}">
                <a16:creationId xmlns:a16="http://schemas.microsoft.com/office/drawing/2014/main" id="{DB60156C-BE9F-86AA-8790-CC899BB80796}"/>
              </a:ext>
            </a:extLst>
          </p:cNvPr>
          <p:cNvSpPr>
            <a:spLocks noGrp="1"/>
          </p:cNvSpPr>
          <p:nvPr/>
        </p:nvSpPr>
        <p:spPr>
          <a:xfrm>
            <a:off x="4679187" y="1543127"/>
            <a:ext cx="19516" cy="240758"/>
          </a:xfrm>
          <a:custGeom>
            <a:avLst/>
            <a:gdLst>
              <a:gd name="csX0" fmla="*/ 0 w 19516"/>
              <a:gd name="csY0" fmla="*/ 240759 h 240758"/>
              <a:gd name="csX1" fmla="*/ 19516 w 19516"/>
              <a:gd name="csY1" fmla="*/ 221238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9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912E801-7E64-8AB9-B5E3-A82D1E917DB7}"/>
              </a:ext>
            </a:extLst>
          </p:cNvPr>
          <p:cNvSpPr>
            <a:spLocks noGrp="1"/>
          </p:cNvSpPr>
          <p:nvPr/>
        </p:nvSpPr>
        <p:spPr>
          <a:xfrm>
            <a:off x="3567523" y="1562648"/>
            <a:ext cx="1111664" cy="221237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33B4225A-3DBE-4F1A-B629-ED3CA8DAC2D3}"/>
              </a:ext>
            </a:extLst>
          </p:cNvPr>
          <p:cNvSpPr>
            <a:spLocks noGrp="1"/>
          </p:cNvSpPr>
          <p:nvPr/>
        </p:nvSpPr>
        <p:spPr>
          <a:xfrm>
            <a:off x="3567523" y="1562648"/>
            <a:ext cx="1111664" cy="221237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D0C19C86-C868-CD7B-1603-98AD6C237529}"/>
              </a:ext>
            </a:extLst>
          </p:cNvPr>
          <p:cNvSpPr>
            <a:spLocks noGrp="1"/>
          </p:cNvSpPr>
          <p:nvPr/>
        </p:nvSpPr>
        <p:spPr>
          <a:xfrm>
            <a:off x="3897707" y="1554323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年龄</a:t>
            </a:r>
          </a:p>
        </p:txBody>
      </p:sp>
      <p:sp>
        <p:nvSpPr>
          <p:cNvPr id="137" name="任意形状 136">
            <a:extLst>
              <a:ext uri="{FF2B5EF4-FFF2-40B4-BE49-F238E27FC236}">
                <a16:creationId xmlns:a16="http://schemas.microsoft.com/office/drawing/2014/main" id="{240742C1-90FE-AC75-1081-C5EEC3DA4184}"/>
              </a:ext>
            </a:extLst>
          </p:cNvPr>
          <p:cNvSpPr>
            <a:spLocks noGrp="1"/>
          </p:cNvSpPr>
          <p:nvPr/>
        </p:nvSpPr>
        <p:spPr>
          <a:xfrm>
            <a:off x="3567523" y="1069047"/>
            <a:ext cx="1131180" cy="19521"/>
          </a:xfrm>
          <a:custGeom>
            <a:avLst/>
            <a:gdLst>
              <a:gd name="csX0" fmla="*/ 0 w 1131180"/>
              <a:gd name="csY0" fmla="*/ 19521 h 19521"/>
              <a:gd name="csX1" fmla="*/ 1111664 w 1131180"/>
              <a:gd name="csY1" fmla="*/ 19521 h 19521"/>
              <a:gd name="csX2" fmla="*/ 1131180 w 1131180"/>
              <a:gd name="csY2" fmla="*/ 0 h 19521"/>
              <a:gd name="csX3" fmla="*/ 19516 w 1131180"/>
              <a:gd name="csY3" fmla="*/ 0 h 19521"/>
            </a:gdLst>
            <a:ahLst/>
            <a:cxnLst/>
            <a:rect l="l" t="t" r="r" b="b"/>
            <a:pathLst>
              <a:path w="1131180" h="19521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" name="任意形状 137">
            <a:extLst>
              <a:ext uri="{FF2B5EF4-FFF2-40B4-BE49-F238E27FC236}">
                <a16:creationId xmlns:a16="http://schemas.microsoft.com/office/drawing/2014/main" id="{1C236415-0777-27F0-D527-34CA9E8597AC}"/>
              </a:ext>
            </a:extLst>
          </p:cNvPr>
          <p:cNvSpPr>
            <a:spLocks noGrp="1"/>
          </p:cNvSpPr>
          <p:nvPr/>
        </p:nvSpPr>
        <p:spPr>
          <a:xfrm>
            <a:off x="3567523" y="1069047"/>
            <a:ext cx="1131180" cy="19521"/>
          </a:xfrm>
          <a:custGeom>
            <a:avLst/>
            <a:gdLst>
              <a:gd name="csX0" fmla="*/ 0 w 1131180"/>
              <a:gd name="csY0" fmla="*/ 19521 h 19521"/>
              <a:gd name="csX1" fmla="*/ 1111664 w 1131180"/>
              <a:gd name="csY1" fmla="*/ 19521 h 19521"/>
              <a:gd name="csX2" fmla="*/ 1131180 w 1131180"/>
              <a:gd name="csY2" fmla="*/ 0 h 19521"/>
              <a:gd name="csX3" fmla="*/ 19516 w 1131180"/>
              <a:gd name="csY3" fmla="*/ 0 h 19521"/>
            </a:gdLst>
            <a:ahLst/>
            <a:cxnLst/>
            <a:rect l="l" t="t" r="r" b="b"/>
            <a:pathLst>
              <a:path w="1131180" h="19521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" name="任意形状 139">
            <a:extLst>
              <a:ext uri="{FF2B5EF4-FFF2-40B4-BE49-F238E27FC236}">
                <a16:creationId xmlns:a16="http://schemas.microsoft.com/office/drawing/2014/main" id="{BA167869-6438-34D8-DDA8-2CC9560A7D97}"/>
              </a:ext>
            </a:extLst>
          </p:cNvPr>
          <p:cNvSpPr>
            <a:spLocks noGrp="1"/>
          </p:cNvSpPr>
          <p:nvPr/>
        </p:nvSpPr>
        <p:spPr>
          <a:xfrm>
            <a:off x="4679187" y="1069047"/>
            <a:ext cx="19516" cy="240758"/>
          </a:xfrm>
          <a:custGeom>
            <a:avLst/>
            <a:gdLst>
              <a:gd name="csX0" fmla="*/ 0 w 19516"/>
              <a:gd name="csY0" fmla="*/ 240758 h 240758"/>
              <a:gd name="csX1" fmla="*/ 19516 w 19516"/>
              <a:gd name="csY1" fmla="*/ 221237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8"/>
                </a:moveTo>
                <a:lnTo>
                  <a:pt x="19516" y="221237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" name="任意形状 140">
            <a:extLst>
              <a:ext uri="{FF2B5EF4-FFF2-40B4-BE49-F238E27FC236}">
                <a16:creationId xmlns:a16="http://schemas.microsoft.com/office/drawing/2014/main" id="{6B6A1B46-824A-DCE0-4E78-6DC4D66E3870}"/>
              </a:ext>
            </a:extLst>
          </p:cNvPr>
          <p:cNvSpPr>
            <a:spLocks noGrp="1"/>
          </p:cNvSpPr>
          <p:nvPr/>
        </p:nvSpPr>
        <p:spPr>
          <a:xfrm>
            <a:off x="4679187" y="1069047"/>
            <a:ext cx="19516" cy="240758"/>
          </a:xfrm>
          <a:custGeom>
            <a:avLst/>
            <a:gdLst>
              <a:gd name="csX0" fmla="*/ 0 w 19516"/>
              <a:gd name="csY0" fmla="*/ 240758 h 240758"/>
              <a:gd name="csX1" fmla="*/ 19516 w 19516"/>
              <a:gd name="csY1" fmla="*/ 221237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8"/>
                </a:moveTo>
                <a:lnTo>
                  <a:pt x="19516" y="221237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CF9A5CC4-AE26-A99A-73BD-FB059C7FCF15}"/>
              </a:ext>
            </a:extLst>
          </p:cNvPr>
          <p:cNvSpPr>
            <a:spLocks noGrp="1"/>
          </p:cNvSpPr>
          <p:nvPr/>
        </p:nvSpPr>
        <p:spPr>
          <a:xfrm>
            <a:off x="3567523" y="1088568"/>
            <a:ext cx="1111664" cy="221237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3156051D-F56A-723E-A811-324868422E49}"/>
              </a:ext>
            </a:extLst>
          </p:cNvPr>
          <p:cNvSpPr>
            <a:spLocks noGrp="1"/>
          </p:cNvSpPr>
          <p:nvPr/>
        </p:nvSpPr>
        <p:spPr>
          <a:xfrm>
            <a:off x="3567523" y="1088568"/>
            <a:ext cx="1111664" cy="221237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1A3B88C2-E378-1E59-29BB-67EF108C1F3F}"/>
              </a:ext>
            </a:extLst>
          </p:cNvPr>
          <p:cNvSpPr>
            <a:spLocks noGrp="1"/>
          </p:cNvSpPr>
          <p:nvPr/>
        </p:nvSpPr>
        <p:spPr>
          <a:xfrm>
            <a:off x="3898644" y="1080242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性别</a:t>
            </a: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E372DCCC-444D-5444-9425-ACE91ADB56F8}"/>
              </a:ext>
            </a:extLst>
          </p:cNvPr>
          <p:cNvSpPr>
            <a:spLocks noGrp="1"/>
          </p:cNvSpPr>
          <p:nvPr/>
        </p:nvSpPr>
        <p:spPr>
          <a:xfrm>
            <a:off x="1915839" y="549560"/>
            <a:ext cx="6463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200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潜变量</a:t>
            </a:r>
            <a:endParaRPr sz="1200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8" name="任意形状 147">
            <a:extLst>
              <a:ext uri="{FF2B5EF4-FFF2-40B4-BE49-F238E27FC236}">
                <a16:creationId xmlns:a16="http://schemas.microsoft.com/office/drawing/2014/main" id="{03BB45D3-ED23-C161-02ED-4341AC3768A9}"/>
              </a:ext>
            </a:extLst>
          </p:cNvPr>
          <p:cNvSpPr>
            <a:spLocks noGrp="1"/>
          </p:cNvSpPr>
          <p:nvPr/>
        </p:nvSpPr>
        <p:spPr>
          <a:xfrm>
            <a:off x="1758980" y="1188788"/>
            <a:ext cx="1031555" cy="474080"/>
          </a:xfrm>
          <a:custGeom>
            <a:avLst/>
            <a:gdLst>
              <a:gd name="csX0" fmla="*/ 0 w 1031555"/>
              <a:gd name="csY0" fmla="*/ 237040 h 474080"/>
              <a:gd name="csX1" fmla="*/ 0 w 1031555"/>
              <a:gd name="csY1" fmla="*/ 237040 h 474080"/>
              <a:gd name="csX2" fmla="*/ 515778 w 1031555"/>
              <a:gd name="csY2" fmla="*/ 0 h 474080"/>
              <a:gd name="csX3" fmla="*/ 1031556 w 1031555"/>
              <a:gd name="csY3" fmla="*/ 237040 h 474080"/>
              <a:gd name="csX4" fmla="*/ 1031556 w 1031555"/>
              <a:gd name="csY4" fmla="*/ 237040 h 474080"/>
              <a:gd name="csX5" fmla="*/ 515778 w 1031555"/>
              <a:gd name="csY5" fmla="*/ 474080 h 474080"/>
              <a:gd name="csX6" fmla="*/ 0 w 1031555"/>
              <a:gd name="csY6" fmla="*/ 237040 h 474080"/>
            </a:gdLst>
            <a:ahLst/>
            <a:cxnLst/>
            <a:rect l="l" t="t" r="r" b="b"/>
            <a:pathLst>
              <a:path w="1031555" h="474080">
                <a:moveTo>
                  <a:pt x="0" y="237040"/>
                </a:moveTo>
                <a:lnTo>
                  <a:pt x="0" y="237040"/>
                </a:lnTo>
                <a:cubicBezTo>
                  <a:pt x="0" y="106126"/>
                  <a:pt x="230922" y="0"/>
                  <a:pt x="515778" y="0"/>
                </a:cubicBezTo>
                <a:cubicBezTo>
                  <a:pt x="800634" y="0"/>
                  <a:pt x="1031556" y="106126"/>
                  <a:pt x="1031556" y="237040"/>
                </a:cubicBezTo>
                <a:lnTo>
                  <a:pt x="1031556" y="237040"/>
                </a:lnTo>
                <a:cubicBezTo>
                  <a:pt x="1031556" y="367954"/>
                  <a:pt x="800634" y="474080"/>
                  <a:pt x="515778" y="474080"/>
                </a:cubicBezTo>
                <a:cubicBezTo>
                  <a:pt x="230922" y="474080"/>
                  <a:pt x="0" y="367954"/>
                  <a:pt x="0" y="237040"/>
                </a:cubicBezTo>
                <a:close/>
              </a:path>
            </a:pathLst>
          </a:custGeom>
          <a:noFill/>
          <a:ln w="11144">
            <a:solidFill>
              <a:srgbClr val="7F7F7F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5613A397-A122-B883-7FBF-20D78321A195}"/>
              </a:ext>
            </a:extLst>
          </p:cNvPr>
          <p:cNvSpPr>
            <a:spLocks noGrp="1"/>
          </p:cNvSpPr>
          <p:nvPr/>
        </p:nvSpPr>
        <p:spPr>
          <a:xfrm>
            <a:off x="1832007" y="1303553"/>
            <a:ext cx="809837" cy="240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66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性价比偏好</a:t>
            </a:r>
            <a:endParaRPr sz="966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50" name="任意形状 149">
            <a:extLst>
              <a:ext uri="{FF2B5EF4-FFF2-40B4-BE49-F238E27FC236}">
                <a16:creationId xmlns:a16="http://schemas.microsoft.com/office/drawing/2014/main" id="{11AAB7E3-B4A1-68A1-73B3-906F3150F2DF}"/>
              </a:ext>
            </a:extLst>
          </p:cNvPr>
          <p:cNvSpPr>
            <a:spLocks noGrp="1"/>
          </p:cNvSpPr>
          <p:nvPr/>
        </p:nvSpPr>
        <p:spPr>
          <a:xfrm>
            <a:off x="7079553" y="960318"/>
            <a:ext cx="1263888" cy="4916986"/>
          </a:xfrm>
          <a:custGeom>
            <a:avLst/>
            <a:gdLst>
              <a:gd name="csX0" fmla="*/ 0 w 1263888"/>
              <a:gd name="csY0" fmla="*/ 0 h 4916986"/>
              <a:gd name="csX1" fmla="*/ 1263889 w 1263888"/>
              <a:gd name="csY1" fmla="*/ 0 h 4916986"/>
              <a:gd name="csX2" fmla="*/ 1263889 w 1263888"/>
              <a:gd name="csY2" fmla="*/ 4916987 h 4916986"/>
              <a:gd name="csX3" fmla="*/ 0 w 1263888"/>
              <a:gd name="csY3" fmla="*/ 4916987 h 4916986"/>
            </a:gdLst>
            <a:ahLst/>
            <a:cxnLst/>
            <a:rect l="l" t="t" r="r" b="b"/>
            <a:pathLst>
              <a:path w="1263888" h="4916986">
                <a:moveTo>
                  <a:pt x="0" y="0"/>
                </a:moveTo>
                <a:lnTo>
                  <a:pt x="1263889" y="0"/>
                </a:lnTo>
                <a:lnTo>
                  <a:pt x="1263889" y="4916987"/>
                </a:lnTo>
                <a:lnTo>
                  <a:pt x="0" y="4916987"/>
                </a:lnTo>
                <a:close/>
              </a:path>
            </a:pathLst>
          </a:custGeom>
          <a:noFill/>
          <a:ln w="8358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0DE1F95B-1A6A-0AC8-5AA7-EE52BD003635}"/>
              </a:ext>
            </a:extLst>
          </p:cNvPr>
          <p:cNvSpPr>
            <a:spLocks noGrp="1"/>
          </p:cNvSpPr>
          <p:nvPr/>
        </p:nvSpPr>
        <p:spPr>
          <a:xfrm>
            <a:off x="7442362" y="1055865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效用</a:t>
            </a:r>
          </a:p>
        </p:txBody>
      </p:sp>
      <p:sp>
        <p:nvSpPr>
          <p:cNvPr id="153" name="任意形状 152">
            <a:extLst>
              <a:ext uri="{FF2B5EF4-FFF2-40B4-BE49-F238E27FC236}">
                <a16:creationId xmlns:a16="http://schemas.microsoft.com/office/drawing/2014/main" id="{94C0D0E8-75F7-526F-6515-C51F04121228}"/>
              </a:ext>
            </a:extLst>
          </p:cNvPr>
          <p:cNvSpPr>
            <a:spLocks noGrp="1"/>
          </p:cNvSpPr>
          <p:nvPr/>
        </p:nvSpPr>
        <p:spPr>
          <a:xfrm>
            <a:off x="7195719" y="5258646"/>
            <a:ext cx="1031555" cy="474080"/>
          </a:xfrm>
          <a:custGeom>
            <a:avLst/>
            <a:gdLst>
              <a:gd name="csX0" fmla="*/ 0 w 1031555"/>
              <a:gd name="csY0" fmla="*/ 237040 h 474080"/>
              <a:gd name="csX1" fmla="*/ 0 w 1031555"/>
              <a:gd name="csY1" fmla="*/ 237040 h 474080"/>
              <a:gd name="csX2" fmla="*/ 515778 w 1031555"/>
              <a:gd name="csY2" fmla="*/ 0 h 474080"/>
              <a:gd name="csX3" fmla="*/ 1031556 w 1031555"/>
              <a:gd name="csY3" fmla="*/ 237040 h 474080"/>
              <a:gd name="csX4" fmla="*/ 1031556 w 1031555"/>
              <a:gd name="csY4" fmla="*/ 237040 h 474080"/>
              <a:gd name="csX5" fmla="*/ 515778 w 1031555"/>
              <a:gd name="csY5" fmla="*/ 474081 h 474080"/>
              <a:gd name="csX6" fmla="*/ 0 w 1031555"/>
              <a:gd name="csY6" fmla="*/ 237040 h 474080"/>
            </a:gdLst>
            <a:ahLst/>
            <a:cxnLst/>
            <a:rect l="l" t="t" r="r" b="b"/>
            <a:pathLst>
              <a:path w="1031555" h="474080">
                <a:moveTo>
                  <a:pt x="0" y="237040"/>
                </a:moveTo>
                <a:lnTo>
                  <a:pt x="0" y="237040"/>
                </a:lnTo>
                <a:cubicBezTo>
                  <a:pt x="0" y="106126"/>
                  <a:pt x="230922" y="0"/>
                  <a:pt x="515778" y="0"/>
                </a:cubicBezTo>
                <a:cubicBezTo>
                  <a:pt x="800634" y="0"/>
                  <a:pt x="1031556" y="106126"/>
                  <a:pt x="1031556" y="237040"/>
                </a:cubicBezTo>
                <a:lnTo>
                  <a:pt x="1031556" y="237040"/>
                </a:lnTo>
                <a:cubicBezTo>
                  <a:pt x="1031556" y="367954"/>
                  <a:pt x="800634" y="474081"/>
                  <a:pt x="515778" y="474081"/>
                </a:cubicBezTo>
                <a:cubicBezTo>
                  <a:pt x="230922" y="474080"/>
                  <a:pt x="0" y="367954"/>
                  <a:pt x="0" y="237040"/>
                </a:cubicBezTo>
                <a:close/>
              </a:path>
            </a:pathLst>
          </a:custGeom>
          <a:noFill/>
          <a:ln w="11144">
            <a:solidFill>
              <a:srgbClr val="7F7F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A9A41271-12A7-346F-6340-5EE587B60481}"/>
              </a:ext>
            </a:extLst>
          </p:cNvPr>
          <p:cNvSpPr>
            <a:spLocks noGrp="1"/>
          </p:cNvSpPr>
          <p:nvPr/>
        </p:nvSpPr>
        <p:spPr>
          <a:xfrm>
            <a:off x="7306478" y="5369387"/>
            <a:ext cx="569387" cy="2459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98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转移至</a:t>
            </a: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CE8D0DEB-3437-75B1-BB1B-A8AC7929D935}"/>
              </a:ext>
            </a:extLst>
          </p:cNvPr>
          <p:cNvSpPr>
            <a:spLocks noGrp="1"/>
          </p:cNvSpPr>
          <p:nvPr/>
        </p:nvSpPr>
        <p:spPr>
          <a:xfrm>
            <a:off x="7749563" y="5364681"/>
            <a:ext cx="369012" cy="2459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9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M4</a:t>
            </a:r>
          </a:p>
        </p:txBody>
      </p:sp>
      <p:sp>
        <p:nvSpPr>
          <p:cNvPr id="157" name="任意形状 156">
            <a:extLst>
              <a:ext uri="{FF2B5EF4-FFF2-40B4-BE49-F238E27FC236}">
                <a16:creationId xmlns:a16="http://schemas.microsoft.com/office/drawing/2014/main" id="{E1E84D85-18D1-5621-9A0D-90DBF787D584}"/>
              </a:ext>
            </a:extLst>
          </p:cNvPr>
          <p:cNvSpPr>
            <a:spLocks noGrp="1"/>
          </p:cNvSpPr>
          <p:nvPr/>
        </p:nvSpPr>
        <p:spPr>
          <a:xfrm>
            <a:off x="7195719" y="4310485"/>
            <a:ext cx="1031555" cy="474080"/>
          </a:xfrm>
          <a:custGeom>
            <a:avLst/>
            <a:gdLst>
              <a:gd name="csX0" fmla="*/ 0 w 1031555"/>
              <a:gd name="csY0" fmla="*/ 237041 h 474080"/>
              <a:gd name="csX1" fmla="*/ 0 w 1031555"/>
              <a:gd name="csY1" fmla="*/ 237041 h 474080"/>
              <a:gd name="csX2" fmla="*/ 515778 w 1031555"/>
              <a:gd name="csY2" fmla="*/ 0 h 474080"/>
              <a:gd name="csX3" fmla="*/ 1031556 w 1031555"/>
              <a:gd name="csY3" fmla="*/ 237041 h 474080"/>
              <a:gd name="csX4" fmla="*/ 1031556 w 1031555"/>
              <a:gd name="csY4" fmla="*/ 237041 h 474080"/>
              <a:gd name="csX5" fmla="*/ 515778 w 1031555"/>
              <a:gd name="csY5" fmla="*/ 474081 h 474080"/>
              <a:gd name="csX6" fmla="*/ 0 w 1031555"/>
              <a:gd name="csY6" fmla="*/ 237041 h 474080"/>
            </a:gdLst>
            <a:ahLst/>
            <a:cxnLst/>
            <a:rect l="l" t="t" r="r" b="b"/>
            <a:pathLst>
              <a:path w="1031555" h="474080">
                <a:moveTo>
                  <a:pt x="0" y="237041"/>
                </a:moveTo>
                <a:lnTo>
                  <a:pt x="0" y="237041"/>
                </a:lnTo>
                <a:cubicBezTo>
                  <a:pt x="0" y="106127"/>
                  <a:pt x="230922" y="0"/>
                  <a:pt x="515778" y="0"/>
                </a:cubicBezTo>
                <a:cubicBezTo>
                  <a:pt x="800634" y="0"/>
                  <a:pt x="1031556" y="106127"/>
                  <a:pt x="1031556" y="237041"/>
                </a:cubicBezTo>
                <a:lnTo>
                  <a:pt x="1031556" y="237041"/>
                </a:lnTo>
                <a:cubicBezTo>
                  <a:pt x="1031556" y="367954"/>
                  <a:pt x="800634" y="474081"/>
                  <a:pt x="515778" y="474081"/>
                </a:cubicBezTo>
                <a:cubicBezTo>
                  <a:pt x="230922" y="474081"/>
                  <a:pt x="0" y="367954"/>
                  <a:pt x="0" y="237041"/>
                </a:cubicBezTo>
                <a:close/>
              </a:path>
            </a:pathLst>
          </a:custGeom>
          <a:noFill/>
          <a:ln w="11144">
            <a:solidFill>
              <a:srgbClr val="7F7F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EC5149FC-B082-1324-CBE2-C49AB1215290}"/>
              </a:ext>
            </a:extLst>
          </p:cNvPr>
          <p:cNvSpPr>
            <a:spLocks noGrp="1"/>
          </p:cNvSpPr>
          <p:nvPr/>
        </p:nvSpPr>
        <p:spPr>
          <a:xfrm>
            <a:off x="7306478" y="4421227"/>
            <a:ext cx="569387" cy="2459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98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转移至</a:t>
            </a: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73F8A440-2FD4-DB2B-789E-4957AFD0A976}"/>
              </a:ext>
            </a:extLst>
          </p:cNvPr>
          <p:cNvSpPr>
            <a:spLocks noGrp="1"/>
          </p:cNvSpPr>
          <p:nvPr/>
        </p:nvSpPr>
        <p:spPr>
          <a:xfrm>
            <a:off x="7749563" y="4416520"/>
            <a:ext cx="369012" cy="2459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9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M3</a:t>
            </a:r>
          </a:p>
        </p:txBody>
      </p:sp>
      <p:sp>
        <p:nvSpPr>
          <p:cNvPr id="161" name="任意形状 160">
            <a:extLst>
              <a:ext uri="{FF2B5EF4-FFF2-40B4-BE49-F238E27FC236}">
                <a16:creationId xmlns:a16="http://schemas.microsoft.com/office/drawing/2014/main" id="{67E98A6F-13ED-10FD-1802-E339137C9F64}"/>
              </a:ext>
            </a:extLst>
          </p:cNvPr>
          <p:cNvSpPr>
            <a:spLocks noGrp="1"/>
          </p:cNvSpPr>
          <p:nvPr/>
        </p:nvSpPr>
        <p:spPr>
          <a:xfrm>
            <a:off x="7195719" y="3362325"/>
            <a:ext cx="1031555" cy="474080"/>
          </a:xfrm>
          <a:custGeom>
            <a:avLst/>
            <a:gdLst>
              <a:gd name="csX0" fmla="*/ 0 w 1031555"/>
              <a:gd name="csY0" fmla="*/ 237040 h 474080"/>
              <a:gd name="csX1" fmla="*/ 0 w 1031555"/>
              <a:gd name="csY1" fmla="*/ 237040 h 474080"/>
              <a:gd name="csX2" fmla="*/ 515778 w 1031555"/>
              <a:gd name="csY2" fmla="*/ 0 h 474080"/>
              <a:gd name="csX3" fmla="*/ 1031556 w 1031555"/>
              <a:gd name="csY3" fmla="*/ 237040 h 474080"/>
              <a:gd name="csX4" fmla="*/ 1031556 w 1031555"/>
              <a:gd name="csY4" fmla="*/ 237040 h 474080"/>
              <a:gd name="csX5" fmla="*/ 515778 w 1031555"/>
              <a:gd name="csY5" fmla="*/ 474080 h 474080"/>
              <a:gd name="csX6" fmla="*/ 0 w 1031555"/>
              <a:gd name="csY6" fmla="*/ 237040 h 474080"/>
            </a:gdLst>
            <a:ahLst/>
            <a:cxnLst/>
            <a:rect l="l" t="t" r="r" b="b"/>
            <a:pathLst>
              <a:path w="1031555" h="474080">
                <a:moveTo>
                  <a:pt x="0" y="237040"/>
                </a:moveTo>
                <a:lnTo>
                  <a:pt x="0" y="237040"/>
                </a:lnTo>
                <a:cubicBezTo>
                  <a:pt x="0" y="106126"/>
                  <a:pt x="230922" y="0"/>
                  <a:pt x="515778" y="0"/>
                </a:cubicBezTo>
                <a:cubicBezTo>
                  <a:pt x="800634" y="0"/>
                  <a:pt x="1031556" y="106126"/>
                  <a:pt x="1031556" y="237040"/>
                </a:cubicBezTo>
                <a:lnTo>
                  <a:pt x="1031556" y="237040"/>
                </a:lnTo>
                <a:cubicBezTo>
                  <a:pt x="1031556" y="367954"/>
                  <a:pt x="800634" y="474080"/>
                  <a:pt x="515778" y="474080"/>
                </a:cubicBezTo>
                <a:cubicBezTo>
                  <a:pt x="230922" y="474080"/>
                  <a:pt x="0" y="367954"/>
                  <a:pt x="0" y="237040"/>
                </a:cubicBezTo>
                <a:close/>
              </a:path>
            </a:pathLst>
          </a:custGeom>
          <a:noFill/>
          <a:ln w="11144">
            <a:solidFill>
              <a:srgbClr val="7F7F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170A9AEC-0D87-0331-3C05-291A6CBB7571}"/>
              </a:ext>
            </a:extLst>
          </p:cNvPr>
          <p:cNvSpPr>
            <a:spLocks noGrp="1"/>
          </p:cNvSpPr>
          <p:nvPr/>
        </p:nvSpPr>
        <p:spPr>
          <a:xfrm>
            <a:off x="7306478" y="3473066"/>
            <a:ext cx="569387" cy="2459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98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转移至</a:t>
            </a: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CDA46118-D3FF-3E78-BC0F-FBCCE7EA750B}"/>
              </a:ext>
            </a:extLst>
          </p:cNvPr>
          <p:cNvSpPr>
            <a:spLocks noGrp="1"/>
          </p:cNvSpPr>
          <p:nvPr/>
        </p:nvSpPr>
        <p:spPr>
          <a:xfrm>
            <a:off x="7749563" y="3468360"/>
            <a:ext cx="369012" cy="2459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9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M2</a:t>
            </a:r>
          </a:p>
        </p:txBody>
      </p:sp>
      <p:sp>
        <p:nvSpPr>
          <p:cNvPr id="165" name="任意形状 164">
            <a:extLst>
              <a:ext uri="{FF2B5EF4-FFF2-40B4-BE49-F238E27FC236}">
                <a16:creationId xmlns:a16="http://schemas.microsoft.com/office/drawing/2014/main" id="{FA0EC335-5415-1B4A-0B95-99613748CEEB}"/>
              </a:ext>
            </a:extLst>
          </p:cNvPr>
          <p:cNvSpPr>
            <a:spLocks noGrp="1"/>
          </p:cNvSpPr>
          <p:nvPr/>
        </p:nvSpPr>
        <p:spPr>
          <a:xfrm>
            <a:off x="7195719" y="2414165"/>
            <a:ext cx="1031555" cy="474080"/>
          </a:xfrm>
          <a:custGeom>
            <a:avLst/>
            <a:gdLst>
              <a:gd name="csX0" fmla="*/ 0 w 1031555"/>
              <a:gd name="csY0" fmla="*/ 237040 h 474080"/>
              <a:gd name="csX1" fmla="*/ 0 w 1031555"/>
              <a:gd name="csY1" fmla="*/ 237040 h 474080"/>
              <a:gd name="csX2" fmla="*/ 515778 w 1031555"/>
              <a:gd name="csY2" fmla="*/ 0 h 474080"/>
              <a:gd name="csX3" fmla="*/ 1031556 w 1031555"/>
              <a:gd name="csY3" fmla="*/ 237040 h 474080"/>
              <a:gd name="csX4" fmla="*/ 1031556 w 1031555"/>
              <a:gd name="csY4" fmla="*/ 237040 h 474080"/>
              <a:gd name="csX5" fmla="*/ 515778 w 1031555"/>
              <a:gd name="csY5" fmla="*/ 474080 h 474080"/>
              <a:gd name="csX6" fmla="*/ 0 w 1031555"/>
              <a:gd name="csY6" fmla="*/ 237040 h 474080"/>
            </a:gdLst>
            <a:ahLst/>
            <a:cxnLst/>
            <a:rect l="l" t="t" r="r" b="b"/>
            <a:pathLst>
              <a:path w="1031555" h="474080">
                <a:moveTo>
                  <a:pt x="0" y="237040"/>
                </a:moveTo>
                <a:lnTo>
                  <a:pt x="0" y="237040"/>
                </a:lnTo>
                <a:cubicBezTo>
                  <a:pt x="0" y="106126"/>
                  <a:pt x="230922" y="0"/>
                  <a:pt x="515778" y="0"/>
                </a:cubicBezTo>
                <a:cubicBezTo>
                  <a:pt x="800634" y="0"/>
                  <a:pt x="1031556" y="106126"/>
                  <a:pt x="1031556" y="237040"/>
                </a:cubicBezTo>
                <a:lnTo>
                  <a:pt x="1031556" y="237040"/>
                </a:lnTo>
                <a:cubicBezTo>
                  <a:pt x="1031556" y="367954"/>
                  <a:pt x="800634" y="474080"/>
                  <a:pt x="515778" y="474080"/>
                </a:cubicBezTo>
                <a:cubicBezTo>
                  <a:pt x="230922" y="474080"/>
                  <a:pt x="0" y="367954"/>
                  <a:pt x="0" y="237040"/>
                </a:cubicBezTo>
                <a:close/>
              </a:path>
            </a:pathLst>
          </a:custGeom>
          <a:noFill/>
          <a:ln w="11144">
            <a:solidFill>
              <a:srgbClr val="7F7F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A248B40B-95E4-5583-CC84-FA2EC1C035D1}"/>
              </a:ext>
            </a:extLst>
          </p:cNvPr>
          <p:cNvSpPr>
            <a:spLocks noGrp="1"/>
          </p:cNvSpPr>
          <p:nvPr/>
        </p:nvSpPr>
        <p:spPr>
          <a:xfrm>
            <a:off x="7306478" y="2524906"/>
            <a:ext cx="569387" cy="2459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98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转移至</a:t>
            </a: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9418644F-7E6A-B324-4AA0-2D714675D3D7}"/>
              </a:ext>
            </a:extLst>
          </p:cNvPr>
          <p:cNvSpPr>
            <a:spLocks noGrp="1"/>
          </p:cNvSpPr>
          <p:nvPr/>
        </p:nvSpPr>
        <p:spPr>
          <a:xfrm>
            <a:off x="7749563" y="2520199"/>
            <a:ext cx="369012" cy="2459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9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M1</a:t>
            </a:r>
          </a:p>
        </p:txBody>
      </p:sp>
      <p:sp>
        <p:nvSpPr>
          <p:cNvPr id="169" name="任意形状 168">
            <a:extLst>
              <a:ext uri="{FF2B5EF4-FFF2-40B4-BE49-F238E27FC236}">
                <a16:creationId xmlns:a16="http://schemas.microsoft.com/office/drawing/2014/main" id="{5985148E-7AFA-8BD7-2321-5557D5CF4C51}"/>
              </a:ext>
            </a:extLst>
          </p:cNvPr>
          <p:cNvSpPr>
            <a:spLocks noGrp="1"/>
          </p:cNvSpPr>
          <p:nvPr/>
        </p:nvSpPr>
        <p:spPr>
          <a:xfrm>
            <a:off x="7195719" y="1466004"/>
            <a:ext cx="1031555" cy="474080"/>
          </a:xfrm>
          <a:custGeom>
            <a:avLst/>
            <a:gdLst>
              <a:gd name="csX0" fmla="*/ 0 w 1031555"/>
              <a:gd name="csY0" fmla="*/ 237040 h 474080"/>
              <a:gd name="csX1" fmla="*/ 0 w 1031555"/>
              <a:gd name="csY1" fmla="*/ 237040 h 474080"/>
              <a:gd name="csX2" fmla="*/ 515778 w 1031555"/>
              <a:gd name="csY2" fmla="*/ 0 h 474080"/>
              <a:gd name="csX3" fmla="*/ 1031556 w 1031555"/>
              <a:gd name="csY3" fmla="*/ 237040 h 474080"/>
              <a:gd name="csX4" fmla="*/ 1031556 w 1031555"/>
              <a:gd name="csY4" fmla="*/ 237040 h 474080"/>
              <a:gd name="csX5" fmla="*/ 515778 w 1031555"/>
              <a:gd name="csY5" fmla="*/ 474080 h 474080"/>
              <a:gd name="csX6" fmla="*/ 0 w 1031555"/>
              <a:gd name="csY6" fmla="*/ 237040 h 474080"/>
            </a:gdLst>
            <a:ahLst/>
            <a:cxnLst/>
            <a:rect l="l" t="t" r="r" b="b"/>
            <a:pathLst>
              <a:path w="1031555" h="474080">
                <a:moveTo>
                  <a:pt x="0" y="237040"/>
                </a:moveTo>
                <a:lnTo>
                  <a:pt x="0" y="237040"/>
                </a:lnTo>
                <a:cubicBezTo>
                  <a:pt x="0" y="106126"/>
                  <a:pt x="230922" y="0"/>
                  <a:pt x="515778" y="0"/>
                </a:cubicBezTo>
                <a:cubicBezTo>
                  <a:pt x="800634" y="0"/>
                  <a:pt x="1031556" y="106126"/>
                  <a:pt x="1031556" y="237040"/>
                </a:cubicBezTo>
                <a:lnTo>
                  <a:pt x="1031556" y="237040"/>
                </a:lnTo>
                <a:cubicBezTo>
                  <a:pt x="1031556" y="367954"/>
                  <a:pt x="800634" y="474080"/>
                  <a:pt x="515778" y="474080"/>
                </a:cubicBezTo>
                <a:cubicBezTo>
                  <a:pt x="230922" y="474080"/>
                  <a:pt x="0" y="367954"/>
                  <a:pt x="0" y="237040"/>
                </a:cubicBezTo>
                <a:close/>
              </a:path>
            </a:pathLst>
          </a:custGeom>
          <a:noFill/>
          <a:ln w="11144">
            <a:solidFill>
              <a:srgbClr val="7F7F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05677925-EE1B-7057-DCE2-F0073FCE1307}"/>
              </a:ext>
            </a:extLst>
          </p:cNvPr>
          <p:cNvSpPr>
            <a:spLocks noGrp="1"/>
          </p:cNvSpPr>
          <p:nvPr/>
        </p:nvSpPr>
        <p:spPr>
          <a:xfrm>
            <a:off x="7386922" y="1570038"/>
            <a:ext cx="58862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不转移</a:t>
            </a:r>
          </a:p>
        </p:txBody>
      </p:sp>
      <p:sp>
        <p:nvSpPr>
          <p:cNvPr id="171" name="任意形状 170">
            <a:extLst>
              <a:ext uri="{FF2B5EF4-FFF2-40B4-BE49-F238E27FC236}">
                <a16:creationId xmlns:a16="http://schemas.microsoft.com/office/drawing/2014/main" id="{7A47396E-FA43-3662-6C17-14F83AACD63C}"/>
              </a:ext>
            </a:extLst>
          </p:cNvPr>
          <p:cNvSpPr>
            <a:spLocks noGrp="1"/>
          </p:cNvSpPr>
          <p:nvPr/>
        </p:nvSpPr>
        <p:spPr>
          <a:xfrm>
            <a:off x="2274758" y="312726"/>
            <a:ext cx="3698891" cy="1756725"/>
          </a:xfrm>
          <a:custGeom>
            <a:avLst/>
            <a:gdLst>
              <a:gd name="csX0" fmla="*/ 0 w 3698891"/>
              <a:gd name="csY0" fmla="*/ 141289 h 1756725"/>
              <a:gd name="csX1" fmla="*/ 0 w 3698891"/>
              <a:gd name="csY1" fmla="*/ 0 h 1756725"/>
              <a:gd name="csX2" fmla="*/ 3698892 w 3698891"/>
              <a:gd name="csY2" fmla="*/ 0 h 1756725"/>
              <a:gd name="csX3" fmla="*/ 3698892 w 3698891"/>
              <a:gd name="csY3" fmla="*/ 1756725 h 1756725"/>
            </a:gdLst>
            <a:ahLst/>
            <a:cxnLst/>
            <a:rect l="l" t="t" r="r" b="b"/>
            <a:pathLst>
              <a:path w="3698891" h="1756725">
                <a:moveTo>
                  <a:pt x="0" y="141289"/>
                </a:moveTo>
                <a:lnTo>
                  <a:pt x="0" y="0"/>
                </a:lnTo>
                <a:lnTo>
                  <a:pt x="3698892" y="0"/>
                </a:lnTo>
                <a:lnTo>
                  <a:pt x="3698892" y="1756725"/>
                </a:lnTo>
              </a:path>
            </a:pathLst>
          </a:custGeom>
          <a:noFill/>
          <a:ln w="11144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i="1"/>
          </a:p>
        </p:txBody>
      </p:sp>
      <p:sp>
        <p:nvSpPr>
          <p:cNvPr id="172" name="任意形状 171">
            <a:extLst>
              <a:ext uri="{FF2B5EF4-FFF2-40B4-BE49-F238E27FC236}">
                <a16:creationId xmlns:a16="http://schemas.microsoft.com/office/drawing/2014/main" id="{35B31497-8F8E-CAAB-C033-0475C17EAAF5}"/>
              </a:ext>
            </a:extLst>
          </p:cNvPr>
          <p:cNvSpPr>
            <a:spLocks noGrp="1"/>
          </p:cNvSpPr>
          <p:nvPr/>
        </p:nvSpPr>
        <p:spPr>
          <a:xfrm>
            <a:off x="3040878" y="860844"/>
            <a:ext cx="403499" cy="11149"/>
          </a:xfrm>
          <a:custGeom>
            <a:avLst/>
            <a:gdLst>
              <a:gd name="csX0" fmla="*/ 403500 w 403499"/>
              <a:gd name="csY0" fmla="*/ 0 h 11149"/>
              <a:gd name="csX1" fmla="*/ 0 w 403499"/>
              <a:gd name="csY1" fmla="*/ 0 h 11149"/>
            </a:gdLst>
            <a:ahLst/>
            <a:cxnLst/>
            <a:rect l="l" t="t" r="r" b="b"/>
            <a:pathLst>
              <a:path w="403499" h="11149">
                <a:moveTo>
                  <a:pt x="403500" y="0"/>
                </a:moveTo>
                <a:lnTo>
                  <a:pt x="0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 i="1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DDC2B8A9-24A6-5434-9AA8-7BACCFD74574}"/>
              </a:ext>
            </a:extLst>
          </p:cNvPr>
          <p:cNvSpPr>
            <a:spLocks noGrp="1"/>
          </p:cNvSpPr>
          <p:nvPr/>
        </p:nvSpPr>
        <p:spPr>
          <a:xfrm>
            <a:off x="8936778" y="2798474"/>
            <a:ext cx="1514992" cy="710898"/>
          </a:xfrm>
          <a:prstGeom prst="rect">
            <a:avLst/>
          </a:prstGeom>
          <a:noFill/>
          <a:ln w="2786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F5E800F9-EAE1-A203-F303-84833D072836}"/>
              </a:ext>
            </a:extLst>
          </p:cNvPr>
          <p:cNvSpPr>
            <a:spLocks noGrp="1"/>
          </p:cNvSpPr>
          <p:nvPr/>
        </p:nvSpPr>
        <p:spPr>
          <a:xfrm>
            <a:off x="10088537" y="2798474"/>
            <a:ext cx="371917" cy="710898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490EF829-EC27-B023-2D59-83EE8A4CF1C4}"/>
              </a:ext>
            </a:extLst>
          </p:cNvPr>
          <p:cNvSpPr>
            <a:spLocks noGrp="1"/>
          </p:cNvSpPr>
          <p:nvPr/>
        </p:nvSpPr>
        <p:spPr>
          <a:xfrm rot="16200000">
            <a:off x="9972255" y="3024041"/>
            <a:ext cx="601447" cy="2169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1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情境属性</a:t>
            </a:r>
          </a:p>
        </p:txBody>
      </p:sp>
      <p:sp>
        <p:nvSpPr>
          <p:cNvPr id="180" name="任意形状 179">
            <a:extLst>
              <a:ext uri="{FF2B5EF4-FFF2-40B4-BE49-F238E27FC236}">
                <a16:creationId xmlns:a16="http://schemas.microsoft.com/office/drawing/2014/main" id="{8B60F4D2-8297-3AF1-9CBC-609A736E3D9C}"/>
              </a:ext>
            </a:extLst>
          </p:cNvPr>
          <p:cNvSpPr>
            <a:spLocks noGrp="1"/>
          </p:cNvSpPr>
          <p:nvPr/>
        </p:nvSpPr>
        <p:spPr>
          <a:xfrm>
            <a:off x="9021436" y="4099561"/>
            <a:ext cx="1004744" cy="12812"/>
          </a:xfrm>
          <a:custGeom>
            <a:avLst/>
            <a:gdLst>
              <a:gd name="csX0" fmla="*/ 0 w 1004744"/>
              <a:gd name="csY0" fmla="*/ 12813 h 12812"/>
              <a:gd name="csX1" fmla="*/ 991935 w 1004744"/>
              <a:gd name="csY1" fmla="*/ 12813 h 12812"/>
              <a:gd name="csX2" fmla="*/ 1004744 w 1004744"/>
              <a:gd name="csY2" fmla="*/ 0 h 12812"/>
              <a:gd name="csX3" fmla="*/ 12810 w 1004744"/>
              <a:gd name="csY3" fmla="*/ 0 h 12812"/>
            </a:gdLst>
            <a:ahLst/>
            <a:cxnLst/>
            <a:rect l="l" t="t" r="r" b="b"/>
            <a:pathLst>
              <a:path w="1004744" h="12812">
                <a:moveTo>
                  <a:pt x="0" y="12813"/>
                </a:moveTo>
                <a:lnTo>
                  <a:pt x="991935" y="12813"/>
                </a:lnTo>
                <a:lnTo>
                  <a:pt x="1004744" y="0"/>
                </a:lnTo>
                <a:lnTo>
                  <a:pt x="12810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1" name="任意形状 180">
            <a:extLst>
              <a:ext uri="{FF2B5EF4-FFF2-40B4-BE49-F238E27FC236}">
                <a16:creationId xmlns:a16="http://schemas.microsoft.com/office/drawing/2014/main" id="{CD307FBE-DDD4-C55E-419F-0524A2C95C12}"/>
              </a:ext>
            </a:extLst>
          </p:cNvPr>
          <p:cNvSpPr>
            <a:spLocks noGrp="1"/>
          </p:cNvSpPr>
          <p:nvPr/>
        </p:nvSpPr>
        <p:spPr>
          <a:xfrm>
            <a:off x="9021436" y="4099561"/>
            <a:ext cx="1004744" cy="12812"/>
          </a:xfrm>
          <a:custGeom>
            <a:avLst/>
            <a:gdLst>
              <a:gd name="csX0" fmla="*/ 0 w 1004744"/>
              <a:gd name="csY0" fmla="*/ 12813 h 12812"/>
              <a:gd name="csX1" fmla="*/ 991935 w 1004744"/>
              <a:gd name="csY1" fmla="*/ 12813 h 12812"/>
              <a:gd name="csX2" fmla="*/ 1004744 w 1004744"/>
              <a:gd name="csY2" fmla="*/ 0 h 12812"/>
              <a:gd name="csX3" fmla="*/ 12810 w 1004744"/>
              <a:gd name="csY3" fmla="*/ 0 h 12812"/>
            </a:gdLst>
            <a:ahLst/>
            <a:cxnLst/>
            <a:rect l="l" t="t" r="r" b="b"/>
            <a:pathLst>
              <a:path w="1004744" h="12812">
                <a:moveTo>
                  <a:pt x="0" y="12813"/>
                </a:moveTo>
                <a:lnTo>
                  <a:pt x="991935" y="12813"/>
                </a:lnTo>
                <a:lnTo>
                  <a:pt x="1004744" y="0"/>
                </a:lnTo>
                <a:lnTo>
                  <a:pt x="12810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3" name="任意形状 182">
            <a:extLst>
              <a:ext uri="{FF2B5EF4-FFF2-40B4-BE49-F238E27FC236}">
                <a16:creationId xmlns:a16="http://schemas.microsoft.com/office/drawing/2014/main" id="{DB97CDDA-6A4E-6848-9305-A7437BCC9852}"/>
              </a:ext>
            </a:extLst>
          </p:cNvPr>
          <p:cNvSpPr>
            <a:spLocks noGrp="1"/>
          </p:cNvSpPr>
          <p:nvPr/>
        </p:nvSpPr>
        <p:spPr>
          <a:xfrm>
            <a:off x="10013371" y="4099561"/>
            <a:ext cx="12809" cy="158026"/>
          </a:xfrm>
          <a:custGeom>
            <a:avLst/>
            <a:gdLst>
              <a:gd name="csX0" fmla="*/ 0 w 12809"/>
              <a:gd name="csY0" fmla="*/ 158027 h 158026"/>
              <a:gd name="csX1" fmla="*/ 12810 w 12809"/>
              <a:gd name="csY1" fmla="*/ 145214 h 158026"/>
              <a:gd name="csX2" fmla="*/ 12810 w 12809"/>
              <a:gd name="csY2" fmla="*/ 0 h 158026"/>
              <a:gd name="csX3" fmla="*/ 0 w 12809"/>
              <a:gd name="csY3" fmla="*/ 12813 h 158026"/>
            </a:gdLst>
            <a:ahLst/>
            <a:cxnLst/>
            <a:rect l="l" t="t" r="r" b="b"/>
            <a:pathLst>
              <a:path w="12809" h="158026">
                <a:moveTo>
                  <a:pt x="0" y="158027"/>
                </a:moveTo>
                <a:lnTo>
                  <a:pt x="12810" y="145214"/>
                </a:lnTo>
                <a:lnTo>
                  <a:pt x="12810" y="0"/>
                </a:lnTo>
                <a:lnTo>
                  <a:pt x="0" y="12813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4" name="任意形状 183">
            <a:extLst>
              <a:ext uri="{FF2B5EF4-FFF2-40B4-BE49-F238E27FC236}">
                <a16:creationId xmlns:a16="http://schemas.microsoft.com/office/drawing/2014/main" id="{08B9F79A-D445-2234-DDDF-E2213C7D8681}"/>
              </a:ext>
            </a:extLst>
          </p:cNvPr>
          <p:cNvSpPr>
            <a:spLocks noGrp="1"/>
          </p:cNvSpPr>
          <p:nvPr/>
        </p:nvSpPr>
        <p:spPr>
          <a:xfrm>
            <a:off x="10013371" y="4099561"/>
            <a:ext cx="12809" cy="158026"/>
          </a:xfrm>
          <a:custGeom>
            <a:avLst/>
            <a:gdLst>
              <a:gd name="csX0" fmla="*/ 0 w 12809"/>
              <a:gd name="csY0" fmla="*/ 158027 h 158026"/>
              <a:gd name="csX1" fmla="*/ 12810 w 12809"/>
              <a:gd name="csY1" fmla="*/ 145214 h 158026"/>
              <a:gd name="csX2" fmla="*/ 12810 w 12809"/>
              <a:gd name="csY2" fmla="*/ 0 h 158026"/>
              <a:gd name="csX3" fmla="*/ 0 w 12809"/>
              <a:gd name="csY3" fmla="*/ 12813 h 158026"/>
            </a:gdLst>
            <a:ahLst/>
            <a:cxnLst/>
            <a:rect l="l" t="t" r="r" b="b"/>
            <a:pathLst>
              <a:path w="12809" h="158026">
                <a:moveTo>
                  <a:pt x="0" y="158027"/>
                </a:moveTo>
                <a:lnTo>
                  <a:pt x="12810" y="145214"/>
                </a:lnTo>
                <a:lnTo>
                  <a:pt x="12810" y="0"/>
                </a:lnTo>
                <a:lnTo>
                  <a:pt x="0" y="12813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5A38F0EE-D736-482D-95A9-36D157A981ED}"/>
              </a:ext>
            </a:extLst>
          </p:cNvPr>
          <p:cNvSpPr>
            <a:spLocks noGrp="1"/>
          </p:cNvSpPr>
          <p:nvPr/>
        </p:nvSpPr>
        <p:spPr>
          <a:xfrm>
            <a:off x="9021436" y="4112374"/>
            <a:ext cx="991934" cy="145213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E5BDB761-3E01-8166-401B-2EB76FC89653}"/>
              </a:ext>
            </a:extLst>
          </p:cNvPr>
          <p:cNvSpPr>
            <a:spLocks noGrp="1"/>
          </p:cNvSpPr>
          <p:nvPr/>
        </p:nvSpPr>
        <p:spPr>
          <a:xfrm>
            <a:off x="9021436" y="4112374"/>
            <a:ext cx="991934" cy="145213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2E9C1EFE-46DA-B950-B93B-5F438386771F}"/>
              </a:ext>
            </a:extLst>
          </p:cNvPr>
          <p:cNvSpPr>
            <a:spLocks noGrp="1"/>
          </p:cNvSpPr>
          <p:nvPr/>
        </p:nvSpPr>
        <p:spPr>
          <a:xfrm>
            <a:off x="9175477" y="4071393"/>
            <a:ext cx="69762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地铁内时间</a:t>
            </a:r>
            <a:endParaRPr sz="800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92" name="任意形状 191">
            <a:extLst>
              <a:ext uri="{FF2B5EF4-FFF2-40B4-BE49-F238E27FC236}">
                <a16:creationId xmlns:a16="http://schemas.microsoft.com/office/drawing/2014/main" id="{447D6FF7-392F-1822-0584-DDAA7FB95BC4}"/>
              </a:ext>
            </a:extLst>
          </p:cNvPr>
          <p:cNvSpPr>
            <a:spLocks noGrp="1"/>
          </p:cNvSpPr>
          <p:nvPr/>
        </p:nvSpPr>
        <p:spPr>
          <a:xfrm>
            <a:off x="9033103" y="3800142"/>
            <a:ext cx="1004744" cy="12812"/>
          </a:xfrm>
          <a:custGeom>
            <a:avLst/>
            <a:gdLst>
              <a:gd name="csX0" fmla="*/ 0 w 1004744"/>
              <a:gd name="csY0" fmla="*/ 12813 h 12812"/>
              <a:gd name="csX1" fmla="*/ 991934 w 1004744"/>
              <a:gd name="csY1" fmla="*/ 12813 h 12812"/>
              <a:gd name="csX2" fmla="*/ 1004744 w 1004744"/>
              <a:gd name="csY2" fmla="*/ 0 h 12812"/>
              <a:gd name="csX3" fmla="*/ 12810 w 1004744"/>
              <a:gd name="csY3" fmla="*/ 0 h 12812"/>
            </a:gdLst>
            <a:ahLst/>
            <a:cxnLst/>
            <a:rect l="l" t="t" r="r" b="b"/>
            <a:pathLst>
              <a:path w="1004744" h="12812">
                <a:moveTo>
                  <a:pt x="0" y="12813"/>
                </a:moveTo>
                <a:lnTo>
                  <a:pt x="991934" y="12813"/>
                </a:lnTo>
                <a:lnTo>
                  <a:pt x="1004744" y="0"/>
                </a:lnTo>
                <a:lnTo>
                  <a:pt x="12810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3" name="任意形状 192">
            <a:extLst>
              <a:ext uri="{FF2B5EF4-FFF2-40B4-BE49-F238E27FC236}">
                <a16:creationId xmlns:a16="http://schemas.microsoft.com/office/drawing/2014/main" id="{A0994198-D87A-230F-E023-11541B801D33}"/>
              </a:ext>
            </a:extLst>
          </p:cNvPr>
          <p:cNvSpPr>
            <a:spLocks noGrp="1"/>
          </p:cNvSpPr>
          <p:nvPr/>
        </p:nvSpPr>
        <p:spPr>
          <a:xfrm>
            <a:off x="9033103" y="3800142"/>
            <a:ext cx="1004744" cy="12812"/>
          </a:xfrm>
          <a:custGeom>
            <a:avLst/>
            <a:gdLst>
              <a:gd name="csX0" fmla="*/ 0 w 1004744"/>
              <a:gd name="csY0" fmla="*/ 12813 h 12812"/>
              <a:gd name="csX1" fmla="*/ 991934 w 1004744"/>
              <a:gd name="csY1" fmla="*/ 12813 h 12812"/>
              <a:gd name="csX2" fmla="*/ 1004744 w 1004744"/>
              <a:gd name="csY2" fmla="*/ 0 h 12812"/>
              <a:gd name="csX3" fmla="*/ 12810 w 1004744"/>
              <a:gd name="csY3" fmla="*/ 0 h 12812"/>
            </a:gdLst>
            <a:ahLst/>
            <a:cxnLst/>
            <a:rect l="l" t="t" r="r" b="b"/>
            <a:pathLst>
              <a:path w="1004744" h="12812">
                <a:moveTo>
                  <a:pt x="0" y="12813"/>
                </a:moveTo>
                <a:lnTo>
                  <a:pt x="991934" y="12813"/>
                </a:lnTo>
                <a:lnTo>
                  <a:pt x="1004744" y="0"/>
                </a:lnTo>
                <a:lnTo>
                  <a:pt x="12810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5" name="任意形状 194">
            <a:extLst>
              <a:ext uri="{FF2B5EF4-FFF2-40B4-BE49-F238E27FC236}">
                <a16:creationId xmlns:a16="http://schemas.microsoft.com/office/drawing/2014/main" id="{811634B8-808B-0993-A1BD-E7DF906B3469}"/>
              </a:ext>
            </a:extLst>
          </p:cNvPr>
          <p:cNvSpPr>
            <a:spLocks noGrp="1"/>
          </p:cNvSpPr>
          <p:nvPr/>
        </p:nvSpPr>
        <p:spPr>
          <a:xfrm>
            <a:off x="10025037" y="3800142"/>
            <a:ext cx="12810" cy="158026"/>
          </a:xfrm>
          <a:custGeom>
            <a:avLst/>
            <a:gdLst>
              <a:gd name="csX0" fmla="*/ 0 w 12810"/>
              <a:gd name="csY0" fmla="*/ 158027 h 158026"/>
              <a:gd name="csX1" fmla="*/ 12810 w 12810"/>
              <a:gd name="csY1" fmla="*/ 145214 h 158026"/>
              <a:gd name="csX2" fmla="*/ 12810 w 12810"/>
              <a:gd name="csY2" fmla="*/ 0 h 158026"/>
              <a:gd name="csX3" fmla="*/ 0 w 12810"/>
              <a:gd name="csY3" fmla="*/ 12813 h 158026"/>
            </a:gdLst>
            <a:ahLst/>
            <a:cxnLst/>
            <a:rect l="l" t="t" r="r" b="b"/>
            <a:pathLst>
              <a:path w="12810" h="158026">
                <a:moveTo>
                  <a:pt x="0" y="158027"/>
                </a:moveTo>
                <a:lnTo>
                  <a:pt x="12810" y="145214"/>
                </a:lnTo>
                <a:lnTo>
                  <a:pt x="12810" y="0"/>
                </a:lnTo>
                <a:lnTo>
                  <a:pt x="0" y="12813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6" name="任意形状 195">
            <a:extLst>
              <a:ext uri="{FF2B5EF4-FFF2-40B4-BE49-F238E27FC236}">
                <a16:creationId xmlns:a16="http://schemas.microsoft.com/office/drawing/2014/main" id="{D87DED9A-35F5-3410-B577-5A71AAD80AFF}"/>
              </a:ext>
            </a:extLst>
          </p:cNvPr>
          <p:cNvSpPr>
            <a:spLocks noGrp="1"/>
          </p:cNvSpPr>
          <p:nvPr/>
        </p:nvSpPr>
        <p:spPr>
          <a:xfrm>
            <a:off x="10025037" y="3800142"/>
            <a:ext cx="12810" cy="158026"/>
          </a:xfrm>
          <a:custGeom>
            <a:avLst/>
            <a:gdLst>
              <a:gd name="csX0" fmla="*/ 0 w 12810"/>
              <a:gd name="csY0" fmla="*/ 158027 h 158026"/>
              <a:gd name="csX1" fmla="*/ 12810 w 12810"/>
              <a:gd name="csY1" fmla="*/ 145214 h 158026"/>
              <a:gd name="csX2" fmla="*/ 12810 w 12810"/>
              <a:gd name="csY2" fmla="*/ 0 h 158026"/>
              <a:gd name="csX3" fmla="*/ 0 w 12810"/>
              <a:gd name="csY3" fmla="*/ 12813 h 158026"/>
            </a:gdLst>
            <a:ahLst/>
            <a:cxnLst/>
            <a:rect l="l" t="t" r="r" b="b"/>
            <a:pathLst>
              <a:path w="12810" h="158026">
                <a:moveTo>
                  <a:pt x="0" y="158027"/>
                </a:moveTo>
                <a:lnTo>
                  <a:pt x="12810" y="145214"/>
                </a:lnTo>
                <a:lnTo>
                  <a:pt x="12810" y="0"/>
                </a:lnTo>
                <a:lnTo>
                  <a:pt x="0" y="12813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9DA25DB2-13D3-0D68-D1C7-D2177CF9BAB9}"/>
              </a:ext>
            </a:extLst>
          </p:cNvPr>
          <p:cNvSpPr>
            <a:spLocks noGrp="1"/>
          </p:cNvSpPr>
          <p:nvPr/>
        </p:nvSpPr>
        <p:spPr>
          <a:xfrm>
            <a:off x="9033103" y="3812955"/>
            <a:ext cx="991934" cy="145213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9C41A97C-BF2B-38A1-85EE-C6E0C7BEFAD3}"/>
              </a:ext>
            </a:extLst>
          </p:cNvPr>
          <p:cNvSpPr>
            <a:spLocks noGrp="1"/>
          </p:cNvSpPr>
          <p:nvPr/>
        </p:nvSpPr>
        <p:spPr>
          <a:xfrm>
            <a:off x="9033103" y="3812955"/>
            <a:ext cx="991934" cy="145213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1D6B4815-9F57-6AFC-4CED-C49AB89B5C6B}"/>
              </a:ext>
            </a:extLst>
          </p:cNvPr>
          <p:cNvSpPr>
            <a:spLocks noGrp="1"/>
          </p:cNvSpPr>
          <p:nvPr/>
        </p:nvSpPr>
        <p:spPr>
          <a:xfrm>
            <a:off x="9216452" y="3780680"/>
            <a:ext cx="569387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75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出行时间</a:t>
            </a:r>
          </a:p>
        </p:txBody>
      </p:sp>
      <p:sp>
        <p:nvSpPr>
          <p:cNvPr id="204" name="任意形状 203">
            <a:extLst>
              <a:ext uri="{FF2B5EF4-FFF2-40B4-BE49-F238E27FC236}">
                <a16:creationId xmlns:a16="http://schemas.microsoft.com/office/drawing/2014/main" id="{B51DEC78-3421-35CC-B80A-523F703BC243}"/>
              </a:ext>
            </a:extLst>
          </p:cNvPr>
          <p:cNvSpPr>
            <a:spLocks noGrp="1"/>
          </p:cNvSpPr>
          <p:nvPr/>
        </p:nvSpPr>
        <p:spPr>
          <a:xfrm>
            <a:off x="9033103" y="3159440"/>
            <a:ext cx="1004744" cy="12812"/>
          </a:xfrm>
          <a:custGeom>
            <a:avLst/>
            <a:gdLst>
              <a:gd name="csX0" fmla="*/ 0 w 1004744"/>
              <a:gd name="csY0" fmla="*/ 12813 h 12812"/>
              <a:gd name="csX1" fmla="*/ 991934 w 1004744"/>
              <a:gd name="csY1" fmla="*/ 12813 h 12812"/>
              <a:gd name="csX2" fmla="*/ 1004744 w 1004744"/>
              <a:gd name="csY2" fmla="*/ 0 h 12812"/>
              <a:gd name="csX3" fmla="*/ 12810 w 1004744"/>
              <a:gd name="csY3" fmla="*/ 0 h 12812"/>
            </a:gdLst>
            <a:ahLst/>
            <a:cxnLst/>
            <a:rect l="l" t="t" r="r" b="b"/>
            <a:pathLst>
              <a:path w="1004744" h="12812">
                <a:moveTo>
                  <a:pt x="0" y="12813"/>
                </a:moveTo>
                <a:lnTo>
                  <a:pt x="991934" y="12813"/>
                </a:lnTo>
                <a:lnTo>
                  <a:pt x="1004744" y="0"/>
                </a:lnTo>
                <a:lnTo>
                  <a:pt x="12810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5" name="任意形状 204">
            <a:extLst>
              <a:ext uri="{FF2B5EF4-FFF2-40B4-BE49-F238E27FC236}">
                <a16:creationId xmlns:a16="http://schemas.microsoft.com/office/drawing/2014/main" id="{F4ED3701-D1C4-DA3B-F620-E3B53F50C7CD}"/>
              </a:ext>
            </a:extLst>
          </p:cNvPr>
          <p:cNvSpPr>
            <a:spLocks noGrp="1"/>
          </p:cNvSpPr>
          <p:nvPr/>
        </p:nvSpPr>
        <p:spPr>
          <a:xfrm>
            <a:off x="9033103" y="3159440"/>
            <a:ext cx="1004744" cy="12812"/>
          </a:xfrm>
          <a:custGeom>
            <a:avLst/>
            <a:gdLst>
              <a:gd name="csX0" fmla="*/ 0 w 1004744"/>
              <a:gd name="csY0" fmla="*/ 12813 h 12812"/>
              <a:gd name="csX1" fmla="*/ 991934 w 1004744"/>
              <a:gd name="csY1" fmla="*/ 12813 h 12812"/>
              <a:gd name="csX2" fmla="*/ 1004744 w 1004744"/>
              <a:gd name="csY2" fmla="*/ 0 h 12812"/>
              <a:gd name="csX3" fmla="*/ 12810 w 1004744"/>
              <a:gd name="csY3" fmla="*/ 0 h 12812"/>
            </a:gdLst>
            <a:ahLst/>
            <a:cxnLst/>
            <a:rect l="l" t="t" r="r" b="b"/>
            <a:pathLst>
              <a:path w="1004744" h="12812">
                <a:moveTo>
                  <a:pt x="0" y="12813"/>
                </a:moveTo>
                <a:lnTo>
                  <a:pt x="991934" y="12813"/>
                </a:lnTo>
                <a:lnTo>
                  <a:pt x="1004744" y="0"/>
                </a:lnTo>
                <a:lnTo>
                  <a:pt x="12810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7" name="任意形状 206">
            <a:extLst>
              <a:ext uri="{FF2B5EF4-FFF2-40B4-BE49-F238E27FC236}">
                <a16:creationId xmlns:a16="http://schemas.microsoft.com/office/drawing/2014/main" id="{D861018A-D851-FEFE-3F8B-D73F433DF3DD}"/>
              </a:ext>
            </a:extLst>
          </p:cNvPr>
          <p:cNvSpPr>
            <a:spLocks noGrp="1"/>
          </p:cNvSpPr>
          <p:nvPr/>
        </p:nvSpPr>
        <p:spPr>
          <a:xfrm>
            <a:off x="10025037" y="3159440"/>
            <a:ext cx="12810" cy="158026"/>
          </a:xfrm>
          <a:custGeom>
            <a:avLst/>
            <a:gdLst>
              <a:gd name="csX0" fmla="*/ 0 w 12810"/>
              <a:gd name="csY0" fmla="*/ 158027 h 158026"/>
              <a:gd name="csX1" fmla="*/ 12810 w 12810"/>
              <a:gd name="csY1" fmla="*/ 145214 h 158026"/>
              <a:gd name="csX2" fmla="*/ 12810 w 12810"/>
              <a:gd name="csY2" fmla="*/ 0 h 158026"/>
              <a:gd name="csX3" fmla="*/ 0 w 12810"/>
              <a:gd name="csY3" fmla="*/ 12813 h 158026"/>
            </a:gdLst>
            <a:ahLst/>
            <a:cxnLst/>
            <a:rect l="l" t="t" r="r" b="b"/>
            <a:pathLst>
              <a:path w="12810" h="158026">
                <a:moveTo>
                  <a:pt x="0" y="158027"/>
                </a:moveTo>
                <a:lnTo>
                  <a:pt x="12810" y="145214"/>
                </a:lnTo>
                <a:lnTo>
                  <a:pt x="12810" y="0"/>
                </a:lnTo>
                <a:lnTo>
                  <a:pt x="0" y="12813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8" name="任意形状 207">
            <a:extLst>
              <a:ext uri="{FF2B5EF4-FFF2-40B4-BE49-F238E27FC236}">
                <a16:creationId xmlns:a16="http://schemas.microsoft.com/office/drawing/2014/main" id="{C0178EC0-4B87-5E33-EF4A-EBF5FEB51DD9}"/>
              </a:ext>
            </a:extLst>
          </p:cNvPr>
          <p:cNvSpPr>
            <a:spLocks noGrp="1"/>
          </p:cNvSpPr>
          <p:nvPr/>
        </p:nvSpPr>
        <p:spPr>
          <a:xfrm>
            <a:off x="10025037" y="3159440"/>
            <a:ext cx="12810" cy="158026"/>
          </a:xfrm>
          <a:custGeom>
            <a:avLst/>
            <a:gdLst>
              <a:gd name="csX0" fmla="*/ 0 w 12810"/>
              <a:gd name="csY0" fmla="*/ 158027 h 158026"/>
              <a:gd name="csX1" fmla="*/ 12810 w 12810"/>
              <a:gd name="csY1" fmla="*/ 145214 h 158026"/>
              <a:gd name="csX2" fmla="*/ 12810 w 12810"/>
              <a:gd name="csY2" fmla="*/ 0 h 158026"/>
              <a:gd name="csX3" fmla="*/ 0 w 12810"/>
              <a:gd name="csY3" fmla="*/ 12813 h 158026"/>
            </a:gdLst>
            <a:ahLst/>
            <a:cxnLst/>
            <a:rect l="l" t="t" r="r" b="b"/>
            <a:pathLst>
              <a:path w="12810" h="158026">
                <a:moveTo>
                  <a:pt x="0" y="158027"/>
                </a:moveTo>
                <a:lnTo>
                  <a:pt x="12810" y="145214"/>
                </a:lnTo>
                <a:lnTo>
                  <a:pt x="12810" y="0"/>
                </a:lnTo>
                <a:lnTo>
                  <a:pt x="0" y="12813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718352E9-3D61-D268-DB5B-06B436102DEA}"/>
              </a:ext>
            </a:extLst>
          </p:cNvPr>
          <p:cNvSpPr>
            <a:spLocks noGrp="1"/>
          </p:cNvSpPr>
          <p:nvPr/>
        </p:nvSpPr>
        <p:spPr>
          <a:xfrm>
            <a:off x="9033103" y="3172253"/>
            <a:ext cx="991934" cy="145213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5F107ED5-BD0F-C422-83AB-086840F43590}"/>
              </a:ext>
            </a:extLst>
          </p:cNvPr>
          <p:cNvSpPr>
            <a:spLocks noGrp="1"/>
          </p:cNvSpPr>
          <p:nvPr/>
        </p:nvSpPr>
        <p:spPr>
          <a:xfrm>
            <a:off x="9033103" y="3172253"/>
            <a:ext cx="991934" cy="145213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1E746D27-21A0-0F54-16F3-6DE8B6DD72AA}"/>
              </a:ext>
            </a:extLst>
          </p:cNvPr>
          <p:cNvSpPr>
            <a:spLocks noGrp="1"/>
          </p:cNvSpPr>
          <p:nvPr/>
        </p:nvSpPr>
        <p:spPr>
          <a:xfrm>
            <a:off x="9216114" y="3139978"/>
            <a:ext cx="569387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75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出发时间</a:t>
            </a:r>
          </a:p>
        </p:txBody>
      </p:sp>
      <p:sp>
        <p:nvSpPr>
          <p:cNvPr id="216" name="任意形状 215">
            <a:extLst>
              <a:ext uri="{FF2B5EF4-FFF2-40B4-BE49-F238E27FC236}">
                <a16:creationId xmlns:a16="http://schemas.microsoft.com/office/drawing/2014/main" id="{3F4C1D89-372F-948A-3535-EC1C2C5846CA}"/>
              </a:ext>
            </a:extLst>
          </p:cNvPr>
          <p:cNvSpPr>
            <a:spLocks noGrp="1"/>
          </p:cNvSpPr>
          <p:nvPr/>
        </p:nvSpPr>
        <p:spPr>
          <a:xfrm>
            <a:off x="9024958" y="2896229"/>
            <a:ext cx="1004743" cy="12812"/>
          </a:xfrm>
          <a:custGeom>
            <a:avLst/>
            <a:gdLst>
              <a:gd name="csX0" fmla="*/ 0 w 1004743"/>
              <a:gd name="csY0" fmla="*/ 12813 h 12812"/>
              <a:gd name="csX1" fmla="*/ 991935 w 1004743"/>
              <a:gd name="csY1" fmla="*/ 12813 h 12812"/>
              <a:gd name="csX2" fmla="*/ 1004744 w 1004743"/>
              <a:gd name="csY2" fmla="*/ 0 h 12812"/>
              <a:gd name="csX3" fmla="*/ 12810 w 1004743"/>
              <a:gd name="csY3" fmla="*/ 0 h 12812"/>
            </a:gdLst>
            <a:ahLst/>
            <a:cxnLst/>
            <a:rect l="l" t="t" r="r" b="b"/>
            <a:pathLst>
              <a:path w="1004743" h="12812">
                <a:moveTo>
                  <a:pt x="0" y="12813"/>
                </a:moveTo>
                <a:lnTo>
                  <a:pt x="991935" y="12813"/>
                </a:lnTo>
                <a:lnTo>
                  <a:pt x="1004744" y="0"/>
                </a:lnTo>
                <a:lnTo>
                  <a:pt x="12810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7" name="任意形状 216">
            <a:extLst>
              <a:ext uri="{FF2B5EF4-FFF2-40B4-BE49-F238E27FC236}">
                <a16:creationId xmlns:a16="http://schemas.microsoft.com/office/drawing/2014/main" id="{A1097766-6A60-85E4-AB4A-41004985B6C0}"/>
              </a:ext>
            </a:extLst>
          </p:cNvPr>
          <p:cNvSpPr>
            <a:spLocks noGrp="1"/>
          </p:cNvSpPr>
          <p:nvPr/>
        </p:nvSpPr>
        <p:spPr>
          <a:xfrm>
            <a:off x="9024958" y="2896229"/>
            <a:ext cx="1004743" cy="12812"/>
          </a:xfrm>
          <a:custGeom>
            <a:avLst/>
            <a:gdLst>
              <a:gd name="csX0" fmla="*/ 0 w 1004743"/>
              <a:gd name="csY0" fmla="*/ 12813 h 12812"/>
              <a:gd name="csX1" fmla="*/ 991935 w 1004743"/>
              <a:gd name="csY1" fmla="*/ 12813 h 12812"/>
              <a:gd name="csX2" fmla="*/ 1004744 w 1004743"/>
              <a:gd name="csY2" fmla="*/ 0 h 12812"/>
              <a:gd name="csX3" fmla="*/ 12810 w 1004743"/>
              <a:gd name="csY3" fmla="*/ 0 h 12812"/>
            </a:gdLst>
            <a:ahLst/>
            <a:cxnLst/>
            <a:rect l="l" t="t" r="r" b="b"/>
            <a:pathLst>
              <a:path w="1004743" h="12812">
                <a:moveTo>
                  <a:pt x="0" y="12813"/>
                </a:moveTo>
                <a:lnTo>
                  <a:pt x="991935" y="12813"/>
                </a:lnTo>
                <a:lnTo>
                  <a:pt x="1004744" y="0"/>
                </a:lnTo>
                <a:lnTo>
                  <a:pt x="12810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9" name="任意形状 218">
            <a:extLst>
              <a:ext uri="{FF2B5EF4-FFF2-40B4-BE49-F238E27FC236}">
                <a16:creationId xmlns:a16="http://schemas.microsoft.com/office/drawing/2014/main" id="{759BB484-ECE8-0F0C-1930-97735F54BA6D}"/>
              </a:ext>
            </a:extLst>
          </p:cNvPr>
          <p:cNvSpPr>
            <a:spLocks noGrp="1"/>
          </p:cNvSpPr>
          <p:nvPr/>
        </p:nvSpPr>
        <p:spPr>
          <a:xfrm>
            <a:off x="10016893" y="2896229"/>
            <a:ext cx="12808" cy="158026"/>
          </a:xfrm>
          <a:custGeom>
            <a:avLst/>
            <a:gdLst>
              <a:gd name="csX0" fmla="*/ 0 w 12808"/>
              <a:gd name="csY0" fmla="*/ 158027 h 158026"/>
              <a:gd name="csX1" fmla="*/ 12809 w 12808"/>
              <a:gd name="csY1" fmla="*/ 145214 h 158026"/>
              <a:gd name="csX2" fmla="*/ 12809 w 12808"/>
              <a:gd name="csY2" fmla="*/ 0 h 158026"/>
              <a:gd name="csX3" fmla="*/ 0 w 12808"/>
              <a:gd name="csY3" fmla="*/ 12813 h 158026"/>
            </a:gdLst>
            <a:ahLst/>
            <a:cxnLst/>
            <a:rect l="l" t="t" r="r" b="b"/>
            <a:pathLst>
              <a:path w="12808" h="158026">
                <a:moveTo>
                  <a:pt x="0" y="158027"/>
                </a:moveTo>
                <a:lnTo>
                  <a:pt x="12809" y="145214"/>
                </a:lnTo>
                <a:lnTo>
                  <a:pt x="12809" y="0"/>
                </a:lnTo>
                <a:lnTo>
                  <a:pt x="0" y="12813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0" name="任意形状 219">
            <a:extLst>
              <a:ext uri="{FF2B5EF4-FFF2-40B4-BE49-F238E27FC236}">
                <a16:creationId xmlns:a16="http://schemas.microsoft.com/office/drawing/2014/main" id="{6484F762-866F-B42B-6EC5-F3EDC93FFA75}"/>
              </a:ext>
            </a:extLst>
          </p:cNvPr>
          <p:cNvSpPr>
            <a:spLocks noGrp="1"/>
          </p:cNvSpPr>
          <p:nvPr/>
        </p:nvSpPr>
        <p:spPr>
          <a:xfrm>
            <a:off x="10016893" y="2896229"/>
            <a:ext cx="12808" cy="158026"/>
          </a:xfrm>
          <a:custGeom>
            <a:avLst/>
            <a:gdLst>
              <a:gd name="csX0" fmla="*/ 0 w 12808"/>
              <a:gd name="csY0" fmla="*/ 158027 h 158026"/>
              <a:gd name="csX1" fmla="*/ 12809 w 12808"/>
              <a:gd name="csY1" fmla="*/ 145214 h 158026"/>
              <a:gd name="csX2" fmla="*/ 12809 w 12808"/>
              <a:gd name="csY2" fmla="*/ 0 h 158026"/>
              <a:gd name="csX3" fmla="*/ 0 w 12808"/>
              <a:gd name="csY3" fmla="*/ 12813 h 158026"/>
            </a:gdLst>
            <a:ahLst/>
            <a:cxnLst/>
            <a:rect l="l" t="t" r="r" b="b"/>
            <a:pathLst>
              <a:path w="12808" h="158026">
                <a:moveTo>
                  <a:pt x="0" y="158027"/>
                </a:moveTo>
                <a:lnTo>
                  <a:pt x="12809" y="145214"/>
                </a:lnTo>
                <a:lnTo>
                  <a:pt x="12809" y="0"/>
                </a:lnTo>
                <a:lnTo>
                  <a:pt x="0" y="12813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ED76DE8F-0257-B9DE-EDC5-5E4242916117}"/>
              </a:ext>
            </a:extLst>
          </p:cNvPr>
          <p:cNvSpPr>
            <a:spLocks noGrp="1"/>
          </p:cNvSpPr>
          <p:nvPr/>
        </p:nvSpPr>
        <p:spPr>
          <a:xfrm>
            <a:off x="9024958" y="2909042"/>
            <a:ext cx="991934" cy="145213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0A6BC403-E1E8-ED61-02A0-132041C316A1}"/>
              </a:ext>
            </a:extLst>
          </p:cNvPr>
          <p:cNvSpPr>
            <a:spLocks noGrp="1"/>
          </p:cNvSpPr>
          <p:nvPr/>
        </p:nvSpPr>
        <p:spPr>
          <a:xfrm>
            <a:off x="9024958" y="2909042"/>
            <a:ext cx="991934" cy="145213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A562B90A-EB37-447B-C197-CCEE08212BF9}"/>
              </a:ext>
            </a:extLst>
          </p:cNvPr>
          <p:cNvSpPr>
            <a:spLocks noGrp="1"/>
          </p:cNvSpPr>
          <p:nvPr/>
        </p:nvSpPr>
        <p:spPr>
          <a:xfrm>
            <a:off x="9209069" y="2876767"/>
            <a:ext cx="569387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75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出行距离</a:t>
            </a: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DA3B6D23-82F0-FC4E-B505-BDD6EC0F14FD}"/>
              </a:ext>
            </a:extLst>
          </p:cNvPr>
          <p:cNvSpPr>
            <a:spLocks noGrp="1"/>
          </p:cNvSpPr>
          <p:nvPr/>
        </p:nvSpPr>
        <p:spPr>
          <a:xfrm>
            <a:off x="8936633" y="1280205"/>
            <a:ext cx="1514992" cy="1334736"/>
          </a:xfrm>
          <a:prstGeom prst="rect">
            <a:avLst/>
          </a:prstGeom>
          <a:noFill/>
          <a:ln w="2786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F47FC589-478A-BFEE-E1D0-49A453EFA965}"/>
              </a:ext>
            </a:extLst>
          </p:cNvPr>
          <p:cNvSpPr>
            <a:spLocks noGrp="1"/>
          </p:cNvSpPr>
          <p:nvPr/>
        </p:nvSpPr>
        <p:spPr>
          <a:xfrm>
            <a:off x="10088537" y="1277779"/>
            <a:ext cx="371783" cy="1334736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CFB8720B-157B-6D53-FCEC-A23186ACE2A9}"/>
              </a:ext>
            </a:extLst>
          </p:cNvPr>
          <p:cNvSpPr>
            <a:spLocks noGrp="1"/>
          </p:cNvSpPr>
          <p:nvPr/>
        </p:nvSpPr>
        <p:spPr>
          <a:xfrm rot="16200000">
            <a:off x="9802244" y="1802308"/>
            <a:ext cx="934871" cy="240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66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出行惯性</a:t>
            </a:r>
            <a:r>
              <a:rPr lang="zh-CN" altLang="en-US" sz="966" b="1" dirty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变量</a:t>
            </a:r>
            <a:endParaRPr sz="966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32" name="任意形状 231">
            <a:extLst>
              <a:ext uri="{FF2B5EF4-FFF2-40B4-BE49-F238E27FC236}">
                <a16:creationId xmlns:a16="http://schemas.microsoft.com/office/drawing/2014/main" id="{69C65006-035F-144C-8642-BEAB72FECE9C}"/>
              </a:ext>
            </a:extLst>
          </p:cNvPr>
          <p:cNvSpPr>
            <a:spLocks noGrp="1"/>
          </p:cNvSpPr>
          <p:nvPr/>
        </p:nvSpPr>
        <p:spPr>
          <a:xfrm>
            <a:off x="9021170" y="1967031"/>
            <a:ext cx="870534" cy="38438"/>
          </a:xfrm>
          <a:custGeom>
            <a:avLst/>
            <a:gdLst>
              <a:gd name="csX0" fmla="*/ 0 w 870534"/>
              <a:gd name="csY0" fmla="*/ 38439 h 38438"/>
              <a:gd name="csX1" fmla="*/ 832106 w 870534"/>
              <a:gd name="csY1" fmla="*/ 38439 h 38438"/>
              <a:gd name="csX2" fmla="*/ 870534 w 870534"/>
              <a:gd name="csY2" fmla="*/ 0 h 38438"/>
              <a:gd name="csX3" fmla="*/ 38429 w 870534"/>
              <a:gd name="csY3" fmla="*/ 0 h 38438"/>
            </a:gdLst>
            <a:ahLst/>
            <a:cxnLst/>
            <a:rect l="l" t="t" r="r" b="b"/>
            <a:pathLst>
              <a:path w="870534" h="38438">
                <a:moveTo>
                  <a:pt x="0" y="38439"/>
                </a:moveTo>
                <a:lnTo>
                  <a:pt x="832106" y="38439"/>
                </a:lnTo>
                <a:lnTo>
                  <a:pt x="870534" y="0"/>
                </a:lnTo>
                <a:lnTo>
                  <a:pt x="38429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3" name="任意形状 232">
            <a:extLst>
              <a:ext uri="{FF2B5EF4-FFF2-40B4-BE49-F238E27FC236}">
                <a16:creationId xmlns:a16="http://schemas.microsoft.com/office/drawing/2014/main" id="{F8F3BC95-B30F-19A0-8B38-76053598BF47}"/>
              </a:ext>
            </a:extLst>
          </p:cNvPr>
          <p:cNvSpPr>
            <a:spLocks noGrp="1"/>
          </p:cNvSpPr>
          <p:nvPr/>
        </p:nvSpPr>
        <p:spPr>
          <a:xfrm>
            <a:off x="9021170" y="1967031"/>
            <a:ext cx="870534" cy="38438"/>
          </a:xfrm>
          <a:custGeom>
            <a:avLst/>
            <a:gdLst>
              <a:gd name="csX0" fmla="*/ 0 w 870534"/>
              <a:gd name="csY0" fmla="*/ 38439 h 38438"/>
              <a:gd name="csX1" fmla="*/ 832106 w 870534"/>
              <a:gd name="csY1" fmla="*/ 38439 h 38438"/>
              <a:gd name="csX2" fmla="*/ 870534 w 870534"/>
              <a:gd name="csY2" fmla="*/ 0 h 38438"/>
              <a:gd name="csX3" fmla="*/ 38429 w 870534"/>
              <a:gd name="csY3" fmla="*/ 0 h 38438"/>
            </a:gdLst>
            <a:ahLst/>
            <a:cxnLst/>
            <a:rect l="l" t="t" r="r" b="b"/>
            <a:pathLst>
              <a:path w="870534" h="38438">
                <a:moveTo>
                  <a:pt x="0" y="38439"/>
                </a:moveTo>
                <a:lnTo>
                  <a:pt x="832106" y="38439"/>
                </a:lnTo>
                <a:lnTo>
                  <a:pt x="870534" y="0"/>
                </a:lnTo>
                <a:lnTo>
                  <a:pt x="38429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5" name="任意形状 234">
            <a:extLst>
              <a:ext uri="{FF2B5EF4-FFF2-40B4-BE49-F238E27FC236}">
                <a16:creationId xmlns:a16="http://schemas.microsoft.com/office/drawing/2014/main" id="{CC28EB34-A7C8-EDD7-5987-F4BEBC175DAE}"/>
              </a:ext>
            </a:extLst>
          </p:cNvPr>
          <p:cNvSpPr>
            <a:spLocks noGrp="1"/>
          </p:cNvSpPr>
          <p:nvPr/>
        </p:nvSpPr>
        <p:spPr>
          <a:xfrm>
            <a:off x="9853276" y="1967031"/>
            <a:ext cx="38428" cy="474080"/>
          </a:xfrm>
          <a:custGeom>
            <a:avLst/>
            <a:gdLst>
              <a:gd name="csX0" fmla="*/ 0 w 38428"/>
              <a:gd name="csY0" fmla="*/ 474080 h 474080"/>
              <a:gd name="csX1" fmla="*/ 38429 w 38428"/>
              <a:gd name="csY1" fmla="*/ 435641 h 474080"/>
              <a:gd name="csX2" fmla="*/ 38429 w 38428"/>
              <a:gd name="csY2" fmla="*/ 0 h 474080"/>
              <a:gd name="csX3" fmla="*/ 0 w 38428"/>
              <a:gd name="csY3" fmla="*/ 38439 h 474080"/>
            </a:gdLst>
            <a:ahLst/>
            <a:cxnLst/>
            <a:rect l="l" t="t" r="r" b="b"/>
            <a:pathLst>
              <a:path w="38428" h="474080">
                <a:moveTo>
                  <a:pt x="0" y="474080"/>
                </a:moveTo>
                <a:lnTo>
                  <a:pt x="38429" y="435641"/>
                </a:lnTo>
                <a:lnTo>
                  <a:pt x="38429" y="0"/>
                </a:lnTo>
                <a:lnTo>
                  <a:pt x="0" y="38439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6" name="任意形状 235">
            <a:extLst>
              <a:ext uri="{FF2B5EF4-FFF2-40B4-BE49-F238E27FC236}">
                <a16:creationId xmlns:a16="http://schemas.microsoft.com/office/drawing/2014/main" id="{DD123343-0D21-E05E-EE36-ECF676D3D856}"/>
              </a:ext>
            </a:extLst>
          </p:cNvPr>
          <p:cNvSpPr>
            <a:spLocks noGrp="1"/>
          </p:cNvSpPr>
          <p:nvPr/>
        </p:nvSpPr>
        <p:spPr>
          <a:xfrm>
            <a:off x="9853276" y="1967031"/>
            <a:ext cx="38428" cy="474080"/>
          </a:xfrm>
          <a:custGeom>
            <a:avLst/>
            <a:gdLst>
              <a:gd name="csX0" fmla="*/ 0 w 38428"/>
              <a:gd name="csY0" fmla="*/ 474080 h 474080"/>
              <a:gd name="csX1" fmla="*/ 38429 w 38428"/>
              <a:gd name="csY1" fmla="*/ 435641 h 474080"/>
              <a:gd name="csX2" fmla="*/ 38429 w 38428"/>
              <a:gd name="csY2" fmla="*/ 0 h 474080"/>
              <a:gd name="csX3" fmla="*/ 0 w 38428"/>
              <a:gd name="csY3" fmla="*/ 38439 h 474080"/>
            </a:gdLst>
            <a:ahLst/>
            <a:cxnLst/>
            <a:rect l="l" t="t" r="r" b="b"/>
            <a:pathLst>
              <a:path w="38428" h="474080">
                <a:moveTo>
                  <a:pt x="0" y="474080"/>
                </a:moveTo>
                <a:lnTo>
                  <a:pt x="38429" y="435641"/>
                </a:lnTo>
                <a:lnTo>
                  <a:pt x="38429" y="0"/>
                </a:lnTo>
                <a:lnTo>
                  <a:pt x="0" y="38439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6C3E1C63-976B-B37F-7BA7-881AAF28CE6D}"/>
              </a:ext>
            </a:extLst>
          </p:cNvPr>
          <p:cNvSpPr>
            <a:spLocks noGrp="1"/>
          </p:cNvSpPr>
          <p:nvPr/>
        </p:nvSpPr>
        <p:spPr>
          <a:xfrm>
            <a:off x="9021170" y="2005470"/>
            <a:ext cx="832105" cy="435641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3E62A5F0-42CC-75F5-E11A-0DB52B65827C}"/>
              </a:ext>
            </a:extLst>
          </p:cNvPr>
          <p:cNvSpPr>
            <a:spLocks noGrp="1"/>
          </p:cNvSpPr>
          <p:nvPr/>
        </p:nvSpPr>
        <p:spPr>
          <a:xfrm>
            <a:off x="9021170" y="2005470"/>
            <a:ext cx="832105" cy="435641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0" name="任意形状 249">
            <a:extLst>
              <a:ext uri="{FF2B5EF4-FFF2-40B4-BE49-F238E27FC236}">
                <a16:creationId xmlns:a16="http://schemas.microsoft.com/office/drawing/2014/main" id="{6DB3F5E7-0E8B-D8F8-DF8C-2EFB09052FCF}"/>
              </a:ext>
            </a:extLst>
          </p:cNvPr>
          <p:cNvSpPr>
            <a:spLocks noGrp="1"/>
          </p:cNvSpPr>
          <p:nvPr/>
        </p:nvSpPr>
        <p:spPr>
          <a:xfrm>
            <a:off x="9024691" y="1334924"/>
            <a:ext cx="870535" cy="38439"/>
          </a:xfrm>
          <a:custGeom>
            <a:avLst/>
            <a:gdLst>
              <a:gd name="csX0" fmla="*/ 0 w 870535"/>
              <a:gd name="csY0" fmla="*/ 38439 h 38439"/>
              <a:gd name="csX1" fmla="*/ 832106 w 870535"/>
              <a:gd name="csY1" fmla="*/ 38439 h 38439"/>
              <a:gd name="csX2" fmla="*/ 870535 w 870535"/>
              <a:gd name="csY2" fmla="*/ 0 h 38439"/>
              <a:gd name="csX3" fmla="*/ 38429 w 870535"/>
              <a:gd name="csY3" fmla="*/ 0 h 38439"/>
            </a:gdLst>
            <a:ahLst/>
            <a:cxnLst/>
            <a:rect l="l" t="t" r="r" b="b"/>
            <a:pathLst>
              <a:path w="870535" h="38439">
                <a:moveTo>
                  <a:pt x="0" y="38439"/>
                </a:moveTo>
                <a:lnTo>
                  <a:pt x="832106" y="38439"/>
                </a:lnTo>
                <a:lnTo>
                  <a:pt x="870535" y="0"/>
                </a:lnTo>
                <a:lnTo>
                  <a:pt x="38429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51" name="任意形状 250">
            <a:extLst>
              <a:ext uri="{FF2B5EF4-FFF2-40B4-BE49-F238E27FC236}">
                <a16:creationId xmlns:a16="http://schemas.microsoft.com/office/drawing/2014/main" id="{A6100402-64D3-EB5C-4173-FB529406150F}"/>
              </a:ext>
            </a:extLst>
          </p:cNvPr>
          <p:cNvSpPr>
            <a:spLocks noGrp="1"/>
          </p:cNvSpPr>
          <p:nvPr/>
        </p:nvSpPr>
        <p:spPr>
          <a:xfrm>
            <a:off x="9024691" y="1334924"/>
            <a:ext cx="870535" cy="38439"/>
          </a:xfrm>
          <a:custGeom>
            <a:avLst/>
            <a:gdLst>
              <a:gd name="csX0" fmla="*/ 0 w 870535"/>
              <a:gd name="csY0" fmla="*/ 38439 h 38439"/>
              <a:gd name="csX1" fmla="*/ 832106 w 870535"/>
              <a:gd name="csY1" fmla="*/ 38439 h 38439"/>
              <a:gd name="csX2" fmla="*/ 870535 w 870535"/>
              <a:gd name="csY2" fmla="*/ 0 h 38439"/>
              <a:gd name="csX3" fmla="*/ 38429 w 870535"/>
              <a:gd name="csY3" fmla="*/ 0 h 38439"/>
            </a:gdLst>
            <a:ahLst/>
            <a:cxnLst/>
            <a:rect l="l" t="t" r="r" b="b"/>
            <a:pathLst>
              <a:path w="870535" h="38439">
                <a:moveTo>
                  <a:pt x="0" y="38439"/>
                </a:moveTo>
                <a:lnTo>
                  <a:pt x="832106" y="38439"/>
                </a:lnTo>
                <a:lnTo>
                  <a:pt x="870535" y="0"/>
                </a:lnTo>
                <a:lnTo>
                  <a:pt x="38429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53" name="任意形状 252">
            <a:extLst>
              <a:ext uri="{FF2B5EF4-FFF2-40B4-BE49-F238E27FC236}">
                <a16:creationId xmlns:a16="http://schemas.microsoft.com/office/drawing/2014/main" id="{E3AF4768-DE89-0714-1824-38F6EBF18DD9}"/>
              </a:ext>
            </a:extLst>
          </p:cNvPr>
          <p:cNvSpPr>
            <a:spLocks noGrp="1"/>
          </p:cNvSpPr>
          <p:nvPr/>
        </p:nvSpPr>
        <p:spPr>
          <a:xfrm>
            <a:off x="9856797" y="1334924"/>
            <a:ext cx="38429" cy="474080"/>
          </a:xfrm>
          <a:custGeom>
            <a:avLst/>
            <a:gdLst>
              <a:gd name="csX0" fmla="*/ 0 w 38429"/>
              <a:gd name="csY0" fmla="*/ 474080 h 474080"/>
              <a:gd name="csX1" fmla="*/ 38429 w 38429"/>
              <a:gd name="csY1" fmla="*/ 435642 h 474080"/>
              <a:gd name="csX2" fmla="*/ 38429 w 38429"/>
              <a:gd name="csY2" fmla="*/ 0 h 474080"/>
              <a:gd name="csX3" fmla="*/ 0 w 38429"/>
              <a:gd name="csY3" fmla="*/ 38439 h 474080"/>
            </a:gdLst>
            <a:ahLst/>
            <a:cxnLst/>
            <a:rect l="l" t="t" r="r" b="b"/>
            <a:pathLst>
              <a:path w="38429" h="474080">
                <a:moveTo>
                  <a:pt x="0" y="474080"/>
                </a:moveTo>
                <a:lnTo>
                  <a:pt x="38429" y="435642"/>
                </a:lnTo>
                <a:lnTo>
                  <a:pt x="38429" y="0"/>
                </a:lnTo>
                <a:lnTo>
                  <a:pt x="0" y="38439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54" name="任意形状 253">
            <a:extLst>
              <a:ext uri="{FF2B5EF4-FFF2-40B4-BE49-F238E27FC236}">
                <a16:creationId xmlns:a16="http://schemas.microsoft.com/office/drawing/2014/main" id="{1EE37A68-0AD6-97B2-5FC1-7441142D9895}"/>
              </a:ext>
            </a:extLst>
          </p:cNvPr>
          <p:cNvSpPr>
            <a:spLocks noGrp="1"/>
          </p:cNvSpPr>
          <p:nvPr/>
        </p:nvSpPr>
        <p:spPr>
          <a:xfrm>
            <a:off x="9856797" y="1334924"/>
            <a:ext cx="38429" cy="474080"/>
          </a:xfrm>
          <a:custGeom>
            <a:avLst/>
            <a:gdLst>
              <a:gd name="csX0" fmla="*/ 0 w 38429"/>
              <a:gd name="csY0" fmla="*/ 474080 h 474080"/>
              <a:gd name="csX1" fmla="*/ 38429 w 38429"/>
              <a:gd name="csY1" fmla="*/ 435642 h 474080"/>
              <a:gd name="csX2" fmla="*/ 38429 w 38429"/>
              <a:gd name="csY2" fmla="*/ 0 h 474080"/>
              <a:gd name="csX3" fmla="*/ 0 w 38429"/>
              <a:gd name="csY3" fmla="*/ 38439 h 474080"/>
            </a:gdLst>
            <a:ahLst/>
            <a:cxnLst/>
            <a:rect l="l" t="t" r="r" b="b"/>
            <a:pathLst>
              <a:path w="38429" h="474080">
                <a:moveTo>
                  <a:pt x="0" y="474080"/>
                </a:moveTo>
                <a:lnTo>
                  <a:pt x="38429" y="435642"/>
                </a:lnTo>
                <a:lnTo>
                  <a:pt x="38429" y="0"/>
                </a:lnTo>
                <a:lnTo>
                  <a:pt x="0" y="38439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31202219-4EA7-9F08-8A4D-E9F3F7C197D3}"/>
              </a:ext>
            </a:extLst>
          </p:cNvPr>
          <p:cNvSpPr>
            <a:spLocks noGrp="1"/>
          </p:cNvSpPr>
          <p:nvPr/>
        </p:nvSpPr>
        <p:spPr>
          <a:xfrm>
            <a:off x="9024692" y="1373363"/>
            <a:ext cx="832105" cy="435641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F0A6CCDA-C12D-0C35-54B8-951C1D08A80A}"/>
              </a:ext>
            </a:extLst>
          </p:cNvPr>
          <p:cNvSpPr>
            <a:spLocks noGrp="1"/>
          </p:cNvSpPr>
          <p:nvPr/>
        </p:nvSpPr>
        <p:spPr>
          <a:xfrm>
            <a:off x="9024692" y="1373363"/>
            <a:ext cx="832105" cy="435641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6EAF4AA2-B043-445C-0FAE-EC31DDF0D993}"/>
              </a:ext>
            </a:extLst>
          </p:cNvPr>
          <p:cNvSpPr>
            <a:spLocks noGrp="1"/>
          </p:cNvSpPr>
          <p:nvPr/>
        </p:nvSpPr>
        <p:spPr>
          <a:xfrm>
            <a:off x="9005523" y="1419654"/>
            <a:ext cx="28725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无</a:t>
            </a:r>
            <a:endParaRPr sz="800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5C7B2FCE-49E4-7C83-7690-A0E6726B940E}"/>
              </a:ext>
            </a:extLst>
          </p:cNvPr>
          <p:cNvSpPr>
            <a:spLocks noGrp="1"/>
          </p:cNvSpPr>
          <p:nvPr/>
        </p:nvSpPr>
        <p:spPr>
          <a:xfrm>
            <a:off x="9130751" y="1413558"/>
            <a:ext cx="44114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MaaS</a:t>
            </a:r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E0253610-0134-7BC7-3F13-EA05B1D1C9F2}"/>
              </a:ext>
            </a:extLst>
          </p:cNvPr>
          <p:cNvSpPr>
            <a:spLocks noGrp="1"/>
          </p:cNvSpPr>
          <p:nvPr/>
        </p:nvSpPr>
        <p:spPr>
          <a:xfrm>
            <a:off x="9410815" y="1408164"/>
            <a:ext cx="49244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情境中</a:t>
            </a:r>
            <a:endParaRPr sz="800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23F5385B-DE9E-8D1B-E156-E82797B89D40}"/>
              </a:ext>
            </a:extLst>
          </p:cNvPr>
          <p:cNvSpPr>
            <a:spLocks noGrp="1"/>
          </p:cNvSpPr>
          <p:nvPr/>
        </p:nvSpPr>
        <p:spPr>
          <a:xfrm>
            <a:off x="9073797" y="1568441"/>
            <a:ext cx="49244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选择</a:t>
            </a:r>
            <a:r>
              <a:rPr sz="800" b="1" dirty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：</a:t>
            </a:r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041E3A1C-C2A9-5F0E-56DE-0D4091F4E5C4}"/>
              </a:ext>
            </a:extLst>
          </p:cNvPr>
          <p:cNvSpPr>
            <a:spLocks noGrp="1"/>
          </p:cNvSpPr>
          <p:nvPr/>
        </p:nvSpPr>
        <p:spPr>
          <a:xfrm>
            <a:off x="9381905" y="1568441"/>
            <a:ext cx="49244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私家车</a:t>
            </a:r>
            <a:endParaRPr sz="800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63" name="任意形状 262">
            <a:extLst>
              <a:ext uri="{FF2B5EF4-FFF2-40B4-BE49-F238E27FC236}">
                <a16:creationId xmlns:a16="http://schemas.microsoft.com/office/drawing/2014/main" id="{A3BA67E2-1814-DB7D-9D56-0B9EA60A7EEF}"/>
              </a:ext>
            </a:extLst>
          </p:cNvPr>
          <p:cNvSpPr>
            <a:spLocks noGrp="1"/>
          </p:cNvSpPr>
          <p:nvPr/>
        </p:nvSpPr>
        <p:spPr>
          <a:xfrm>
            <a:off x="8264747" y="1763109"/>
            <a:ext cx="760210" cy="1218539"/>
          </a:xfrm>
          <a:custGeom>
            <a:avLst/>
            <a:gdLst>
              <a:gd name="csX0" fmla="*/ 760211 w 760210"/>
              <a:gd name="csY0" fmla="*/ 1218540 h 1218539"/>
              <a:gd name="csX1" fmla="*/ 0 w 760210"/>
              <a:gd name="csY1" fmla="*/ 0 h 1218539"/>
            </a:gdLst>
            <a:ahLst/>
            <a:cxnLst/>
            <a:rect l="l" t="t" r="r" b="b"/>
            <a:pathLst>
              <a:path w="760210" h="1218539">
                <a:moveTo>
                  <a:pt x="760211" y="1218540"/>
                </a:moveTo>
                <a:lnTo>
                  <a:pt x="0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264" name="任意形状 263">
            <a:extLst>
              <a:ext uri="{FF2B5EF4-FFF2-40B4-BE49-F238E27FC236}">
                <a16:creationId xmlns:a16="http://schemas.microsoft.com/office/drawing/2014/main" id="{4D28EA72-CAD6-5960-AE6D-C0DEDA5C2ACF}"/>
              </a:ext>
            </a:extLst>
          </p:cNvPr>
          <p:cNvSpPr>
            <a:spLocks noGrp="1"/>
          </p:cNvSpPr>
          <p:nvPr/>
        </p:nvSpPr>
        <p:spPr>
          <a:xfrm>
            <a:off x="8284268" y="2693191"/>
            <a:ext cx="748834" cy="551669"/>
          </a:xfrm>
          <a:custGeom>
            <a:avLst/>
            <a:gdLst>
              <a:gd name="csX0" fmla="*/ 748835 w 748834"/>
              <a:gd name="csY0" fmla="*/ 551669 h 551669"/>
              <a:gd name="csX1" fmla="*/ 0 w 748834"/>
              <a:gd name="csY1" fmla="*/ 0 h 551669"/>
            </a:gdLst>
            <a:ahLst/>
            <a:cxnLst/>
            <a:rect l="l" t="t" r="r" b="b"/>
            <a:pathLst>
              <a:path w="748834" h="551669">
                <a:moveTo>
                  <a:pt x="748835" y="551669"/>
                </a:moveTo>
                <a:lnTo>
                  <a:pt x="0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265" name="任意形状 264">
            <a:extLst>
              <a:ext uri="{FF2B5EF4-FFF2-40B4-BE49-F238E27FC236}">
                <a16:creationId xmlns:a16="http://schemas.microsoft.com/office/drawing/2014/main" id="{2BE242CE-BC25-BEE9-E54B-9BEC6D302D3F}"/>
              </a:ext>
            </a:extLst>
          </p:cNvPr>
          <p:cNvSpPr>
            <a:spLocks noGrp="1"/>
          </p:cNvSpPr>
          <p:nvPr/>
        </p:nvSpPr>
        <p:spPr>
          <a:xfrm>
            <a:off x="8293978" y="3623055"/>
            <a:ext cx="739124" cy="262506"/>
          </a:xfrm>
          <a:custGeom>
            <a:avLst/>
            <a:gdLst>
              <a:gd name="csX0" fmla="*/ 739125 w 739124"/>
              <a:gd name="csY0" fmla="*/ 262506 h 262506"/>
              <a:gd name="csX1" fmla="*/ 0 w 739124"/>
              <a:gd name="csY1" fmla="*/ 0 h 262506"/>
            </a:gdLst>
            <a:ahLst/>
            <a:cxnLst/>
            <a:rect l="l" t="t" r="r" b="b"/>
            <a:pathLst>
              <a:path w="739124" h="262506">
                <a:moveTo>
                  <a:pt x="739125" y="262506"/>
                </a:moveTo>
                <a:lnTo>
                  <a:pt x="0" y="0"/>
                </a:lnTo>
              </a:path>
            </a:pathLst>
          </a:custGeom>
          <a:ln w="2786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6" name="任意形状 265">
            <a:extLst>
              <a:ext uri="{FF2B5EF4-FFF2-40B4-BE49-F238E27FC236}">
                <a16:creationId xmlns:a16="http://schemas.microsoft.com/office/drawing/2014/main" id="{9A008EF4-4733-2E18-18AB-1A478A68CD3B}"/>
              </a:ext>
            </a:extLst>
          </p:cNvPr>
          <p:cNvSpPr>
            <a:spLocks noGrp="1"/>
          </p:cNvSpPr>
          <p:nvPr/>
        </p:nvSpPr>
        <p:spPr>
          <a:xfrm>
            <a:off x="8284249" y="3641378"/>
            <a:ext cx="737187" cy="543603"/>
          </a:xfrm>
          <a:custGeom>
            <a:avLst/>
            <a:gdLst>
              <a:gd name="csX0" fmla="*/ 737187 w 737187"/>
              <a:gd name="csY0" fmla="*/ 543603 h 543603"/>
              <a:gd name="csX1" fmla="*/ 0 w 737187"/>
              <a:gd name="csY1" fmla="*/ 0 h 543603"/>
            </a:gdLst>
            <a:ahLst/>
            <a:cxnLst/>
            <a:rect l="l" t="t" r="r" b="b"/>
            <a:pathLst>
              <a:path w="737187" h="543603">
                <a:moveTo>
                  <a:pt x="737187" y="543603"/>
                </a:moveTo>
                <a:lnTo>
                  <a:pt x="0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267" name="任意形状 266">
            <a:extLst>
              <a:ext uri="{FF2B5EF4-FFF2-40B4-BE49-F238E27FC236}">
                <a16:creationId xmlns:a16="http://schemas.microsoft.com/office/drawing/2014/main" id="{13CC28AC-7C42-A5D9-2142-C622AFBFC5E6}"/>
              </a:ext>
            </a:extLst>
          </p:cNvPr>
          <p:cNvSpPr>
            <a:spLocks noGrp="1"/>
          </p:cNvSpPr>
          <p:nvPr/>
        </p:nvSpPr>
        <p:spPr>
          <a:xfrm>
            <a:off x="8297371" y="1591184"/>
            <a:ext cx="727320" cy="102027"/>
          </a:xfrm>
          <a:custGeom>
            <a:avLst/>
            <a:gdLst>
              <a:gd name="csX0" fmla="*/ 727320 w 727320"/>
              <a:gd name="csY0" fmla="*/ 0 h 102027"/>
              <a:gd name="csX1" fmla="*/ 0 w 727320"/>
              <a:gd name="csY1" fmla="*/ 102027 h 102027"/>
            </a:gdLst>
            <a:ahLst/>
            <a:cxnLst/>
            <a:rect l="l" t="t" r="r" b="b"/>
            <a:pathLst>
              <a:path w="727320" h="102027">
                <a:moveTo>
                  <a:pt x="727320" y="0"/>
                </a:moveTo>
                <a:lnTo>
                  <a:pt x="0" y="102027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268" name="任意形状 267">
            <a:extLst>
              <a:ext uri="{FF2B5EF4-FFF2-40B4-BE49-F238E27FC236}">
                <a16:creationId xmlns:a16="http://schemas.microsoft.com/office/drawing/2014/main" id="{5947ED85-1FAC-0E11-82DA-49F40C65EFA2}"/>
              </a:ext>
            </a:extLst>
          </p:cNvPr>
          <p:cNvSpPr>
            <a:spLocks noGrp="1"/>
          </p:cNvSpPr>
          <p:nvPr/>
        </p:nvSpPr>
        <p:spPr>
          <a:xfrm>
            <a:off x="8286483" y="1741843"/>
            <a:ext cx="734687" cy="481447"/>
          </a:xfrm>
          <a:custGeom>
            <a:avLst/>
            <a:gdLst>
              <a:gd name="csX0" fmla="*/ 734687 w 734687"/>
              <a:gd name="csY0" fmla="*/ 481448 h 481447"/>
              <a:gd name="csX1" fmla="*/ 0 w 734687"/>
              <a:gd name="csY1" fmla="*/ 0 h 481447"/>
            </a:gdLst>
            <a:ahLst/>
            <a:cxnLst/>
            <a:rect l="l" t="t" r="r" b="b"/>
            <a:pathLst>
              <a:path w="734687" h="481447">
                <a:moveTo>
                  <a:pt x="734687" y="481448"/>
                </a:moveTo>
                <a:lnTo>
                  <a:pt x="0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272" name="任意形状 271">
            <a:extLst>
              <a:ext uri="{FF2B5EF4-FFF2-40B4-BE49-F238E27FC236}">
                <a16:creationId xmlns:a16="http://schemas.microsoft.com/office/drawing/2014/main" id="{9AD9A4C9-6354-E97C-BDF6-A16A7A323CD6}"/>
              </a:ext>
            </a:extLst>
          </p:cNvPr>
          <p:cNvSpPr>
            <a:spLocks noGrp="1"/>
          </p:cNvSpPr>
          <p:nvPr/>
        </p:nvSpPr>
        <p:spPr>
          <a:xfrm>
            <a:off x="1642814" y="6524689"/>
            <a:ext cx="3949651" cy="19520"/>
          </a:xfrm>
          <a:custGeom>
            <a:avLst/>
            <a:gdLst>
              <a:gd name="csX0" fmla="*/ 0 w 3949651"/>
              <a:gd name="csY0" fmla="*/ 19521 h 19520"/>
              <a:gd name="csX1" fmla="*/ 3930135 w 3949651"/>
              <a:gd name="csY1" fmla="*/ 19521 h 19520"/>
              <a:gd name="csX2" fmla="*/ 3949651 w 3949651"/>
              <a:gd name="csY2" fmla="*/ 0 h 19520"/>
              <a:gd name="csX3" fmla="*/ 19516 w 3949651"/>
              <a:gd name="csY3" fmla="*/ 0 h 19520"/>
            </a:gdLst>
            <a:ahLst/>
            <a:cxnLst/>
            <a:rect l="l" t="t" r="r" b="b"/>
            <a:pathLst>
              <a:path w="3949651" h="19520">
                <a:moveTo>
                  <a:pt x="0" y="19521"/>
                </a:moveTo>
                <a:lnTo>
                  <a:pt x="3930135" y="19521"/>
                </a:lnTo>
                <a:lnTo>
                  <a:pt x="3949651" y="0"/>
                </a:lnTo>
                <a:lnTo>
                  <a:pt x="19516" y="0"/>
                </a:lnTo>
                <a:close/>
              </a:path>
            </a:pathLst>
          </a:custGeom>
          <a:solidFill>
            <a:srgbClr val="EAEFF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3" name="任意形状 272">
            <a:extLst>
              <a:ext uri="{FF2B5EF4-FFF2-40B4-BE49-F238E27FC236}">
                <a16:creationId xmlns:a16="http://schemas.microsoft.com/office/drawing/2014/main" id="{BA7F5A2F-B8BA-9981-E590-88F84A643737}"/>
              </a:ext>
            </a:extLst>
          </p:cNvPr>
          <p:cNvSpPr>
            <a:spLocks noGrp="1"/>
          </p:cNvSpPr>
          <p:nvPr/>
        </p:nvSpPr>
        <p:spPr>
          <a:xfrm>
            <a:off x="1642814" y="6524689"/>
            <a:ext cx="3949651" cy="19520"/>
          </a:xfrm>
          <a:custGeom>
            <a:avLst/>
            <a:gdLst>
              <a:gd name="csX0" fmla="*/ 0 w 3949651"/>
              <a:gd name="csY0" fmla="*/ 19521 h 19520"/>
              <a:gd name="csX1" fmla="*/ 3930135 w 3949651"/>
              <a:gd name="csY1" fmla="*/ 19521 h 19520"/>
              <a:gd name="csX2" fmla="*/ 3949651 w 3949651"/>
              <a:gd name="csY2" fmla="*/ 0 h 19520"/>
              <a:gd name="csX3" fmla="*/ 19516 w 3949651"/>
              <a:gd name="csY3" fmla="*/ 0 h 19520"/>
            </a:gdLst>
            <a:ahLst/>
            <a:cxnLst/>
            <a:rect l="l" t="t" r="r" b="b"/>
            <a:pathLst>
              <a:path w="3949651" h="19520">
                <a:moveTo>
                  <a:pt x="0" y="19521"/>
                </a:moveTo>
                <a:lnTo>
                  <a:pt x="3930135" y="19521"/>
                </a:lnTo>
                <a:lnTo>
                  <a:pt x="3949651" y="0"/>
                </a:lnTo>
                <a:lnTo>
                  <a:pt x="19516" y="0"/>
                </a:lnTo>
                <a:close/>
              </a:path>
            </a:pathLst>
          </a:custGeom>
          <a:noFill/>
          <a:ln w="2786">
            <a:solidFill>
              <a:srgbClr val="DAE2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5" name="任意形状 274">
            <a:extLst>
              <a:ext uri="{FF2B5EF4-FFF2-40B4-BE49-F238E27FC236}">
                <a16:creationId xmlns:a16="http://schemas.microsoft.com/office/drawing/2014/main" id="{D0176BD5-BB63-C53C-6662-2042F3A785FC}"/>
              </a:ext>
            </a:extLst>
          </p:cNvPr>
          <p:cNvSpPr>
            <a:spLocks noGrp="1"/>
          </p:cNvSpPr>
          <p:nvPr/>
        </p:nvSpPr>
        <p:spPr>
          <a:xfrm>
            <a:off x="5572950" y="6524689"/>
            <a:ext cx="19515" cy="240757"/>
          </a:xfrm>
          <a:custGeom>
            <a:avLst/>
            <a:gdLst>
              <a:gd name="csX0" fmla="*/ 0 w 19515"/>
              <a:gd name="csY0" fmla="*/ 240758 h 240757"/>
              <a:gd name="csX1" fmla="*/ 19516 w 19515"/>
              <a:gd name="csY1" fmla="*/ 221237 h 240757"/>
              <a:gd name="csX2" fmla="*/ 19516 w 19515"/>
              <a:gd name="csY2" fmla="*/ 0 h 240757"/>
              <a:gd name="csX3" fmla="*/ 0 w 19515"/>
              <a:gd name="csY3" fmla="*/ 19521 h 240757"/>
            </a:gdLst>
            <a:ahLst/>
            <a:cxnLst/>
            <a:rect l="l" t="t" r="r" b="b"/>
            <a:pathLst>
              <a:path w="19515" h="240757">
                <a:moveTo>
                  <a:pt x="0" y="240758"/>
                </a:moveTo>
                <a:lnTo>
                  <a:pt x="19516" y="221237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solidFill>
            <a:srgbClr val="B3C4E6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6" name="任意形状 275">
            <a:extLst>
              <a:ext uri="{FF2B5EF4-FFF2-40B4-BE49-F238E27FC236}">
                <a16:creationId xmlns:a16="http://schemas.microsoft.com/office/drawing/2014/main" id="{1C6CB89E-30EB-5ED6-0136-8CDD2C61FAC8}"/>
              </a:ext>
            </a:extLst>
          </p:cNvPr>
          <p:cNvSpPr>
            <a:spLocks noGrp="1"/>
          </p:cNvSpPr>
          <p:nvPr/>
        </p:nvSpPr>
        <p:spPr>
          <a:xfrm>
            <a:off x="5572950" y="6524689"/>
            <a:ext cx="19515" cy="240757"/>
          </a:xfrm>
          <a:custGeom>
            <a:avLst/>
            <a:gdLst>
              <a:gd name="csX0" fmla="*/ 0 w 19515"/>
              <a:gd name="csY0" fmla="*/ 240758 h 240757"/>
              <a:gd name="csX1" fmla="*/ 19516 w 19515"/>
              <a:gd name="csY1" fmla="*/ 221237 h 240757"/>
              <a:gd name="csX2" fmla="*/ 19516 w 19515"/>
              <a:gd name="csY2" fmla="*/ 0 h 240757"/>
              <a:gd name="csX3" fmla="*/ 0 w 19515"/>
              <a:gd name="csY3" fmla="*/ 19521 h 240757"/>
            </a:gdLst>
            <a:ahLst/>
            <a:cxnLst/>
            <a:rect l="l" t="t" r="r" b="b"/>
            <a:pathLst>
              <a:path w="19515" h="240757">
                <a:moveTo>
                  <a:pt x="0" y="240758"/>
                </a:moveTo>
                <a:lnTo>
                  <a:pt x="19516" y="221237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noFill/>
          <a:ln w="2786">
            <a:solidFill>
              <a:srgbClr val="DAE2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B26F6462-AB66-B68E-BD49-7F8F6350D038}"/>
              </a:ext>
            </a:extLst>
          </p:cNvPr>
          <p:cNvSpPr>
            <a:spLocks noGrp="1"/>
          </p:cNvSpPr>
          <p:nvPr/>
        </p:nvSpPr>
        <p:spPr>
          <a:xfrm>
            <a:off x="1642814" y="6544209"/>
            <a:ext cx="3930135" cy="221237"/>
          </a:xfrm>
          <a:prstGeom prst="rect">
            <a:avLst/>
          </a:prstGeom>
          <a:solidFill>
            <a:srgbClr val="DAE2F3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C37F1C36-B6E9-2652-8C3C-4E9C55DC5F21}"/>
              </a:ext>
            </a:extLst>
          </p:cNvPr>
          <p:cNvSpPr>
            <a:spLocks noGrp="1"/>
          </p:cNvSpPr>
          <p:nvPr/>
        </p:nvSpPr>
        <p:spPr>
          <a:xfrm>
            <a:off x="1642814" y="6544209"/>
            <a:ext cx="3930135" cy="221237"/>
          </a:xfrm>
          <a:prstGeom prst="rect">
            <a:avLst/>
          </a:prstGeom>
          <a:noFill/>
          <a:ln w="2786">
            <a:solidFill>
              <a:srgbClr val="DAE2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0" name="文本框 279">
            <a:extLst>
              <a:ext uri="{FF2B5EF4-FFF2-40B4-BE49-F238E27FC236}">
                <a16:creationId xmlns:a16="http://schemas.microsoft.com/office/drawing/2014/main" id="{60E84C94-D925-A008-4151-0162D6586719}"/>
              </a:ext>
            </a:extLst>
          </p:cNvPr>
          <p:cNvSpPr>
            <a:spLocks noGrp="1"/>
          </p:cNvSpPr>
          <p:nvPr/>
        </p:nvSpPr>
        <p:spPr>
          <a:xfrm>
            <a:off x="3072265" y="6521822"/>
            <a:ext cx="99257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结构方程模型</a:t>
            </a:r>
          </a:p>
        </p:txBody>
      </p:sp>
      <p:sp>
        <p:nvSpPr>
          <p:cNvPr id="284" name="任意形状 283">
            <a:extLst>
              <a:ext uri="{FF2B5EF4-FFF2-40B4-BE49-F238E27FC236}">
                <a16:creationId xmlns:a16="http://schemas.microsoft.com/office/drawing/2014/main" id="{39FBD308-3F11-9CAA-BD62-24C26E0344C5}"/>
              </a:ext>
            </a:extLst>
          </p:cNvPr>
          <p:cNvSpPr>
            <a:spLocks noGrp="1"/>
          </p:cNvSpPr>
          <p:nvPr/>
        </p:nvSpPr>
        <p:spPr>
          <a:xfrm>
            <a:off x="5678388" y="6524689"/>
            <a:ext cx="4763107" cy="19520"/>
          </a:xfrm>
          <a:custGeom>
            <a:avLst/>
            <a:gdLst>
              <a:gd name="csX0" fmla="*/ 0 w 4763107"/>
              <a:gd name="csY0" fmla="*/ 19521 h 19520"/>
              <a:gd name="csX1" fmla="*/ 4743592 w 4763107"/>
              <a:gd name="csY1" fmla="*/ 19521 h 19520"/>
              <a:gd name="csX2" fmla="*/ 4763108 w 4763107"/>
              <a:gd name="csY2" fmla="*/ 0 h 19520"/>
              <a:gd name="csX3" fmla="*/ 19516 w 4763107"/>
              <a:gd name="csY3" fmla="*/ 0 h 19520"/>
            </a:gdLst>
            <a:ahLst/>
            <a:cxnLst/>
            <a:rect l="l" t="t" r="r" b="b"/>
            <a:pathLst>
              <a:path w="4763107" h="19520">
                <a:moveTo>
                  <a:pt x="0" y="19521"/>
                </a:moveTo>
                <a:lnTo>
                  <a:pt x="4743592" y="19521"/>
                </a:lnTo>
                <a:lnTo>
                  <a:pt x="4763108" y="0"/>
                </a:lnTo>
                <a:lnTo>
                  <a:pt x="19516" y="0"/>
                </a:lnTo>
                <a:close/>
              </a:path>
            </a:pathLst>
          </a:custGeom>
          <a:solidFill>
            <a:srgbClr val="FDEFE6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285" name="任意形状 284">
            <a:extLst>
              <a:ext uri="{FF2B5EF4-FFF2-40B4-BE49-F238E27FC236}">
                <a16:creationId xmlns:a16="http://schemas.microsoft.com/office/drawing/2014/main" id="{26398DE3-E6CC-E28C-8071-308E1EE8BDD4}"/>
              </a:ext>
            </a:extLst>
          </p:cNvPr>
          <p:cNvSpPr>
            <a:spLocks noGrp="1"/>
          </p:cNvSpPr>
          <p:nvPr/>
        </p:nvSpPr>
        <p:spPr>
          <a:xfrm>
            <a:off x="5678388" y="6524689"/>
            <a:ext cx="4763107" cy="19520"/>
          </a:xfrm>
          <a:custGeom>
            <a:avLst/>
            <a:gdLst>
              <a:gd name="csX0" fmla="*/ 0 w 4763107"/>
              <a:gd name="csY0" fmla="*/ 19521 h 19520"/>
              <a:gd name="csX1" fmla="*/ 4743592 w 4763107"/>
              <a:gd name="csY1" fmla="*/ 19521 h 19520"/>
              <a:gd name="csX2" fmla="*/ 4763108 w 4763107"/>
              <a:gd name="csY2" fmla="*/ 0 h 19520"/>
              <a:gd name="csX3" fmla="*/ 19516 w 4763107"/>
              <a:gd name="csY3" fmla="*/ 0 h 19520"/>
            </a:gdLst>
            <a:ahLst/>
            <a:cxnLst/>
            <a:rect l="l" t="t" r="r" b="b"/>
            <a:pathLst>
              <a:path w="4763107" h="19520">
                <a:moveTo>
                  <a:pt x="0" y="19521"/>
                </a:moveTo>
                <a:lnTo>
                  <a:pt x="4743592" y="19521"/>
                </a:lnTo>
                <a:lnTo>
                  <a:pt x="4763108" y="0"/>
                </a:lnTo>
                <a:lnTo>
                  <a:pt x="19516" y="0"/>
                </a:lnTo>
                <a:close/>
              </a:path>
            </a:pathLst>
          </a:custGeom>
          <a:noFill/>
          <a:ln w="2786">
            <a:solidFill>
              <a:srgbClr val="FBE5D5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287" name="任意形状 286">
            <a:extLst>
              <a:ext uri="{FF2B5EF4-FFF2-40B4-BE49-F238E27FC236}">
                <a16:creationId xmlns:a16="http://schemas.microsoft.com/office/drawing/2014/main" id="{127F629F-E637-0183-2C9B-E649D16D8B33}"/>
              </a:ext>
            </a:extLst>
          </p:cNvPr>
          <p:cNvSpPr>
            <a:spLocks noGrp="1"/>
          </p:cNvSpPr>
          <p:nvPr/>
        </p:nvSpPr>
        <p:spPr>
          <a:xfrm>
            <a:off x="10421980" y="6524689"/>
            <a:ext cx="19515" cy="240757"/>
          </a:xfrm>
          <a:custGeom>
            <a:avLst/>
            <a:gdLst>
              <a:gd name="csX0" fmla="*/ 0 w 19515"/>
              <a:gd name="csY0" fmla="*/ 240758 h 240757"/>
              <a:gd name="csX1" fmla="*/ 19516 w 19515"/>
              <a:gd name="csY1" fmla="*/ 221237 h 240757"/>
              <a:gd name="csX2" fmla="*/ 19516 w 19515"/>
              <a:gd name="csY2" fmla="*/ 0 h 240757"/>
              <a:gd name="csX3" fmla="*/ 0 w 19515"/>
              <a:gd name="csY3" fmla="*/ 19521 h 240757"/>
            </a:gdLst>
            <a:ahLst/>
            <a:cxnLst/>
            <a:rect l="l" t="t" r="r" b="b"/>
            <a:pathLst>
              <a:path w="19515" h="240757">
                <a:moveTo>
                  <a:pt x="0" y="240758"/>
                </a:moveTo>
                <a:lnTo>
                  <a:pt x="19516" y="221237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solidFill>
            <a:srgbClr val="F7C7A4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288" name="任意形状 287">
            <a:extLst>
              <a:ext uri="{FF2B5EF4-FFF2-40B4-BE49-F238E27FC236}">
                <a16:creationId xmlns:a16="http://schemas.microsoft.com/office/drawing/2014/main" id="{A5290107-C77A-FF16-D727-DA8D611A9D46}"/>
              </a:ext>
            </a:extLst>
          </p:cNvPr>
          <p:cNvSpPr>
            <a:spLocks noGrp="1"/>
          </p:cNvSpPr>
          <p:nvPr/>
        </p:nvSpPr>
        <p:spPr>
          <a:xfrm>
            <a:off x="10421980" y="6524689"/>
            <a:ext cx="19515" cy="240757"/>
          </a:xfrm>
          <a:custGeom>
            <a:avLst/>
            <a:gdLst>
              <a:gd name="csX0" fmla="*/ 0 w 19515"/>
              <a:gd name="csY0" fmla="*/ 240758 h 240757"/>
              <a:gd name="csX1" fmla="*/ 19516 w 19515"/>
              <a:gd name="csY1" fmla="*/ 221237 h 240757"/>
              <a:gd name="csX2" fmla="*/ 19516 w 19515"/>
              <a:gd name="csY2" fmla="*/ 0 h 240757"/>
              <a:gd name="csX3" fmla="*/ 0 w 19515"/>
              <a:gd name="csY3" fmla="*/ 19521 h 240757"/>
            </a:gdLst>
            <a:ahLst/>
            <a:cxnLst/>
            <a:rect l="l" t="t" r="r" b="b"/>
            <a:pathLst>
              <a:path w="19515" h="240757">
                <a:moveTo>
                  <a:pt x="0" y="240758"/>
                </a:moveTo>
                <a:lnTo>
                  <a:pt x="19516" y="221237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noFill/>
          <a:ln w="2786">
            <a:solidFill>
              <a:srgbClr val="FBE5D5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4CF3E4FE-BE07-43CF-7B00-A7C7CE7B9137}"/>
              </a:ext>
            </a:extLst>
          </p:cNvPr>
          <p:cNvSpPr>
            <a:spLocks noGrp="1"/>
          </p:cNvSpPr>
          <p:nvPr/>
        </p:nvSpPr>
        <p:spPr>
          <a:xfrm>
            <a:off x="5678388" y="6544209"/>
            <a:ext cx="4743592" cy="221237"/>
          </a:xfrm>
          <a:prstGeom prst="rect">
            <a:avLst/>
          </a:prstGeom>
          <a:solidFill>
            <a:srgbClr val="FBE5D5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0667C8D1-53CE-5572-E8B8-BF867FDCE6AD}"/>
              </a:ext>
            </a:extLst>
          </p:cNvPr>
          <p:cNvSpPr>
            <a:spLocks noGrp="1"/>
          </p:cNvSpPr>
          <p:nvPr/>
        </p:nvSpPr>
        <p:spPr>
          <a:xfrm>
            <a:off x="5678388" y="6544209"/>
            <a:ext cx="4743592" cy="221237"/>
          </a:xfrm>
          <a:prstGeom prst="rect">
            <a:avLst/>
          </a:prstGeom>
          <a:noFill/>
          <a:ln w="2786">
            <a:solidFill>
              <a:srgbClr val="FBE5D5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563DD4D9-9967-E765-5F8E-C17C907E6ACC}"/>
              </a:ext>
            </a:extLst>
          </p:cNvPr>
          <p:cNvSpPr>
            <a:spLocks noGrp="1"/>
          </p:cNvSpPr>
          <p:nvPr/>
        </p:nvSpPr>
        <p:spPr>
          <a:xfrm>
            <a:off x="7494822" y="6521822"/>
            <a:ext cx="99257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离散选择模型</a:t>
            </a:r>
          </a:p>
        </p:txBody>
      </p:sp>
      <p:sp>
        <p:nvSpPr>
          <p:cNvPr id="293" name="任意形状 292">
            <a:extLst>
              <a:ext uri="{FF2B5EF4-FFF2-40B4-BE49-F238E27FC236}">
                <a16:creationId xmlns:a16="http://schemas.microsoft.com/office/drawing/2014/main" id="{1C9FECBC-010D-6689-D2FA-5290702CE338}"/>
              </a:ext>
            </a:extLst>
          </p:cNvPr>
          <p:cNvSpPr>
            <a:spLocks noGrp="1"/>
          </p:cNvSpPr>
          <p:nvPr/>
        </p:nvSpPr>
        <p:spPr>
          <a:xfrm>
            <a:off x="8523546" y="205495"/>
            <a:ext cx="363679" cy="11149"/>
          </a:xfrm>
          <a:custGeom>
            <a:avLst/>
            <a:gdLst>
              <a:gd name="csX0" fmla="*/ 0 w 363679"/>
              <a:gd name="csY0" fmla="*/ 0 h 11149"/>
              <a:gd name="csX1" fmla="*/ 363680 w 363679"/>
              <a:gd name="csY1" fmla="*/ 0 h 11149"/>
            </a:gdLst>
            <a:ahLst/>
            <a:cxnLst/>
            <a:rect l="l" t="t" r="r" b="b"/>
            <a:pathLst>
              <a:path w="363679" h="11149">
                <a:moveTo>
                  <a:pt x="0" y="0"/>
                </a:moveTo>
                <a:lnTo>
                  <a:pt x="363680" y="0"/>
                </a:lnTo>
              </a:path>
            </a:pathLst>
          </a:custGeom>
          <a:ln w="2786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A1BFE15E-F9AD-86F1-3B68-9696D4B03C0D}"/>
              </a:ext>
            </a:extLst>
          </p:cNvPr>
          <p:cNvSpPr>
            <a:spLocks noGrp="1"/>
          </p:cNvSpPr>
          <p:nvPr/>
        </p:nvSpPr>
        <p:spPr>
          <a:xfrm>
            <a:off x="9395352" y="88131"/>
            <a:ext cx="6463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结构关系</a:t>
            </a:r>
          </a:p>
        </p:txBody>
      </p:sp>
      <p:sp>
        <p:nvSpPr>
          <p:cNvPr id="296" name="任意形状 295">
            <a:extLst>
              <a:ext uri="{FF2B5EF4-FFF2-40B4-BE49-F238E27FC236}">
                <a16:creationId xmlns:a16="http://schemas.microsoft.com/office/drawing/2014/main" id="{9519764A-D7AE-E804-1780-EB45F22BD053}"/>
              </a:ext>
            </a:extLst>
          </p:cNvPr>
          <p:cNvSpPr>
            <a:spLocks noGrp="1"/>
          </p:cNvSpPr>
          <p:nvPr/>
        </p:nvSpPr>
        <p:spPr>
          <a:xfrm>
            <a:off x="8541083" y="457090"/>
            <a:ext cx="414856" cy="66537"/>
          </a:xfrm>
          <a:custGeom>
            <a:avLst/>
            <a:gdLst>
              <a:gd name="csX0" fmla="*/ 414856 w 414856"/>
              <a:gd name="csY0" fmla="*/ 33269 h 66537"/>
              <a:gd name="csX1" fmla="*/ 320398 w 414856"/>
              <a:gd name="csY1" fmla="*/ 66538 h 66537"/>
              <a:gd name="csX2" fmla="*/ 320398 w 414856"/>
              <a:gd name="csY2" fmla="*/ 49903 h 66537"/>
              <a:gd name="csX3" fmla="*/ 0 w 414856"/>
              <a:gd name="csY3" fmla="*/ 49903 h 66537"/>
              <a:gd name="csX4" fmla="*/ 0 w 414856"/>
              <a:gd name="csY4" fmla="*/ 33269 h 66537"/>
              <a:gd name="csX5" fmla="*/ 0 w 414856"/>
              <a:gd name="csY5" fmla="*/ 16634 h 66537"/>
              <a:gd name="csX6" fmla="*/ 320398 w 414856"/>
              <a:gd name="csY6" fmla="*/ 16634 h 66537"/>
              <a:gd name="csX7" fmla="*/ 320398 w 414856"/>
              <a:gd name="csY7" fmla="*/ 0 h 66537"/>
            </a:gdLst>
            <a:ahLst/>
            <a:cxnLst/>
            <a:rect l="l" t="t" r="r" b="b"/>
            <a:pathLst>
              <a:path w="414856" h="66537">
                <a:moveTo>
                  <a:pt x="414856" y="33269"/>
                </a:moveTo>
                <a:lnTo>
                  <a:pt x="320398" y="66538"/>
                </a:lnTo>
                <a:lnTo>
                  <a:pt x="320398" y="49903"/>
                </a:lnTo>
                <a:lnTo>
                  <a:pt x="0" y="49903"/>
                </a:lnTo>
                <a:lnTo>
                  <a:pt x="0" y="33269"/>
                </a:lnTo>
                <a:lnTo>
                  <a:pt x="0" y="16634"/>
                </a:lnTo>
                <a:lnTo>
                  <a:pt x="320398" y="16634"/>
                </a:lnTo>
                <a:lnTo>
                  <a:pt x="320398" y="0"/>
                </a:lnTo>
                <a:close/>
              </a:path>
            </a:pathLst>
          </a:custGeom>
          <a:solidFill>
            <a:srgbClr val="000000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7" name="任意形状 296">
            <a:extLst>
              <a:ext uri="{FF2B5EF4-FFF2-40B4-BE49-F238E27FC236}">
                <a16:creationId xmlns:a16="http://schemas.microsoft.com/office/drawing/2014/main" id="{0FF05438-3F2A-D56F-EBAB-453647E8D24A}"/>
              </a:ext>
            </a:extLst>
          </p:cNvPr>
          <p:cNvSpPr>
            <a:spLocks noGrp="1"/>
          </p:cNvSpPr>
          <p:nvPr/>
        </p:nvSpPr>
        <p:spPr>
          <a:xfrm>
            <a:off x="8541083" y="457090"/>
            <a:ext cx="414856" cy="66537"/>
          </a:xfrm>
          <a:custGeom>
            <a:avLst/>
            <a:gdLst>
              <a:gd name="csX0" fmla="*/ 414856 w 414856"/>
              <a:gd name="csY0" fmla="*/ 33269 h 66537"/>
              <a:gd name="csX1" fmla="*/ 320398 w 414856"/>
              <a:gd name="csY1" fmla="*/ 66538 h 66537"/>
              <a:gd name="csX2" fmla="*/ 320398 w 414856"/>
              <a:gd name="csY2" fmla="*/ 49903 h 66537"/>
              <a:gd name="csX3" fmla="*/ 0 w 414856"/>
              <a:gd name="csY3" fmla="*/ 49903 h 66537"/>
              <a:gd name="csX4" fmla="*/ 0 w 414856"/>
              <a:gd name="csY4" fmla="*/ 33269 h 66537"/>
              <a:gd name="csX5" fmla="*/ 0 w 414856"/>
              <a:gd name="csY5" fmla="*/ 16634 h 66537"/>
              <a:gd name="csX6" fmla="*/ 320398 w 414856"/>
              <a:gd name="csY6" fmla="*/ 16634 h 66537"/>
              <a:gd name="csX7" fmla="*/ 320398 w 414856"/>
              <a:gd name="csY7" fmla="*/ 0 h 66537"/>
            </a:gdLst>
            <a:ahLst/>
            <a:cxnLst/>
            <a:rect l="l" t="t" r="r" b="b"/>
            <a:pathLst>
              <a:path w="414856" h="66537">
                <a:moveTo>
                  <a:pt x="414856" y="33269"/>
                </a:moveTo>
                <a:lnTo>
                  <a:pt x="320398" y="66538"/>
                </a:lnTo>
                <a:lnTo>
                  <a:pt x="320398" y="49903"/>
                </a:lnTo>
                <a:lnTo>
                  <a:pt x="0" y="49903"/>
                </a:lnTo>
                <a:lnTo>
                  <a:pt x="0" y="33269"/>
                </a:lnTo>
                <a:lnTo>
                  <a:pt x="0" y="16634"/>
                </a:lnTo>
                <a:lnTo>
                  <a:pt x="320398" y="16634"/>
                </a:lnTo>
                <a:lnTo>
                  <a:pt x="320398" y="0"/>
                </a:lnTo>
                <a:close/>
              </a:path>
            </a:pathLst>
          </a:custGeom>
          <a:noFill/>
          <a:ln w="8358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9AFFD53F-CF46-E6C6-6B9F-24BACF6A778D}"/>
              </a:ext>
            </a:extLst>
          </p:cNvPr>
          <p:cNvSpPr>
            <a:spLocks noGrp="1"/>
          </p:cNvSpPr>
          <p:nvPr/>
        </p:nvSpPr>
        <p:spPr>
          <a:xfrm>
            <a:off x="9466923" y="353616"/>
            <a:ext cx="6463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测量关系</a:t>
            </a:r>
          </a:p>
        </p:txBody>
      </p:sp>
      <p:sp>
        <p:nvSpPr>
          <p:cNvPr id="301" name="任意形状 300">
            <a:extLst>
              <a:ext uri="{FF2B5EF4-FFF2-40B4-BE49-F238E27FC236}">
                <a16:creationId xmlns:a16="http://schemas.microsoft.com/office/drawing/2014/main" id="{1B39B1C8-633D-DD53-BDFD-932B9863E333}"/>
              </a:ext>
            </a:extLst>
          </p:cNvPr>
          <p:cNvSpPr>
            <a:spLocks noGrp="1"/>
          </p:cNvSpPr>
          <p:nvPr/>
        </p:nvSpPr>
        <p:spPr>
          <a:xfrm>
            <a:off x="8501427" y="706744"/>
            <a:ext cx="470798" cy="10610"/>
          </a:xfrm>
          <a:custGeom>
            <a:avLst/>
            <a:gdLst>
              <a:gd name="csX0" fmla="*/ 0 w 470798"/>
              <a:gd name="csY0" fmla="*/ 10610 h 10610"/>
              <a:gd name="csX1" fmla="*/ 460191 w 470798"/>
              <a:gd name="csY1" fmla="*/ 10610 h 10610"/>
              <a:gd name="csX2" fmla="*/ 470798 w 470798"/>
              <a:gd name="csY2" fmla="*/ 0 h 10610"/>
              <a:gd name="csX3" fmla="*/ 10607 w 470798"/>
              <a:gd name="csY3" fmla="*/ 0 h 10610"/>
            </a:gdLst>
            <a:ahLst/>
            <a:cxnLst/>
            <a:rect l="l" t="t" r="r" b="b"/>
            <a:pathLst>
              <a:path w="470798" h="10610">
                <a:moveTo>
                  <a:pt x="0" y="10610"/>
                </a:moveTo>
                <a:lnTo>
                  <a:pt x="460191" y="10610"/>
                </a:lnTo>
                <a:lnTo>
                  <a:pt x="470798" y="0"/>
                </a:lnTo>
                <a:lnTo>
                  <a:pt x="10607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2" name="任意形状 301">
            <a:extLst>
              <a:ext uri="{FF2B5EF4-FFF2-40B4-BE49-F238E27FC236}">
                <a16:creationId xmlns:a16="http://schemas.microsoft.com/office/drawing/2014/main" id="{9BC995FC-F3C9-39E1-DDDF-3BE54AE5FE26}"/>
              </a:ext>
            </a:extLst>
          </p:cNvPr>
          <p:cNvSpPr>
            <a:spLocks noGrp="1"/>
          </p:cNvSpPr>
          <p:nvPr/>
        </p:nvSpPr>
        <p:spPr>
          <a:xfrm>
            <a:off x="8501427" y="706744"/>
            <a:ext cx="470798" cy="10610"/>
          </a:xfrm>
          <a:custGeom>
            <a:avLst/>
            <a:gdLst>
              <a:gd name="csX0" fmla="*/ 0 w 470798"/>
              <a:gd name="csY0" fmla="*/ 10610 h 10610"/>
              <a:gd name="csX1" fmla="*/ 460191 w 470798"/>
              <a:gd name="csY1" fmla="*/ 10610 h 10610"/>
              <a:gd name="csX2" fmla="*/ 470798 w 470798"/>
              <a:gd name="csY2" fmla="*/ 0 h 10610"/>
              <a:gd name="csX3" fmla="*/ 10607 w 470798"/>
              <a:gd name="csY3" fmla="*/ 0 h 10610"/>
            </a:gdLst>
            <a:ahLst/>
            <a:cxnLst/>
            <a:rect l="l" t="t" r="r" b="b"/>
            <a:pathLst>
              <a:path w="470798" h="10610">
                <a:moveTo>
                  <a:pt x="0" y="10610"/>
                </a:moveTo>
                <a:lnTo>
                  <a:pt x="460191" y="10610"/>
                </a:lnTo>
                <a:lnTo>
                  <a:pt x="470798" y="0"/>
                </a:lnTo>
                <a:lnTo>
                  <a:pt x="10607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4" name="任意形状 303">
            <a:extLst>
              <a:ext uri="{FF2B5EF4-FFF2-40B4-BE49-F238E27FC236}">
                <a16:creationId xmlns:a16="http://schemas.microsoft.com/office/drawing/2014/main" id="{AE1CD491-4891-1A3F-6621-C66C2EE91835}"/>
              </a:ext>
            </a:extLst>
          </p:cNvPr>
          <p:cNvSpPr>
            <a:spLocks noGrp="1"/>
          </p:cNvSpPr>
          <p:nvPr/>
        </p:nvSpPr>
        <p:spPr>
          <a:xfrm>
            <a:off x="8961618" y="706744"/>
            <a:ext cx="10607" cy="130857"/>
          </a:xfrm>
          <a:custGeom>
            <a:avLst/>
            <a:gdLst>
              <a:gd name="csX0" fmla="*/ 0 w 10607"/>
              <a:gd name="csY0" fmla="*/ 130858 h 130857"/>
              <a:gd name="csX1" fmla="*/ 10607 w 10607"/>
              <a:gd name="csY1" fmla="*/ 120248 h 130857"/>
              <a:gd name="csX2" fmla="*/ 10607 w 10607"/>
              <a:gd name="csY2" fmla="*/ 0 h 130857"/>
              <a:gd name="csX3" fmla="*/ 0 w 10607"/>
              <a:gd name="csY3" fmla="*/ 10610 h 130857"/>
            </a:gdLst>
            <a:ahLst/>
            <a:cxnLst/>
            <a:rect l="l" t="t" r="r" b="b"/>
            <a:pathLst>
              <a:path w="10607" h="130857">
                <a:moveTo>
                  <a:pt x="0" y="130858"/>
                </a:moveTo>
                <a:lnTo>
                  <a:pt x="10607" y="120248"/>
                </a:lnTo>
                <a:lnTo>
                  <a:pt x="10607" y="0"/>
                </a:lnTo>
                <a:lnTo>
                  <a:pt x="0" y="10610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5" name="任意形状 304">
            <a:extLst>
              <a:ext uri="{FF2B5EF4-FFF2-40B4-BE49-F238E27FC236}">
                <a16:creationId xmlns:a16="http://schemas.microsoft.com/office/drawing/2014/main" id="{EF7F7718-9F8B-40BB-DFA1-DA8560101ED6}"/>
              </a:ext>
            </a:extLst>
          </p:cNvPr>
          <p:cNvSpPr>
            <a:spLocks noGrp="1"/>
          </p:cNvSpPr>
          <p:nvPr/>
        </p:nvSpPr>
        <p:spPr>
          <a:xfrm>
            <a:off x="8961618" y="706744"/>
            <a:ext cx="10607" cy="130857"/>
          </a:xfrm>
          <a:custGeom>
            <a:avLst/>
            <a:gdLst>
              <a:gd name="csX0" fmla="*/ 0 w 10607"/>
              <a:gd name="csY0" fmla="*/ 130858 h 130857"/>
              <a:gd name="csX1" fmla="*/ 10607 w 10607"/>
              <a:gd name="csY1" fmla="*/ 120248 h 130857"/>
              <a:gd name="csX2" fmla="*/ 10607 w 10607"/>
              <a:gd name="csY2" fmla="*/ 0 h 130857"/>
              <a:gd name="csX3" fmla="*/ 0 w 10607"/>
              <a:gd name="csY3" fmla="*/ 10610 h 130857"/>
            </a:gdLst>
            <a:ahLst/>
            <a:cxnLst/>
            <a:rect l="l" t="t" r="r" b="b"/>
            <a:pathLst>
              <a:path w="10607" h="130857">
                <a:moveTo>
                  <a:pt x="0" y="130858"/>
                </a:moveTo>
                <a:lnTo>
                  <a:pt x="10607" y="120248"/>
                </a:lnTo>
                <a:lnTo>
                  <a:pt x="10607" y="0"/>
                </a:lnTo>
                <a:lnTo>
                  <a:pt x="0" y="1061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4B87A711-90FD-A8FC-D5A9-E908DB146D1C}"/>
              </a:ext>
            </a:extLst>
          </p:cNvPr>
          <p:cNvSpPr>
            <a:spLocks noGrp="1"/>
          </p:cNvSpPr>
          <p:nvPr/>
        </p:nvSpPr>
        <p:spPr>
          <a:xfrm>
            <a:off x="8501427" y="717354"/>
            <a:ext cx="460191" cy="120247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E4F40AFD-E154-88D6-45A1-08DB9842917C}"/>
              </a:ext>
            </a:extLst>
          </p:cNvPr>
          <p:cNvSpPr>
            <a:spLocks noGrp="1"/>
          </p:cNvSpPr>
          <p:nvPr/>
        </p:nvSpPr>
        <p:spPr>
          <a:xfrm>
            <a:off x="8501427" y="717354"/>
            <a:ext cx="460191" cy="120247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1861C002-D1B7-F1F0-460F-4D127D9A8E0C}"/>
              </a:ext>
            </a:extLst>
          </p:cNvPr>
          <p:cNvSpPr>
            <a:spLocks noGrp="1"/>
          </p:cNvSpPr>
          <p:nvPr/>
        </p:nvSpPr>
        <p:spPr>
          <a:xfrm>
            <a:off x="9351347" y="653229"/>
            <a:ext cx="7617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可观测变量</a:t>
            </a:r>
          </a:p>
        </p:txBody>
      </p:sp>
      <p:sp>
        <p:nvSpPr>
          <p:cNvPr id="310" name="任意形状 309">
            <a:extLst>
              <a:ext uri="{FF2B5EF4-FFF2-40B4-BE49-F238E27FC236}">
                <a16:creationId xmlns:a16="http://schemas.microsoft.com/office/drawing/2014/main" id="{5B30000D-2433-21FD-5D60-B6C4BA314ED3}"/>
              </a:ext>
            </a:extLst>
          </p:cNvPr>
          <p:cNvSpPr>
            <a:spLocks noGrp="1"/>
          </p:cNvSpPr>
          <p:nvPr/>
        </p:nvSpPr>
        <p:spPr>
          <a:xfrm>
            <a:off x="8501427" y="956173"/>
            <a:ext cx="480277" cy="220724"/>
          </a:xfrm>
          <a:custGeom>
            <a:avLst/>
            <a:gdLst>
              <a:gd name="csX0" fmla="*/ 0 w 480277"/>
              <a:gd name="csY0" fmla="*/ 110362 h 220724"/>
              <a:gd name="csX1" fmla="*/ 0 w 480277"/>
              <a:gd name="csY1" fmla="*/ 110362 h 220724"/>
              <a:gd name="csX2" fmla="*/ 240139 w 480277"/>
              <a:gd name="csY2" fmla="*/ 0 h 220724"/>
              <a:gd name="csX3" fmla="*/ 480278 w 480277"/>
              <a:gd name="csY3" fmla="*/ 110362 h 220724"/>
              <a:gd name="csX4" fmla="*/ 480278 w 480277"/>
              <a:gd name="csY4" fmla="*/ 110362 h 220724"/>
              <a:gd name="csX5" fmla="*/ 240139 w 480277"/>
              <a:gd name="csY5" fmla="*/ 220725 h 220724"/>
              <a:gd name="csX6" fmla="*/ 0 w 480277"/>
              <a:gd name="csY6" fmla="*/ 110362 h 220724"/>
              <a:gd name="csX7" fmla="*/ 0 w 480277"/>
              <a:gd name="csY7" fmla="*/ 110362 h 220724"/>
            </a:gdLst>
            <a:ahLst/>
            <a:cxnLst/>
            <a:rect l="l" t="t" r="r" b="b"/>
            <a:pathLst>
              <a:path w="480277" h="220724">
                <a:moveTo>
                  <a:pt x="0" y="110362"/>
                </a:moveTo>
                <a:lnTo>
                  <a:pt x="0" y="110362"/>
                </a:lnTo>
                <a:cubicBezTo>
                  <a:pt x="0" y="49411"/>
                  <a:pt x="107514" y="0"/>
                  <a:pt x="240139" y="0"/>
                </a:cubicBezTo>
                <a:cubicBezTo>
                  <a:pt x="372764" y="0"/>
                  <a:pt x="480278" y="49411"/>
                  <a:pt x="480278" y="110362"/>
                </a:cubicBezTo>
                <a:lnTo>
                  <a:pt x="480278" y="110362"/>
                </a:lnTo>
                <a:cubicBezTo>
                  <a:pt x="480278" y="171314"/>
                  <a:pt x="372764" y="220725"/>
                  <a:pt x="240139" y="220725"/>
                </a:cubicBezTo>
                <a:cubicBezTo>
                  <a:pt x="107514" y="220725"/>
                  <a:pt x="0" y="171314"/>
                  <a:pt x="0" y="110362"/>
                </a:cubicBezTo>
                <a:cubicBezTo>
                  <a:pt x="0" y="110362"/>
                  <a:pt x="0" y="110362"/>
                  <a:pt x="0" y="110362"/>
                </a:cubicBezTo>
                <a:close/>
              </a:path>
            </a:pathLst>
          </a:custGeom>
          <a:noFill/>
          <a:ln w="11144">
            <a:solidFill>
              <a:srgbClr val="7F7F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F972F1CE-0684-65C3-D1BB-C4C0AC12222B}"/>
              </a:ext>
            </a:extLst>
          </p:cNvPr>
          <p:cNvSpPr>
            <a:spLocks noGrp="1"/>
          </p:cNvSpPr>
          <p:nvPr/>
        </p:nvSpPr>
        <p:spPr>
          <a:xfrm>
            <a:off x="9255476" y="946267"/>
            <a:ext cx="87716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不可观测变量</a:t>
            </a:r>
          </a:p>
        </p:txBody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2C34CE95-502E-3E98-5636-7AB0A7496160}"/>
              </a:ext>
            </a:extLst>
          </p:cNvPr>
          <p:cNvSpPr>
            <a:spLocks noGrp="1"/>
          </p:cNvSpPr>
          <p:nvPr/>
        </p:nvSpPr>
        <p:spPr>
          <a:xfrm>
            <a:off x="1642814" y="2890073"/>
            <a:ext cx="1263888" cy="3265576"/>
          </a:xfrm>
          <a:prstGeom prst="rect">
            <a:avLst/>
          </a:prstGeom>
          <a:noFill/>
          <a:ln w="2786">
            <a:solidFill>
              <a:srgbClr val="000000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5C2A0CCE-2604-7B76-2F87-F3BBF96985CB}"/>
              </a:ext>
            </a:extLst>
          </p:cNvPr>
          <p:cNvSpPr>
            <a:spLocks noGrp="1"/>
          </p:cNvSpPr>
          <p:nvPr/>
        </p:nvSpPr>
        <p:spPr>
          <a:xfrm>
            <a:off x="1642814" y="2399679"/>
            <a:ext cx="1263888" cy="480401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15" name="文本框 314">
            <a:extLst>
              <a:ext uri="{FF2B5EF4-FFF2-40B4-BE49-F238E27FC236}">
                <a16:creationId xmlns:a16="http://schemas.microsoft.com/office/drawing/2014/main" id="{1243F8EB-F64C-E49B-0C87-89B812D35B28}"/>
              </a:ext>
            </a:extLst>
          </p:cNvPr>
          <p:cNvSpPr>
            <a:spLocks noGrp="1"/>
          </p:cNvSpPr>
          <p:nvPr/>
        </p:nvSpPr>
        <p:spPr>
          <a:xfrm>
            <a:off x="1874227" y="2506873"/>
            <a:ext cx="72327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态度陈述</a:t>
            </a:r>
            <a:endParaRPr sz="1050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319" name="任意形状 318">
            <a:extLst>
              <a:ext uri="{FF2B5EF4-FFF2-40B4-BE49-F238E27FC236}">
                <a16:creationId xmlns:a16="http://schemas.microsoft.com/office/drawing/2014/main" id="{52C897B4-4A9F-B429-1BB5-4912EC0C6AB8}"/>
              </a:ext>
            </a:extLst>
          </p:cNvPr>
          <p:cNvSpPr>
            <a:spLocks noGrp="1"/>
          </p:cNvSpPr>
          <p:nvPr/>
        </p:nvSpPr>
        <p:spPr>
          <a:xfrm>
            <a:off x="1714414" y="3012706"/>
            <a:ext cx="1131180" cy="19520"/>
          </a:xfrm>
          <a:custGeom>
            <a:avLst/>
            <a:gdLst>
              <a:gd name="csX0" fmla="*/ 0 w 1131180"/>
              <a:gd name="csY0" fmla="*/ 19521 h 19520"/>
              <a:gd name="csX1" fmla="*/ 1111664 w 1131180"/>
              <a:gd name="csY1" fmla="*/ 19521 h 19520"/>
              <a:gd name="csX2" fmla="*/ 1131180 w 1131180"/>
              <a:gd name="csY2" fmla="*/ 0 h 19520"/>
              <a:gd name="csX3" fmla="*/ 19516 w 1131180"/>
              <a:gd name="csY3" fmla="*/ 0 h 19520"/>
            </a:gdLst>
            <a:ahLst/>
            <a:cxnLst/>
            <a:rect l="l" t="t" r="r" b="b"/>
            <a:pathLst>
              <a:path w="1131180" h="19520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20" name="任意形状 319">
            <a:extLst>
              <a:ext uri="{FF2B5EF4-FFF2-40B4-BE49-F238E27FC236}">
                <a16:creationId xmlns:a16="http://schemas.microsoft.com/office/drawing/2014/main" id="{01C157CD-3E97-DA8C-D900-1B1C23FD53A9}"/>
              </a:ext>
            </a:extLst>
          </p:cNvPr>
          <p:cNvSpPr>
            <a:spLocks noGrp="1"/>
          </p:cNvSpPr>
          <p:nvPr/>
        </p:nvSpPr>
        <p:spPr>
          <a:xfrm>
            <a:off x="1714414" y="3012706"/>
            <a:ext cx="1131180" cy="19520"/>
          </a:xfrm>
          <a:custGeom>
            <a:avLst/>
            <a:gdLst>
              <a:gd name="csX0" fmla="*/ 0 w 1131180"/>
              <a:gd name="csY0" fmla="*/ 19521 h 19520"/>
              <a:gd name="csX1" fmla="*/ 1111664 w 1131180"/>
              <a:gd name="csY1" fmla="*/ 19521 h 19520"/>
              <a:gd name="csX2" fmla="*/ 1131180 w 1131180"/>
              <a:gd name="csY2" fmla="*/ 0 h 19520"/>
              <a:gd name="csX3" fmla="*/ 19516 w 1131180"/>
              <a:gd name="csY3" fmla="*/ 0 h 19520"/>
            </a:gdLst>
            <a:ahLst/>
            <a:cxnLst/>
            <a:rect l="l" t="t" r="r" b="b"/>
            <a:pathLst>
              <a:path w="1131180" h="19520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22" name="任意形状 321">
            <a:extLst>
              <a:ext uri="{FF2B5EF4-FFF2-40B4-BE49-F238E27FC236}">
                <a16:creationId xmlns:a16="http://schemas.microsoft.com/office/drawing/2014/main" id="{7F70B4C1-C019-D8A3-9762-F9FF6D66308C}"/>
              </a:ext>
            </a:extLst>
          </p:cNvPr>
          <p:cNvSpPr>
            <a:spLocks noGrp="1"/>
          </p:cNvSpPr>
          <p:nvPr/>
        </p:nvSpPr>
        <p:spPr>
          <a:xfrm>
            <a:off x="2826079" y="3012706"/>
            <a:ext cx="19516" cy="240758"/>
          </a:xfrm>
          <a:custGeom>
            <a:avLst/>
            <a:gdLst>
              <a:gd name="csX0" fmla="*/ 0 w 19516"/>
              <a:gd name="csY0" fmla="*/ 240758 h 240758"/>
              <a:gd name="csX1" fmla="*/ 19516 w 19516"/>
              <a:gd name="csY1" fmla="*/ 221238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8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23" name="任意形状 322">
            <a:extLst>
              <a:ext uri="{FF2B5EF4-FFF2-40B4-BE49-F238E27FC236}">
                <a16:creationId xmlns:a16="http://schemas.microsoft.com/office/drawing/2014/main" id="{88B83512-CD31-74C5-EAFB-5DB03F003428}"/>
              </a:ext>
            </a:extLst>
          </p:cNvPr>
          <p:cNvSpPr>
            <a:spLocks noGrp="1"/>
          </p:cNvSpPr>
          <p:nvPr/>
        </p:nvSpPr>
        <p:spPr>
          <a:xfrm>
            <a:off x="2826079" y="3012706"/>
            <a:ext cx="19516" cy="240758"/>
          </a:xfrm>
          <a:custGeom>
            <a:avLst/>
            <a:gdLst>
              <a:gd name="csX0" fmla="*/ 0 w 19516"/>
              <a:gd name="csY0" fmla="*/ 240758 h 240758"/>
              <a:gd name="csX1" fmla="*/ 19516 w 19516"/>
              <a:gd name="csY1" fmla="*/ 221238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8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25" name="矩形 324">
            <a:extLst>
              <a:ext uri="{FF2B5EF4-FFF2-40B4-BE49-F238E27FC236}">
                <a16:creationId xmlns:a16="http://schemas.microsoft.com/office/drawing/2014/main" id="{0B3C2CCA-18F4-66FA-6DB6-CB6FB2CAD7FA}"/>
              </a:ext>
            </a:extLst>
          </p:cNvPr>
          <p:cNvSpPr>
            <a:spLocks noGrp="1"/>
          </p:cNvSpPr>
          <p:nvPr/>
        </p:nvSpPr>
        <p:spPr>
          <a:xfrm>
            <a:off x="1714414" y="3032227"/>
            <a:ext cx="1111664" cy="221237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9E6A632E-7BA6-D7BE-7F92-2A5AC5859CCE}"/>
              </a:ext>
            </a:extLst>
          </p:cNvPr>
          <p:cNvSpPr>
            <a:spLocks noGrp="1"/>
          </p:cNvSpPr>
          <p:nvPr/>
        </p:nvSpPr>
        <p:spPr>
          <a:xfrm>
            <a:off x="1714414" y="3032227"/>
            <a:ext cx="1111664" cy="221237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1E65AF7F-D8F8-BE50-6DAF-C2C7ADDFBF23}"/>
              </a:ext>
            </a:extLst>
          </p:cNvPr>
          <p:cNvSpPr>
            <a:spLocks noGrp="1"/>
          </p:cNvSpPr>
          <p:nvPr/>
        </p:nvSpPr>
        <p:spPr>
          <a:xfrm>
            <a:off x="2122432" y="2989266"/>
            <a:ext cx="26962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9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328" name="文本框 327">
            <a:extLst>
              <a:ext uri="{FF2B5EF4-FFF2-40B4-BE49-F238E27FC236}">
                <a16:creationId xmlns:a16="http://schemas.microsoft.com/office/drawing/2014/main" id="{024BBBA5-6F31-6ABB-3267-45F5334FE11A}"/>
              </a:ext>
            </a:extLst>
          </p:cNvPr>
          <p:cNvSpPr>
            <a:spLocks noGrp="1"/>
          </p:cNvSpPr>
          <p:nvPr/>
        </p:nvSpPr>
        <p:spPr>
          <a:xfrm>
            <a:off x="2220326" y="3080231"/>
            <a:ext cx="234898" cy="2066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7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32" name="任意形状 331">
            <a:extLst>
              <a:ext uri="{FF2B5EF4-FFF2-40B4-BE49-F238E27FC236}">
                <a16:creationId xmlns:a16="http://schemas.microsoft.com/office/drawing/2014/main" id="{DE0B3DE4-2294-258A-FD50-A7CFDB9790A4}"/>
              </a:ext>
            </a:extLst>
          </p:cNvPr>
          <p:cNvSpPr>
            <a:spLocks noGrp="1"/>
          </p:cNvSpPr>
          <p:nvPr/>
        </p:nvSpPr>
        <p:spPr>
          <a:xfrm>
            <a:off x="1714414" y="3559827"/>
            <a:ext cx="1131180" cy="19520"/>
          </a:xfrm>
          <a:custGeom>
            <a:avLst/>
            <a:gdLst>
              <a:gd name="csX0" fmla="*/ 0 w 1131180"/>
              <a:gd name="csY0" fmla="*/ 19521 h 19520"/>
              <a:gd name="csX1" fmla="*/ 1111664 w 1131180"/>
              <a:gd name="csY1" fmla="*/ 19521 h 19520"/>
              <a:gd name="csX2" fmla="*/ 1131180 w 1131180"/>
              <a:gd name="csY2" fmla="*/ 0 h 19520"/>
              <a:gd name="csX3" fmla="*/ 19516 w 1131180"/>
              <a:gd name="csY3" fmla="*/ 0 h 19520"/>
            </a:gdLst>
            <a:ahLst/>
            <a:cxnLst/>
            <a:rect l="l" t="t" r="r" b="b"/>
            <a:pathLst>
              <a:path w="1131180" h="19520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33" name="任意形状 332">
            <a:extLst>
              <a:ext uri="{FF2B5EF4-FFF2-40B4-BE49-F238E27FC236}">
                <a16:creationId xmlns:a16="http://schemas.microsoft.com/office/drawing/2014/main" id="{31C5E81A-CD61-F951-96C0-F34C11B25AE4}"/>
              </a:ext>
            </a:extLst>
          </p:cNvPr>
          <p:cNvSpPr>
            <a:spLocks noGrp="1"/>
          </p:cNvSpPr>
          <p:nvPr/>
        </p:nvSpPr>
        <p:spPr>
          <a:xfrm>
            <a:off x="1714414" y="3559827"/>
            <a:ext cx="1131180" cy="19520"/>
          </a:xfrm>
          <a:custGeom>
            <a:avLst/>
            <a:gdLst>
              <a:gd name="csX0" fmla="*/ 0 w 1131180"/>
              <a:gd name="csY0" fmla="*/ 19521 h 19520"/>
              <a:gd name="csX1" fmla="*/ 1111664 w 1131180"/>
              <a:gd name="csY1" fmla="*/ 19521 h 19520"/>
              <a:gd name="csX2" fmla="*/ 1131180 w 1131180"/>
              <a:gd name="csY2" fmla="*/ 0 h 19520"/>
              <a:gd name="csX3" fmla="*/ 19516 w 1131180"/>
              <a:gd name="csY3" fmla="*/ 0 h 19520"/>
            </a:gdLst>
            <a:ahLst/>
            <a:cxnLst/>
            <a:rect l="l" t="t" r="r" b="b"/>
            <a:pathLst>
              <a:path w="1131180" h="19520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35" name="任意形状 334">
            <a:extLst>
              <a:ext uri="{FF2B5EF4-FFF2-40B4-BE49-F238E27FC236}">
                <a16:creationId xmlns:a16="http://schemas.microsoft.com/office/drawing/2014/main" id="{88BB5979-0278-C6E4-1BE8-F4B4E8248023}"/>
              </a:ext>
            </a:extLst>
          </p:cNvPr>
          <p:cNvSpPr>
            <a:spLocks noGrp="1"/>
          </p:cNvSpPr>
          <p:nvPr/>
        </p:nvSpPr>
        <p:spPr>
          <a:xfrm>
            <a:off x="2826079" y="3559827"/>
            <a:ext cx="19516" cy="240758"/>
          </a:xfrm>
          <a:custGeom>
            <a:avLst/>
            <a:gdLst>
              <a:gd name="csX0" fmla="*/ 0 w 19516"/>
              <a:gd name="csY0" fmla="*/ 240758 h 240758"/>
              <a:gd name="csX1" fmla="*/ 19516 w 19516"/>
              <a:gd name="csY1" fmla="*/ 221238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8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36" name="任意形状 335">
            <a:extLst>
              <a:ext uri="{FF2B5EF4-FFF2-40B4-BE49-F238E27FC236}">
                <a16:creationId xmlns:a16="http://schemas.microsoft.com/office/drawing/2014/main" id="{7566E407-921C-24DC-C623-C4D7E4E01A34}"/>
              </a:ext>
            </a:extLst>
          </p:cNvPr>
          <p:cNvSpPr>
            <a:spLocks noGrp="1"/>
          </p:cNvSpPr>
          <p:nvPr/>
        </p:nvSpPr>
        <p:spPr>
          <a:xfrm>
            <a:off x="2826079" y="3559827"/>
            <a:ext cx="19516" cy="240758"/>
          </a:xfrm>
          <a:custGeom>
            <a:avLst/>
            <a:gdLst>
              <a:gd name="csX0" fmla="*/ 0 w 19516"/>
              <a:gd name="csY0" fmla="*/ 240758 h 240758"/>
              <a:gd name="csX1" fmla="*/ 19516 w 19516"/>
              <a:gd name="csY1" fmla="*/ 221238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8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38" name="矩形 337">
            <a:extLst>
              <a:ext uri="{FF2B5EF4-FFF2-40B4-BE49-F238E27FC236}">
                <a16:creationId xmlns:a16="http://schemas.microsoft.com/office/drawing/2014/main" id="{18E78360-24A5-4CAD-BD7A-2C499A6C24EF}"/>
              </a:ext>
            </a:extLst>
          </p:cNvPr>
          <p:cNvSpPr>
            <a:spLocks noGrp="1"/>
          </p:cNvSpPr>
          <p:nvPr/>
        </p:nvSpPr>
        <p:spPr>
          <a:xfrm>
            <a:off x="1714414" y="3579348"/>
            <a:ext cx="1111664" cy="221237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BC9CD493-D25E-F627-DB9F-3DEAFA63A1EF}"/>
              </a:ext>
            </a:extLst>
          </p:cNvPr>
          <p:cNvSpPr>
            <a:spLocks noGrp="1"/>
          </p:cNvSpPr>
          <p:nvPr/>
        </p:nvSpPr>
        <p:spPr>
          <a:xfrm>
            <a:off x="1714414" y="3579348"/>
            <a:ext cx="1111664" cy="221237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40" name="文本框 339">
            <a:extLst>
              <a:ext uri="{FF2B5EF4-FFF2-40B4-BE49-F238E27FC236}">
                <a16:creationId xmlns:a16="http://schemas.microsoft.com/office/drawing/2014/main" id="{94CF50F5-851C-A329-5D4B-9D951C6DE931}"/>
              </a:ext>
            </a:extLst>
          </p:cNvPr>
          <p:cNvSpPr>
            <a:spLocks noGrp="1"/>
          </p:cNvSpPr>
          <p:nvPr/>
        </p:nvSpPr>
        <p:spPr>
          <a:xfrm>
            <a:off x="2122432" y="3536387"/>
            <a:ext cx="26962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9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341" name="文本框 340">
            <a:extLst>
              <a:ext uri="{FF2B5EF4-FFF2-40B4-BE49-F238E27FC236}">
                <a16:creationId xmlns:a16="http://schemas.microsoft.com/office/drawing/2014/main" id="{258298D6-D37D-1B61-279A-8D37B2145B19}"/>
              </a:ext>
            </a:extLst>
          </p:cNvPr>
          <p:cNvSpPr>
            <a:spLocks noGrp="1"/>
          </p:cNvSpPr>
          <p:nvPr/>
        </p:nvSpPr>
        <p:spPr>
          <a:xfrm>
            <a:off x="2220326" y="3627352"/>
            <a:ext cx="234898" cy="2066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7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45" name="任意形状 344">
            <a:extLst>
              <a:ext uri="{FF2B5EF4-FFF2-40B4-BE49-F238E27FC236}">
                <a16:creationId xmlns:a16="http://schemas.microsoft.com/office/drawing/2014/main" id="{A00BAA0C-648C-C783-A810-655C33CF1ED3}"/>
              </a:ext>
            </a:extLst>
          </p:cNvPr>
          <p:cNvSpPr>
            <a:spLocks noGrp="1"/>
          </p:cNvSpPr>
          <p:nvPr/>
        </p:nvSpPr>
        <p:spPr>
          <a:xfrm>
            <a:off x="1709168" y="4134670"/>
            <a:ext cx="1131180" cy="19520"/>
          </a:xfrm>
          <a:custGeom>
            <a:avLst/>
            <a:gdLst>
              <a:gd name="csX0" fmla="*/ 0 w 1131180"/>
              <a:gd name="csY0" fmla="*/ 19521 h 19520"/>
              <a:gd name="csX1" fmla="*/ 1111664 w 1131180"/>
              <a:gd name="csY1" fmla="*/ 19521 h 19520"/>
              <a:gd name="csX2" fmla="*/ 1131180 w 1131180"/>
              <a:gd name="csY2" fmla="*/ 0 h 19520"/>
              <a:gd name="csX3" fmla="*/ 19516 w 1131180"/>
              <a:gd name="csY3" fmla="*/ 0 h 19520"/>
            </a:gdLst>
            <a:ahLst/>
            <a:cxnLst/>
            <a:rect l="l" t="t" r="r" b="b"/>
            <a:pathLst>
              <a:path w="1131180" h="19520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46" name="任意形状 345">
            <a:extLst>
              <a:ext uri="{FF2B5EF4-FFF2-40B4-BE49-F238E27FC236}">
                <a16:creationId xmlns:a16="http://schemas.microsoft.com/office/drawing/2014/main" id="{94B787D5-9AFE-89E4-6924-6B7B92BE7E2C}"/>
              </a:ext>
            </a:extLst>
          </p:cNvPr>
          <p:cNvSpPr>
            <a:spLocks noGrp="1"/>
          </p:cNvSpPr>
          <p:nvPr/>
        </p:nvSpPr>
        <p:spPr>
          <a:xfrm>
            <a:off x="1709168" y="4134670"/>
            <a:ext cx="1131180" cy="19520"/>
          </a:xfrm>
          <a:custGeom>
            <a:avLst/>
            <a:gdLst>
              <a:gd name="csX0" fmla="*/ 0 w 1131180"/>
              <a:gd name="csY0" fmla="*/ 19521 h 19520"/>
              <a:gd name="csX1" fmla="*/ 1111664 w 1131180"/>
              <a:gd name="csY1" fmla="*/ 19521 h 19520"/>
              <a:gd name="csX2" fmla="*/ 1131180 w 1131180"/>
              <a:gd name="csY2" fmla="*/ 0 h 19520"/>
              <a:gd name="csX3" fmla="*/ 19516 w 1131180"/>
              <a:gd name="csY3" fmla="*/ 0 h 19520"/>
            </a:gdLst>
            <a:ahLst/>
            <a:cxnLst/>
            <a:rect l="l" t="t" r="r" b="b"/>
            <a:pathLst>
              <a:path w="1131180" h="19520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48" name="任意形状 347">
            <a:extLst>
              <a:ext uri="{FF2B5EF4-FFF2-40B4-BE49-F238E27FC236}">
                <a16:creationId xmlns:a16="http://schemas.microsoft.com/office/drawing/2014/main" id="{0DD1AA96-9495-9732-5F2D-5350CCCF765D}"/>
              </a:ext>
            </a:extLst>
          </p:cNvPr>
          <p:cNvSpPr>
            <a:spLocks noGrp="1"/>
          </p:cNvSpPr>
          <p:nvPr/>
        </p:nvSpPr>
        <p:spPr>
          <a:xfrm>
            <a:off x="2820833" y="4134670"/>
            <a:ext cx="19515" cy="240758"/>
          </a:xfrm>
          <a:custGeom>
            <a:avLst/>
            <a:gdLst>
              <a:gd name="csX0" fmla="*/ 0 w 19515"/>
              <a:gd name="csY0" fmla="*/ 240758 h 240758"/>
              <a:gd name="csX1" fmla="*/ 19516 w 19515"/>
              <a:gd name="csY1" fmla="*/ 221238 h 240758"/>
              <a:gd name="csX2" fmla="*/ 19516 w 19515"/>
              <a:gd name="csY2" fmla="*/ 0 h 240758"/>
              <a:gd name="csX3" fmla="*/ 0 w 19515"/>
              <a:gd name="csY3" fmla="*/ 19521 h 240758"/>
            </a:gdLst>
            <a:ahLst/>
            <a:cxnLst/>
            <a:rect l="l" t="t" r="r" b="b"/>
            <a:pathLst>
              <a:path w="19515" h="240758">
                <a:moveTo>
                  <a:pt x="0" y="240758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49" name="任意形状 348">
            <a:extLst>
              <a:ext uri="{FF2B5EF4-FFF2-40B4-BE49-F238E27FC236}">
                <a16:creationId xmlns:a16="http://schemas.microsoft.com/office/drawing/2014/main" id="{925A2C7B-5791-4E56-E00E-2C7221237F75}"/>
              </a:ext>
            </a:extLst>
          </p:cNvPr>
          <p:cNvSpPr>
            <a:spLocks noGrp="1"/>
          </p:cNvSpPr>
          <p:nvPr/>
        </p:nvSpPr>
        <p:spPr>
          <a:xfrm>
            <a:off x="2820833" y="4134670"/>
            <a:ext cx="19515" cy="240758"/>
          </a:xfrm>
          <a:custGeom>
            <a:avLst/>
            <a:gdLst>
              <a:gd name="csX0" fmla="*/ 0 w 19515"/>
              <a:gd name="csY0" fmla="*/ 240758 h 240758"/>
              <a:gd name="csX1" fmla="*/ 19516 w 19515"/>
              <a:gd name="csY1" fmla="*/ 221238 h 240758"/>
              <a:gd name="csX2" fmla="*/ 19516 w 19515"/>
              <a:gd name="csY2" fmla="*/ 0 h 240758"/>
              <a:gd name="csX3" fmla="*/ 0 w 19515"/>
              <a:gd name="csY3" fmla="*/ 19521 h 240758"/>
            </a:gdLst>
            <a:ahLst/>
            <a:cxnLst/>
            <a:rect l="l" t="t" r="r" b="b"/>
            <a:pathLst>
              <a:path w="19515" h="240758">
                <a:moveTo>
                  <a:pt x="0" y="240758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869DC140-D5BE-C271-07EF-E2E6599DF30C}"/>
              </a:ext>
            </a:extLst>
          </p:cNvPr>
          <p:cNvSpPr>
            <a:spLocks noGrp="1"/>
          </p:cNvSpPr>
          <p:nvPr/>
        </p:nvSpPr>
        <p:spPr>
          <a:xfrm>
            <a:off x="1709168" y="4154191"/>
            <a:ext cx="1111664" cy="221237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C31E16B4-DE47-BAD4-634F-0CE7EB60CFFE}"/>
              </a:ext>
            </a:extLst>
          </p:cNvPr>
          <p:cNvSpPr>
            <a:spLocks noGrp="1"/>
          </p:cNvSpPr>
          <p:nvPr/>
        </p:nvSpPr>
        <p:spPr>
          <a:xfrm>
            <a:off x="1709168" y="4154191"/>
            <a:ext cx="1111664" cy="221237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53" name="文本框 352">
            <a:extLst>
              <a:ext uri="{FF2B5EF4-FFF2-40B4-BE49-F238E27FC236}">
                <a16:creationId xmlns:a16="http://schemas.microsoft.com/office/drawing/2014/main" id="{40FFA242-4C68-CF93-7A4E-A49A2FD70460}"/>
              </a:ext>
            </a:extLst>
          </p:cNvPr>
          <p:cNvSpPr>
            <a:spLocks noGrp="1"/>
          </p:cNvSpPr>
          <p:nvPr/>
        </p:nvSpPr>
        <p:spPr>
          <a:xfrm>
            <a:off x="2117186" y="4111230"/>
            <a:ext cx="26962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9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354" name="文本框 353">
            <a:extLst>
              <a:ext uri="{FF2B5EF4-FFF2-40B4-BE49-F238E27FC236}">
                <a16:creationId xmlns:a16="http://schemas.microsoft.com/office/drawing/2014/main" id="{B63F2252-2FD7-A7C7-7799-70D1E02BDEA0}"/>
              </a:ext>
            </a:extLst>
          </p:cNvPr>
          <p:cNvSpPr>
            <a:spLocks noGrp="1"/>
          </p:cNvSpPr>
          <p:nvPr/>
        </p:nvSpPr>
        <p:spPr>
          <a:xfrm>
            <a:off x="2215080" y="4202195"/>
            <a:ext cx="234898" cy="2066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7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58" name="任意形状 357">
            <a:extLst>
              <a:ext uri="{FF2B5EF4-FFF2-40B4-BE49-F238E27FC236}">
                <a16:creationId xmlns:a16="http://schemas.microsoft.com/office/drawing/2014/main" id="{DB17B695-31F7-D0AB-83BF-85FADE0C8DBA}"/>
              </a:ext>
            </a:extLst>
          </p:cNvPr>
          <p:cNvSpPr>
            <a:spLocks noGrp="1"/>
          </p:cNvSpPr>
          <p:nvPr/>
        </p:nvSpPr>
        <p:spPr>
          <a:xfrm>
            <a:off x="1709168" y="4728468"/>
            <a:ext cx="1131180" cy="19521"/>
          </a:xfrm>
          <a:custGeom>
            <a:avLst/>
            <a:gdLst>
              <a:gd name="csX0" fmla="*/ 0 w 1131180"/>
              <a:gd name="csY0" fmla="*/ 19521 h 19521"/>
              <a:gd name="csX1" fmla="*/ 1111664 w 1131180"/>
              <a:gd name="csY1" fmla="*/ 19521 h 19521"/>
              <a:gd name="csX2" fmla="*/ 1131180 w 1131180"/>
              <a:gd name="csY2" fmla="*/ 0 h 19521"/>
              <a:gd name="csX3" fmla="*/ 19516 w 1131180"/>
              <a:gd name="csY3" fmla="*/ 0 h 19521"/>
            </a:gdLst>
            <a:ahLst/>
            <a:cxnLst/>
            <a:rect l="l" t="t" r="r" b="b"/>
            <a:pathLst>
              <a:path w="1131180" h="19521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59" name="任意形状 358">
            <a:extLst>
              <a:ext uri="{FF2B5EF4-FFF2-40B4-BE49-F238E27FC236}">
                <a16:creationId xmlns:a16="http://schemas.microsoft.com/office/drawing/2014/main" id="{A1ADCEE8-0C57-B850-31D3-F12568D5FF20}"/>
              </a:ext>
            </a:extLst>
          </p:cNvPr>
          <p:cNvSpPr>
            <a:spLocks noGrp="1"/>
          </p:cNvSpPr>
          <p:nvPr/>
        </p:nvSpPr>
        <p:spPr>
          <a:xfrm>
            <a:off x="1709168" y="4728468"/>
            <a:ext cx="1131180" cy="19521"/>
          </a:xfrm>
          <a:custGeom>
            <a:avLst/>
            <a:gdLst>
              <a:gd name="csX0" fmla="*/ 0 w 1131180"/>
              <a:gd name="csY0" fmla="*/ 19521 h 19521"/>
              <a:gd name="csX1" fmla="*/ 1111664 w 1131180"/>
              <a:gd name="csY1" fmla="*/ 19521 h 19521"/>
              <a:gd name="csX2" fmla="*/ 1131180 w 1131180"/>
              <a:gd name="csY2" fmla="*/ 0 h 19521"/>
              <a:gd name="csX3" fmla="*/ 19516 w 1131180"/>
              <a:gd name="csY3" fmla="*/ 0 h 19521"/>
            </a:gdLst>
            <a:ahLst/>
            <a:cxnLst/>
            <a:rect l="l" t="t" r="r" b="b"/>
            <a:pathLst>
              <a:path w="1131180" h="19521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61" name="任意形状 360">
            <a:extLst>
              <a:ext uri="{FF2B5EF4-FFF2-40B4-BE49-F238E27FC236}">
                <a16:creationId xmlns:a16="http://schemas.microsoft.com/office/drawing/2014/main" id="{E287B804-A82D-6003-ACF0-3732BB066702}"/>
              </a:ext>
            </a:extLst>
          </p:cNvPr>
          <p:cNvSpPr>
            <a:spLocks noGrp="1"/>
          </p:cNvSpPr>
          <p:nvPr/>
        </p:nvSpPr>
        <p:spPr>
          <a:xfrm>
            <a:off x="2820833" y="4728468"/>
            <a:ext cx="19515" cy="240758"/>
          </a:xfrm>
          <a:custGeom>
            <a:avLst/>
            <a:gdLst>
              <a:gd name="csX0" fmla="*/ 0 w 19515"/>
              <a:gd name="csY0" fmla="*/ 240759 h 240758"/>
              <a:gd name="csX1" fmla="*/ 19516 w 19515"/>
              <a:gd name="csY1" fmla="*/ 221238 h 240758"/>
              <a:gd name="csX2" fmla="*/ 19516 w 19515"/>
              <a:gd name="csY2" fmla="*/ 0 h 240758"/>
              <a:gd name="csX3" fmla="*/ 0 w 19515"/>
              <a:gd name="csY3" fmla="*/ 19521 h 240758"/>
            </a:gdLst>
            <a:ahLst/>
            <a:cxnLst/>
            <a:rect l="l" t="t" r="r" b="b"/>
            <a:pathLst>
              <a:path w="19515" h="240758">
                <a:moveTo>
                  <a:pt x="0" y="240759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62" name="任意形状 361">
            <a:extLst>
              <a:ext uri="{FF2B5EF4-FFF2-40B4-BE49-F238E27FC236}">
                <a16:creationId xmlns:a16="http://schemas.microsoft.com/office/drawing/2014/main" id="{44E18CFD-A73E-16B1-1212-ECA89CD02F36}"/>
              </a:ext>
            </a:extLst>
          </p:cNvPr>
          <p:cNvSpPr>
            <a:spLocks noGrp="1"/>
          </p:cNvSpPr>
          <p:nvPr/>
        </p:nvSpPr>
        <p:spPr>
          <a:xfrm>
            <a:off x="2820833" y="4728468"/>
            <a:ext cx="19515" cy="240758"/>
          </a:xfrm>
          <a:custGeom>
            <a:avLst/>
            <a:gdLst>
              <a:gd name="csX0" fmla="*/ 0 w 19515"/>
              <a:gd name="csY0" fmla="*/ 240759 h 240758"/>
              <a:gd name="csX1" fmla="*/ 19516 w 19515"/>
              <a:gd name="csY1" fmla="*/ 221238 h 240758"/>
              <a:gd name="csX2" fmla="*/ 19516 w 19515"/>
              <a:gd name="csY2" fmla="*/ 0 h 240758"/>
              <a:gd name="csX3" fmla="*/ 0 w 19515"/>
              <a:gd name="csY3" fmla="*/ 19521 h 240758"/>
            </a:gdLst>
            <a:ahLst/>
            <a:cxnLst/>
            <a:rect l="l" t="t" r="r" b="b"/>
            <a:pathLst>
              <a:path w="19515" h="240758">
                <a:moveTo>
                  <a:pt x="0" y="240759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08ACE97A-D493-36F7-A818-6B4BA90E5933}"/>
              </a:ext>
            </a:extLst>
          </p:cNvPr>
          <p:cNvSpPr>
            <a:spLocks noGrp="1"/>
          </p:cNvSpPr>
          <p:nvPr/>
        </p:nvSpPr>
        <p:spPr>
          <a:xfrm>
            <a:off x="1709168" y="4747989"/>
            <a:ext cx="1111664" cy="221237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65" name="矩形 364">
            <a:extLst>
              <a:ext uri="{FF2B5EF4-FFF2-40B4-BE49-F238E27FC236}">
                <a16:creationId xmlns:a16="http://schemas.microsoft.com/office/drawing/2014/main" id="{2683DDA9-3BFB-6314-83CF-CC6E2DBC457D}"/>
              </a:ext>
            </a:extLst>
          </p:cNvPr>
          <p:cNvSpPr>
            <a:spLocks noGrp="1"/>
          </p:cNvSpPr>
          <p:nvPr/>
        </p:nvSpPr>
        <p:spPr>
          <a:xfrm>
            <a:off x="1709168" y="4747989"/>
            <a:ext cx="1111664" cy="221237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97024056-D213-C146-A798-E6E2D231A29F}"/>
              </a:ext>
            </a:extLst>
          </p:cNvPr>
          <p:cNvSpPr>
            <a:spLocks noGrp="1"/>
          </p:cNvSpPr>
          <p:nvPr/>
        </p:nvSpPr>
        <p:spPr>
          <a:xfrm>
            <a:off x="2117186" y="4705028"/>
            <a:ext cx="26962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9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367" name="文本框 366">
            <a:extLst>
              <a:ext uri="{FF2B5EF4-FFF2-40B4-BE49-F238E27FC236}">
                <a16:creationId xmlns:a16="http://schemas.microsoft.com/office/drawing/2014/main" id="{DBB5EF6A-851D-407B-EADD-5608642D16E0}"/>
              </a:ext>
            </a:extLst>
          </p:cNvPr>
          <p:cNvSpPr>
            <a:spLocks noGrp="1"/>
          </p:cNvSpPr>
          <p:nvPr/>
        </p:nvSpPr>
        <p:spPr>
          <a:xfrm>
            <a:off x="2215080" y="4795992"/>
            <a:ext cx="234898" cy="2066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7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71" name="任意形状 370">
            <a:extLst>
              <a:ext uri="{FF2B5EF4-FFF2-40B4-BE49-F238E27FC236}">
                <a16:creationId xmlns:a16="http://schemas.microsoft.com/office/drawing/2014/main" id="{AC3E753E-6718-5A37-51B9-627E18E7147C}"/>
              </a:ext>
            </a:extLst>
          </p:cNvPr>
          <p:cNvSpPr>
            <a:spLocks noGrp="1"/>
          </p:cNvSpPr>
          <p:nvPr/>
        </p:nvSpPr>
        <p:spPr>
          <a:xfrm>
            <a:off x="1714313" y="5298122"/>
            <a:ext cx="1131180" cy="19520"/>
          </a:xfrm>
          <a:custGeom>
            <a:avLst/>
            <a:gdLst>
              <a:gd name="csX0" fmla="*/ 0 w 1131180"/>
              <a:gd name="csY0" fmla="*/ 19521 h 19520"/>
              <a:gd name="csX1" fmla="*/ 1111664 w 1131180"/>
              <a:gd name="csY1" fmla="*/ 19521 h 19520"/>
              <a:gd name="csX2" fmla="*/ 1131180 w 1131180"/>
              <a:gd name="csY2" fmla="*/ 0 h 19520"/>
              <a:gd name="csX3" fmla="*/ 19516 w 1131180"/>
              <a:gd name="csY3" fmla="*/ 0 h 19520"/>
            </a:gdLst>
            <a:ahLst/>
            <a:cxnLst/>
            <a:rect l="l" t="t" r="r" b="b"/>
            <a:pathLst>
              <a:path w="1131180" h="19520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72" name="任意形状 371">
            <a:extLst>
              <a:ext uri="{FF2B5EF4-FFF2-40B4-BE49-F238E27FC236}">
                <a16:creationId xmlns:a16="http://schemas.microsoft.com/office/drawing/2014/main" id="{85B5B9EE-DC27-7CAB-7C88-7D66955F715F}"/>
              </a:ext>
            </a:extLst>
          </p:cNvPr>
          <p:cNvSpPr>
            <a:spLocks noGrp="1"/>
          </p:cNvSpPr>
          <p:nvPr/>
        </p:nvSpPr>
        <p:spPr>
          <a:xfrm>
            <a:off x="1714313" y="5298122"/>
            <a:ext cx="1131180" cy="19520"/>
          </a:xfrm>
          <a:custGeom>
            <a:avLst/>
            <a:gdLst>
              <a:gd name="csX0" fmla="*/ 0 w 1131180"/>
              <a:gd name="csY0" fmla="*/ 19521 h 19520"/>
              <a:gd name="csX1" fmla="*/ 1111664 w 1131180"/>
              <a:gd name="csY1" fmla="*/ 19521 h 19520"/>
              <a:gd name="csX2" fmla="*/ 1131180 w 1131180"/>
              <a:gd name="csY2" fmla="*/ 0 h 19520"/>
              <a:gd name="csX3" fmla="*/ 19516 w 1131180"/>
              <a:gd name="csY3" fmla="*/ 0 h 19520"/>
            </a:gdLst>
            <a:ahLst/>
            <a:cxnLst/>
            <a:rect l="l" t="t" r="r" b="b"/>
            <a:pathLst>
              <a:path w="1131180" h="19520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74" name="任意形状 373">
            <a:extLst>
              <a:ext uri="{FF2B5EF4-FFF2-40B4-BE49-F238E27FC236}">
                <a16:creationId xmlns:a16="http://schemas.microsoft.com/office/drawing/2014/main" id="{CFDCDAEE-96EC-AF83-9A6E-9FB5FE2997EA}"/>
              </a:ext>
            </a:extLst>
          </p:cNvPr>
          <p:cNvSpPr>
            <a:spLocks noGrp="1"/>
          </p:cNvSpPr>
          <p:nvPr/>
        </p:nvSpPr>
        <p:spPr>
          <a:xfrm>
            <a:off x="2825977" y="5298122"/>
            <a:ext cx="19516" cy="240758"/>
          </a:xfrm>
          <a:custGeom>
            <a:avLst/>
            <a:gdLst>
              <a:gd name="csX0" fmla="*/ 0 w 19516"/>
              <a:gd name="csY0" fmla="*/ 240758 h 240758"/>
              <a:gd name="csX1" fmla="*/ 19516 w 19516"/>
              <a:gd name="csY1" fmla="*/ 221238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8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75" name="任意形状 374">
            <a:extLst>
              <a:ext uri="{FF2B5EF4-FFF2-40B4-BE49-F238E27FC236}">
                <a16:creationId xmlns:a16="http://schemas.microsoft.com/office/drawing/2014/main" id="{8B35B6B6-9D54-A8A8-E17A-679772147A54}"/>
              </a:ext>
            </a:extLst>
          </p:cNvPr>
          <p:cNvSpPr>
            <a:spLocks noGrp="1"/>
          </p:cNvSpPr>
          <p:nvPr/>
        </p:nvSpPr>
        <p:spPr>
          <a:xfrm>
            <a:off x="2825977" y="5298122"/>
            <a:ext cx="19516" cy="240758"/>
          </a:xfrm>
          <a:custGeom>
            <a:avLst/>
            <a:gdLst>
              <a:gd name="csX0" fmla="*/ 0 w 19516"/>
              <a:gd name="csY0" fmla="*/ 240758 h 240758"/>
              <a:gd name="csX1" fmla="*/ 19516 w 19516"/>
              <a:gd name="csY1" fmla="*/ 221238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8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77" name="矩形 376">
            <a:extLst>
              <a:ext uri="{FF2B5EF4-FFF2-40B4-BE49-F238E27FC236}">
                <a16:creationId xmlns:a16="http://schemas.microsoft.com/office/drawing/2014/main" id="{03A41472-8417-76C4-4874-CAEEFC227B27}"/>
              </a:ext>
            </a:extLst>
          </p:cNvPr>
          <p:cNvSpPr>
            <a:spLocks noGrp="1"/>
          </p:cNvSpPr>
          <p:nvPr/>
        </p:nvSpPr>
        <p:spPr>
          <a:xfrm>
            <a:off x="1714313" y="5317642"/>
            <a:ext cx="1111664" cy="221237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78" name="矩形 377">
            <a:extLst>
              <a:ext uri="{FF2B5EF4-FFF2-40B4-BE49-F238E27FC236}">
                <a16:creationId xmlns:a16="http://schemas.microsoft.com/office/drawing/2014/main" id="{00085E7C-1EA0-A434-E9DC-6F6066266C35}"/>
              </a:ext>
            </a:extLst>
          </p:cNvPr>
          <p:cNvSpPr>
            <a:spLocks noGrp="1"/>
          </p:cNvSpPr>
          <p:nvPr/>
        </p:nvSpPr>
        <p:spPr>
          <a:xfrm>
            <a:off x="1714313" y="5317642"/>
            <a:ext cx="1111664" cy="221237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1F46018C-47B8-6B0E-71AD-E6FF18D5B354}"/>
              </a:ext>
            </a:extLst>
          </p:cNvPr>
          <p:cNvSpPr>
            <a:spLocks noGrp="1"/>
          </p:cNvSpPr>
          <p:nvPr/>
        </p:nvSpPr>
        <p:spPr>
          <a:xfrm>
            <a:off x="2122330" y="5274681"/>
            <a:ext cx="26962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9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380" name="文本框 379">
            <a:extLst>
              <a:ext uri="{FF2B5EF4-FFF2-40B4-BE49-F238E27FC236}">
                <a16:creationId xmlns:a16="http://schemas.microsoft.com/office/drawing/2014/main" id="{FF05427B-B3B7-54AB-5A20-290EE4620079}"/>
              </a:ext>
            </a:extLst>
          </p:cNvPr>
          <p:cNvSpPr>
            <a:spLocks noGrp="1"/>
          </p:cNvSpPr>
          <p:nvPr/>
        </p:nvSpPr>
        <p:spPr>
          <a:xfrm>
            <a:off x="2220224" y="5365646"/>
            <a:ext cx="234898" cy="2066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7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384" name="任意形状 383">
            <a:extLst>
              <a:ext uri="{FF2B5EF4-FFF2-40B4-BE49-F238E27FC236}">
                <a16:creationId xmlns:a16="http://schemas.microsoft.com/office/drawing/2014/main" id="{B852C584-B8D8-A430-156D-6C24ADE0F052}"/>
              </a:ext>
            </a:extLst>
          </p:cNvPr>
          <p:cNvSpPr>
            <a:spLocks noGrp="1"/>
          </p:cNvSpPr>
          <p:nvPr/>
        </p:nvSpPr>
        <p:spPr>
          <a:xfrm>
            <a:off x="1714313" y="5809850"/>
            <a:ext cx="1131180" cy="19520"/>
          </a:xfrm>
          <a:custGeom>
            <a:avLst/>
            <a:gdLst>
              <a:gd name="csX0" fmla="*/ 0 w 1131180"/>
              <a:gd name="csY0" fmla="*/ 19521 h 19520"/>
              <a:gd name="csX1" fmla="*/ 1111664 w 1131180"/>
              <a:gd name="csY1" fmla="*/ 19521 h 19520"/>
              <a:gd name="csX2" fmla="*/ 1131180 w 1131180"/>
              <a:gd name="csY2" fmla="*/ 0 h 19520"/>
              <a:gd name="csX3" fmla="*/ 19516 w 1131180"/>
              <a:gd name="csY3" fmla="*/ 0 h 19520"/>
            </a:gdLst>
            <a:ahLst/>
            <a:cxnLst/>
            <a:rect l="l" t="t" r="r" b="b"/>
            <a:pathLst>
              <a:path w="1131180" h="19520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85" name="任意形状 384">
            <a:extLst>
              <a:ext uri="{FF2B5EF4-FFF2-40B4-BE49-F238E27FC236}">
                <a16:creationId xmlns:a16="http://schemas.microsoft.com/office/drawing/2014/main" id="{8AB41D91-1561-35E7-43D1-A8C647010E6A}"/>
              </a:ext>
            </a:extLst>
          </p:cNvPr>
          <p:cNvSpPr>
            <a:spLocks noGrp="1"/>
          </p:cNvSpPr>
          <p:nvPr/>
        </p:nvSpPr>
        <p:spPr>
          <a:xfrm>
            <a:off x="1714313" y="5809850"/>
            <a:ext cx="1131180" cy="19520"/>
          </a:xfrm>
          <a:custGeom>
            <a:avLst/>
            <a:gdLst>
              <a:gd name="csX0" fmla="*/ 0 w 1131180"/>
              <a:gd name="csY0" fmla="*/ 19521 h 19520"/>
              <a:gd name="csX1" fmla="*/ 1111664 w 1131180"/>
              <a:gd name="csY1" fmla="*/ 19521 h 19520"/>
              <a:gd name="csX2" fmla="*/ 1131180 w 1131180"/>
              <a:gd name="csY2" fmla="*/ 0 h 19520"/>
              <a:gd name="csX3" fmla="*/ 19516 w 1131180"/>
              <a:gd name="csY3" fmla="*/ 0 h 19520"/>
            </a:gdLst>
            <a:ahLst/>
            <a:cxnLst/>
            <a:rect l="l" t="t" r="r" b="b"/>
            <a:pathLst>
              <a:path w="1131180" h="19520">
                <a:moveTo>
                  <a:pt x="0" y="19521"/>
                </a:moveTo>
                <a:lnTo>
                  <a:pt x="1111664" y="19521"/>
                </a:lnTo>
                <a:lnTo>
                  <a:pt x="1131180" y="0"/>
                </a:lnTo>
                <a:lnTo>
                  <a:pt x="19516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87" name="任意形状 386">
            <a:extLst>
              <a:ext uri="{FF2B5EF4-FFF2-40B4-BE49-F238E27FC236}">
                <a16:creationId xmlns:a16="http://schemas.microsoft.com/office/drawing/2014/main" id="{D921AA17-D4F9-0B41-F87C-BC0839201F0B}"/>
              </a:ext>
            </a:extLst>
          </p:cNvPr>
          <p:cNvSpPr>
            <a:spLocks noGrp="1"/>
          </p:cNvSpPr>
          <p:nvPr/>
        </p:nvSpPr>
        <p:spPr>
          <a:xfrm>
            <a:off x="2825977" y="5809850"/>
            <a:ext cx="19516" cy="240758"/>
          </a:xfrm>
          <a:custGeom>
            <a:avLst/>
            <a:gdLst>
              <a:gd name="csX0" fmla="*/ 0 w 19516"/>
              <a:gd name="csY0" fmla="*/ 240758 h 240758"/>
              <a:gd name="csX1" fmla="*/ 19516 w 19516"/>
              <a:gd name="csY1" fmla="*/ 221238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8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88" name="任意形状 387">
            <a:extLst>
              <a:ext uri="{FF2B5EF4-FFF2-40B4-BE49-F238E27FC236}">
                <a16:creationId xmlns:a16="http://schemas.microsoft.com/office/drawing/2014/main" id="{361C63EF-1668-A4EF-298B-ADBAE7FAAA2A}"/>
              </a:ext>
            </a:extLst>
          </p:cNvPr>
          <p:cNvSpPr>
            <a:spLocks noGrp="1"/>
          </p:cNvSpPr>
          <p:nvPr/>
        </p:nvSpPr>
        <p:spPr>
          <a:xfrm>
            <a:off x="2825977" y="5809850"/>
            <a:ext cx="19516" cy="240758"/>
          </a:xfrm>
          <a:custGeom>
            <a:avLst/>
            <a:gdLst>
              <a:gd name="csX0" fmla="*/ 0 w 19516"/>
              <a:gd name="csY0" fmla="*/ 240758 h 240758"/>
              <a:gd name="csX1" fmla="*/ 19516 w 19516"/>
              <a:gd name="csY1" fmla="*/ 221238 h 240758"/>
              <a:gd name="csX2" fmla="*/ 19516 w 19516"/>
              <a:gd name="csY2" fmla="*/ 0 h 240758"/>
              <a:gd name="csX3" fmla="*/ 0 w 19516"/>
              <a:gd name="csY3" fmla="*/ 19521 h 240758"/>
            </a:gdLst>
            <a:ahLst/>
            <a:cxnLst/>
            <a:rect l="l" t="t" r="r" b="b"/>
            <a:pathLst>
              <a:path w="19516" h="240758">
                <a:moveTo>
                  <a:pt x="0" y="240758"/>
                </a:moveTo>
                <a:lnTo>
                  <a:pt x="19516" y="221238"/>
                </a:lnTo>
                <a:lnTo>
                  <a:pt x="19516" y="0"/>
                </a:lnTo>
                <a:lnTo>
                  <a:pt x="0" y="19521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90" name="矩形 389">
            <a:extLst>
              <a:ext uri="{FF2B5EF4-FFF2-40B4-BE49-F238E27FC236}">
                <a16:creationId xmlns:a16="http://schemas.microsoft.com/office/drawing/2014/main" id="{1F451AD1-C5A6-B7EB-A70D-521DE4E7F383}"/>
              </a:ext>
            </a:extLst>
          </p:cNvPr>
          <p:cNvSpPr>
            <a:spLocks noGrp="1"/>
          </p:cNvSpPr>
          <p:nvPr/>
        </p:nvSpPr>
        <p:spPr>
          <a:xfrm>
            <a:off x="1714313" y="5829371"/>
            <a:ext cx="1111664" cy="221237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91" name="矩形 390">
            <a:extLst>
              <a:ext uri="{FF2B5EF4-FFF2-40B4-BE49-F238E27FC236}">
                <a16:creationId xmlns:a16="http://schemas.microsoft.com/office/drawing/2014/main" id="{C3593CF8-E9A2-F05B-0FFB-7AE16B03D292}"/>
              </a:ext>
            </a:extLst>
          </p:cNvPr>
          <p:cNvSpPr>
            <a:spLocks noGrp="1"/>
          </p:cNvSpPr>
          <p:nvPr/>
        </p:nvSpPr>
        <p:spPr>
          <a:xfrm>
            <a:off x="1714313" y="5829371"/>
            <a:ext cx="1111664" cy="221237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3BD1FD4B-58D4-831B-A9EA-092CCA4279BE}"/>
              </a:ext>
            </a:extLst>
          </p:cNvPr>
          <p:cNvSpPr>
            <a:spLocks noGrp="1"/>
          </p:cNvSpPr>
          <p:nvPr/>
        </p:nvSpPr>
        <p:spPr>
          <a:xfrm>
            <a:off x="2122330" y="5786409"/>
            <a:ext cx="26962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9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14A02D53-6B2E-5B9C-0F97-3FD8A80C27CA}"/>
              </a:ext>
            </a:extLst>
          </p:cNvPr>
          <p:cNvSpPr>
            <a:spLocks noGrp="1"/>
          </p:cNvSpPr>
          <p:nvPr/>
        </p:nvSpPr>
        <p:spPr>
          <a:xfrm>
            <a:off x="2220224" y="5877374"/>
            <a:ext cx="234898" cy="2066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7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394" name="任意形状 393">
            <a:extLst>
              <a:ext uri="{FF2B5EF4-FFF2-40B4-BE49-F238E27FC236}">
                <a16:creationId xmlns:a16="http://schemas.microsoft.com/office/drawing/2014/main" id="{4D7F88EF-772A-F672-656D-94E9CC323420}"/>
              </a:ext>
            </a:extLst>
          </p:cNvPr>
          <p:cNvSpPr>
            <a:spLocks noGrp="1"/>
          </p:cNvSpPr>
          <p:nvPr/>
        </p:nvSpPr>
        <p:spPr>
          <a:xfrm>
            <a:off x="5073130" y="2168683"/>
            <a:ext cx="1801040" cy="2251881"/>
          </a:xfrm>
          <a:custGeom>
            <a:avLst/>
            <a:gdLst>
              <a:gd name="csX0" fmla="*/ 0 w 1801040"/>
              <a:gd name="csY0" fmla="*/ 0 h 2251881"/>
              <a:gd name="csX1" fmla="*/ 1801041 w 1801040"/>
              <a:gd name="csY1" fmla="*/ 0 h 2251881"/>
              <a:gd name="csX2" fmla="*/ 1801041 w 1801040"/>
              <a:gd name="csY2" fmla="*/ 2251882 h 2251881"/>
              <a:gd name="csX3" fmla="*/ 0 w 1801040"/>
              <a:gd name="csY3" fmla="*/ 2251882 h 2251881"/>
            </a:gdLst>
            <a:ahLst/>
            <a:cxnLst/>
            <a:rect l="l" t="t" r="r" b="b"/>
            <a:pathLst>
              <a:path w="1801040" h="2251881">
                <a:moveTo>
                  <a:pt x="0" y="0"/>
                </a:moveTo>
                <a:lnTo>
                  <a:pt x="1801041" y="0"/>
                </a:lnTo>
                <a:lnTo>
                  <a:pt x="1801041" y="2251882"/>
                </a:lnTo>
                <a:lnTo>
                  <a:pt x="0" y="2251882"/>
                </a:lnTo>
                <a:close/>
              </a:path>
            </a:pathLst>
          </a:custGeom>
          <a:noFill/>
          <a:ln w="8358">
            <a:solidFill>
              <a:srgbClr val="000000"/>
            </a:solidFill>
          </a:ln>
        </p:spPr>
        <p:txBody>
          <a:bodyPr/>
          <a:lstStyle/>
          <a:p>
            <a:endParaRPr i="1"/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80EF31CF-AAAB-50C3-FCBA-A11637D16D3E}"/>
              </a:ext>
            </a:extLst>
          </p:cNvPr>
          <p:cNvSpPr>
            <a:spLocks noGrp="1"/>
          </p:cNvSpPr>
          <p:nvPr/>
        </p:nvSpPr>
        <p:spPr>
          <a:xfrm>
            <a:off x="5525992" y="2264229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潜在类别</a:t>
            </a:r>
          </a:p>
        </p:txBody>
      </p:sp>
      <p:sp>
        <p:nvSpPr>
          <p:cNvPr id="397" name="任意形状 396">
            <a:extLst>
              <a:ext uri="{FF2B5EF4-FFF2-40B4-BE49-F238E27FC236}">
                <a16:creationId xmlns:a16="http://schemas.microsoft.com/office/drawing/2014/main" id="{43B61261-0FBC-0649-748D-4799FDF546AA}"/>
              </a:ext>
            </a:extLst>
          </p:cNvPr>
          <p:cNvSpPr>
            <a:spLocks noGrp="1"/>
          </p:cNvSpPr>
          <p:nvPr/>
        </p:nvSpPr>
        <p:spPr>
          <a:xfrm>
            <a:off x="5457872" y="2769185"/>
            <a:ext cx="1031555" cy="474080"/>
          </a:xfrm>
          <a:custGeom>
            <a:avLst/>
            <a:gdLst>
              <a:gd name="csX0" fmla="*/ 0 w 1031555"/>
              <a:gd name="csY0" fmla="*/ 237040 h 474080"/>
              <a:gd name="csX1" fmla="*/ 0 w 1031555"/>
              <a:gd name="csY1" fmla="*/ 237040 h 474080"/>
              <a:gd name="csX2" fmla="*/ 515778 w 1031555"/>
              <a:gd name="csY2" fmla="*/ 0 h 474080"/>
              <a:gd name="csX3" fmla="*/ 1031556 w 1031555"/>
              <a:gd name="csY3" fmla="*/ 237040 h 474080"/>
              <a:gd name="csX4" fmla="*/ 1031556 w 1031555"/>
              <a:gd name="csY4" fmla="*/ 237040 h 474080"/>
              <a:gd name="csX5" fmla="*/ 515778 w 1031555"/>
              <a:gd name="csY5" fmla="*/ 474080 h 474080"/>
              <a:gd name="csX6" fmla="*/ 0 w 1031555"/>
              <a:gd name="csY6" fmla="*/ 237040 h 474080"/>
            </a:gdLst>
            <a:ahLst/>
            <a:cxnLst/>
            <a:rect l="l" t="t" r="r" b="b"/>
            <a:pathLst>
              <a:path w="1031555" h="474080">
                <a:moveTo>
                  <a:pt x="0" y="237040"/>
                </a:moveTo>
                <a:lnTo>
                  <a:pt x="0" y="237040"/>
                </a:lnTo>
                <a:cubicBezTo>
                  <a:pt x="0" y="106126"/>
                  <a:pt x="230922" y="0"/>
                  <a:pt x="515778" y="0"/>
                </a:cubicBezTo>
                <a:cubicBezTo>
                  <a:pt x="800634" y="0"/>
                  <a:pt x="1031556" y="106126"/>
                  <a:pt x="1031556" y="237040"/>
                </a:cubicBezTo>
                <a:lnTo>
                  <a:pt x="1031556" y="237040"/>
                </a:lnTo>
                <a:cubicBezTo>
                  <a:pt x="1031556" y="367954"/>
                  <a:pt x="800634" y="474080"/>
                  <a:pt x="515778" y="474080"/>
                </a:cubicBezTo>
                <a:cubicBezTo>
                  <a:pt x="230922" y="474080"/>
                  <a:pt x="0" y="367954"/>
                  <a:pt x="0" y="237040"/>
                </a:cubicBezTo>
                <a:close/>
              </a:path>
            </a:pathLst>
          </a:custGeom>
          <a:noFill/>
          <a:ln w="11144">
            <a:solidFill>
              <a:srgbClr val="7F7F7F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398" name="文本框 397">
            <a:extLst>
              <a:ext uri="{FF2B5EF4-FFF2-40B4-BE49-F238E27FC236}">
                <a16:creationId xmlns:a16="http://schemas.microsoft.com/office/drawing/2014/main" id="{265A411C-351C-2204-98D6-CA412E3B0DBF}"/>
              </a:ext>
            </a:extLst>
          </p:cNvPr>
          <p:cNvSpPr>
            <a:spLocks noGrp="1"/>
          </p:cNvSpPr>
          <p:nvPr/>
        </p:nvSpPr>
        <p:spPr>
          <a:xfrm>
            <a:off x="5687844" y="2873219"/>
            <a:ext cx="45397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类别</a:t>
            </a: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FA338589-741E-8E67-2C6F-5B935B5C1C02}"/>
              </a:ext>
            </a:extLst>
          </p:cNvPr>
          <p:cNvSpPr>
            <a:spLocks noGrp="1"/>
          </p:cNvSpPr>
          <p:nvPr/>
        </p:nvSpPr>
        <p:spPr>
          <a:xfrm>
            <a:off x="5999954" y="2868264"/>
            <a:ext cx="25199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01" name="任意形状 400">
            <a:extLst>
              <a:ext uri="{FF2B5EF4-FFF2-40B4-BE49-F238E27FC236}">
                <a16:creationId xmlns:a16="http://schemas.microsoft.com/office/drawing/2014/main" id="{9E69546F-3B0F-C840-DA30-17F8FE6A4034}"/>
              </a:ext>
            </a:extLst>
          </p:cNvPr>
          <p:cNvSpPr>
            <a:spLocks noGrp="1"/>
          </p:cNvSpPr>
          <p:nvPr/>
        </p:nvSpPr>
        <p:spPr>
          <a:xfrm>
            <a:off x="5457872" y="3590610"/>
            <a:ext cx="1031555" cy="474080"/>
          </a:xfrm>
          <a:custGeom>
            <a:avLst/>
            <a:gdLst>
              <a:gd name="csX0" fmla="*/ 0 w 1031555"/>
              <a:gd name="csY0" fmla="*/ 237040 h 474080"/>
              <a:gd name="csX1" fmla="*/ 0 w 1031555"/>
              <a:gd name="csY1" fmla="*/ 237040 h 474080"/>
              <a:gd name="csX2" fmla="*/ 515778 w 1031555"/>
              <a:gd name="csY2" fmla="*/ 0 h 474080"/>
              <a:gd name="csX3" fmla="*/ 1031556 w 1031555"/>
              <a:gd name="csY3" fmla="*/ 237040 h 474080"/>
              <a:gd name="csX4" fmla="*/ 1031556 w 1031555"/>
              <a:gd name="csY4" fmla="*/ 237040 h 474080"/>
              <a:gd name="csX5" fmla="*/ 515778 w 1031555"/>
              <a:gd name="csY5" fmla="*/ 474080 h 474080"/>
              <a:gd name="csX6" fmla="*/ 0 w 1031555"/>
              <a:gd name="csY6" fmla="*/ 237040 h 474080"/>
            </a:gdLst>
            <a:ahLst/>
            <a:cxnLst/>
            <a:rect l="l" t="t" r="r" b="b"/>
            <a:pathLst>
              <a:path w="1031555" h="474080">
                <a:moveTo>
                  <a:pt x="0" y="237040"/>
                </a:moveTo>
                <a:lnTo>
                  <a:pt x="0" y="237040"/>
                </a:lnTo>
                <a:cubicBezTo>
                  <a:pt x="0" y="106127"/>
                  <a:pt x="230922" y="0"/>
                  <a:pt x="515778" y="0"/>
                </a:cubicBezTo>
                <a:cubicBezTo>
                  <a:pt x="800634" y="0"/>
                  <a:pt x="1031556" y="106127"/>
                  <a:pt x="1031556" y="237040"/>
                </a:cubicBezTo>
                <a:lnTo>
                  <a:pt x="1031556" y="237040"/>
                </a:lnTo>
                <a:cubicBezTo>
                  <a:pt x="1031556" y="367954"/>
                  <a:pt x="800634" y="474080"/>
                  <a:pt x="515778" y="474080"/>
                </a:cubicBezTo>
                <a:cubicBezTo>
                  <a:pt x="230922" y="474080"/>
                  <a:pt x="0" y="367954"/>
                  <a:pt x="0" y="237040"/>
                </a:cubicBezTo>
                <a:close/>
              </a:path>
            </a:pathLst>
          </a:custGeom>
          <a:noFill/>
          <a:ln w="11144">
            <a:solidFill>
              <a:srgbClr val="7F7F7F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402" name="文本框 401">
            <a:extLst>
              <a:ext uri="{FF2B5EF4-FFF2-40B4-BE49-F238E27FC236}">
                <a16:creationId xmlns:a16="http://schemas.microsoft.com/office/drawing/2014/main" id="{C2735372-2CB6-3A4E-F096-F0556711CEFC}"/>
              </a:ext>
            </a:extLst>
          </p:cNvPr>
          <p:cNvSpPr>
            <a:spLocks noGrp="1"/>
          </p:cNvSpPr>
          <p:nvPr/>
        </p:nvSpPr>
        <p:spPr>
          <a:xfrm>
            <a:off x="5687844" y="3694644"/>
            <a:ext cx="45397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类别</a:t>
            </a: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01235654-AC32-0147-832F-676F9237A4AA}"/>
              </a:ext>
            </a:extLst>
          </p:cNvPr>
          <p:cNvSpPr>
            <a:spLocks noGrp="1"/>
          </p:cNvSpPr>
          <p:nvPr/>
        </p:nvSpPr>
        <p:spPr>
          <a:xfrm>
            <a:off x="5999954" y="3689690"/>
            <a:ext cx="25199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04" name="任意形状 403">
            <a:extLst>
              <a:ext uri="{FF2B5EF4-FFF2-40B4-BE49-F238E27FC236}">
                <a16:creationId xmlns:a16="http://schemas.microsoft.com/office/drawing/2014/main" id="{AC12BC6B-3B85-6DF8-BE6A-2B3D677BC72E}"/>
              </a:ext>
            </a:extLst>
          </p:cNvPr>
          <p:cNvSpPr>
            <a:spLocks noGrp="1"/>
          </p:cNvSpPr>
          <p:nvPr/>
        </p:nvSpPr>
        <p:spPr>
          <a:xfrm>
            <a:off x="3042374" y="1221720"/>
            <a:ext cx="403499" cy="11149"/>
          </a:xfrm>
          <a:custGeom>
            <a:avLst/>
            <a:gdLst>
              <a:gd name="csX0" fmla="*/ 403500 w 403499"/>
              <a:gd name="csY0" fmla="*/ 0 h 11149"/>
              <a:gd name="csX1" fmla="*/ 0 w 403499"/>
              <a:gd name="csY1" fmla="*/ 0 h 11149"/>
            </a:gdLst>
            <a:ahLst/>
            <a:cxnLst/>
            <a:rect l="l" t="t" r="r" b="b"/>
            <a:pathLst>
              <a:path w="403499" h="11149">
                <a:moveTo>
                  <a:pt x="403500" y="0"/>
                </a:moveTo>
                <a:lnTo>
                  <a:pt x="0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 i="1"/>
          </a:p>
        </p:txBody>
      </p:sp>
      <p:sp>
        <p:nvSpPr>
          <p:cNvPr id="405" name="任意形状 404">
            <a:extLst>
              <a:ext uri="{FF2B5EF4-FFF2-40B4-BE49-F238E27FC236}">
                <a16:creationId xmlns:a16="http://schemas.microsoft.com/office/drawing/2014/main" id="{A848CA63-3690-23AE-371A-6D992B2336D4}"/>
              </a:ext>
            </a:extLst>
          </p:cNvPr>
          <p:cNvSpPr>
            <a:spLocks noGrp="1"/>
          </p:cNvSpPr>
          <p:nvPr/>
        </p:nvSpPr>
        <p:spPr>
          <a:xfrm>
            <a:off x="3042374" y="1600026"/>
            <a:ext cx="403499" cy="11149"/>
          </a:xfrm>
          <a:custGeom>
            <a:avLst/>
            <a:gdLst>
              <a:gd name="csX0" fmla="*/ 403500 w 403499"/>
              <a:gd name="csY0" fmla="*/ 0 h 11149"/>
              <a:gd name="csX1" fmla="*/ 0 w 403499"/>
              <a:gd name="csY1" fmla="*/ 0 h 11149"/>
            </a:gdLst>
            <a:ahLst/>
            <a:cxnLst/>
            <a:rect l="l" t="t" r="r" b="b"/>
            <a:pathLst>
              <a:path w="403499" h="11149">
                <a:moveTo>
                  <a:pt x="403500" y="0"/>
                </a:moveTo>
                <a:lnTo>
                  <a:pt x="0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 i="1"/>
          </a:p>
        </p:txBody>
      </p:sp>
      <p:sp>
        <p:nvSpPr>
          <p:cNvPr id="406" name="任意形状 405">
            <a:extLst>
              <a:ext uri="{FF2B5EF4-FFF2-40B4-BE49-F238E27FC236}">
                <a16:creationId xmlns:a16="http://schemas.microsoft.com/office/drawing/2014/main" id="{960B5E1B-8B72-5974-37B9-DE14C6B94F25}"/>
              </a:ext>
            </a:extLst>
          </p:cNvPr>
          <p:cNvSpPr>
            <a:spLocks noGrp="1"/>
          </p:cNvSpPr>
          <p:nvPr/>
        </p:nvSpPr>
        <p:spPr>
          <a:xfrm>
            <a:off x="6874171" y="1772442"/>
            <a:ext cx="307527" cy="1522182"/>
          </a:xfrm>
          <a:custGeom>
            <a:avLst/>
            <a:gdLst>
              <a:gd name="csX0" fmla="*/ 0 w 307527"/>
              <a:gd name="csY0" fmla="*/ 1522182 h 1522182"/>
              <a:gd name="csX1" fmla="*/ 307528 w 307527"/>
              <a:gd name="csY1" fmla="*/ 0 h 1522182"/>
            </a:gdLst>
            <a:ahLst/>
            <a:cxnLst/>
            <a:rect l="l" t="t" r="r" b="b"/>
            <a:pathLst>
              <a:path w="307527" h="1522182">
                <a:moveTo>
                  <a:pt x="0" y="1522182"/>
                </a:moveTo>
                <a:lnTo>
                  <a:pt x="307528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407" name="任意形状 406">
            <a:extLst>
              <a:ext uri="{FF2B5EF4-FFF2-40B4-BE49-F238E27FC236}">
                <a16:creationId xmlns:a16="http://schemas.microsoft.com/office/drawing/2014/main" id="{DE529424-BA74-D1F8-F938-ED8CB89C829F}"/>
              </a:ext>
            </a:extLst>
          </p:cNvPr>
          <p:cNvSpPr>
            <a:spLocks noGrp="1"/>
          </p:cNvSpPr>
          <p:nvPr/>
        </p:nvSpPr>
        <p:spPr>
          <a:xfrm>
            <a:off x="6874171" y="2714533"/>
            <a:ext cx="289899" cy="580090"/>
          </a:xfrm>
          <a:custGeom>
            <a:avLst/>
            <a:gdLst>
              <a:gd name="csX0" fmla="*/ 0 w 289899"/>
              <a:gd name="csY0" fmla="*/ 580091 h 580090"/>
              <a:gd name="csX1" fmla="*/ 289900 w 289899"/>
              <a:gd name="csY1" fmla="*/ 0 h 580090"/>
            </a:gdLst>
            <a:ahLst/>
            <a:cxnLst/>
            <a:rect l="l" t="t" r="r" b="b"/>
            <a:pathLst>
              <a:path w="289899" h="580090">
                <a:moveTo>
                  <a:pt x="0" y="580091"/>
                </a:moveTo>
                <a:lnTo>
                  <a:pt x="289900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408" name="任意形状 407">
            <a:extLst>
              <a:ext uri="{FF2B5EF4-FFF2-40B4-BE49-F238E27FC236}">
                <a16:creationId xmlns:a16="http://schemas.microsoft.com/office/drawing/2014/main" id="{907021B5-4A27-5C59-31FE-91B855386511}"/>
              </a:ext>
            </a:extLst>
          </p:cNvPr>
          <p:cNvSpPr>
            <a:spLocks noGrp="1"/>
          </p:cNvSpPr>
          <p:nvPr/>
        </p:nvSpPr>
        <p:spPr>
          <a:xfrm>
            <a:off x="6874171" y="3294624"/>
            <a:ext cx="270166" cy="256045"/>
          </a:xfrm>
          <a:custGeom>
            <a:avLst/>
            <a:gdLst>
              <a:gd name="csX0" fmla="*/ 0 w 270166"/>
              <a:gd name="csY0" fmla="*/ 0 h 256045"/>
              <a:gd name="csX1" fmla="*/ 270167 w 270166"/>
              <a:gd name="csY1" fmla="*/ 256045 h 256045"/>
            </a:gdLst>
            <a:ahLst/>
            <a:cxnLst/>
            <a:rect l="l" t="t" r="r" b="b"/>
            <a:pathLst>
              <a:path w="270166" h="256045">
                <a:moveTo>
                  <a:pt x="0" y="0"/>
                </a:moveTo>
                <a:lnTo>
                  <a:pt x="270167" y="256045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409" name="任意形状 408">
            <a:extLst>
              <a:ext uri="{FF2B5EF4-FFF2-40B4-BE49-F238E27FC236}">
                <a16:creationId xmlns:a16="http://schemas.microsoft.com/office/drawing/2014/main" id="{17653A62-10FB-B022-5321-CFA164BECD59}"/>
              </a:ext>
            </a:extLst>
          </p:cNvPr>
          <p:cNvSpPr>
            <a:spLocks noGrp="1"/>
          </p:cNvSpPr>
          <p:nvPr/>
        </p:nvSpPr>
        <p:spPr>
          <a:xfrm>
            <a:off x="6874171" y="3294624"/>
            <a:ext cx="303948" cy="1184325"/>
          </a:xfrm>
          <a:custGeom>
            <a:avLst/>
            <a:gdLst>
              <a:gd name="csX0" fmla="*/ 0 w 303948"/>
              <a:gd name="csY0" fmla="*/ 0 h 1184325"/>
              <a:gd name="csX1" fmla="*/ 303948 w 303948"/>
              <a:gd name="csY1" fmla="*/ 1184325 h 1184325"/>
            </a:gdLst>
            <a:ahLst/>
            <a:cxnLst/>
            <a:rect l="l" t="t" r="r" b="b"/>
            <a:pathLst>
              <a:path w="303948" h="1184325">
                <a:moveTo>
                  <a:pt x="0" y="0"/>
                </a:moveTo>
                <a:lnTo>
                  <a:pt x="303948" y="1184325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410" name="任意形状 409">
            <a:extLst>
              <a:ext uri="{FF2B5EF4-FFF2-40B4-BE49-F238E27FC236}">
                <a16:creationId xmlns:a16="http://schemas.microsoft.com/office/drawing/2014/main" id="{05764671-FDA8-D49C-B536-A51BE77A6065}"/>
              </a:ext>
            </a:extLst>
          </p:cNvPr>
          <p:cNvSpPr>
            <a:spLocks noGrp="1"/>
          </p:cNvSpPr>
          <p:nvPr/>
        </p:nvSpPr>
        <p:spPr>
          <a:xfrm>
            <a:off x="6874171" y="3294624"/>
            <a:ext cx="311313" cy="2131005"/>
          </a:xfrm>
          <a:custGeom>
            <a:avLst/>
            <a:gdLst>
              <a:gd name="csX0" fmla="*/ 0 w 311313"/>
              <a:gd name="csY0" fmla="*/ 0 h 2131005"/>
              <a:gd name="csX1" fmla="*/ 311314 w 311313"/>
              <a:gd name="csY1" fmla="*/ 2131006 h 2131005"/>
            </a:gdLst>
            <a:ahLst/>
            <a:cxnLst/>
            <a:rect l="l" t="t" r="r" b="b"/>
            <a:pathLst>
              <a:path w="311313" h="2131005">
                <a:moveTo>
                  <a:pt x="0" y="0"/>
                </a:moveTo>
                <a:lnTo>
                  <a:pt x="311314" y="2131006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411" name="任意形状 410">
            <a:extLst>
              <a:ext uri="{FF2B5EF4-FFF2-40B4-BE49-F238E27FC236}">
                <a16:creationId xmlns:a16="http://schemas.microsoft.com/office/drawing/2014/main" id="{3994EA92-EDC6-1167-ECD6-F7E16D0379D4}"/>
              </a:ext>
            </a:extLst>
          </p:cNvPr>
          <p:cNvSpPr>
            <a:spLocks noGrp="1"/>
          </p:cNvSpPr>
          <p:nvPr/>
        </p:nvSpPr>
        <p:spPr>
          <a:xfrm>
            <a:off x="4765057" y="1236948"/>
            <a:ext cx="287790" cy="962502"/>
          </a:xfrm>
          <a:custGeom>
            <a:avLst/>
            <a:gdLst>
              <a:gd name="csX0" fmla="*/ 0 w 287790"/>
              <a:gd name="csY0" fmla="*/ 0 h 962502"/>
              <a:gd name="csX1" fmla="*/ 287791 w 287790"/>
              <a:gd name="csY1" fmla="*/ 962503 h 962502"/>
            </a:gdLst>
            <a:ahLst/>
            <a:cxnLst/>
            <a:rect l="l" t="t" r="r" b="b"/>
            <a:pathLst>
              <a:path w="287790" h="962502">
                <a:moveTo>
                  <a:pt x="0" y="0"/>
                </a:moveTo>
                <a:lnTo>
                  <a:pt x="287791" y="962503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i="1"/>
          </a:p>
        </p:txBody>
      </p:sp>
      <p:sp>
        <p:nvSpPr>
          <p:cNvPr id="412" name="任意形状 411">
            <a:extLst>
              <a:ext uri="{FF2B5EF4-FFF2-40B4-BE49-F238E27FC236}">
                <a16:creationId xmlns:a16="http://schemas.microsoft.com/office/drawing/2014/main" id="{24C90A21-555E-4A00-515A-42F10F6E6317}"/>
              </a:ext>
            </a:extLst>
          </p:cNvPr>
          <p:cNvSpPr>
            <a:spLocks noGrp="1"/>
          </p:cNvSpPr>
          <p:nvPr/>
        </p:nvSpPr>
        <p:spPr>
          <a:xfrm>
            <a:off x="4765057" y="3296759"/>
            <a:ext cx="221587" cy="11149"/>
          </a:xfrm>
          <a:custGeom>
            <a:avLst/>
            <a:gdLst>
              <a:gd name="csX0" fmla="*/ 0 w 221587"/>
              <a:gd name="csY0" fmla="*/ 0 h 11149"/>
              <a:gd name="csX1" fmla="*/ 221587 w 221587"/>
              <a:gd name="csY1" fmla="*/ 0 h 11149"/>
            </a:gdLst>
            <a:ahLst/>
            <a:cxnLst/>
            <a:rect l="l" t="t" r="r" b="b"/>
            <a:pathLst>
              <a:path w="221587" h="11149">
                <a:moveTo>
                  <a:pt x="0" y="0"/>
                </a:moveTo>
                <a:lnTo>
                  <a:pt x="221587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i="1"/>
          </a:p>
        </p:txBody>
      </p:sp>
      <p:sp>
        <p:nvSpPr>
          <p:cNvPr id="413" name="任意形状 412">
            <a:extLst>
              <a:ext uri="{FF2B5EF4-FFF2-40B4-BE49-F238E27FC236}">
                <a16:creationId xmlns:a16="http://schemas.microsoft.com/office/drawing/2014/main" id="{6EE8CE75-9A1A-6D56-9893-DF21E5A9D255}"/>
              </a:ext>
            </a:extLst>
          </p:cNvPr>
          <p:cNvSpPr>
            <a:spLocks noGrp="1"/>
          </p:cNvSpPr>
          <p:nvPr/>
        </p:nvSpPr>
        <p:spPr>
          <a:xfrm>
            <a:off x="4765057" y="4181802"/>
            <a:ext cx="291230" cy="1189125"/>
          </a:xfrm>
          <a:custGeom>
            <a:avLst/>
            <a:gdLst>
              <a:gd name="csX0" fmla="*/ 0 w 291230"/>
              <a:gd name="csY0" fmla="*/ 1189126 h 1189125"/>
              <a:gd name="csX1" fmla="*/ 291231 w 291230"/>
              <a:gd name="csY1" fmla="*/ 0 h 1189125"/>
            </a:gdLst>
            <a:ahLst/>
            <a:cxnLst/>
            <a:rect l="l" t="t" r="r" b="b"/>
            <a:pathLst>
              <a:path w="291230" h="1189125">
                <a:moveTo>
                  <a:pt x="0" y="1189126"/>
                </a:moveTo>
                <a:lnTo>
                  <a:pt x="291231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i="1"/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FD8E8577-4E6E-D159-1A4A-DD460824C62B}"/>
              </a:ext>
            </a:extLst>
          </p:cNvPr>
          <p:cNvSpPr>
            <a:spLocks noGrp="1"/>
          </p:cNvSpPr>
          <p:nvPr/>
        </p:nvSpPr>
        <p:spPr>
          <a:xfrm>
            <a:off x="8936633" y="4495459"/>
            <a:ext cx="1514992" cy="1334736"/>
          </a:xfrm>
          <a:prstGeom prst="rect">
            <a:avLst/>
          </a:prstGeom>
          <a:noFill/>
          <a:ln w="2786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F388C3D2-D13B-2615-C441-87319CE8BBDC}"/>
              </a:ext>
            </a:extLst>
          </p:cNvPr>
          <p:cNvSpPr>
            <a:spLocks noGrp="1"/>
          </p:cNvSpPr>
          <p:nvPr/>
        </p:nvSpPr>
        <p:spPr>
          <a:xfrm>
            <a:off x="10024903" y="4495459"/>
            <a:ext cx="426721" cy="1334736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7" name="文本框 416">
            <a:extLst>
              <a:ext uri="{FF2B5EF4-FFF2-40B4-BE49-F238E27FC236}">
                <a16:creationId xmlns:a16="http://schemas.microsoft.com/office/drawing/2014/main" id="{37D85755-36E0-1954-7A7A-3FE5443EA0C4}"/>
              </a:ext>
            </a:extLst>
          </p:cNvPr>
          <p:cNvSpPr>
            <a:spLocks noGrp="1"/>
          </p:cNvSpPr>
          <p:nvPr/>
        </p:nvSpPr>
        <p:spPr>
          <a:xfrm rot="16200000">
            <a:off x="9776819" y="5006311"/>
            <a:ext cx="915635" cy="2377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lang="zh-CN" altLang="en-US" sz="945" b="1" dirty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偏好延续</a:t>
            </a:r>
            <a:r>
              <a:rPr sz="945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变量</a:t>
            </a:r>
            <a:endParaRPr sz="945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421" name="任意形状 420">
            <a:extLst>
              <a:ext uri="{FF2B5EF4-FFF2-40B4-BE49-F238E27FC236}">
                <a16:creationId xmlns:a16="http://schemas.microsoft.com/office/drawing/2014/main" id="{C45535C0-D640-500E-DE01-8DBBDC569615}"/>
              </a:ext>
            </a:extLst>
          </p:cNvPr>
          <p:cNvSpPr>
            <a:spLocks noGrp="1"/>
          </p:cNvSpPr>
          <p:nvPr/>
        </p:nvSpPr>
        <p:spPr>
          <a:xfrm>
            <a:off x="9021169" y="5245497"/>
            <a:ext cx="870535" cy="38438"/>
          </a:xfrm>
          <a:custGeom>
            <a:avLst/>
            <a:gdLst>
              <a:gd name="csX0" fmla="*/ 0 w 870535"/>
              <a:gd name="csY0" fmla="*/ 38439 h 38438"/>
              <a:gd name="csX1" fmla="*/ 832106 w 870535"/>
              <a:gd name="csY1" fmla="*/ 38439 h 38438"/>
              <a:gd name="csX2" fmla="*/ 870535 w 870535"/>
              <a:gd name="csY2" fmla="*/ 0 h 38438"/>
              <a:gd name="csX3" fmla="*/ 38429 w 870535"/>
              <a:gd name="csY3" fmla="*/ 0 h 38438"/>
            </a:gdLst>
            <a:ahLst/>
            <a:cxnLst/>
            <a:rect l="l" t="t" r="r" b="b"/>
            <a:pathLst>
              <a:path w="870535" h="38438">
                <a:moveTo>
                  <a:pt x="0" y="38439"/>
                </a:moveTo>
                <a:lnTo>
                  <a:pt x="832106" y="38439"/>
                </a:lnTo>
                <a:lnTo>
                  <a:pt x="870535" y="0"/>
                </a:lnTo>
                <a:lnTo>
                  <a:pt x="38429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2" name="任意形状 421">
            <a:extLst>
              <a:ext uri="{FF2B5EF4-FFF2-40B4-BE49-F238E27FC236}">
                <a16:creationId xmlns:a16="http://schemas.microsoft.com/office/drawing/2014/main" id="{3618E1FF-8CDB-360C-4FC8-59109E71EDF4}"/>
              </a:ext>
            </a:extLst>
          </p:cNvPr>
          <p:cNvSpPr>
            <a:spLocks noGrp="1"/>
          </p:cNvSpPr>
          <p:nvPr/>
        </p:nvSpPr>
        <p:spPr>
          <a:xfrm>
            <a:off x="9021169" y="5245497"/>
            <a:ext cx="870535" cy="38438"/>
          </a:xfrm>
          <a:custGeom>
            <a:avLst/>
            <a:gdLst>
              <a:gd name="csX0" fmla="*/ 0 w 870535"/>
              <a:gd name="csY0" fmla="*/ 38439 h 38438"/>
              <a:gd name="csX1" fmla="*/ 832106 w 870535"/>
              <a:gd name="csY1" fmla="*/ 38439 h 38438"/>
              <a:gd name="csX2" fmla="*/ 870535 w 870535"/>
              <a:gd name="csY2" fmla="*/ 0 h 38438"/>
              <a:gd name="csX3" fmla="*/ 38429 w 870535"/>
              <a:gd name="csY3" fmla="*/ 0 h 38438"/>
            </a:gdLst>
            <a:ahLst/>
            <a:cxnLst/>
            <a:rect l="l" t="t" r="r" b="b"/>
            <a:pathLst>
              <a:path w="870535" h="38438">
                <a:moveTo>
                  <a:pt x="0" y="38439"/>
                </a:moveTo>
                <a:lnTo>
                  <a:pt x="832106" y="38439"/>
                </a:lnTo>
                <a:lnTo>
                  <a:pt x="870535" y="0"/>
                </a:lnTo>
                <a:lnTo>
                  <a:pt x="38429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4" name="任意形状 423">
            <a:extLst>
              <a:ext uri="{FF2B5EF4-FFF2-40B4-BE49-F238E27FC236}">
                <a16:creationId xmlns:a16="http://schemas.microsoft.com/office/drawing/2014/main" id="{CDFAE7ED-3C17-2506-188E-3CD52D355CCB}"/>
              </a:ext>
            </a:extLst>
          </p:cNvPr>
          <p:cNvSpPr>
            <a:spLocks noGrp="1"/>
          </p:cNvSpPr>
          <p:nvPr/>
        </p:nvSpPr>
        <p:spPr>
          <a:xfrm>
            <a:off x="9853275" y="5245497"/>
            <a:ext cx="38429" cy="474080"/>
          </a:xfrm>
          <a:custGeom>
            <a:avLst/>
            <a:gdLst>
              <a:gd name="csX0" fmla="*/ 0 w 38429"/>
              <a:gd name="csY0" fmla="*/ 474081 h 474080"/>
              <a:gd name="csX1" fmla="*/ 38429 w 38429"/>
              <a:gd name="csY1" fmla="*/ 435641 h 474080"/>
              <a:gd name="csX2" fmla="*/ 38429 w 38429"/>
              <a:gd name="csY2" fmla="*/ 0 h 474080"/>
              <a:gd name="csX3" fmla="*/ 0 w 38429"/>
              <a:gd name="csY3" fmla="*/ 38439 h 474080"/>
            </a:gdLst>
            <a:ahLst/>
            <a:cxnLst/>
            <a:rect l="l" t="t" r="r" b="b"/>
            <a:pathLst>
              <a:path w="38429" h="474080">
                <a:moveTo>
                  <a:pt x="0" y="474081"/>
                </a:moveTo>
                <a:lnTo>
                  <a:pt x="38429" y="435641"/>
                </a:lnTo>
                <a:lnTo>
                  <a:pt x="38429" y="0"/>
                </a:lnTo>
                <a:lnTo>
                  <a:pt x="0" y="38439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5" name="任意形状 424">
            <a:extLst>
              <a:ext uri="{FF2B5EF4-FFF2-40B4-BE49-F238E27FC236}">
                <a16:creationId xmlns:a16="http://schemas.microsoft.com/office/drawing/2014/main" id="{BB8F041E-4B46-8A38-7C79-4542068A4A4E}"/>
              </a:ext>
            </a:extLst>
          </p:cNvPr>
          <p:cNvSpPr>
            <a:spLocks noGrp="1"/>
          </p:cNvSpPr>
          <p:nvPr/>
        </p:nvSpPr>
        <p:spPr>
          <a:xfrm>
            <a:off x="9853275" y="5245497"/>
            <a:ext cx="38429" cy="474080"/>
          </a:xfrm>
          <a:custGeom>
            <a:avLst/>
            <a:gdLst>
              <a:gd name="csX0" fmla="*/ 0 w 38429"/>
              <a:gd name="csY0" fmla="*/ 474081 h 474080"/>
              <a:gd name="csX1" fmla="*/ 38429 w 38429"/>
              <a:gd name="csY1" fmla="*/ 435641 h 474080"/>
              <a:gd name="csX2" fmla="*/ 38429 w 38429"/>
              <a:gd name="csY2" fmla="*/ 0 h 474080"/>
              <a:gd name="csX3" fmla="*/ 0 w 38429"/>
              <a:gd name="csY3" fmla="*/ 38439 h 474080"/>
            </a:gdLst>
            <a:ahLst/>
            <a:cxnLst/>
            <a:rect l="l" t="t" r="r" b="b"/>
            <a:pathLst>
              <a:path w="38429" h="474080">
                <a:moveTo>
                  <a:pt x="0" y="474081"/>
                </a:moveTo>
                <a:lnTo>
                  <a:pt x="38429" y="435641"/>
                </a:lnTo>
                <a:lnTo>
                  <a:pt x="38429" y="0"/>
                </a:lnTo>
                <a:lnTo>
                  <a:pt x="0" y="38439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3303E86D-1B76-18DB-2F16-7CC352F4BFB4}"/>
              </a:ext>
            </a:extLst>
          </p:cNvPr>
          <p:cNvSpPr>
            <a:spLocks noGrp="1"/>
          </p:cNvSpPr>
          <p:nvPr/>
        </p:nvSpPr>
        <p:spPr>
          <a:xfrm>
            <a:off x="9021169" y="5283936"/>
            <a:ext cx="832105" cy="435641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8" name="矩形 427">
            <a:extLst>
              <a:ext uri="{FF2B5EF4-FFF2-40B4-BE49-F238E27FC236}">
                <a16:creationId xmlns:a16="http://schemas.microsoft.com/office/drawing/2014/main" id="{AC4B2EBA-0F0B-D463-60A7-4438BA40F5FD}"/>
              </a:ext>
            </a:extLst>
          </p:cNvPr>
          <p:cNvSpPr>
            <a:spLocks noGrp="1"/>
          </p:cNvSpPr>
          <p:nvPr/>
        </p:nvSpPr>
        <p:spPr>
          <a:xfrm>
            <a:off x="9021169" y="5283936"/>
            <a:ext cx="832105" cy="435641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9" name="任意形状 438">
            <a:extLst>
              <a:ext uri="{FF2B5EF4-FFF2-40B4-BE49-F238E27FC236}">
                <a16:creationId xmlns:a16="http://schemas.microsoft.com/office/drawing/2014/main" id="{D49F921A-7E25-DFC8-54E5-D56E62AB3909}"/>
              </a:ext>
            </a:extLst>
          </p:cNvPr>
          <p:cNvSpPr>
            <a:spLocks noGrp="1"/>
          </p:cNvSpPr>
          <p:nvPr/>
        </p:nvSpPr>
        <p:spPr>
          <a:xfrm>
            <a:off x="9024691" y="4613390"/>
            <a:ext cx="870534" cy="38438"/>
          </a:xfrm>
          <a:custGeom>
            <a:avLst/>
            <a:gdLst>
              <a:gd name="csX0" fmla="*/ 0 w 870534"/>
              <a:gd name="csY0" fmla="*/ 38439 h 38438"/>
              <a:gd name="csX1" fmla="*/ 832106 w 870534"/>
              <a:gd name="csY1" fmla="*/ 38439 h 38438"/>
              <a:gd name="csX2" fmla="*/ 870534 w 870534"/>
              <a:gd name="csY2" fmla="*/ 0 h 38438"/>
              <a:gd name="csX3" fmla="*/ 38429 w 870534"/>
              <a:gd name="csY3" fmla="*/ 0 h 38438"/>
            </a:gdLst>
            <a:ahLst/>
            <a:cxnLst/>
            <a:rect l="l" t="t" r="r" b="b"/>
            <a:pathLst>
              <a:path w="870534" h="38438">
                <a:moveTo>
                  <a:pt x="0" y="38439"/>
                </a:moveTo>
                <a:lnTo>
                  <a:pt x="832106" y="38439"/>
                </a:lnTo>
                <a:lnTo>
                  <a:pt x="870534" y="0"/>
                </a:lnTo>
                <a:lnTo>
                  <a:pt x="38429" y="0"/>
                </a:lnTo>
                <a:close/>
              </a:path>
            </a:pathLst>
          </a:custGeom>
          <a:solidFill>
            <a:srgbClr val="E9E9E9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0" name="任意形状 439">
            <a:extLst>
              <a:ext uri="{FF2B5EF4-FFF2-40B4-BE49-F238E27FC236}">
                <a16:creationId xmlns:a16="http://schemas.microsoft.com/office/drawing/2014/main" id="{D5A4DDFE-72DD-EFD0-B7F8-C5AC629D1CED}"/>
              </a:ext>
            </a:extLst>
          </p:cNvPr>
          <p:cNvSpPr>
            <a:spLocks noGrp="1"/>
          </p:cNvSpPr>
          <p:nvPr/>
        </p:nvSpPr>
        <p:spPr>
          <a:xfrm>
            <a:off x="9024691" y="4613390"/>
            <a:ext cx="870534" cy="38438"/>
          </a:xfrm>
          <a:custGeom>
            <a:avLst/>
            <a:gdLst>
              <a:gd name="csX0" fmla="*/ 0 w 870534"/>
              <a:gd name="csY0" fmla="*/ 38439 h 38438"/>
              <a:gd name="csX1" fmla="*/ 832106 w 870534"/>
              <a:gd name="csY1" fmla="*/ 38439 h 38438"/>
              <a:gd name="csX2" fmla="*/ 870534 w 870534"/>
              <a:gd name="csY2" fmla="*/ 0 h 38438"/>
              <a:gd name="csX3" fmla="*/ 38429 w 870534"/>
              <a:gd name="csY3" fmla="*/ 0 h 38438"/>
            </a:gdLst>
            <a:ahLst/>
            <a:cxnLst/>
            <a:rect l="l" t="t" r="r" b="b"/>
            <a:pathLst>
              <a:path w="870534" h="38438">
                <a:moveTo>
                  <a:pt x="0" y="38439"/>
                </a:moveTo>
                <a:lnTo>
                  <a:pt x="832106" y="38439"/>
                </a:lnTo>
                <a:lnTo>
                  <a:pt x="870534" y="0"/>
                </a:lnTo>
                <a:lnTo>
                  <a:pt x="38429" y="0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2" name="任意形状 441">
            <a:extLst>
              <a:ext uri="{FF2B5EF4-FFF2-40B4-BE49-F238E27FC236}">
                <a16:creationId xmlns:a16="http://schemas.microsoft.com/office/drawing/2014/main" id="{752CC977-C4BC-AD3F-EE99-BFD78576F58E}"/>
              </a:ext>
            </a:extLst>
          </p:cNvPr>
          <p:cNvSpPr>
            <a:spLocks noGrp="1"/>
          </p:cNvSpPr>
          <p:nvPr/>
        </p:nvSpPr>
        <p:spPr>
          <a:xfrm>
            <a:off x="9856797" y="4613390"/>
            <a:ext cx="38428" cy="474080"/>
          </a:xfrm>
          <a:custGeom>
            <a:avLst/>
            <a:gdLst>
              <a:gd name="csX0" fmla="*/ 0 w 38428"/>
              <a:gd name="csY0" fmla="*/ 474081 h 474080"/>
              <a:gd name="csX1" fmla="*/ 38429 w 38428"/>
              <a:gd name="csY1" fmla="*/ 435641 h 474080"/>
              <a:gd name="csX2" fmla="*/ 38429 w 38428"/>
              <a:gd name="csY2" fmla="*/ 0 h 474080"/>
              <a:gd name="csX3" fmla="*/ 0 w 38428"/>
              <a:gd name="csY3" fmla="*/ 38439 h 474080"/>
            </a:gdLst>
            <a:ahLst/>
            <a:cxnLst/>
            <a:rect l="l" t="t" r="r" b="b"/>
            <a:pathLst>
              <a:path w="38428" h="474080">
                <a:moveTo>
                  <a:pt x="0" y="474081"/>
                </a:moveTo>
                <a:lnTo>
                  <a:pt x="38429" y="435641"/>
                </a:lnTo>
                <a:lnTo>
                  <a:pt x="38429" y="0"/>
                </a:lnTo>
                <a:lnTo>
                  <a:pt x="0" y="38439"/>
                </a:lnTo>
                <a:close/>
              </a:path>
            </a:pathLst>
          </a:custGeom>
          <a:solidFill>
            <a:srgbClr val="BDBDBD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3" name="任意形状 442">
            <a:extLst>
              <a:ext uri="{FF2B5EF4-FFF2-40B4-BE49-F238E27FC236}">
                <a16:creationId xmlns:a16="http://schemas.microsoft.com/office/drawing/2014/main" id="{1D3EA7AA-82D7-28A3-C1E9-4566061B3B64}"/>
              </a:ext>
            </a:extLst>
          </p:cNvPr>
          <p:cNvSpPr>
            <a:spLocks noGrp="1"/>
          </p:cNvSpPr>
          <p:nvPr/>
        </p:nvSpPr>
        <p:spPr>
          <a:xfrm>
            <a:off x="9856797" y="4613390"/>
            <a:ext cx="38428" cy="474080"/>
          </a:xfrm>
          <a:custGeom>
            <a:avLst/>
            <a:gdLst>
              <a:gd name="csX0" fmla="*/ 0 w 38428"/>
              <a:gd name="csY0" fmla="*/ 474081 h 474080"/>
              <a:gd name="csX1" fmla="*/ 38429 w 38428"/>
              <a:gd name="csY1" fmla="*/ 435641 h 474080"/>
              <a:gd name="csX2" fmla="*/ 38429 w 38428"/>
              <a:gd name="csY2" fmla="*/ 0 h 474080"/>
              <a:gd name="csX3" fmla="*/ 0 w 38428"/>
              <a:gd name="csY3" fmla="*/ 38439 h 474080"/>
            </a:gdLst>
            <a:ahLst/>
            <a:cxnLst/>
            <a:rect l="l" t="t" r="r" b="b"/>
            <a:pathLst>
              <a:path w="38428" h="474080">
                <a:moveTo>
                  <a:pt x="0" y="474081"/>
                </a:moveTo>
                <a:lnTo>
                  <a:pt x="38429" y="435641"/>
                </a:lnTo>
                <a:lnTo>
                  <a:pt x="38429" y="0"/>
                </a:lnTo>
                <a:lnTo>
                  <a:pt x="0" y="38439"/>
                </a:lnTo>
                <a:close/>
              </a:path>
            </a:pathLst>
          </a:cu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17598F1E-34AF-A684-640B-6A617F86AC71}"/>
              </a:ext>
            </a:extLst>
          </p:cNvPr>
          <p:cNvSpPr>
            <a:spLocks noGrp="1"/>
          </p:cNvSpPr>
          <p:nvPr/>
        </p:nvSpPr>
        <p:spPr>
          <a:xfrm>
            <a:off x="9024691" y="4651829"/>
            <a:ext cx="832105" cy="435641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DD365D1B-54C1-2BCD-657A-D1BA74555662}"/>
              </a:ext>
            </a:extLst>
          </p:cNvPr>
          <p:cNvSpPr>
            <a:spLocks noGrp="1"/>
          </p:cNvSpPr>
          <p:nvPr/>
        </p:nvSpPr>
        <p:spPr>
          <a:xfrm>
            <a:off x="9024691" y="4651829"/>
            <a:ext cx="832105" cy="435641"/>
          </a:xfrm>
          <a:prstGeom prst="rect">
            <a:avLst/>
          </a:prstGeom>
          <a:noFill/>
          <a:ln w="2786">
            <a:solidFill>
              <a:srgbClr val="9393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2" name="任意形状 451">
            <a:extLst>
              <a:ext uri="{FF2B5EF4-FFF2-40B4-BE49-F238E27FC236}">
                <a16:creationId xmlns:a16="http://schemas.microsoft.com/office/drawing/2014/main" id="{E810740E-5254-7AF7-A728-D7FEB0AD5C29}"/>
              </a:ext>
            </a:extLst>
          </p:cNvPr>
          <p:cNvSpPr>
            <a:spLocks noGrp="1"/>
          </p:cNvSpPr>
          <p:nvPr/>
        </p:nvSpPr>
        <p:spPr>
          <a:xfrm>
            <a:off x="8281975" y="3885562"/>
            <a:ext cx="751127" cy="617029"/>
          </a:xfrm>
          <a:custGeom>
            <a:avLst/>
            <a:gdLst>
              <a:gd name="csX0" fmla="*/ 751128 w 751127"/>
              <a:gd name="csY0" fmla="*/ 0 h 617029"/>
              <a:gd name="csX1" fmla="*/ 0 w 751127"/>
              <a:gd name="csY1" fmla="*/ 617030 h 617029"/>
            </a:gdLst>
            <a:ahLst/>
            <a:cxnLst/>
            <a:rect l="l" t="t" r="r" b="b"/>
            <a:pathLst>
              <a:path w="751127" h="617029">
                <a:moveTo>
                  <a:pt x="751128" y="0"/>
                </a:moveTo>
                <a:lnTo>
                  <a:pt x="0" y="61703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453" name="任意形状 452">
            <a:extLst>
              <a:ext uri="{FF2B5EF4-FFF2-40B4-BE49-F238E27FC236}">
                <a16:creationId xmlns:a16="http://schemas.microsoft.com/office/drawing/2014/main" id="{1A0D2611-4002-5842-0258-D7A4A364F569}"/>
              </a:ext>
            </a:extLst>
          </p:cNvPr>
          <p:cNvSpPr>
            <a:spLocks noGrp="1"/>
          </p:cNvSpPr>
          <p:nvPr/>
        </p:nvSpPr>
        <p:spPr>
          <a:xfrm>
            <a:off x="8298055" y="5496228"/>
            <a:ext cx="723114" cy="5529"/>
          </a:xfrm>
          <a:custGeom>
            <a:avLst/>
            <a:gdLst>
              <a:gd name="csX0" fmla="*/ 723114 w 723114"/>
              <a:gd name="csY0" fmla="*/ 5529 h 5529"/>
              <a:gd name="csX1" fmla="*/ 0 w 723114"/>
              <a:gd name="csY1" fmla="*/ 0 h 5529"/>
            </a:gdLst>
            <a:ahLst/>
            <a:cxnLst/>
            <a:rect l="l" t="t" r="r" b="b"/>
            <a:pathLst>
              <a:path w="723114" h="5529">
                <a:moveTo>
                  <a:pt x="723114" y="5529"/>
                </a:moveTo>
                <a:lnTo>
                  <a:pt x="0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454" name="任意形状 453">
            <a:extLst>
              <a:ext uri="{FF2B5EF4-FFF2-40B4-BE49-F238E27FC236}">
                <a16:creationId xmlns:a16="http://schemas.microsoft.com/office/drawing/2014/main" id="{E40F28B6-E2CF-CC6A-51F3-9BB70A169FFA}"/>
              </a:ext>
            </a:extLst>
          </p:cNvPr>
          <p:cNvSpPr>
            <a:spLocks noGrp="1"/>
          </p:cNvSpPr>
          <p:nvPr/>
        </p:nvSpPr>
        <p:spPr>
          <a:xfrm>
            <a:off x="4765057" y="3626524"/>
            <a:ext cx="266223" cy="363250"/>
          </a:xfrm>
          <a:custGeom>
            <a:avLst/>
            <a:gdLst>
              <a:gd name="csX0" fmla="*/ 0 w 266223"/>
              <a:gd name="csY0" fmla="*/ 363251 h 363250"/>
              <a:gd name="csX1" fmla="*/ 266224 w 266223"/>
              <a:gd name="csY1" fmla="*/ 0 h 363250"/>
            </a:gdLst>
            <a:ahLst/>
            <a:cxnLst/>
            <a:rect l="l" t="t" r="r" b="b"/>
            <a:pathLst>
              <a:path w="266223" h="363250">
                <a:moveTo>
                  <a:pt x="0" y="363251"/>
                </a:moveTo>
                <a:lnTo>
                  <a:pt x="266224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i="1"/>
          </a:p>
        </p:txBody>
      </p:sp>
      <p:sp>
        <p:nvSpPr>
          <p:cNvPr id="455" name="任意形状 454">
            <a:extLst>
              <a:ext uri="{FF2B5EF4-FFF2-40B4-BE49-F238E27FC236}">
                <a16:creationId xmlns:a16="http://schemas.microsoft.com/office/drawing/2014/main" id="{EE570263-E4E8-23AA-2868-68561B02FB0F}"/>
              </a:ext>
            </a:extLst>
          </p:cNvPr>
          <p:cNvSpPr>
            <a:spLocks noGrp="1"/>
          </p:cNvSpPr>
          <p:nvPr/>
        </p:nvSpPr>
        <p:spPr>
          <a:xfrm>
            <a:off x="4765057" y="2188269"/>
            <a:ext cx="280548" cy="664855"/>
          </a:xfrm>
          <a:custGeom>
            <a:avLst/>
            <a:gdLst>
              <a:gd name="csX0" fmla="*/ 0 w 280548"/>
              <a:gd name="csY0" fmla="*/ 0 h 664855"/>
              <a:gd name="csX1" fmla="*/ 280549 w 280548"/>
              <a:gd name="csY1" fmla="*/ 664856 h 664855"/>
            </a:gdLst>
            <a:ahLst/>
            <a:cxnLst/>
            <a:rect l="l" t="t" r="r" b="b"/>
            <a:pathLst>
              <a:path w="280548" h="664855">
                <a:moveTo>
                  <a:pt x="0" y="0"/>
                </a:moveTo>
                <a:lnTo>
                  <a:pt x="280549" y="664856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i="1"/>
          </a:p>
        </p:txBody>
      </p:sp>
      <p:sp>
        <p:nvSpPr>
          <p:cNvPr id="456" name="矩形 455">
            <a:extLst>
              <a:ext uri="{FF2B5EF4-FFF2-40B4-BE49-F238E27FC236}">
                <a16:creationId xmlns:a16="http://schemas.microsoft.com/office/drawing/2014/main" id="{3A7F0ACD-912D-F091-32CC-13C0E76AA3B7}"/>
              </a:ext>
            </a:extLst>
          </p:cNvPr>
          <p:cNvSpPr>
            <a:spLocks noGrp="1"/>
          </p:cNvSpPr>
          <p:nvPr/>
        </p:nvSpPr>
        <p:spPr>
          <a:xfrm>
            <a:off x="8936778" y="3658140"/>
            <a:ext cx="1514992" cy="710898"/>
          </a:xfrm>
          <a:prstGeom prst="rect">
            <a:avLst/>
          </a:prstGeom>
          <a:noFill/>
          <a:ln w="2786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8" name="矩形 457">
            <a:extLst>
              <a:ext uri="{FF2B5EF4-FFF2-40B4-BE49-F238E27FC236}">
                <a16:creationId xmlns:a16="http://schemas.microsoft.com/office/drawing/2014/main" id="{57E32DEC-4CD3-AA3E-FD1D-B4C20C8834B7}"/>
              </a:ext>
            </a:extLst>
          </p:cNvPr>
          <p:cNvSpPr>
            <a:spLocks noGrp="1"/>
          </p:cNvSpPr>
          <p:nvPr/>
        </p:nvSpPr>
        <p:spPr>
          <a:xfrm>
            <a:off x="10088536" y="3658140"/>
            <a:ext cx="371917" cy="710898"/>
          </a:xfrm>
          <a:prstGeom prst="rect">
            <a:avLst/>
          </a:prstGeom>
          <a:solidFill>
            <a:srgbClr val="D8D8D8"/>
          </a:solidFill>
          <a:ln w="11144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9" name="文本框 458">
            <a:extLst>
              <a:ext uri="{FF2B5EF4-FFF2-40B4-BE49-F238E27FC236}">
                <a16:creationId xmlns:a16="http://schemas.microsoft.com/office/drawing/2014/main" id="{3093AFB1-1A83-788E-2C2A-636F9B964454}"/>
              </a:ext>
            </a:extLst>
          </p:cNvPr>
          <p:cNvSpPr>
            <a:spLocks noGrp="1"/>
          </p:cNvSpPr>
          <p:nvPr/>
        </p:nvSpPr>
        <p:spPr>
          <a:xfrm rot="16200000">
            <a:off x="9819889" y="3874451"/>
            <a:ext cx="752129" cy="2058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738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服务水平变量</a:t>
            </a:r>
          </a:p>
        </p:txBody>
      </p:sp>
      <p:sp>
        <p:nvSpPr>
          <p:cNvPr id="460" name="文本框 459">
            <a:extLst>
              <a:ext uri="{FF2B5EF4-FFF2-40B4-BE49-F238E27FC236}">
                <a16:creationId xmlns:a16="http://schemas.microsoft.com/office/drawing/2014/main" id="{F8BF8EC6-FE3A-E3E9-08D1-CD47095B7637}"/>
              </a:ext>
            </a:extLst>
          </p:cNvPr>
          <p:cNvSpPr>
            <a:spLocks noGrp="1"/>
          </p:cNvSpPr>
          <p:nvPr/>
        </p:nvSpPr>
        <p:spPr>
          <a:xfrm rot="16200000">
            <a:off x="10218070" y="4066782"/>
            <a:ext cx="279244" cy="2058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738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（</a:t>
            </a:r>
          </a:p>
        </p:txBody>
      </p:sp>
      <p:sp>
        <p:nvSpPr>
          <p:cNvPr id="461" name="文本框 460">
            <a:extLst>
              <a:ext uri="{FF2B5EF4-FFF2-40B4-BE49-F238E27FC236}">
                <a16:creationId xmlns:a16="http://schemas.microsoft.com/office/drawing/2014/main" id="{96CC7872-F240-B119-EF3E-5ADAB94DE2E0}"/>
              </a:ext>
            </a:extLst>
          </p:cNvPr>
          <p:cNvSpPr>
            <a:spLocks noGrp="1"/>
          </p:cNvSpPr>
          <p:nvPr/>
        </p:nvSpPr>
        <p:spPr>
          <a:xfrm rot="16200000">
            <a:off x="10173191" y="3910369"/>
            <a:ext cx="373820" cy="2058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738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LOS</a:t>
            </a:r>
          </a:p>
        </p:txBody>
      </p:sp>
      <p:sp>
        <p:nvSpPr>
          <p:cNvPr id="462" name="文本框 461">
            <a:extLst>
              <a:ext uri="{FF2B5EF4-FFF2-40B4-BE49-F238E27FC236}">
                <a16:creationId xmlns:a16="http://schemas.microsoft.com/office/drawing/2014/main" id="{6D58F44E-C8B1-7E08-8467-7C98AA17F595}"/>
              </a:ext>
            </a:extLst>
          </p:cNvPr>
          <p:cNvSpPr>
            <a:spLocks noGrp="1"/>
          </p:cNvSpPr>
          <p:nvPr/>
        </p:nvSpPr>
        <p:spPr>
          <a:xfrm rot="16200000">
            <a:off x="10218070" y="3751804"/>
            <a:ext cx="279244" cy="2058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738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）</a:t>
            </a:r>
          </a:p>
        </p:txBody>
      </p:sp>
      <p:sp>
        <p:nvSpPr>
          <p:cNvPr id="463" name="任意形状 462">
            <a:extLst>
              <a:ext uri="{FF2B5EF4-FFF2-40B4-BE49-F238E27FC236}">
                <a16:creationId xmlns:a16="http://schemas.microsoft.com/office/drawing/2014/main" id="{C693FB94-2C34-B112-942D-6F22107BA727}"/>
              </a:ext>
            </a:extLst>
          </p:cNvPr>
          <p:cNvSpPr>
            <a:spLocks noGrp="1"/>
          </p:cNvSpPr>
          <p:nvPr/>
        </p:nvSpPr>
        <p:spPr>
          <a:xfrm>
            <a:off x="8265976" y="2710485"/>
            <a:ext cx="767126" cy="1175076"/>
          </a:xfrm>
          <a:custGeom>
            <a:avLst/>
            <a:gdLst>
              <a:gd name="csX0" fmla="*/ 767127 w 767126"/>
              <a:gd name="csY0" fmla="*/ 1175076 h 1175076"/>
              <a:gd name="csX1" fmla="*/ 0 w 767126"/>
              <a:gd name="csY1" fmla="*/ 0 h 1175076"/>
            </a:gdLst>
            <a:ahLst/>
            <a:cxnLst/>
            <a:rect l="l" t="t" r="r" b="b"/>
            <a:pathLst>
              <a:path w="767126" h="1175076">
                <a:moveTo>
                  <a:pt x="767127" y="1175076"/>
                </a:moveTo>
                <a:lnTo>
                  <a:pt x="0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464" name="任意形状 463">
            <a:extLst>
              <a:ext uri="{FF2B5EF4-FFF2-40B4-BE49-F238E27FC236}">
                <a16:creationId xmlns:a16="http://schemas.microsoft.com/office/drawing/2014/main" id="{98A9E5F1-7BAC-8CCC-D3AC-D7CD844A8581}"/>
              </a:ext>
            </a:extLst>
          </p:cNvPr>
          <p:cNvSpPr>
            <a:spLocks noGrp="1"/>
          </p:cNvSpPr>
          <p:nvPr/>
        </p:nvSpPr>
        <p:spPr>
          <a:xfrm>
            <a:off x="8259827" y="2714073"/>
            <a:ext cx="761609" cy="1470907"/>
          </a:xfrm>
          <a:custGeom>
            <a:avLst/>
            <a:gdLst>
              <a:gd name="csX0" fmla="*/ 761609 w 761609"/>
              <a:gd name="csY0" fmla="*/ 1470907 h 1470907"/>
              <a:gd name="csX1" fmla="*/ 0 w 761609"/>
              <a:gd name="csY1" fmla="*/ 0 h 1470907"/>
            </a:gdLst>
            <a:ahLst/>
            <a:cxnLst/>
            <a:rect l="l" t="t" r="r" b="b"/>
            <a:pathLst>
              <a:path w="761609" h="1470907">
                <a:moveTo>
                  <a:pt x="761609" y="1470907"/>
                </a:moveTo>
                <a:lnTo>
                  <a:pt x="0" y="0"/>
                </a:lnTo>
              </a:path>
            </a:pathLst>
          </a:custGeom>
          <a:ln w="2786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5" name="任意形状 464">
            <a:extLst>
              <a:ext uri="{FF2B5EF4-FFF2-40B4-BE49-F238E27FC236}">
                <a16:creationId xmlns:a16="http://schemas.microsoft.com/office/drawing/2014/main" id="{A6CFBD02-E11F-7426-A07E-10E9E70E1CD5}"/>
              </a:ext>
            </a:extLst>
          </p:cNvPr>
          <p:cNvSpPr>
            <a:spLocks noGrp="1"/>
          </p:cNvSpPr>
          <p:nvPr/>
        </p:nvSpPr>
        <p:spPr>
          <a:xfrm>
            <a:off x="8251223" y="2717830"/>
            <a:ext cx="773468" cy="2151820"/>
          </a:xfrm>
          <a:custGeom>
            <a:avLst/>
            <a:gdLst>
              <a:gd name="csX0" fmla="*/ 773468 w 773468"/>
              <a:gd name="csY0" fmla="*/ 2151821 h 2151820"/>
              <a:gd name="csX1" fmla="*/ 0 w 773468"/>
              <a:gd name="csY1" fmla="*/ 0 h 2151820"/>
            </a:gdLst>
            <a:ahLst/>
            <a:cxnLst/>
            <a:rect l="l" t="t" r="r" b="b"/>
            <a:pathLst>
              <a:path w="773468" h="2151820">
                <a:moveTo>
                  <a:pt x="773468" y="2151821"/>
                </a:moveTo>
                <a:lnTo>
                  <a:pt x="0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466" name="任意形状 465">
            <a:extLst>
              <a:ext uri="{FF2B5EF4-FFF2-40B4-BE49-F238E27FC236}">
                <a16:creationId xmlns:a16="http://schemas.microsoft.com/office/drawing/2014/main" id="{EEAB2214-2DA4-F220-AFA7-CF7CD2E02FF5}"/>
              </a:ext>
            </a:extLst>
          </p:cNvPr>
          <p:cNvSpPr>
            <a:spLocks noGrp="1"/>
          </p:cNvSpPr>
          <p:nvPr/>
        </p:nvSpPr>
        <p:spPr>
          <a:xfrm>
            <a:off x="8264915" y="3659325"/>
            <a:ext cx="759776" cy="1210324"/>
          </a:xfrm>
          <a:custGeom>
            <a:avLst/>
            <a:gdLst>
              <a:gd name="csX0" fmla="*/ 759777 w 759776"/>
              <a:gd name="csY0" fmla="*/ 1210325 h 1210324"/>
              <a:gd name="csX1" fmla="*/ 0 w 759776"/>
              <a:gd name="csY1" fmla="*/ 0 h 1210324"/>
            </a:gdLst>
            <a:ahLst/>
            <a:cxnLst/>
            <a:rect l="l" t="t" r="r" b="b"/>
            <a:pathLst>
              <a:path w="759776" h="1210324">
                <a:moveTo>
                  <a:pt x="759777" y="1210325"/>
                </a:moveTo>
                <a:lnTo>
                  <a:pt x="0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467" name="任意形状 466">
            <a:extLst>
              <a:ext uri="{FF2B5EF4-FFF2-40B4-BE49-F238E27FC236}">
                <a16:creationId xmlns:a16="http://schemas.microsoft.com/office/drawing/2014/main" id="{42CB8A70-1A40-2CEB-C741-8D17ACBFF2BD}"/>
              </a:ext>
            </a:extLst>
          </p:cNvPr>
          <p:cNvSpPr>
            <a:spLocks noGrp="1"/>
          </p:cNvSpPr>
          <p:nvPr/>
        </p:nvSpPr>
        <p:spPr>
          <a:xfrm>
            <a:off x="8292068" y="3244860"/>
            <a:ext cx="741035" cy="326000"/>
          </a:xfrm>
          <a:custGeom>
            <a:avLst/>
            <a:gdLst>
              <a:gd name="csX0" fmla="*/ 741035 w 741035"/>
              <a:gd name="csY0" fmla="*/ 0 h 326000"/>
              <a:gd name="csX1" fmla="*/ 0 w 741035"/>
              <a:gd name="csY1" fmla="*/ 326001 h 326000"/>
            </a:gdLst>
            <a:ahLst/>
            <a:cxnLst/>
            <a:rect l="l" t="t" r="r" b="b"/>
            <a:pathLst>
              <a:path w="741035" h="326000">
                <a:moveTo>
                  <a:pt x="741035" y="0"/>
                </a:moveTo>
                <a:lnTo>
                  <a:pt x="0" y="326001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468" name="任意形状 467">
            <a:extLst>
              <a:ext uri="{FF2B5EF4-FFF2-40B4-BE49-F238E27FC236}">
                <a16:creationId xmlns:a16="http://schemas.microsoft.com/office/drawing/2014/main" id="{8250DF6B-6ED5-03C5-D494-6A504995702D}"/>
              </a:ext>
            </a:extLst>
          </p:cNvPr>
          <p:cNvSpPr>
            <a:spLocks noGrp="1"/>
          </p:cNvSpPr>
          <p:nvPr/>
        </p:nvSpPr>
        <p:spPr>
          <a:xfrm>
            <a:off x="8291668" y="4184981"/>
            <a:ext cx="729768" cy="333148"/>
          </a:xfrm>
          <a:custGeom>
            <a:avLst/>
            <a:gdLst>
              <a:gd name="csX0" fmla="*/ 729768 w 729768"/>
              <a:gd name="csY0" fmla="*/ 0 h 333148"/>
              <a:gd name="csX1" fmla="*/ 0 w 729768"/>
              <a:gd name="csY1" fmla="*/ 333149 h 333148"/>
            </a:gdLst>
            <a:ahLst/>
            <a:cxnLst/>
            <a:rect l="l" t="t" r="r" b="b"/>
            <a:pathLst>
              <a:path w="729768" h="333148">
                <a:moveTo>
                  <a:pt x="729768" y="0"/>
                </a:moveTo>
                <a:lnTo>
                  <a:pt x="0" y="333149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469" name="任意形状 468">
            <a:extLst>
              <a:ext uri="{FF2B5EF4-FFF2-40B4-BE49-F238E27FC236}">
                <a16:creationId xmlns:a16="http://schemas.microsoft.com/office/drawing/2014/main" id="{555B9EBE-5D3A-7CC7-A122-82BDF8D5E391}"/>
              </a:ext>
            </a:extLst>
          </p:cNvPr>
          <p:cNvSpPr>
            <a:spLocks noGrp="1"/>
          </p:cNvSpPr>
          <p:nvPr/>
        </p:nvSpPr>
        <p:spPr>
          <a:xfrm>
            <a:off x="8264519" y="3244860"/>
            <a:ext cx="768583" cy="1242458"/>
          </a:xfrm>
          <a:custGeom>
            <a:avLst/>
            <a:gdLst>
              <a:gd name="csX0" fmla="*/ 768584 w 768583"/>
              <a:gd name="csY0" fmla="*/ 0 h 1242458"/>
              <a:gd name="csX1" fmla="*/ 0 w 768583"/>
              <a:gd name="csY1" fmla="*/ 1242459 h 1242458"/>
            </a:gdLst>
            <a:ahLst/>
            <a:cxnLst/>
            <a:rect l="l" t="t" r="r" b="b"/>
            <a:pathLst>
              <a:path w="768583" h="1242458">
                <a:moveTo>
                  <a:pt x="768584" y="0"/>
                </a:moveTo>
                <a:lnTo>
                  <a:pt x="0" y="1242459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470" name="任意形状 469">
            <a:extLst>
              <a:ext uri="{FF2B5EF4-FFF2-40B4-BE49-F238E27FC236}">
                <a16:creationId xmlns:a16="http://schemas.microsoft.com/office/drawing/2014/main" id="{119F6063-3C9C-A416-6CA8-3AB4E642BBF7}"/>
              </a:ext>
            </a:extLst>
          </p:cNvPr>
          <p:cNvSpPr>
            <a:spLocks noGrp="1"/>
          </p:cNvSpPr>
          <p:nvPr/>
        </p:nvSpPr>
        <p:spPr>
          <a:xfrm>
            <a:off x="8272552" y="4601947"/>
            <a:ext cx="748617" cy="899810"/>
          </a:xfrm>
          <a:custGeom>
            <a:avLst/>
            <a:gdLst>
              <a:gd name="csX0" fmla="*/ 748617 w 748617"/>
              <a:gd name="csY0" fmla="*/ 899810 h 899810"/>
              <a:gd name="csX1" fmla="*/ 0 w 748617"/>
              <a:gd name="csY1" fmla="*/ 0 h 899810"/>
            </a:gdLst>
            <a:ahLst/>
            <a:cxnLst/>
            <a:rect l="l" t="t" r="r" b="b"/>
            <a:pathLst>
              <a:path w="748617" h="899810">
                <a:moveTo>
                  <a:pt x="748617" y="899810"/>
                </a:moveTo>
                <a:lnTo>
                  <a:pt x="0" y="0"/>
                </a:lnTo>
              </a:path>
            </a:pathLst>
          </a:custGeom>
          <a:ln w="2786">
            <a:solidFill>
              <a:srgbClr val="000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471" name="任意形状 470">
            <a:extLst>
              <a:ext uri="{FF2B5EF4-FFF2-40B4-BE49-F238E27FC236}">
                <a16:creationId xmlns:a16="http://schemas.microsoft.com/office/drawing/2014/main" id="{427C3B2D-E66B-2114-EE83-CC4DE4C1D732}"/>
              </a:ext>
            </a:extLst>
          </p:cNvPr>
          <p:cNvSpPr>
            <a:spLocks noGrp="1"/>
          </p:cNvSpPr>
          <p:nvPr/>
        </p:nvSpPr>
        <p:spPr>
          <a:xfrm>
            <a:off x="8258960" y="3885562"/>
            <a:ext cx="774142" cy="1546814"/>
          </a:xfrm>
          <a:custGeom>
            <a:avLst/>
            <a:gdLst>
              <a:gd name="csX0" fmla="*/ 774142 w 774142"/>
              <a:gd name="csY0" fmla="*/ 0 h 1546814"/>
              <a:gd name="csX1" fmla="*/ 0 w 774142"/>
              <a:gd name="csY1" fmla="*/ 1546814 h 1546814"/>
            </a:gdLst>
            <a:ahLst/>
            <a:cxnLst/>
            <a:rect l="l" t="t" r="r" b="b"/>
            <a:pathLst>
              <a:path w="774142" h="1546814">
                <a:moveTo>
                  <a:pt x="774142" y="0"/>
                </a:moveTo>
                <a:lnTo>
                  <a:pt x="0" y="1546814"/>
                </a:lnTo>
              </a:path>
            </a:pathLst>
          </a:custGeom>
          <a:ln w="2786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2" name="任意形状 471">
            <a:extLst>
              <a:ext uri="{FF2B5EF4-FFF2-40B4-BE49-F238E27FC236}">
                <a16:creationId xmlns:a16="http://schemas.microsoft.com/office/drawing/2014/main" id="{B17C0F67-8EE2-0532-5421-576143B9D595}"/>
              </a:ext>
            </a:extLst>
          </p:cNvPr>
          <p:cNvSpPr>
            <a:spLocks noGrp="1"/>
          </p:cNvSpPr>
          <p:nvPr/>
        </p:nvSpPr>
        <p:spPr>
          <a:xfrm>
            <a:off x="8248687" y="2981649"/>
            <a:ext cx="776270" cy="2446554"/>
          </a:xfrm>
          <a:custGeom>
            <a:avLst/>
            <a:gdLst>
              <a:gd name="csX0" fmla="*/ 776271 w 776270"/>
              <a:gd name="csY0" fmla="*/ 0 h 2446554"/>
              <a:gd name="csX1" fmla="*/ 0 w 776270"/>
              <a:gd name="csY1" fmla="*/ 2446555 h 2446554"/>
            </a:gdLst>
            <a:ahLst/>
            <a:cxnLst/>
            <a:rect l="l" t="t" r="r" b="b"/>
            <a:pathLst>
              <a:path w="776270" h="2446554">
                <a:moveTo>
                  <a:pt x="776271" y="0"/>
                </a:moveTo>
                <a:lnTo>
                  <a:pt x="0" y="2446555"/>
                </a:lnTo>
              </a:path>
            </a:pathLst>
          </a:custGeom>
          <a:ln w="2786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4" name="任意形状 473">
            <a:extLst>
              <a:ext uri="{FF2B5EF4-FFF2-40B4-BE49-F238E27FC236}">
                <a16:creationId xmlns:a16="http://schemas.microsoft.com/office/drawing/2014/main" id="{A6147858-EBAC-32E9-15F6-277013F1AAC8}"/>
              </a:ext>
            </a:extLst>
          </p:cNvPr>
          <p:cNvSpPr>
            <a:spLocks noGrp="1"/>
          </p:cNvSpPr>
          <p:nvPr/>
        </p:nvSpPr>
        <p:spPr>
          <a:xfrm>
            <a:off x="2237192" y="2024545"/>
            <a:ext cx="66512" cy="375134"/>
          </a:xfrm>
          <a:custGeom>
            <a:avLst/>
            <a:gdLst>
              <a:gd name="csX0" fmla="*/ 31804 w 66512"/>
              <a:gd name="csY0" fmla="*/ 375134 h 375134"/>
              <a:gd name="csX1" fmla="*/ 0 w 66512"/>
              <a:gd name="csY1" fmla="*/ 280151 h 375134"/>
              <a:gd name="csX2" fmla="*/ 16628 w 66512"/>
              <a:gd name="csY2" fmla="*/ 280407 h 375134"/>
              <a:gd name="csX3" fmla="*/ 20938 w 66512"/>
              <a:gd name="csY3" fmla="*/ 0 h 375134"/>
              <a:gd name="csX4" fmla="*/ 37566 w 66512"/>
              <a:gd name="csY4" fmla="*/ 256 h 375134"/>
              <a:gd name="csX5" fmla="*/ 54194 w 66512"/>
              <a:gd name="csY5" fmla="*/ 511 h 375134"/>
              <a:gd name="csX6" fmla="*/ 49885 w 66512"/>
              <a:gd name="csY6" fmla="*/ 280918 h 375134"/>
              <a:gd name="csX7" fmla="*/ 66513 w 66512"/>
              <a:gd name="csY7" fmla="*/ 281174 h 375134"/>
            </a:gdLst>
            <a:ahLst/>
            <a:cxnLst/>
            <a:rect l="l" t="t" r="r" b="b"/>
            <a:pathLst>
              <a:path w="66512" h="375134">
                <a:moveTo>
                  <a:pt x="31804" y="375134"/>
                </a:moveTo>
                <a:lnTo>
                  <a:pt x="0" y="280151"/>
                </a:lnTo>
                <a:lnTo>
                  <a:pt x="16628" y="280407"/>
                </a:lnTo>
                <a:lnTo>
                  <a:pt x="20938" y="0"/>
                </a:lnTo>
                <a:lnTo>
                  <a:pt x="37566" y="256"/>
                </a:lnTo>
                <a:lnTo>
                  <a:pt x="54194" y="511"/>
                </a:lnTo>
                <a:lnTo>
                  <a:pt x="49885" y="280918"/>
                </a:lnTo>
                <a:lnTo>
                  <a:pt x="66513" y="281174"/>
                </a:lnTo>
                <a:close/>
              </a:path>
            </a:pathLst>
          </a:custGeom>
          <a:solidFill>
            <a:srgbClr val="000000"/>
          </a:solidFill>
          <a:ln w="11144">
            <a:noFill/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475" name="任意形状 474">
            <a:extLst>
              <a:ext uri="{FF2B5EF4-FFF2-40B4-BE49-F238E27FC236}">
                <a16:creationId xmlns:a16="http://schemas.microsoft.com/office/drawing/2014/main" id="{9C7D28C4-E725-8DA6-AB26-7C0BCF086276}"/>
              </a:ext>
            </a:extLst>
          </p:cNvPr>
          <p:cNvSpPr>
            <a:spLocks noGrp="1"/>
          </p:cNvSpPr>
          <p:nvPr/>
        </p:nvSpPr>
        <p:spPr>
          <a:xfrm>
            <a:off x="2237192" y="2024545"/>
            <a:ext cx="66512" cy="375134"/>
          </a:xfrm>
          <a:custGeom>
            <a:avLst/>
            <a:gdLst>
              <a:gd name="csX0" fmla="*/ 31804 w 66512"/>
              <a:gd name="csY0" fmla="*/ 375134 h 375134"/>
              <a:gd name="csX1" fmla="*/ 0 w 66512"/>
              <a:gd name="csY1" fmla="*/ 280151 h 375134"/>
              <a:gd name="csX2" fmla="*/ 16628 w 66512"/>
              <a:gd name="csY2" fmla="*/ 280407 h 375134"/>
              <a:gd name="csX3" fmla="*/ 20938 w 66512"/>
              <a:gd name="csY3" fmla="*/ 0 h 375134"/>
              <a:gd name="csX4" fmla="*/ 37566 w 66512"/>
              <a:gd name="csY4" fmla="*/ 256 h 375134"/>
              <a:gd name="csX5" fmla="*/ 54194 w 66512"/>
              <a:gd name="csY5" fmla="*/ 511 h 375134"/>
              <a:gd name="csX6" fmla="*/ 49885 w 66512"/>
              <a:gd name="csY6" fmla="*/ 280918 h 375134"/>
              <a:gd name="csX7" fmla="*/ 66513 w 66512"/>
              <a:gd name="csY7" fmla="*/ 281174 h 375134"/>
            </a:gdLst>
            <a:ahLst/>
            <a:cxnLst/>
            <a:rect l="l" t="t" r="r" b="b"/>
            <a:pathLst>
              <a:path w="66512" h="375134">
                <a:moveTo>
                  <a:pt x="31804" y="375134"/>
                </a:moveTo>
                <a:lnTo>
                  <a:pt x="0" y="280151"/>
                </a:lnTo>
                <a:lnTo>
                  <a:pt x="16628" y="280407"/>
                </a:lnTo>
                <a:lnTo>
                  <a:pt x="20938" y="0"/>
                </a:lnTo>
                <a:lnTo>
                  <a:pt x="37566" y="256"/>
                </a:lnTo>
                <a:lnTo>
                  <a:pt x="54194" y="511"/>
                </a:lnTo>
                <a:lnTo>
                  <a:pt x="49885" y="280918"/>
                </a:lnTo>
                <a:lnTo>
                  <a:pt x="66513" y="281174"/>
                </a:lnTo>
                <a:close/>
              </a:path>
            </a:pathLst>
          </a:custGeom>
          <a:noFill/>
          <a:ln w="8358">
            <a:solidFill>
              <a:srgbClr val="000000"/>
            </a:solidFill>
            <a:prstDash val="solid"/>
          </a:ln>
        </p:spPr>
        <p:txBody>
          <a:bodyPr/>
          <a:lstStyle/>
          <a:p>
            <a:endParaRPr i="1"/>
          </a:p>
        </p:txBody>
      </p:sp>
      <p:sp>
        <p:nvSpPr>
          <p:cNvPr id="2" name="文本框 257">
            <a:extLst>
              <a:ext uri="{FF2B5EF4-FFF2-40B4-BE49-F238E27FC236}">
                <a16:creationId xmlns:a16="http://schemas.microsoft.com/office/drawing/2014/main" id="{92550290-B1FB-5536-5F28-B41F2F02FE1D}"/>
              </a:ext>
            </a:extLst>
          </p:cNvPr>
          <p:cNvSpPr>
            <a:spLocks noGrp="1"/>
          </p:cNvSpPr>
          <p:nvPr/>
        </p:nvSpPr>
        <p:spPr>
          <a:xfrm>
            <a:off x="8999427" y="2005809"/>
            <a:ext cx="28725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无</a:t>
            </a:r>
            <a:endParaRPr sz="800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3" name="文本框 258">
            <a:extLst>
              <a:ext uri="{FF2B5EF4-FFF2-40B4-BE49-F238E27FC236}">
                <a16:creationId xmlns:a16="http://schemas.microsoft.com/office/drawing/2014/main" id="{7B9B5D03-3971-BF3F-E89C-003F38DE8A5A}"/>
              </a:ext>
            </a:extLst>
          </p:cNvPr>
          <p:cNvSpPr>
            <a:spLocks noGrp="1"/>
          </p:cNvSpPr>
          <p:nvPr/>
        </p:nvSpPr>
        <p:spPr>
          <a:xfrm>
            <a:off x="9124655" y="1999713"/>
            <a:ext cx="44114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MaaS</a:t>
            </a:r>
          </a:p>
        </p:txBody>
      </p:sp>
      <p:sp>
        <p:nvSpPr>
          <p:cNvPr id="5" name="文本框 259">
            <a:extLst>
              <a:ext uri="{FF2B5EF4-FFF2-40B4-BE49-F238E27FC236}">
                <a16:creationId xmlns:a16="http://schemas.microsoft.com/office/drawing/2014/main" id="{A61B6E98-E0DE-6E23-B87F-AD65C17E8F69}"/>
              </a:ext>
            </a:extLst>
          </p:cNvPr>
          <p:cNvSpPr>
            <a:spLocks noGrp="1"/>
          </p:cNvSpPr>
          <p:nvPr/>
        </p:nvSpPr>
        <p:spPr>
          <a:xfrm>
            <a:off x="9404719" y="1994319"/>
            <a:ext cx="49244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情境中</a:t>
            </a:r>
            <a:endParaRPr sz="800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" name="文本框 260">
            <a:extLst>
              <a:ext uri="{FF2B5EF4-FFF2-40B4-BE49-F238E27FC236}">
                <a16:creationId xmlns:a16="http://schemas.microsoft.com/office/drawing/2014/main" id="{54927BE8-FD8F-29FC-538E-B85699558997}"/>
              </a:ext>
            </a:extLst>
          </p:cNvPr>
          <p:cNvSpPr>
            <a:spLocks noGrp="1"/>
          </p:cNvSpPr>
          <p:nvPr/>
        </p:nvSpPr>
        <p:spPr>
          <a:xfrm>
            <a:off x="8988453" y="2185076"/>
            <a:ext cx="49244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选择</a:t>
            </a:r>
            <a:r>
              <a:rPr sz="800" b="1" dirty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：</a:t>
            </a:r>
          </a:p>
        </p:txBody>
      </p:sp>
      <p:sp>
        <p:nvSpPr>
          <p:cNvPr id="9" name="文本框 261">
            <a:extLst>
              <a:ext uri="{FF2B5EF4-FFF2-40B4-BE49-F238E27FC236}">
                <a16:creationId xmlns:a16="http://schemas.microsoft.com/office/drawing/2014/main" id="{DE5FC35A-FBDE-DFDC-D7A0-F49CE8CA757D}"/>
              </a:ext>
            </a:extLst>
          </p:cNvPr>
          <p:cNvSpPr>
            <a:spLocks noGrp="1"/>
          </p:cNvSpPr>
          <p:nvPr/>
        </p:nvSpPr>
        <p:spPr>
          <a:xfrm>
            <a:off x="9314849" y="2136093"/>
            <a:ext cx="5606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800" b="1" dirty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出租车</a:t>
            </a:r>
            <a:r>
              <a:rPr lang="en-US" altLang="zh-CN" sz="800" b="1" dirty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/</a:t>
            </a:r>
            <a:r>
              <a:rPr lang="zh-CN" altLang="en-US" sz="800" b="1" dirty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网约车</a:t>
            </a:r>
            <a:endParaRPr sz="800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文本框 257">
            <a:extLst>
              <a:ext uri="{FF2B5EF4-FFF2-40B4-BE49-F238E27FC236}">
                <a16:creationId xmlns:a16="http://schemas.microsoft.com/office/drawing/2014/main" id="{E26C11D5-D781-5AAE-0D00-BD9DCE534000}"/>
              </a:ext>
            </a:extLst>
          </p:cNvPr>
          <p:cNvSpPr>
            <a:spLocks noGrp="1"/>
          </p:cNvSpPr>
          <p:nvPr/>
        </p:nvSpPr>
        <p:spPr>
          <a:xfrm>
            <a:off x="9017715" y="5282283"/>
            <a:ext cx="28725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无</a:t>
            </a:r>
            <a:endParaRPr sz="800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5" name="文本框 258">
            <a:extLst>
              <a:ext uri="{FF2B5EF4-FFF2-40B4-BE49-F238E27FC236}">
                <a16:creationId xmlns:a16="http://schemas.microsoft.com/office/drawing/2014/main" id="{17A2223E-03F3-CB51-575A-F7E8BB30F6F2}"/>
              </a:ext>
            </a:extLst>
          </p:cNvPr>
          <p:cNvSpPr>
            <a:spLocks noGrp="1"/>
          </p:cNvSpPr>
          <p:nvPr/>
        </p:nvSpPr>
        <p:spPr>
          <a:xfrm>
            <a:off x="9142943" y="5276187"/>
            <a:ext cx="44114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MaaS</a:t>
            </a:r>
          </a:p>
        </p:txBody>
      </p:sp>
      <p:sp>
        <p:nvSpPr>
          <p:cNvPr id="19" name="文本框 259">
            <a:extLst>
              <a:ext uri="{FF2B5EF4-FFF2-40B4-BE49-F238E27FC236}">
                <a16:creationId xmlns:a16="http://schemas.microsoft.com/office/drawing/2014/main" id="{7DF34272-BB96-E2EB-BCE6-F1E5E5D89741}"/>
              </a:ext>
            </a:extLst>
          </p:cNvPr>
          <p:cNvSpPr>
            <a:spLocks noGrp="1"/>
          </p:cNvSpPr>
          <p:nvPr/>
        </p:nvSpPr>
        <p:spPr>
          <a:xfrm>
            <a:off x="9423007" y="5270793"/>
            <a:ext cx="49244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情境中</a:t>
            </a:r>
            <a:endParaRPr sz="800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4" name="文本框 260">
            <a:extLst>
              <a:ext uri="{FF2B5EF4-FFF2-40B4-BE49-F238E27FC236}">
                <a16:creationId xmlns:a16="http://schemas.microsoft.com/office/drawing/2014/main" id="{349EFFB4-1A79-18DA-6D3A-3BFF8AD4823B}"/>
              </a:ext>
            </a:extLst>
          </p:cNvPr>
          <p:cNvSpPr>
            <a:spLocks noGrp="1"/>
          </p:cNvSpPr>
          <p:nvPr/>
        </p:nvSpPr>
        <p:spPr>
          <a:xfrm>
            <a:off x="9006741" y="5461550"/>
            <a:ext cx="49244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选择</a:t>
            </a:r>
            <a:r>
              <a:rPr sz="800" b="1" dirty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：</a:t>
            </a:r>
          </a:p>
        </p:txBody>
      </p:sp>
      <p:sp>
        <p:nvSpPr>
          <p:cNvPr id="25" name="文本框 261">
            <a:extLst>
              <a:ext uri="{FF2B5EF4-FFF2-40B4-BE49-F238E27FC236}">
                <a16:creationId xmlns:a16="http://schemas.microsoft.com/office/drawing/2014/main" id="{057F01D5-A9D1-5E1B-D067-F78CA220A56F}"/>
              </a:ext>
            </a:extLst>
          </p:cNvPr>
          <p:cNvSpPr>
            <a:spLocks noGrp="1"/>
          </p:cNvSpPr>
          <p:nvPr/>
        </p:nvSpPr>
        <p:spPr>
          <a:xfrm>
            <a:off x="9333137" y="5412567"/>
            <a:ext cx="5606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800" b="1" dirty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出租车</a:t>
            </a:r>
            <a:r>
              <a:rPr lang="en-US" altLang="zh-CN" sz="800" b="1" dirty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/</a:t>
            </a:r>
            <a:r>
              <a:rPr lang="zh-CN" altLang="en-US" sz="800" b="1" dirty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网约车</a:t>
            </a:r>
            <a:endParaRPr sz="800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6" name="文本框 257">
            <a:extLst>
              <a:ext uri="{FF2B5EF4-FFF2-40B4-BE49-F238E27FC236}">
                <a16:creationId xmlns:a16="http://schemas.microsoft.com/office/drawing/2014/main" id="{5666C5CB-3444-9C76-E711-FDF2F0EF0C03}"/>
              </a:ext>
            </a:extLst>
          </p:cNvPr>
          <p:cNvSpPr>
            <a:spLocks noGrp="1"/>
          </p:cNvSpPr>
          <p:nvPr/>
        </p:nvSpPr>
        <p:spPr>
          <a:xfrm>
            <a:off x="8999427" y="4681527"/>
            <a:ext cx="28725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无</a:t>
            </a:r>
            <a:endParaRPr sz="800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9" name="文本框 258">
            <a:extLst>
              <a:ext uri="{FF2B5EF4-FFF2-40B4-BE49-F238E27FC236}">
                <a16:creationId xmlns:a16="http://schemas.microsoft.com/office/drawing/2014/main" id="{8068C5EB-7FBD-412A-C34A-422544B2DE61}"/>
              </a:ext>
            </a:extLst>
          </p:cNvPr>
          <p:cNvSpPr>
            <a:spLocks noGrp="1"/>
          </p:cNvSpPr>
          <p:nvPr/>
        </p:nvSpPr>
        <p:spPr>
          <a:xfrm>
            <a:off x="9124655" y="4675431"/>
            <a:ext cx="44114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MaaS</a:t>
            </a:r>
          </a:p>
        </p:txBody>
      </p:sp>
      <p:sp>
        <p:nvSpPr>
          <p:cNvPr id="32" name="文本框 259">
            <a:extLst>
              <a:ext uri="{FF2B5EF4-FFF2-40B4-BE49-F238E27FC236}">
                <a16:creationId xmlns:a16="http://schemas.microsoft.com/office/drawing/2014/main" id="{2DAE4C38-7AE3-405B-B318-A695A0DF857C}"/>
              </a:ext>
            </a:extLst>
          </p:cNvPr>
          <p:cNvSpPr>
            <a:spLocks noGrp="1"/>
          </p:cNvSpPr>
          <p:nvPr/>
        </p:nvSpPr>
        <p:spPr>
          <a:xfrm>
            <a:off x="9404719" y="4670037"/>
            <a:ext cx="49244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情境中</a:t>
            </a:r>
            <a:endParaRPr sz="800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36" name="文本框 260">
            <a:extLst>
              <a:ext uri="{FF2B5EF4-FFF2-40B4-BE49-F238E27FC236}">
                <a16:creationId xmlns:a16="http://schemas.microsoft.com/office/drawing/2014/main" id="{4559777D-D125-574B-4ABC-EC6EE7CE6BFF}"/>
              </a:ext>
            </a:extLst>
          </p:cNvPr>
          <p:cNvSpPr>
            <a:spLocks noGrp="1"/>
          </p:cNvSpPr>
          <p:nvPr/>
        </p:nvSpPr>
        <p:spPr>
          <a:xfrm>
            <a:off x="9067701" y="4830314"/>
            <a:ext cx="49244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选择</a:t>
            </a:r>
            <a:r>
              <a:rPr sz="800" b="1" dirty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：</a:t>
            </a:r>
          </a:p>
        </p:txBody>
      </p:sp>
      <p:sp>
        <p:nvSpPr>
          <p:cNvPr id="37" name="文本框 261">
            <a:extLst>
              <a:ext uri="{FF2B5EF4-FFF2-40B4-BE49-F238E27FC236}">
                <a16:creationId xmlns:a16="http://schemas.microsoft.com/office/drawing/2014/main" id="{511EC697-2381-3F3D-0CB7-3C4B6720006B}"/>
              </a:ext>
            </a:extLst>
          </p:cNvPr>
          <p:cNvSpPr>
            <a:spLocks noGrp="1"/>
          </p:cNvSpPr>
          <p:nvPr/>
        </p:nvSpPr>
        <p:spPr>
          <a:xfrm>
            <a:off x="9333137" y="4830314"/>
            <a:ext cx="59503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lang="zh-CN" altLang="en-US" sz="800" b="1" dirty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公共交通</a:t>
            </a:r>
            <a:endParaRPr sz="800" b="1" dirty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50614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图形 1">
            <a:extLst>
              <a:ext uri="{FF2B5EF4-FFF2-40B4-BE49-F238E27FC236}">
                <a16:creationId xmlns:a16="http://schemas.microsoft.com/office/drawing/2014/main" id="{49E308C7-7E1D-84AF-263A-C999D38955D0}"/>
              </a:ext>
            </a:extLst>
          </p:cNvPr>
          <p:cNvGrpSpPr/>
          <p:nvPr/>
        </p:nvGrpSpPr>
        <p:grpSpPr>
          <a:xfrm>
            <a:off x="2019776" y="3826014"/>
            <a:ext cx="1273568" cy="643235"/>
            <a:chOff x="2019776" y="3826014"/>
            <a:chExt cx="1273568" cy="643235"/>
          </a:xfrm>
        </p:grpSpPr>
        <p:grpSp>
          <p:nvGrpSpPr>
            <p:cNvPr id="7" name="图形 1">
              <a:extLst>
                <a:ext uri="{FF2B5EF4-FFF2-40B4-BE49-F238E27FC236}">
                  <a16:creationId xmlns:a16="http://schemas.microsoft.com/office/drawing/2014/main" id="{D21D34CF-5CE4-3EBF-2AD1-5A810B0D6F7E}"/>
                </a:ext>
              </a:extLst>
            </p:cNvPr>
            <p:cNvGrpSpPr/>
            <p:nvPr/>
          </p:nvGrpSpPr>
          <p:grpSpPr>
            <a:xfrm>
              <a:off x="2019776" y="3826014"/>
              <a:ext cx="1273568" cy="643235"/>
              <a:chOff x="2019776" y="3826014"/>
              <a:chExt cx="1273568" cy="643235"/>
            </a:xfrm>
          </p:grpSpPr>
          <p:grpSp>
            <p:nvGrpSpPr>
              <p:cNvPr id="8" name="图形 1">
                <a:extLst>
                  <a:ext uri="{FF2B5EF4-FFF2-40B4-BE49-F238E27FC236}">
                    <a16:creationId xmlns:a16="http://schemas.microsoft.com/office/drawing/2014/main" id="{6FA9CBFE-5E9D-80EA-F37C-B934674AC311}"/>
                  </a:ext>
                </a:extLst>
              </p:cNvPr>
              <p:cNvGrpSpPr/>
              <p:nvPr/>
            </p:nvGrpSpPr>
            <p:grpSpPr>
              <a:xfrm>
                <a:off x="2019776" y="3826014"/>
                <a:ext cx="1273568" cy="48726"/>
                <a:chOff x="2019776" y="3826014"/>
                <a:chExt cx="1273568" cy="48726"/>
              </a:xfrm>
            </p:grpSpPr>
            <p:sp>
              <p:nvSpPr>
                <p:cNvPr id="9" name="任意形状 8">
                  <a:extLst>
                    <a:ext uri="{FF2B5EF4-FFF2-40B4-BE49-F238E27FC236}">
                      <a16:creationId xmlns:a16="http://schemas.microsoft.com/office/drawing/2014/main" id="{82DF7E4B-45B3-C26F-0C3D-26D42D501B0F}"/>
                    </a:ext>
                  </a:extLst>
                </p:cNvPr>
                <p:cNvSpPr/>
                <p:nvPr/>
              </p:nvSpPr>
              <p:spPr>
                <a:xfrm>
                  <a:off x="2019776" y="3826014"/>
                  <a:ext cx="1273568" cy="48726"/>
                </a:xfrm>
                <a:custGeom>
                  <a:avLst/>
                  <a:gdLst>
                    <a:gd name="csX0" fmla="*/ 0 w 1273568"/>
                    <a:gd name="csY0" fmla="*/ 48727 h 48726"/>
                    <a:gd name="csX1" fmla="*/ 1224871 w 1273568"/>
                    <a:gd name="csY1" fmla="*/ 48727 h 48726"/>
                    <a:gd name="csX2" fmla="*/ 1273569 w 1273568"/>
                    <a:gd name="csY2" fmla="*/ 0 h 48726"/>
                    <a:gd name="csX3" fmla="*/ 48697 w 1273568"/>
                    <a:gd name="csY3" fmla="*/ 0 h 487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3568" h="48726">
                      <a:moveTo>
                        <a:pt x="0" y="48727"/>
                      </a:moveTo>
                      <a:lnTo>
                        <a:pt x="1224871" y="48727"/>
                      </a:lnTo>
                      <a:lnTo>
                        <a:pt x="1273569" y="0"/>
                      </a:lnTo>
                      <a:lnTo>
                        <a:pt x="48697" y="0"/>
                      </a:lnTo>
                      <a:close/>
                    </a:path>
                  </a:pathLst>
                </a:custGeom>
                <a:solidFill>
                  <a:srgbClr val="E9E9E9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" name="任意形状 9">
                  <a:extLst>
                    <a:ext uri="{FF2B5EF4-FFF2-40B4-BE49-F238E27FC236}">
                      <a16:creationId xmlns:a16="http://schemas.microsoft.com/office/drawing/2014/main" id="{C0F34D57-FB91-80C4-06A3-CA1CA49575C8}"/>
                    </a:ext>
                  </a:extLst>
                </p:cNvPr>
                <p:cNvSpPr/>
                <p:nvPr/>
              </p:nvSpPr>
              <p:spPr>
                <a:xfrm>
                  <a:off x="2019776" y="3826014"/>
                  <a:ext cx="1273568" cy="48726"/>
                </a:xfrm>
                <a:custGeom>
                  <a:avLst/>
                  <a:gdLst>
                    <a:gd name="csX0" fmla="*/ 0 w 1273568"/>
                    <a:gd name="csY0" fmla="*/ 48727 h 48726"/>
                    <a:gd name="csX1" fmla="*/ 1224871 w 1273568"/>
                    <a:gd name="csY1" fmla="*/ 48727 h 48726"/>
                    <a:gd name="csX2" fmla="*/ 1273569 w 1273568"/>
                    <a:gd name="csY2" fmla="*/ 0 h 48726"/>
                    <a:gd name="csX3" fmla="*/ 48697 w 1273568"/>
                    <a:gd name="csY3" fmla="*/ 0 h 487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3568" h="48726">
                      <a:moveTo>
                        <a:pt x="0" y="48727"/>
                      </a:moveTo>
                      <a:lnTo>
                        <a:pt x="1224871" y="48727"/>
                      </a:lnTo>
                      <a:lnTo>
                        <a:pt x="1273569" y="0"/>
                      </a:lnTo>
                      <a:lnTo>
                        <a:pt x="48697" y="0"/>
                      </a:lnTo>
                      <a:close/>
                    </a:path>
                  </a:pathLst>
                </a:cu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" name="图形 1">
                <a:extLst>
                  <a:ext uri="{FF2B5EF4-FFF2-40B4-BE49-F238E27FC236}">
                    <a16:creationId xmlns:a16="http://schemas.microsoft.com/office/drawing/2014/main" id="{B72E5D13-6F15-97E2-D3D2-29E5BA70097D}"/>
                  </a:ext>
                </a:extLst>
              </p:cNvPr>
              <p:cNvGrpSpPr/>
              <p:nvPr/>
            </p:nvGrpSpPr>
            <p:grpSpPr>
              <a:xfrm>
                <a:off x="3244647" y="3826014"/>
                <a:ext cx="48697" cy="643235"/>
                <a:chOff x="3244647" y="3826014"/>
                <a:chExt cx="48697" cy="643235"/>
              </a:xfrm>
            </p:grpSpPr>
            <p:sp>
              <p:nvSpPr>
                <p:cNvPr id="12" name="任意形状 11">
                  <a:extLst>
                    <a:ext uri="{FF2B5EF4-FFF2-40B4-BE49-F238E27FC236}">
                      <a16:creationId xmlns:a16="http://schemas.microsoft.com/office/drawing/2014/main" id="{EC92F60C-830F-4109-3431-96EDEA591E45}"/>
                    </a:ext>
                  </a:extLst>
                </p:cNvPr>
                <p:cNvSpPr/>
                <p:nvPr/>
              </p:nvSpPr>
              <p:spPr>
                <a:xfrm>
                  <a:off x="3244647" y="3826014"/>
                  <a:ext cx="48697" cy="643235"/>
                </a:xfrm>
                <a:custGeom>
                  <a:avLst/>
                  <a:gdLst>
                    <a:gd name="csX0" fmla="*/ 0 w 48697"/>
                    <a:gd name="csY0" fmla="*/ 643235 h 643235"/>
                    <a:gd name="csX1" fmla="*/ 48697 w 48697"/>
                    <a:gd name="csY1" fmla="*/ 594509 h 643235"/>
                    <a:gd name="csX2" fmla="*/ 48697 w 48697"/>
                    <a:gd name="csY2" fmla="*/ 0 h 643235"/>
                    <a:gd name="csX3" fmla="*/ 0 w 48697"/>
                    <a:gd name="csY3" fmla="*/ 48727 h 6432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48697" h="643235">
                      <a:moveTo>
                        <a:pt x="0" y="643235"/>
                      </a:moveTo>
                      <a:lnTo>
                        <a:pt x="48697" y="594509"/>
                      </a:lnTo>
                      <a:lnTo>
                        <a:pt x="48697" y="0"/>
                      </a:lnTo>
                      <a:lnTo>
                        <a:pt x="0" y="48727"/>
                      </a:lnTo>
                      <a:close/>
                    </a:path>
                  </a:pathLst>
                </a:custGeom>
                <a:solidFill>
                  <a:srgbClr val="BDBDBD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任意形状 12">
                  <a:extLst>
                    <a:ext uri="{FF2B5EF4-FFF2-40B4-BE49-F238E27FC236}">
                      <a16:creationId xmlns:a16="http://schemas.microsoft.com/office/drawing/2014/main" id="{A9AB65F9-12DE-30D8-647E-C380A2D4F53D}"/>
                    </a:ext>
                  </a:extLst>
                </p:cNvPr>
                <p:cNvSpPr/>
                <p:nvPr/>
              </p:nvSpPr>
              <p:spPr>
                <a:xfrm>
                  <a:off x="3244647" y="3826014"/>
                  <a:ext cx="48697" cy="643235"/>
                </a:xfrm>
                <a:custGeom>
                  <a:avLst/>
                  <a:gdLst>
                    <a:gd name="csX0" fmla="*/ 0 w 48697"/>
                    <a:gd name="csY0" fmla="*/ 643235 h 643235"/>
                    <a:gd name="csX1" fmla="*/ 48697 w 48697"/>
                    <a:gd name="csY1" fmla="*/ 594509 h 643235"/>
                    <a:gd name="csX2" fmla="*/ 48697 w 48697"/>
                    <a:gd name="csY2" fmla="*/ 0 h 643235"/>
                    <a:gd name="csX3" fmla="*/ 0 w 48697"/>
                    <a:gd name="csY3" fmla="*/ 48727 h 6432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48697" h="643235">
                      <a:moveTo>
                        <a:pt x="0" y="643235"/>
                      </a:moveTo>
                      <a:lnTo>
                        <a:pt x="48697" y="594509"/>
                      </a:lnTo>
                      <a:lnTo>
                        <a:pt x="48697" y="0"/>
                      </a:lnTo>
                      <a:lnTo>
                        <a:pt x="0" y="48727"/>
                      </a:lnTo>
                      <a:close/>
                    </a:path>
                  </a:pathLst>
                </a:cu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" name="图形 1">
                <a:extLst>
                  <a:ext uri="{FF2B5EF4-FFF2-40B4-BE49-F238E27FC236}">
                    <a16:creationId xmlns:a16="http://schemas.microsoft.com/office/drawing/2014/main" id="{5324B28A-2177-37C9-91B4-7CA78AD2085B}"/>
                  </a:ext>
                </a:extLst>
              </p:cNvPr>
              <p:cNvGrpSpPr/>
              <p:nvPr/>
            </p:nvGrpSpPr>
            <p:grpSpPr>
              <a:xfrm>
                <a:off x="2019776" y="3874741"/>
                <a:ext cx="1224871" cy="594508"/>
                <a:chOff x="2019776" y="3874741"/>
                <a:chExt cx="1224871" cy="594508"/>
              </a:xfrm>
            </p:grpSpPr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AD0025DC-635B-3589-A0F5-2B62F4FEFEA3}"/>
                    </a:ext>
                  </a:extLst>
                </p:cNvPr>
                <p:cNvSpPr/>
                <p:nvPr/>
              </p:nvSpPr>
              <p:spPr>
                <a:xfrm>
                  <a:off x="2019776" y="3874741"/>
                  <a:ext cx="1224871" cy="594508"/>
                </a:xfrm>
                <a:prstGeom prst="rect">
                  <a:avLst/>
                </a:prstGeom>
                <a:solidFill>
                  <a:srgbClr val="D8D8D8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85018F84-CA5C-74F9-5F85-EE28E047490A}"/>
                    </a:ext>
                  </a:extLst>
                </p:cNvPr>
                <p:cNvSpPr/>
                <p:nvPr/>
              </p:nvSpPr>
              <p:spPr>
                <a:xfrm>
                  <a:off x="2019776" y="3874741"/>
                  <a:ext cx="1224871" cy="594508"/>
                </a:xfrm>
                <a:prstGeom prst="rect">
                  <a:avLst/>
                </a:pr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9BBAC64-29BA-5B30-50EE-FA60F4C2C883}"/>
                </a:ext>
              </a:extLst>
            </p:cNvPr>
            <p:cNvSpPr txBox="1"/>
            <p:nvPr/>
          </p:nvSpPr>
          <p:spPr>
            <a:xfrm>
              <a:off x="2166643" y="3951172"/>
              <a:ext cx="31931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 dirty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向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6B2A554-C906-823A-519A-C7E9A832F855}"/>
                </a:ext>
              </a:extLst>
            </p:cNvPr>
            <p:cNvSpPr txBox="1"/>
            <p:nvPr/>
          </p:nvSpPr>
          <p:spPr>
            <a:xfrm>
              <a:off x="2331842" y="3951303"/>
              <a:ext cx="79060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MaaS</a:t>
              </a:r>
              <a:r>
                <a:rPr lang="zh-CN" altLang="en-US" sz="1050" b="1" spc="0" baseline="0" dirty="0">
                  <a:ln/>
                  <a:solidFill>
                    <a:srgbClr val="000000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Times New Roman"/>
                  <a:sym typeface="Times New Roman"/>
                  <a:rtl val="0"/>
                </a:rPr>
                <a:t>转移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32AEC53-AD43-7290-01E1-666D91E30C99}"/>
                </a:ext>
              </a:extLst>
            </p:cNvPr>
            <p:cNvSpPr txBox="1"/>
            <p:nvPr/>
          </p:nvSpPr>
          <p:spPr>
            <a:xfrm>
              <a:off x="2385760" y="4125925"/>
              <a:ext cx="45397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 dirty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决策</a:t>
              </a:r>
            </a:p>
          </p:txBody>
        </p:sp>
      </p:grpSp>
      <p:grpSp>
        <p:nvGrpSpPr>
          <p:cNvPr id="20" name="图形 1">
            <a:extLst>
              <a:ext uri="{FF2B5EF4-FFF2-40B4-BE49-F238E27FC236}">
                <a16:creationId xmlns:a16="http://schemas.microsoft.com/office/drawing/2014/main" id="{FC326C18-CD6F-29CF-E9C7-AD7831DDB9E2}"/>
              </a:ext>
            </a:extLst>
          </p:cNvPr>
          <p:cNvGrpSpPr/>
          <p:nvPr/>
        </p:nvGrpSpPr>
        <p:grpSpPr>
          <a:xfrm>
            <a:off x="7694796" y="2146782"/>
            <a:ext cx="1273568" cy="515522"/>
            <a:chOff x="7694796" y="2146782"/>
            <a:chExt cx="1273568" cy="515522"/>
          </a:xfrm>
        </p:grpSpPr>
        <p:grpSp>
          <p:nvGrpSpPr>
            <p:cNvPr id="21" name="图形 1">
              <a:extLst>
                <a:ext uri="{FF2B5EF4-FFF2-40B4-BE49-F238E27FC236}">
                  <a16:creationId xmlns:a16="http://schemas.microsoft.com/office/drawing/2014/main" id="{B536D6B5-87A1-5BD9-C279-991D0331C32D}"/>
                </a:ext>
              </a:extLst>
            </p:cNvPr>
            <p:cNvGrpSpPr/>
            <p:nvPr/>
          </p:nvGrpSpPr>
          <p:grpSpPr>
            <a:xfrm>
              <a:off x="7694796" y="2146782"/>
              <a:ext cx="1273568" cy="515522"/>
              <a:chOff x="7694796" y="2146782"/>
              <a:chExt cx="1273568" cy="515522"/>
            </a:xfrm>
          </p:grpSpPr>
          <p:grpSp>
            <p:nvGrpSpPr>
              <p:cNvPr id="22" name="图形 1">
                <a:extLst>
                  <a:ext uri="{FF2B5EF4-FFF2-40B4-BE49-F238E27FC236}">
                    <a16:creationId xmlns:a16="http://schemas.microsoft.com/office/drawing/2014/main" id="{68894841-83AD-1584-565F-6B7042218AD6}"/>
                  </a:ext>
                </a:extLst>
              </p:cNvPr>
              <p:cNvGrpSpPr/>
              <p:nvPr/>
            </p:nvGrpSpPr>
            <p:grpSpPr>
              <a:xfrm>
                <a:off x="7694796" y="2146782"/>
                <a:ext cx="1273568" cy="39051"/>
                <a:chOff x="7694796" y="2146782"/>
                <a:chExt cx="1273568" cy="39051"/>
              </a:xfrm>
            </p:grpSpPr>
            <p:sp>
              <p:nvSpPr>
                <p:cNvPr id="23" name="任意形状 22">
                  <a:extLst>
                    <a:ext uri="{FF2B5EF4-FFF2-40B4-BE49-F238E27FC236}">
                      <a16:creationId xmlns:a16="http://schemas.microsoft.com/office/drawing/2014/main" id="{F374A132-8E89-0E7A-5CFB-0F923D7A6E3D}"/>
                    </a:ext>
                  </a:extLst>
                </p:cNvPr>
                <p:cNvSpPr/>
                <p:nvPr/>
              </p:nvSpPr>
              <p:spPr>
                <a:xfrm>
                  <a:off x="7694796" y="2146782"/>
                  <a:ext cx="1273568" cy="39051"/>
                </a:xfrm>
                <a:custGeom>
                  <a:avLst/>
                  <a:gdLst>
                    <a:gd name="csX0" fmla="*/ 0 w 1273568"/>
                    <a:gd name="csY0" fmla="*/ 39052 h 39051"/>
                    <a:gd name="csX1" fmla="*/ 1234540 w 1273568"/>
                    <a:gd name="csY1" fmla="*/ 39052 h 39051"/>
                    <a:gd name="csX2" fmla="*/ 1273568 w 1273568"/>
                    <a:gd name="csY2" fmla="*/ 0 h 39051"/>
                    <a:gd name="csX3" fmla="*/ 39028 w 1273568"/>
                    <a:gd name="csY3" fmla="*/ 0 h 39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3568" h="39051">
                      <a:moveTo>
                        <a:pt x="0" y="39052"/>
                      </a:moveTo>
                      <a:lnTo>
                        <a:pt x="1234540" y="39052"/>
                      </a:lnTo>
                      <a:lnTo>
                        <a:pt x="1273568" y="0"/>
                      </a:lnTo>
                      <a:lnTo>
                        <a:pt x="39028" y="0"/>
                      </a:lnTo>
                      <a:close/>
                    </a:path>
                  </a:pathLst>
                </a:custGeom>
                <a:solidFill>
                  <a:srgbClr val="E9E9E9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" name="任意形状 23">
                  <a:extLst>
                    <a:ext uri="{FF2B5EF4-FFF2-40B4-BE49-F238E27FC236}">
                      <a16:creationId xmlns:a16="http://schemas.microsoft.com/office/drawing/2014/main" id="{006ED564-B659-436D-BC6A-C7DC7082DDA0}"/>
                    </a:ext>
                  </a:extLst>
                </p:cNvPr>
                <p:cNvSpPr/>
                <p:nvPr/>
              </p:nvSpPr>
              <p:spPr>
                <a:xfrm>
                  <a:off x="7694796" y="2146782"/>
                  <a:ext cx="1273568" cy="39051"/>
                </a:xfrm>
                <a:custGeom>
                  <a:avLst/>
                  <a:gdLst>
                    <a:gd name="csX0" fmla="*/ 0 w 1273568"/>
                    <a:gd name="csY0" fmla="*/ 39052 h 39051"/>
                    <a:gd name="csX1" fmla="*/ 1234540 w 1273568"/>
                    <a:gd name="csY1" fmla="*/ 39052 h 39051"/>
                    <a:gd name="csX2" fmla="*/ 1273568 w 1273568"/>
                    <a:gd name="csY2" fmla="*/ 0 h 39051"/>
                    <a:gd name="csX3" fmla="*/ 39028 w 1273568"/>
                    <a:gd name="csY3" fmla="*/ 0 h 39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3568" h="39051">
                      <a:moveTo>
                        <a:pt x="0" y="39052"/>
                      </a:moveTo>
                      <a:lnTo>
                        <a:pt x="1234540" y="39052"/>
                      </a:lnTo>
                      <a:lnTo>
                        <a:pt x="1273568" y="0"/>
                      </a:lnTo>
                      <a:lnTo>
                        <a:pt x="39028" y="0"/>
                      </a:lnTo>
                      <a:close/>
                    </a:path>
                  </a:pathLst>
                </a:cu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" name="图形 1">
                <a:extLst>
                  <a:ext uri="{FF2B5EF4-FFF2-40B4-BE49-F238E27FC236}">
                    <a16:creationId xmlns:a16="http://schemas.microsoft.com/office/drawing/2014/main" id="{79CD1340-A615-D03C-83FC-A40236E65ACF}"/>
                  </a:ext>
                </a:extLst>
              </p:cNvPr>
              <p:cNvGrpSpPr/>
              <p:nvPr/>
            </p:nvGrpSpPr>
            <p:grpSpPr>
              <a:xfrm>
                <a:off x="8929336" y="2146782"/>
                <a:ext cx="39028" cy="515522"/>
                <a:chOff x="8929336" y="2146782"/>
                <a:chExt cx="39028" cy="515522"/>
              </a:xfrm>
            </p:grpSpPr>
            <p:sp>
              <p:nvSpPr>
                <p:cNvPr id="26" name="任意形状 25">
                  <a:extLst>
                    <a:ext uri="{FF2B5EF4-FFF2-40B4-BE49-F238E27FC236}">
                      <a16:creationId xmlns:a16="http://schemas.microsoft.com/office/drawing/2014/main" id="{36595CF3-57B5-3B72-ACDC-2E2E49C79699}"/>
                    </a:ext>
                  </a:extLst>
                </p:cNvPr>
                <p:cNvSpPr/>
                <p:nvPr/>
              </p:nvSpPr>
              <p:spPr>
                <a:xfrm>
                  <a:off x="8929336" y="2146782"/>
                  <a:ext cx="39028" cy="515522"/>
                </a:xfrm>
                <a:custGeom>
                  <a:avLst/>
                  <a:gdLst>
                    <a:gd name="csX0" fmla="*/ 0 w 39028"/>
                    <a:gd name="csY0" fmla="*/ 515523 h 515522"/>
                    <a:gd name="csX1" fmla="*/ 39028 w 39028"/>
                    <a:gd name="csY1" fmla="*/ 476471 h 515522"/>
                    <a:gd name="csX2" fmla="*/ 39028 w 39028"/>
                    <a:gd name="csY2" fmla="*/ 0 h 515522"/>
                    <a:gd name="csX3" fmla="*/ 0 w 39028"/>
                    <a:gd name="csY3" fmla="*/ 39052 h 5155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9028" h="515522">
                      <a:moveTo>
                        <a:pt x="0" y="515523"/>
                      </a:moveTo>
                      <a:lnTo>
                        <a:pt x="39028" y="476471"/>
                      </a:lnTo>
                      <a:lnTo>
                        <a:pt x="39028" y="0"/>
                      </a:lnTo>
                      <a:lnTo>
                        <a:pt x="0" y="39052"/>
                      </a:lnTo>
                      <a:close/>
                    </a:path>
                  </a:pathLst>
                </a:custGeom>
                <a:solidFill>
                  <a:srgbClr val="BDBDBD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" name="任意形状 26">
                  <a:extLst>
                    <a:ext uri="{FF2B5EF4-FFF2-40B4-BE49-F238E27FC236}">
                      <a16:creationId xmlns:a16="http://schemas.microsoft.com/office/drawing/2014/main" id="{8481AB73-CA4E-FDB6-CDA9-CCAEFEF738DA}"/>
                    </a:ext>
                  </a:extLst>
                </p:cNvPr>
                <p:cNvSpPr/>
                <p:nvPr/>
              </p:nvSpPr>
              <p:spPr>
                <a:xfrm>
                  <a:off x="8929336" y="2146782"/>
                  <a:ext cx="39028" cy="515522"/>
                </a:xfrm>
                <a:custGeom>
                  <a:avLst/>
                  <a:gdLst>
                    <a:gd name="csX0" fmla="*/ 0 w 39028"/>
                    <a:gd name="csY0" fmla="*/ 515523 h 515522"/>
                    <a:gd name="csX1" fmla="*/ 39028 w 39028"/>
                    <a:gd name="csY1" fmla="*/ 476471 h 515522"/>
                    <a:gd name="csX2" fmla="*/ 39028 w 39028"/>
                    <a:gd name="csY2" fmla="*/ 0 h 515522"/>
                    <a:gd name="csX3" fmla="*/ 0 w 39028"/>
                    <a:gd name="csY3" fmla="*/ 39052 h 5155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9028" h="515522">
                      <a:moveTo>
                        <a:pt x="0" y="515523"/>
                      </a:moveTo>
                      <a:lnTo>
                        <a:pt x="39028" y="476471"/>
                      </a:lnTo>
                      <a:lnTo>
                        <a:pt x="39028" y="0"/>
                      </a:lnTo>
                      <a:lnTo>
                        <a:pt x="0" y="39052"/>
                      </a:lnTo>
                      <a:close/>
                    </a:path>
                  </a:pathLst>
                </a:cu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图形 1">
                <a:extLst>
                  <a:ext uri="{FF2B5EF4-FFF2-40B4-BE49-F238E27FC236}">
                    <a16:creationId xmlns:a16="http://schemas.microsoft.com/office/drawing/2014/main" id="{4943F5BE-344A-7E7B-B12C-431B5DC0E743}"/>
                  </a:ext>
                </a:extLst>
              </p:cNvPr>
              <p:cNvGrpSpPr/>
              <p:nvPr/>
            </p:nvGrpSpPr>
            <p:grpSpPr>
              <a:xfrm>
                <a:off x="7694796" y="2185834"/>
                <a:ext cx="1234539" cy="476470"/>
                <a:chOff x="7694796" y="2185834"/>
                <a:chExt cx="1234539" cy="476470"/>
              </a:xfrm>
            </p:grpSpPr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681BE0D5-3BBD-2FF1-5FA9-301FB8612F1D}"/>
                    </a:ext>
                  </a:extLst>
                </p:cNvPr>
                <p:cNvSpPr/>
                <p:nvPr/>
              </p:nvSpPr>
              <p:spPr>
                <a:xfrm>
                  <a:off x="7694796" y="2185834"/>
                  <a:ext cx="1234539" cy="476470"/>
                </a:xfrm>
                <a:prstGeom prst="rect">
                  <a:avLst/>
                </a:prstGeom>
                <a:solidFill>
                  <a:srgbClr val="D8D8D8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2E614D37-225B-936F-9468-970425512755}"/>
                    </a:ext>
                  </a:extLst>
                </p:cNvPr>
                <p:cNvSpPr/>
                <p:nvPr/>
              </p:nvSpPr>
              <p:spPr>
                <a:xfrm>
                  <a:off x="7694796" y="2185834"/>
                  <a:ext cx="1234539" cy="476470"/>
                </a:xfrm>
                <a:prstGeom prst="rect">
                  <a:avLst/>
                </a:pr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B8CC984E-655F-169F-0DCB-E25781423264}"/>
                </a:ext>
              </a:extLst>
            </p:cNvPr>
            <p:cNvSpPr txBox="1"/>
            <p:nvPr/>
          </p:nvSpPr>
          <p:spPr>
            <a:xfrm>
              <a:off x="7986853" y="2290623"/>
              <a:ext cx="58862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不转移</a:t>
              </a:r>
            </a:p>
          </p:txBody>
        </p:sp>
      </p:grpSp>
      <p:sp>
        <p:nvSpPr>
          <p:cNvPr id="32" name="任意形状 31">
            <a:extLst>
              <a:ext uri="{FF2B5EF4-FFF2-40B4-BE49-F238E27FC236}">
                <a16:creationId xmlns:a16="http://schemas.microsoft.com/office/drawing/2014/main" id="{2802AD38-0B6F-CF16-322E-D2F4A841A631}"/>
              </a:ext>
            </a:extLst>
          </p:cNvPr>
          <p:cNvSpPr/>
          <p:nvPr/>
        </p:nvSpPr>
        <p:spPr>
          <a:xfrm>
            <a:off x="3244647" y="2424069"/>
            <a:ext cx="4350475" cy="1747925"/>
          </a:xfrm>
          <a:custGeom>
            <a:avLst/>
            <a:gdLst>
              <a:gd name="csX0" fmla="*/ 0 w 4350475"/>
              <a:gd name="csY0" fmla="*/ 1747926 h 1747925"/>
              <a:gd name="csX1" fmla="*/ 190614 w 4350475"/>
              <a:gd name="csY1" fmla="*/ 1747926 h 1747925"/>
              <a:gd name="csX2" fmla="*/ 190614 w 4350475"/>
              <a:gd name="csY2" fmla="*/ 0 h 1747925"/>
              <a:gd name="csX3" fmla="*/ 4350476 w 4350475"/>
              <a:gd name="csY3" fmla="*/ 0 h 17479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50475" h="1747925">
                <a:moveTo>
                  <a:pt x="0" y="1747926"/>
                </a:moveTo>
                <a:lnTo>
                  <a:pt x="190614" y="1747926"/>
                </a:lnTo>
                <a:lnTo>
                  <a:pt x="190614" y="0"/>
                </a:lnTo>
                <a:lnTo>
                  <a:pt x="4350476" y="0"/>
                </a:lnTo>
              </a:path>
            </a:pathLst>
          </a:custGeom>
          <a:noFill/>
          <a:ln w="11199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33" name="图形 1">
            <a:extLst>
              <a:ext uri="{FF2B5EF4-FFF2-40B4-BE49-F238E27FC236}">
                <a16:creationId xmlns:a16="http://schemas.microsoft.com/office/drawing/2014/main" id="{E3C249B2-6182-F087-59C4-D7134610A607}"/>
              </a:ext>
            </a:extLst>
          </p:cNvPr>
          <p:cNvGrpSpPr/>
          <p:nvPr/>
        </p:nvGrpSpPr>
        <p:grpSpPr>
          <a:xfrm>
            <a:off x="7694796" y="3000786"/>
            <a:ext cx="1273568" cy="515522"/>
            <a:chOff x="7694796" y="3000786"/>
            <a:chExt cx="1273568" cy="515522"/>
          </a:xfrm>
        </p:grpSpPr>
        <p:grpSp>
          <p:nvGrpSpPr>
            <p:cNvPr id="34" name="图形 1">
              <a:extLst>
                <a:ext uri="{FF2B5EF4-FFF2-40B4-BE49-F238E27FC236}">
                  <a16:creationId xmlns:a16="http://schemas.microsoft.com/office/drawing/2014/main" id="{296C66C8-64AA-248E-B720-6EF889430ED5}"/>
                </a:ext>
              </a:extLst>
            </p:cNvPr>
            <p:cNvGrpSpPr/>
            <p:nvPr/>
          </p:nvGrpSpPr>
          <p:grpSpPr>
            <a:xfrm>
              <a:off x="7694796" y="3000786"/>
              <a:ext cx="1273568" cy="515522"/>
              <a:chOff x="7694796" y="3000786"/>
              <a:chExt cx="1273568" cy="515522"/>
            </a:xfrm>
          </p:grpSpPr>
          <p:grpSp>
            <p:nvGrpSpPr>
              <p:cNvPr id="35" name="图形 1">
                <a:extLst>
                  <a:ext uri="{FF2B5EF4-FFF2-40B4-BE49-F238E27FC236}">
                    <a16:creationId xmlns:a16="http://schemas.microsoft.com/office/drawing/2014/main" id="{B4F6719C-A123-B01B-231E-E1CB1E3120EA}"/>
                  </a:ext>
                </a:extLst>
              </p:cNvPr>
              <p:cNvGrpSpPr/>
              <p:nvPr/>
            </p:nvGrpSpPr>
            <p:grpSpPr>
              <a:xfrm>
                <a:off x="7694796" y="3000786"/>
                <a:ext cx="1273568" cy="39051"/>
                <a:chOff x="7694796" y="3000786"/>
                <a:chExt cx="1273568" cy="39051"/>
              </a:xfrm>
            </p:grpSpPr>
            <p:sp>
              <p:nvSpPr>
                <p:cNvPr id="36" name="任意形状 35">
                  <a:extLst>
                    <a:ext uri="{FF2B5EF4-FFF2-40B4-BE49-F238E27FC236}">
                      <a16:creationId xmlns:a16="http://schemas.microsoft.com/office/drawing/2014/main" id="{B3F211E2-430F-91D3-3DEF-1DA0AD689388}"/>
                    </a:ext>
                  </a:extLst>
                </p:cNvPr>
                <p:cNvSpPr/>
                <p:nvPr/>
              </p:nvSpPr>
              <p:spPr>
                <a:xfrm>
                  <a:off x="7694796" y="3000786"/>
                  <a:ext cx="1273568" cy="39051"/>
                </a:xfrm>
                <a:custGeom>
                  <a:avLst/>
                  <a:gdLst>
                    <a:gd name="csX0" fmla="*/ 0 w 1273568"/>
                    <a:gd name="csY0" fmla="*/ 39052 h 39051"/>
                    <a:gd name="csX1" fmla="*/ 1234540 w 1273568"/>
                    <a:gd name="csY1" fmla="*/ 39052 h 39051"/>
                    <a:gd name="csX2" fmla="*/ 1273568 w 1273568"/>
                    <a:gd name="csY2" fmla="*/ 0 h 39051"/>
                    <a:gd name="csX3" fmla="*/ 39028 w 1273568"/>
                    <a:gd name="csY3" fmla="*/ 0 h 39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3568" h="39051">
                      <a:moveTo>
                        <a:pt x="0" y="39052"/>
                      </a:moveTo>
                      <a:lnTo>
                        <a:pt x="1234540" y="39052"/>
                      </a:lnTo>
                      <a:lnTo>
                        <a:pt x="1273568" y="0"/>
                      </a:lnTo>
                      <a:lnTo>
                        <a:pt x="39028" y="0"/>
                      </a:lnTo>
                      <a:close/>
                    </a:path>
                  </a:pathLst>
                </a:custGeom>
                <a:solidFill>
                  <a:srgbClr val="E9E9E9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任意形状 36">
                  <a:extLst>
                    <a:ext uri="{FF2B5EF4-FFF2-40B4-BE49-F238E27FC236}">
                      <a16:creationId xmlns:a16="http://schemas.microsoft.com/office/drawing/2014/main" id="{E17E730E-728C-8EDD-2B38-0FA8D998E4C4}"/>
                    </a:ext>
                  </a:extLst>
                </p:cNvPr>
                <p:cNvSpPr/>
                <p:nvPr/>
              </p:nvSpPr>
              <p:spPr>
                <a:xfrm>
                  <a:off x="7694796" y="3000786"/>
                  <a:ext cx="1273568" cy="39051"/>
                </a:xfrm>
                <a:custGeom>
                  <a:avLst/>
                  <a:gdLst>
                    <a:gd name="csX0" fmla="*/ 0 w 1273568"/>
                    <a:gd name="csY0" fmla="*/ 39052 h 39051"/>
                    <a:gd name="csX1" fmla="*/ 1234540 w 1273568"/>
                    <a:gd name="csY1" fmla="*/ 39052 h 39051"/>
                    <a:gd name="csX2" fmla="*/ 1273568 w 1273568"/>
                    <a:gd name="csY2" fmla="*/ 0 h 39051"/>
                    <a:gd name="csX3" fmla="*/ 39028 w 1273568"/>
                    <a:gd name="csY3" fmla="*/ 0 h 39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3568" h="39051">
                      <a:moveTo>
                        <a:pt x="0" y="39052"/>
                      </a:moveTo>
                      <a:lnTo>
                        <a:pt x="1234540" y="39052"/>
                      </a:lnTo>
                      <a:lnTo>
                        <a:pt x="1273568" y="0"/>
                      </a:lnTo>
                      <a:lnTo>
                        <a:pt x="39028" y="0"/>
                      </a:lnTo>
                      <a:close/>
                    </a:path>
                  </a:pathLst>
                </a:cu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图形 1">
                <a:extLst>
                  <a:ext uri="{FF2B5EF4-FFF2-40B4-BE49-F238E27FC236}">
                    <a16:creationId xmlns:a16="http://schemas.microsoft.com/office/drawing/2014/main" id="{D3934F5A-0EF1-F751-F68E-9DB5EC5A96ED}"/>
                  </a:ext>
                </a:extLst>
              </p:cNvPr>
              <p:cNvGrpSpPr/>
              <p:nvPr/>
            </p:nvGrpSpPr>
            <p:grpSpPr>
              <a:xfrm>
                <a:off x="8929336" y="3000786"/>
                <a:ext cx="39028" cy="515522"/>
                <a:chOff x="8929336" y="3000786"/>
                <a:chExt cx="39028" cy="515522"/>
              </a:xfrm>
            </p:grpSpPr>
            <p:sp>
              <p:nvSpPr>
                <p:cNvPr id="39" name="任意形状 38">
                  <a:extLst>
                    <a:ext uri="{FF2B5EF4-FFF2-40B4-BE49-F238E27FC236}">
                      <a16:creationId xmlns:a16="http://schemas.microsoft.com/office/drawing/2014/main" id="{5BD7F46D-6B35-09C8-4638-5F9CA5A67B20}"/>
                    </a:ext>
                  </a:extLst>
                </p:cNvPr>
                <p:cNvSpPr/>
                <p:nvPr/>
              </p:nvSpPr>
              <p:spPr>
                <a:xfrm>
                  <a:off x="8929336" y="3000786"/>
                  <a:ext cx="39028" cy="515522"/>
                </a:xfrm>
                <a:custGeom>
                  <a:avLst/>
                  <a:gdLst>
                    <a:gd name="csX0" fmla="*/ 0 w 39028"/>
                    <a:gd name="csY0" fmla="*/ 515523 h 515522"/>
                    <a:gd name="csX1" fmla="*/ 39028 w 39028"/>
                    <a:gd name="csY1" fmla="*/ 476471 h 515522"/>
                    <a:gd name="csX2" fmla="*/ 39028 w 39028"/>
                    <a:gd name="csY2" fmla="*/ 0 h 515522"/>
                    <a:gd name="csX3" fmla="*/ 0 w 39028"/>
                    <a:gd name="csY3" fmla="*/ 39052 h 5155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9028" h="515522">
                      <a:moveTo>
                        <a:pt x="0" y="515523"/>
                      </a:moveTo>
                      <a:lnTo>
                        <a:pt x="39028" y="476471"/>
                      </a:lnTo>
                      <a:lnTo>
                        <a:pt x="39028" y="0"/>
                      </a:lnTo>
                      <a:lnTo>
                        <a:pt x="0" y="39052"/>
                      </a:lnTo>
                      <a:close/>
                    </a:path>
                  </a:pathLst>
                </a:custGeom>
                <a:solidFill>
                  <a:srgbClr val="BDBDBD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任意形状 39">
                  <a:extLst>
                    <a:ext uri="{FF2B5EF4-FFF2-40B4-BE49-F238E27FC236}">
                      <a16:creationId xmlns:a16="http://schemas.microsoft.com/office/drawing/2014/main" id="{CAAF98BA-6E7F-16F0-D34C-695B19E5170F}"/>
                    </a:ext>
                  </a:extLst>
                </p:cNvPr>
                <p:cNvSpPr/>
                <p:nvPr/>
              </p:nvSpPr>
              <p:spPr>
                <a:xfrm>
                  <a:off x="8929336" y="3000786"/>
                  <a:ext cx="39028" cy="515522"/>
                </a:xfrm>
                <a:custGeom>
                  <a:avLst/>
                  <a:gdLst>
                    <a:gd name="csX0" fmla="*/ 0 w 39028"/>
                    <a:gd name="csY0" fmla="*/ 515523 h 515522"/>
                    <a:gd name="csX1" fmla="*/ 39028 w 39028"/>
                    <a:gd name="csY1" fmla="*/ 476471 h 515522"/>
                    <a:gd name="csX2" fmla="*/ 39028 w 39028"/>
                    <a:gd name="csY2" fmla="*/ 0 h 515522"/>
                    <a:gd name="csX3" fmla="*/ 0 w 39028"/>
                    <a:gd name="csY3" fmla="*/ 39052 h 5155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9028" h="515522">
                      <a:moveTo>
                        <a:pt x="0" y="515523"/>
                      </a:moveTo>
                      <a:lnTo>
                        <a:pt x="39028" y="476471"/>
                      </a:lnTo>
                      <a:lnTo>
                        <a:pt x="39028" y="0"/>
                      </a:lnTo>
                      <a:lnTo>
                        <a:pt x="0" y="39052"/>
                      </a:lnTo>
                      <a:close/>
                    </a:path>
                  </a:pathLst>
                </a:cu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1" name="图形 1">
                <a:extLst>
                  <a:ext uri="{FF2B5EF4-FFF2-40B4-BE49-F238E27FC236}">
                    <a16:creationId xmlns:a16="http://schemas.microsoft.com/office/drawing/2014/main" id="{3E1CB48A-A01C-6D19-A065-7559F1A5A4FD}"/>
                  </a:ext>
                </a:extLst>
              </p:cNvPr>
              <p:cNvGrpSpPr/>
              <p:nvPr/>
            </p:nvGrpSpPr>
            <p:grpSpPr>
              <a:xfrm>
                <a:off x="7694796" y="3039838"/>
                <a:ext cx="1234539" cy="476470"/>
                <a:chOff x="7694796" y="3039838"/>
                <a:chExt cx="1234539" cy="476470"/>
              </a:xfrm>
            </p:grpSpPr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97473455-1F6E-F1CF-2D3B-1B34CBCD094F}"/>
                    </a:ext>
                  </a:extLst>
                </p:cNvPr>
                <p:cNvSpPr/>
                <p:nvPr/>
              </p:nvSpPr>
              <p:spPr>
                <a:xfrm>
                  <a:off x="7694796" y="3039838"/>
                  <a:ext cx="1234539" cy="476470"/>
                </a:xfrm>
                <a:prstGeom prst="rect">
                  <a:avLst/>
                </a:prstGeom>
                <a:solidFill>
                  <a:srgbClr val="D8D8D8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196B0B58-A319-AC2E-370C-59DEA987BADA}"/>
                    </a:ext>
                  </a:extLst>
                </p:cNvPr>
                <p:cNvSpPr/>
                <p:nvPr/>
              </p:nvSpPr>
              <p:spPr>
                <a:xfrm>
                  <a:off x="7694796" y="3039838"/>
                  <a:ext cx="1234539" cy="476470"/>
                </a:xfrm>
                <a:prstGeom prst="rect">
                  <a:avLst/>
                </a:pr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C3FD1725-439C-3DA2-5D1F-46D9B8736707}"/>
                </a:ext>
              </a:extLst>
            </p:cNvPr>
            <p:cNvSpPr txBox="1"/>
            <p:nvPr/>
          </p:nvSpPr>
          <p:spPr>
            <a:xfrm>
              <a:off x="7878896" y="3144627"/>
              <a:ext cx="58862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转移至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546C753-710E-FB99-0A16-FD4778F6B2FB}"/>
                </a:ext>
              </a:extLst>
            </p:cNvPr>
            <p:cNvSpPr txBox="1"/>
            <p:nvPr/>
          </p:nvSpPr>
          <p:spPr>
            <a:xfrm>
              <a:off x="8349263" y="3139647"/>
              <a:ext cx="37863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M1</a:t>
              </a:r>
            </a:p>
          </p:txBody>
        </p:sp>
      </p:grpSp>
      <p:grpSp>
        <p:nvGrpSpPr>
          <p:cNvPr id="46" name="图形 1">
            <a:extLst>
              <a:ext uri="{FF2B5EF4-FFF2-40B4-BE49-F238E27FC236}">
                <a16:creationId xmlns:a16="http://schemas.microsoft.com/office/drawing/2014/main" id="{DBDD86EA-E528-5151-35B9-68D7B81667E5}"/>
              </a:ext>
            </a:extLst>
          </p:cNvPr>
          <p:cNvGrpSpPr/>
          <p:nvPr/>
        </p:nvGrpSpPr>
        <p:grpSpPr>
          <a:xfrm>
            <a:off x="7694796" y="3893841"/>
            <a:ext cx="1273568" cy="515522"/>
            <a:chOff x="7694796" y="3893841"/>
            <a:chExt cx="1273568" cy="515522"/>
          </a:xfrm>
        </p:grpSpPr>
        <p:grpSp>
          <p:nvGrpSpPr>
            <p:cNvPr id="47" name="图形 1">
              <a:extLst>
                <a:ext uri="{FF2B5EF4-FFF2-40B4-BE49-F238E27FC236}">
                  <a16:creationId xmlns:a16="http://schemas.microsoft.com/office/drawing/2014/main" id="{577C7301-05E0-F79B-61FA-2A32D5BF017E}"/>
                </a:ext>
              </a:extLst>
            </p:cNvPr>
            <p:cNvGrpSpPr/>
            <p:nvPr/>
          </p:nvGrpSpPr>
          <p:grpSpPr>
            <a:xfrm>
              <a:off x="7694796" y="3893841"/>
              <a:ext cx="1273568" cy="515522"/>
              <a:chOff x="7694796" y="3893841"/>
              <a:chExt cx="1273568" cy="515522"/>
            </a:xfrm>
          </p:grpSpPr>
          <p:grpSp>
            <p:nvGrpSpPr>
              <p:cNvPr id="48" name="图形 1">
                <a:extLst>
                  <a:ext uri="{FF2B5EF4-FFF2-40B4-BE49-F238E27FC236}">
                    <a16:creationId xmlns:a16="http://schemas.microsoft.com/office/drawing/2014/main" id="{F6928DF0-11BB-FAEB-45B0-BFAD685F10F6}"/>
                  </a:ext>
                </a:extLst>
              </p:cNvPr>
              <p:cNvGrpSpPr/>
              <p:nvPr/>
            </p:nvGrpSpPr>
            <p:grpSpPr>
              <a:xfrm>
                <a:off x="7694796" y="3893841"/>
                <a:ext cx="1273568" cy="39051"/>
                <a:chOff x="7694796" y="3893841"/>
                <a:chExt cx="1273568" cy="39051"/>
              </a:xfrm>
            </p:grpSpPr>
            <p:sp>
              <p:nvSpPr>
                <p:cNvPr id="49" name="任意形状 48">
                  <a:extLst>
                    <a:ext uri="{FF2B5EF4-FFF2-40B4-BE49-F238E27FC236}">
                      <a16:creationId xmlns:a16="http://schemas.microsoft.com/office/drawing/2014/main" id="{0AD74891-709F-B922-8A94-D5FFC73CF29C}"/>
                    </a:ext>
                  </a:extLst>
                </p:cNvPr>
                <p:cNvSpPr/>
                <p:nvPr/>
              </p:nvSpPr>
              <p:spPr>
                <a:xfrm>
                  <a:off x="7694796" y="3893841"/>
                  <a:ext cx="1273568" cy="39051"/>
                </a:xfrm>
                <a:custGeom>
                  <a:avLst/>
                  <a:gdLst>
                    <a:gd name="csX0" fmla="*/ 0 w 1273568"/>
                    <a:gd name="csY0" fmla="*/ 39052 h 39051"/>
                    <a:gd name="csX1" fmla="*/ 1234540 w 1273568"/>
                    <a:gd name="csY1" fmla="*/ 39052 h 39051"/>
                    <a:gd name="csX2" fmla="*/ 1273568 w 1273568"/>
                    <a:gd name="csY2" fmla="*/ 0 h 39051"/>
                    <a:gd name="csX3" fmla="*/ 39028 w 1273568"/>
                    <a:gd name="csY3" fmla="*/ 0 h 39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3568" h="39051">
                      <a:moveTo>
                        <a:pt x="0" y="39052"/>
                      </a:moveTo>
                      <a:lnTo>
                        <a:pt x="1234540" y="39052"/>
                      </a:lnTo>
                      <a:lnTo>
                        <a:pt x="1273568" y="0"/>
                      </a:lnTo>
                      <a:lnTo>
                        <a:pt x="39028" y="0"/>
                      </a:lnTo>
                      <a:close/>
                    </a:path>
                  </a:pathLst>
                </a:custGeom>
                <a:solidFill>
                  <a:srgbClr val="E9E9E9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任意形状 49">
                  <a:extLst>
                    <a:ext uri="{FF2B5EF4-FFF2-40B4-BE49-F238E27FC236}">
                      <a16:creationId xmlns:a16="http://schemas.microsoft.com/office/drawing/2014/main" id="{034DB45F-F743-3DE7-FE6E-5AEAF3670D3E}"/>
                    </a:ext>
                  </a:extLst>
                </p:cNvPr>
                <p:cNvSpPr/>
                <p:nvPr/>
              </p:nvSpPr>
              <p:spPr>
                <a:xfrm>
                  <a:off x="7694796" y="3893841"/>
                  <a:ext cx="1273568" cy="39051"/>
                </a:xfrm>
                <a:custGeom>
                  <a:avLst/>
                  <a:gdLst>
                    <a:gd name="csX0" fmla="*/ 0 w 1273568"/>
                    <a:gd name="csY0" fmla="*/ 39052 h 39051"/>
                    <a:gd name="csX1" fmla="*/ 1234540 w 1273568"/>
                    <a:gd name="csY1" fmla="*/ 39052 h 39051"/>
                    <a:gd name="csX2" fmla="*/ 1273568 w 1273568"/>
                    <a:gd name="csY2" fmla="*/ 0 h 39051"/>
                    <a:gd name="csX3" fmla="*/ 39028 w 1273568"/>
                    <a:gd name="csY3" fmla="*/ 0 h 39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3568" h="39051">
                      <a:moveTo>
                        <a:pt x="0" y="39052"/>
                      </a:moveTo>
                      <a:lnTo>
                        <a:pt x="1234540" y="39052"/>
                      </a:lnTo>
                      <a:lnTo>
                        <a:pt x="1273568" y="0"/>
                      </a:lnTo>
                      <a:lnTo>
                        <a:pt x="39028" y="0"/>
                      </a:lnTo>
                      <a:close/>
                    </a:path>
                  </a:pathLst>
                </a:cu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" name="图形 1">
                <a:extLst>
                  <a:ext uri="{FF2B5EF4-FFF2-40B4-BE49-F238E27FC236}">
                    <a16:creationId xmlns:a16="http://schemas.microsoft.com/office/drawing/2014/main" id="{7F665AD3-BE52-3463-1E1C-6007E06B1C95}"/>
                  </a:ext>
                </a:extLst>
              </p:cNvPr>
              <p:cNvGrpSpPr/>
              <p:nvPr/>
            </p:nvGrpSpPr>
            <p:grpSpPr>
              <a:xfrm>
                <a:off x="8929336" y="3893841"/>
                <a:ext cx="39028" cy="515522"/>
                <a:chOff x="8929336" y="3893841"/>
                <a:chExt cx="39028" cy="515522"/>
              </a:xfrm>
            </p:grpSpPr>
            <p:sp>
              <p:nvSpPr>
                <p:cNvPr id="52" name="任意形状 51">
                  <a:extLst>
                    <a:ext uri="{FF2B5EF4-FFF2-40B4-BE49-F238E27FC236}">
                      <a16:creationId xmlns:a16="http://schemas.microsoft.com/office/drawing/2014/main" id="{BB9CC682-742C-7C00-B322-D03C3AD48C5C}"/>
                    </a:ext>
                  </a:extLst>
                </p:cNvPr>
                <p:cNvSpPr/>
                <p:nvPr/>
              </p:nvSpPr>
              <p:spPr>
                <a:xfrm>
                  <a:off x="8929336" y="3893841"/>
                  <a:ext cx="39028" cy="515522"/>
                </a:xfrm>
                <a:custGeom>
                  <a:avLst/>
                  <a:gdLst>
                    <a:gd name="csX0" fmla="*/ 0 w 39028"/>
                    <a:gd name="csY0" fmla="*/ 515523 h 515522"/>
                    <a:gd name="csX1" fmla="*/ 39028 w 39028"/>
                    <a:gd name="csY1" fmla="*/ 476471 h 515522"/>
                    <a:gd name="csX2" fmla="*/ 39028 w 39028"/>
                    <a:gd name="csY2" fmla="*/ 0 h 515522"/>
                    <a:gd name="csX3" fmla="*/ 0 w 39028"/>
                    <a:gd name="csY3" fmla="*/ 39052 h 5155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9028" h="515522">
                      <a:moveTo>
                        <a:pt x="0" y="515523"/>
                      </a:moveTo>
                      <a:lnTo>
                        <a:pt x="39028" y="476471"/>
                      </a:lnTo>
                      <a:lnTo>
                        <a:pt x="39028" y="0"/>
                      </a:lnTo>
                      <a:lnTo>
                        <a:pt x="0" y="39052"/>
                      </a:lnTo>
                      <a:close/>
                    </a:path>
                  </a:pathLst>
                </a:custGeom>
                <a:solidFill>
                  <a:srgbClr val="BDBDBD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" name="任意形状 52">
                  <a:extLst>
                    <a:ext uri="{FF2B5EF4-FFF2-40B4-BE49-F238E27FC236}">
                      <a16:creationId xmlns:a16="http://schemas.microsoft.com/office/drawing/2014/main" id="{EFF82ED6-2503-820B-5953-44C223F25FBD}"/>
                    </a:ext>
                  </a:extLst>
                </p:cNvPr>
                <p:cNvSpPr/>
                <p:nvPr/>
              </p:nvSpPr>
              <p:spPr>
                <a:xfrm>
                  <a:off x="8929336" y="3893841"/>
                  <a:ext cx="39028" cy="515522"/>
                </a:xfrm>
                <a:custGeom>
                  <a:avLst/>
                  <a:gdLst>
                    <a:gd name="csX0" fmla="*/ 0 w 39028"/>
                    <a:gd name="csY0" fmla="*/ 515523 h 515522"/>
                    <a:gd name="csX1" fmla="*/ 39028 w 39028"/>
                    <a:gd name="csY1" fmla="*/ 476471 h 515522"/>
                    <a:gd name="csX2" fmla="*/ 39028 w 39028"/>
                    <a:gd name="csY2" fmla="*/ 0 h 515522"/>
                    <a:gd name="csX3" fmla="*/ 0 w 39028"/>
                    <a:gd name="csY3" fmla="*/ 39052 h 5155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9028" h="515522">
                      <a:moveTo>
                        <a:pt x="0" y="515523"/>
                      </a:moveTo>
                      <a:lnTo>
                        <a:pt x="39028" y="476471"/>
                      </a:lnTo>
                      <a:lnTo>
                        <a:pt x="39028" y="0"/>
                      </a:lnTo>
                      <a:lnTo>
                        <a:pt x="0" y="39052"/>
                      </a:lnTo>
                      <a:close/>
                    </a:path>
                  </a:pathLst>
                </a:cu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" name="图形 1">
                <a:extLst>
                  <a:ext uri="{FF2B5EF4-FFF2-40B4-BE49-F238E27FC236}">
                    <a16:creationId xmlns:a16="http://schemas.microsoft.com/office/drawing/2014/main" id="{B8A2E83C-9C36-7E49-5091-B2B8296A6C02}"/>
                  </a:ext>
                </a:extLst>
              </p:cNvPr>
              <p:cNvGrpSpPr/>
              <p:nvPr/>
            </p:nvGrpSpPr>
            <p:grpSpPr>
              <a:xfrm>
                <a:off x="7694796" y="3932893"/>
                <a:ext cx="1234539" cy="476470"/>
                <a:chOff x="7694796" y="3932893"/>
                <a:chExt cx="1234539" cy="476470"/>
              </a:xfrm>
            </p:grpSpPr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8AA8E6BB-418C-0C64-B1CA-A01F4DC232D6}"/>
                    </a:ext>
                  </a:extLst>
                </p:cNvPr>
                <p:cNvSpPr/>
                <p:nvPr/>
              </p:nvSpPr>
              <p:spPr>
                <a:xfrm>
                  <a:off x="7694796" y="3932893"/>
                  <a:ext cx="1234539" cy="476470"/>
                </a:xfrm>
                <a:prstGeom prst="rect">
                  <a:avLst/>
                </a:prstGeom>
                <a:solidFill>
                  <a:srgbClr val="D8D8D8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" name="矩形 55">
                  <a:extLst>
                    <a:ext uri="{FF2B5EF4-FFF2-40B4-BE49-F238E27FC236}">
                      <a16:creationId xmlns:a16="http://schemas.microsoft.com/office/drawing/2014/main" id="{AF91DD7F-9B57-5377-8BB8-E051BF25DC80}"/>
                    </a:ext>
                  </a:extLst>
                </p:cNvPr>
                <p:cNvSpPr/>
                <p:nvPr/>
              </p:nvSpPr>
              <p:spPr>
                <a:xfrm>
                  <a:off x="7694796" y="3932893"/>
                  <a:ext cx="1234539" cy="476470"/>
                </a:xfrm>
                <a:prstGeom prst="rect">
                  <a:avLst/>
                </a:pr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A5A15755-3A97-0827-312D-1E629DCFD5CA}"/>
                </a:ext>
              </a:extLst>
            </p:cNvPr>
            <p:cNvSpPr txBox="1"/>
            <p:nvPr/>
          </p:nvSpPr>
          <p:spPr>
            <a:xfrm>
              <a:off x="7878896" y="4037682"/>
              <a:ext cx="58862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转移至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20379CA1-213F-7730-99E8-C4944F6A36EA}"/>
                </a:ext>
              </a:extLst>
            </p:cNvPr>
            <p:cNvSpPr txBox="1"/>
            <p:nvPr/>
          </p:nvSpPr>
          <p:spPr>
            <a:xfrm>
              <a:off x="8349263" y="4032703"/>
              <a:ext cx="37863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M2</a:t>
              </a:r>
            </a:p>
          </p:txBody>
        </p:sp>
      </p:grpSp>
      <p:grpSp>
        <p:nvGrpSpPr>
          <p:cNvPr id="59" name="图形 1">
            <a:extLst>
              <a:ext uri="{FF2B5EF4-FFF2-40B4-BE49-F238E27FC236}">
                <a16:creationId xmlns:a16="http://schemas.microsoft.com/office/drawing/2014/main" id="{10CEB200-B829-D4BB-5A2D-AFC45DAC8B39}"/>
              </a:ext>
            </a:extLst>
          </p:cNvPr>
          <p:cNvGrpSpPr/>
          <p:nvPr/>
        </p:nvGrpSpPr>
        <p:grpSpPr>
          <a:xfrm>
            <a:off x="7694796" y="4747845"/>
            <a:ext cx="1273568" cy="515522"/>
            <a:chOff x="7694796" y="4747845"/>
            <a:chExt cx="1273568" cy="515522"/>
          </a:xfrm>
        </p:grpSpPr>
        <p:grpSp>
          <p:nvGrpSpPr>
            <p:cNvPr id="60" name="图形 1">
              <a:extLst>
                <a:ext uri="{FF2B5EF4-FFF2-40B4-BE49-F238E27FC236}">
                  <a16:creationId xmlns:a16="http://schemas.microsoft.com/office/drawing/2014/main" id="{10A22B84-08C1-D40A-E52F-F5B552DDD3D0}"/>
                </a:ext>
              </a:extLst>
            </p:cNvPr>
            <p:cNvGrpSpPr/>
            <p:nvPr/>
          </p:nvGrpSpPr>
          <p:grpSpPr>
            <a:xfrm>
              <a:off x="7694796" y="4747845"/>
              <a:ext cx="1273568" cy="515522"/>
              <a:chOff x="7694796" y="4747845"/>
              <a:chExt cx="1273568" cy="515522"/>
            </a:xfrm>
          </p:grpSpPr>
          <p:grpSp>
            <p:nvGrpSpPr>
              <p:cNvPr id="61" name="图形 1">
                <a:extLst>
                  <a:ext uri="{FF2B5EF4-FFF2-40B4-BE49-F238E27FC236}">
                    <a16:creationId xmlns:a16="http://schemas.microsoft.com/office/drawing/2014/main" id="{75622C99-0405-D5C8-14BB-1DAC47417723}"/>
                  </a:ext>
                </a:extLst>
              </p:cNvPr>
              <p:cNvGrpSpPr/>
              <p:nvPr/>
            </p:nvGrpSpPr>
            <p:grpSpPr>
              <a:xfrm>
                <a:off x="7694796" y="4747845"/>
                <a:ext cx="1273568" cy="39051"/>
                <a:chOff x="7694796" y="4747845"/>
                <a:chExt cx="1273568" cy="39051"/>
              </a:xfrm>
            </p:grpSpPr>
            <p:sp>
              <p:nvSpPr>
                <p:cNvPr id="62" name="任意形状 61">
                  <a:extLst>
                    <a:ext uri="{FF2B5EF4-FFF2-40B4-BE49-F238E27FC236}">
                      <a16:creationId xmlns:a16="http://schemas.microsoft.com/office/drawing/2014/main" id="{AB4395C7-8F93-8D48-E7F8-A1EE3BB35BF4}"/>
                    </a:ext>
                  </a:extLst>
                </p:cNvPr>
                <p:cNvSpPr/>
                <p:nvPr/>
              </p:nvSpPr>
              <p:spPr>
                <a:xfrm>
                  <a:off x="7694796" y="4747845"/>
                  <a:ext cx="1273568" cy="39051"/>
                </a:xfrm>
                <a:custGeom>
                  <a:avLst/>
                  <a:gdLst>
                    <a:gd name="csX0" fmla="*/ 0 w 1273568"/>
                    <a:gd name="csY0" fmla="*/ 39052 h 39051"/>
                    <a:gd name="csX1" fmla="*/ 1234540 w 1273568"/>
                    <a:gd name="csY1" fmla="*/ 39052 h 39051"/>
                    <a:gd name="csX2" fmla="*/ 1273568 w 1273568"/>
                    <a:gd name="csY2" fmla="*/ 0 h 39051"/>
                    <a:gd name="csX3" fmla="*/ 39028 w 1273568"/>
                    <a:gd name="csY3" fmla="*/ 0 h 39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3568" h="39051">
                      <a:moveTo>
                        <a:pt x="0" y="39052"/>
                      </a:moveTo>
                      <a:lnTo>
                        <a:pt x="1234540" y="39052"/>
                      </a:lnTo>
                      <a:lnTo>
                        <a:pt x="1273568" y="0"/>
                      </a:lnTo>
                      <a:lnTo>
                        <a:pt x="39028" y="0"/>
                      </a:lnTo>
                      <a:close/>
                    </a:path>
                  </a:pathLst>
                </a:custGeom>
                <a:solidFill>
                  <a:srgbClr val="E9E9E9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" name="任意形状 62">
                  <a:extLst>
                    <a:ext uri="{FF2B5EF4-FFF2-40B4-BE49-F238E27FC236}">
                      <a16:creationId xmlns:a16="http://schemas.microsoft.com/office/drawing/2014/main" id="{AC246082-98AC-6AD4-5AF3-A6C5C70D823A}"/>
                    </a:ext>
                  </a:extLst>
                </p:cNvPr>
                <p:cNvSpPr/>
                <p:nvPr/>
              </p:nvSpPr>
              <p:spPr>
                <a:xfrm>
                  <a:off x="7694796" y="4747845"/>
                  <a:ext cx="1273568" cy="39051"/>
                </a:xfrm>
                <a:custGeom>
                  <a:avLst/>
                  <a:gdLst>
                    <a:gd name="csX0" fmla="*/ 0 w 1273568"/>
                    <a:gd name="csY0" fmla="*/ 39052 h 39051"/>
                    <a:gd name="csX1" fmla="*/ 1234540 w 1273568"/>
                    <a:gd name="csY1" fmla="*/ 39052 h 39051"/>
                    <a:gd name="csX2" fmla="*/ 1273568 w 1273568"/>
                    <a:gd name="csY2" fmla="*/ 0 h 39051"/>
                    <a:gd name="csX3" fmla="*/ 39028 w 1273568"/>
                    <a:gd name="csY3" fmla="*/ 0 h 39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3568" h="39051">
                      <a:moveTo>
                        <a:pt x="0" y="39052"/>
                      </a:moveTo>
                      <a:lnTo>
                        <a:pt x="1234540" y="39052"/>
                      </a:lnTo>
                      <a:lnTo>
                        <a:pt x="1273568" y="0"/>
                      </a:lnTo>
                      <a:lnTo>
                        <a:pt x="39028" y="0"/>
                      </a:lnTo>
                      <a:close/>
                    </a:path>
                  </a:pathLst>
                </a:cu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4" name="图形 1">
                <a:extLst>
                  <a:ext uri="{FF2B5EF4-FFF2-40B4-BE49-F238E27FC236}">
                    <a16:creationId xmlns:a16="http://schemas.microsoft.com/office/drawing/2014/main" id="{AFB0D3F2-6564-F31B-6FF1-C09AE467FFFC}"/>
                  </a:ext>
                </a:extLst>
              </p:cNvPr>
              <p:cNvGrpSpPr/>
              <p:nvPr/>
            </p:nvGrpSpPr>
            <p:grpSpPr>
              <a:xfrm>
                <a:off x="8929336" y="4747845"/>
                <a:ext cx="39028" cy="515522"/>
                <a:chOff x="8929336" y="4747845"/>
                <a:chExt cx="39028" cy="515522"/>
              </a:xfrm>
            </p:grpSpPr>
            <p:sp>
              <p:nvSpPr>
                <p:cNvPr id="65" name="任意形状 64">
                  <a:extLst>
                    <a:ext uri="{FF2B5EF4-FFF2-40B4-BE49-F238E27FC236}">
                      <a16:creationId xmlns:a16="http://schemas.microsoft.com/office/drawing/2014/main" id="{7E0DFBE1-57D3-1BAD-E37F-F3B9AC116831}"/>
                    </a:ext>
                  </a:extLst>
                </p:cNvPr>
                <p:cNvSpPr/>
                <p:nvPr/>
              </p:nvSpPr>
              <p:spPr>
                <a:xfrm>
                  <a:off x="8929336" y="4747845"/>
                  <a:ext cx="39028" cy="515522"/>
                </a:xfrm>
                <a:custGeom>
                  <a:avLst/>
                  <a:gdLst>
                    <a:gd name="csX0" fmla="*/ 0 w 39028"/>
                    <a:gd name="csY0" fmla="*/ 515523 h 515522"/>
                    <a:gd name="csX1" fmla="*/ 39028 w 39028"/>
                    <a:gd name="csY1" fmla="*/ 476471 h 515522"/>
                    <a:gd name="csX2" fmla="*/ 39028 w 39028"/>
                    <a:gd name="csY2" fmla="*/ 0 h 515522"/>
                    <a:gd name="csX3" fmla="*/ 0 w 39028"/>
                    <a:gd name="csY3" fmla="*/ 39052 h 5155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9028" h="515522">
                      <a:moveTo>
                        <a:pt x="0" y="515523"/>
                      </a:moveTo>
                      <a:lnTo>
                        <a:pt x="39028" y="476471"/>
                      </a:lnTo>
                      <a:lnTo>
                        <a:pt x="39028" y="0"/>
                      </a:lnTo>
                      <a:lnTo>
                        <a:pt x="0" y="39052"/>
                      </a:lnTo>
                      <a:close/>
                    </a:path>
                  </a:pathLst>
                </a:custGeom>
                <a:solidFill>
                  <a:srgbClr val="BDBDBD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" name="任意形状 65">
                  <a:extLst>
                    <a:ext uri="{FF2B5EF4-FFF2-40B4-BE49-F238E27FC236}">
                      <a16:creationId xmlns:a16="http://schemas.microsoft.com/office/drawing/2014/main" id="{E98D77EF-A798-C635-D294-6F816661CFA4}"/>
                    </a:ext>
                  </a:extLst>
                </p:cNvPr>
                <p:cNvSpPr/>
                <p:nvPr/>
              </p:nvSpPr>
              <p:spPr>
                <a:xfrm>
                  <a:off x="8929336" y="4747845"/>
                  <a:ext cx="39028" cy="515522"/>
                </a:xfrm>
                <a:custGeom>
                  <a:avLst/>
                  <a:gdLst>
                    <a:gd name="csX0" fmla="*/ 0 w 39028"/>
                    <a:gd name="csY0" fmla="*/ 515523 h 515522"/>
                    <a:gd name="csX1" fmla="*/ 39028 w 39028"/>
                    <a:gd name="csY1" fmla="*/ 476471 h 515522"/>
                    <a:gd name="csX2" fmla="*/ 39028 w 39028"/>
                    <a:gd name="csY2" fmla="*/ 0 h 515522"/>
                    <a:gd name="csX3" fmla="*/ 0 w 39028"/>
                    <a:gd name="csY3" fmla="*/ 39052 h 5155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9028" h="515522">
                      <a:moveTo>
                        <a:pt x="0" y="515523"/>
                      </a:moveTo>
                      <a:lnTo>
                        <a:pt x="39028" y="476471"/>
                      </a:lnTo>
                      <a:lnTo>
                        <a:pt x="39028" y="0"/>
                      </a:lnTo>
                      <a:lnTo>
                        <a:pt x="0" y="39052"/>
                      </a:lnTo>
                      <a:close/>
                    </a:path>
                  </a:pathLst>
                </a:cu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图形 1">
                <a:extLst>
                  <a:ext uri="{FF2B5EF4-FFF2-40B4-BE49-F238E27FC236}">
                    <a16:creationId xmlns:a16="http://schemas.microsoft.com/office/drawing/2014/main" id="{7356F43F-0163-DDD8-92C6-EEBB2A2F09CD}"/>
                  </a:ext>
                </a:extLst>
              </p:cNvPr>
              <p:cNvGrpSpPr/>
              <p:nvPr/>
            </p:nvGrpSpPr>
            <p:grpSpPr>
              <a:xfrm>
                <a:off x="7694796" y="4786897"/>
                <a:ext cx="1234539" cy="476470"/>
                <a:chOff x="7694796" y="4786897"/>
                <a:chExt cx="1234539" cy="476470"/>
              </a:xfrm>
            </p:grpSpPr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CEE1412A-C043-6F5F-7CCA-94251259EC4E}"/>
                    </a:ext>
                  </a:extLst>
                </p:cNvPr>
                <p:cNvSpPr/>
                <p:nvPr/>
              </p:nvSpPr>
              <p:spPr>
                <a:xfrm>
                  <a:off x="7694796" y="4786897"/>
                  <a:ext cx="1234539" cy="476470"/>
                </a:xfrm>
                <a:prstGeom prst="rect">
                  <a:avLst/>
                </a:prstGeom>
                <a:solidFill>
                  <a:srgbClr val="D8D8D8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5EFDA5DE-165E-DE7F-8F71-65FC1CE54F78}"/>
                    </a:ext>
                  </a:extLst>
                </p:cNvPr>
                <p:cNvSpPr/>
                <p:nvPr/>
              </p:nvSpPr>
              <p:spPr>
                <a:xfrm>
                  <a:off x="7694796" y="4786897"/>
                  <a:ext cx="1234539" cy="476470"/>
                </a:xfrm>
                <a:prstGeom prst="rect">
                  <a:avLst/>
                </a:pr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A58D4D9A-C7F3-4CA2-8971-F1F3417374BB}"/>
                </a:ext>
              </a:extLst>
            </p:cNvPr>
            <p:cNvSpPr txBox="1"/>
            <p:nvPr/>
          </p:nvSpPr>
          <p:spPr>
            <a:xfrm>
              <a:off x="7878896" y="4891686"/>
              <a:ext cx="58862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转移至</a:t>
              </a: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5C40D976-3315-63FA-520C-8EC3550EAEF4}"/>
                </a:ext>
              </a:extLst>
            </p:cNvPr>
            <p:cNvSpPr txBox="1"/>
            <p:nvPr/>
          </p:nvSpPr>
          <p:spPr>
            <a:xfrm>
              <a:off x="8349263" y="4886706"/>
              <a:ext cx="37863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M3</a:t>
              </a:r>
            </a:p>
          </p:txBody>
        </p:sp>
      </p:grpSp>
      <p:sp>
        <p:nvSpPr>
          <p:cNvPr id="72" name="任意形状 71">
            <a:extLst>
              <a:ext uri="{FF2B5EF4-FFF2-40B4-BE49-F238E27FC236}">
                <a16:creationId xmlns:a16="http://schemas.microsoft.com/office/drawing/2014/main" id="{6209614C-C5AC-D19A-1329-89F256813027}"/>
              </a:ext>
            </a:extLst>
          </p:cNvPr>
          <p:cNvSpPr/>
          <p:nvPr/>
        </p:nvSpPr>
        <p:spPr>
          <a:xfrm>
            <a:off x="3244647" y="3278073"/>
            <a:ext cx="4350475" cy="893922"/>
          </a:xfrm>
          <a:custGeom>
            <a:avLst/>
            <a:gdLst>
              <a:gd name="csX0" fmla="*/ 0 w 4350475"/>
              <a:gd name="csY0" fmla="*/ 893923 h 893922"/>
              <a:gd name="csX1" fmla="*/ 190614 w 4350475"/>
              <a:gd name="csY1" fmla="*/ 893923 h 893922"/>
              <a:gd name="csX2" fmla="*/ 190614 w 4350475"/>
              <a:gd name="csY2" fmla="*/ 0 h 893922"/>
              <a:gd name="csX3" fmla="*/ 4350476 w 4350475"/>
              <a:gd name="csY3" fmla="*/ 0 h 893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50475" h="893922">
                <a:moveTo>
                  <a:pt x="0" y="893923"/>
                </a:moveTo>
                <a:lnTo>
                  <a:pt x="190614" y="893923"/>
                </a:lnTo>
                <a:lnTo>
                  <a:pt x="190614" y="0"/>
                </a:lnTo>
                <a:lnTo>
                  <a:pt x="4350476" y="0"/>
                </a:lnTo>
              </a:path>
            </a:pathLst>
          </a:custGeom>
          <a:noFill/>
          <a:ln w="11199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73" name="任意形状 72">
            <a:extLst>
              <a:ext uri="{FF2B5EF4-FFF2-40B4-BE49-F238E27FC236}">
                <a16:creationId xmlns:a16="http://schemas.microsoft.com/office/drawing/2014/main" id="{A6C8D91C-21CC-B057-7868-F5805EFD84C4}"/>
              </a:ext>
            </a:extLst>
          </p:cNvPr>
          <p:cNvSpPr/>
          <p:nvPr/>
        </p:nvSpPr>
        <p:spPr>
          <a:xfrm>
            <a:off x="3244647" y="4171995"/>
            <a:ext cx="4350475" cy="895084"/>
          </a:xfrm>
          <a:custGeom>
            <a:avLst/>
            <a:gdLst>
              <a:gd name="csX0" fmla="*/ 0 w 4350475"/>
              <a:gd name="csY0" fmla="*/ 0 h 895084"/>
              <a:gd name="csX1" fmla="*/ 190614 w 4350475"/>
              <a:gd name="csY1" fmla="*/ 0 h 895084"/>
              <a:gd name="csX2" fmla="*/ 190614 w 4350475"/>
              <a:gd name="csY2" fmla="*/ 895085 h 895084"/>
              <a:gd name="csX3" fmla="*/ 4350476 w 4350475"/>
              <a:gd name="csY3" fmla="*/ 895085 h 8950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50475" h="895084">
                <a:moveTo>
                  <a:pt x="0" y="0"/>
                </a:moveTo>
                <a:lnTo>
                  <a:pt x="190614" y="0"/>
                </a:lnTo>
                <a:lnTo>
                  <a:pt x="190614" y="895085"/>
                </a:lnTo>
                <a:lnTo>
                  <a:pt x="4350476" y="895085"/>
                </a:lnTo>
              </a:path>
            </a:pathLst>
          </a:custGeom>
          <a:noFill/>
          <a:ln w="11199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74" name="任意形状 73">
            <a:extLst>
              <a:ext uri="{FF2B5EF4-FFF2-40B4-BE49-F238E27FC236}">
                <a16:creationId xmlns:a16="http://schemas.microsoft.com/office/drawing/2014/main" id="{06913D8F-0B7C-93CE-C4B5-7F213E2C515E}"/>
              </a:ext>
            </a:extLst>
          </p:cNvPr>
          <p:cNvSpPr/>
          <p:nvPr/>
        </p:nvSpPr>
        <p:spPr>
          <a:xfrm>
            <a:off x="3244647" y="4171128"/>
            <a:ext cx="4350475" cy="866"/>
          </a:xfrm>
          <a:custGeom>
            <a:avLst/>
            <a:gdLst>
              <a:gd name="csX0" fmla="*/ 0 w 4350475"/>
              <a:gd name="csY0" fmla="*/ 867 h 866"/>
              <a:gd name="csX1" fmla="*/ 190614 w 4350475"/>
              <a:gd name="csY1" fmla="*/ 867 h 866"/>
              <a:gd name="csX2" fmla="*/ 190614 w 4350475"/>
              <a:gd name="csY2" fmla="*/ 0 h 866"/>
              <a:gd name="csX3" fmla="*/ 4350476 w 4350475"/>
              <a:gd name="csY3" fmla="*/ 0 h 8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50475" h="866">
                <a:moveTo>
                  <a:pt x="0" y="867"/>
                </a:moveTo>
                <a:lnTo>
                  <a:pt x="190614" y="867"/>
                </a:lnTo>
                <a:lnTo>
                  <a:pt x="190614" y="0"/>
                </a:lnTo>
                <a:lnTo>
                  <a:pt x="4350476" y="0"/>
                </a:lnTo>
              </a:path>
            </a:pathLst>
          </a:custGeom>
          <a:noFill/>
          <a:ln w="11199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75" name="图形 1">
            <a:extLst>
              <a:ext uri="{FF2B5EF4-FFF2-40B4-BE49-F238E27FC236}">
                <a16:creationId xmlns:a16="http://schemas.microsoft.com/office/drawing/2014/main" id="{34D4B386-9262-E87D-A373-0A19821D6DB1}"/>
              </a:ext>
            </a:extLst>
          </p:cNvPr>
          <p:cNvGrpSpPr/>
          <p:nvPr/>
        </p:nvGrpSpPr>
        <p:grpSpPr>
          <a:xfrm>
            <a:off x="7694796" y="5640900"/>
            <a:ext cx="1273568" cy="515522"/>
            <a:chOff x="7694796" y="5640900"/>
            <a:chExt cx="1273568" cy="515522"/>
          </a:xfrm>
        </p:grpSpPr>
        <p:grpSp>
          <p:nvGrpSpPr>
            <p:cNvPr id="76" name="图形 1">
              <a:extLst>
                <a:ext uri="{FF2B5EF4-FFF2-40B4-BE49-F238E27FC236}">
                  <a16:creationId xmlns:a16="http://schemas.microsoft.com/office/drawing/2014/main" id="{7333B476-22CB-3DFC-BA9D-7C6C615D2BC4}"/>
                </a:ext>
              </a:extLst>
            </p:cNvPr>
            <p:cNvGrpSpPr/>
            <p:nvPr/>
          </p:nvGrpSpPr>
          <p:grpSpPr>
            <a:xfrm>
              <a:off x="7694796" y="5640900"/>
              <a:ext cx="1273568" cy="515522"/>
              <a:chOff x="7694796" y="5640900"/>
              <a:chExt cx="1273568" cy="515522"/>
            </a:xfrm>
          </p:grpSpPr>
          <p:grpSp>
            <p:nvGrpSpPr>
              <p:cNvPr id="77" name="图形 1">
                <a:extLst>
                  <a:ext uri="{FF2B5EF4-FFF2-40B4-BE49-F238E27FC236}">
                    <a16:creationId xmlns:a16="http://schemas.microsoft.com/office/drawing/2014/main" id="{D4A919BC-6F29-D480-45CB-4B7448E403B7}"/>
                  </a:ext>
                </a:extLst>
              </p:cNvPr>
              <p:cNvGrpSpPr/>
              <p:nvPr/>
            </p:nvGrpSpPr>
            <p:grpSpPr>
              <a:xfrm>
                <a:off x="7694796" y="5640900"/>
                <a:ext cx="1273568" cy="39051"/>
                <a:chOff x="7694796" y="5640900"/>
                <a:chExt cx="1273568" cy="39051"/>
              </a:xfrm>
            </p:grpSpPr>
            <p:sp>
              <p:nvSpPr>
                <p:cNvPr id="78" name="任意形状 77">
                  <a:extLst>
                    <a:ext uri="{FF2B5EF4-FFF2-40B4-BE49-F238E27FC236}">
                      <a16:creationId xmlns:a16="http://schemas.microsoft.com/office/drawing/2014/main" id="{6843CBA2-AE4D-7558-50FD-71D917B1F13A}"/>
                    </a:ext>
                  </a:extLst>
                </p:cNvPr>
                <p:cNvSpPr/>
                <p:nvPr/>
              </p:nvSpPr>
              <p:spPr>
                <a:xfrm>
                  <a:off x="7694796" y="5640900"/>
                  <a:ext cx="1273568" cy="39051"/>
                </a:xfrm>
                <a:custGeom>
                  <a:avLst/>
                  <a:gdLst>
                    <a:gd name="csX0" fmla="*/ 0 w 1273568"/>
                    <a:gd name="csY0" fmla="*/ 39052 h 39051"/>
                    <a:gd name="csX1" fmla="*/ 1234540 w 1273568"/>
                    <a:gd name="csY1" fmla="*/ 39052 h 39051"/>
                    <a:gd name="csX2" fmla="*/ 1273568 w 1273568"/>
                    <a:gd name="csY2" fmla="*/ 0 h 39051"/>
                    <a:gd name="csX3" fmla="*/ 39028 w 1273568"/>
                    <a:gd name="csY3" fmla="*/ 0 h 39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3568" h="39051">
                      <a:moveTo>
                        <a:pt x="0" y="39052"/>
                      </a:moveTo>
                      <a:lnTo>
                        <a:pt x="1234540" y="39052"/>
                      </a:lnTo>
                      <a:lnTo>
                        <a:pt x="1273568" y="0"/>
                      </a:lnTo>
                      <a:lnTo>
                        <a:pt x="39028" y="0"/>
                      </a:lnTo>
                      <a:close/>
                    </a:path>
                  </a:pathLst>
                </a:custGeom>
                <a:solidFill>
                  <a:srgbClr val="E9E9E9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" name="任意形状 78">
                  <a:extLst>
                    <a:ext uri="{FF2B5EF4-FFF2-40B4-BE49-F238E27FC236}">
                      <a16:creationId xmlns:a16="http://schemas.microsoft.com/office/drawing/2014/main" id="{D1A17202-E200-2025-3D23-3E74EF092D1E}"/>
                    </a:ext>
                  </a:extLst>
                </p:cNvPr>
                <p:cNvSpPr/>
                <p:nvPr/>
              </p:nvSpPr>
              <p:spPr>
                <a:xfrm>
                  <a:off x="7694796" y="5640900"/>
                  <a:ext cx="1273568" cy="39051"/>
                </a:xfrm>
                <a:custGeom>
                  <a:avLst/>
                  <a:gdLst>
                    <a:gd name="csX0" fmla="*/ 0 w 1273568"/>
                    <a:gd name="csY0" fmla="*/ 39052 h 39051"/>
                    <a:gd name="csX1" fmla="*/ 1234540 w 1273568"/>
                    <a:gd name="csY1" fmla="*/ 39052 h 39051"/>
                    <a:gd name="csX2" fmla="*/ 1273568 w 1273568"/>
                    <a:gd name="csY2" fmla="*/ 0 h 39051"/>
                    <a:gd name="csX3" fmla="*/ 39028 w 1273568"/>
                    <a:gd name="csY3" fmla="*/ 0 h 39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73568" h="39051">
                      <a:moveTo>
                        <a:pt x="0" y="39052"/>
                      </a:moveTo>
                      <a:lnTo>
                        <a:pt x="1234540" y="39052"/>
                      </a:lnTo>
                      <a:lnTo>
                        <a:pt x="1273568" y="0"/>
                      </a:lnTo>
                      <a:lnTo>
                        <a:pt x="39028" y="0"/>
                      </a:lnTo>
                      <a:close/>
                    </a:path>
                  </a:pathLst>
                </a:cu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图形 1">
                <a:extLst>
                  <a:ext uri="{FF2B5EF4-FFF2-40B4-BE49-F238E27FC236}">
                    <a16:creationId xmlns:a16="http://schemas.microsoft.com/office/drawing/2014/main" id="{9A87AA10-253A-6D8D-AEDC-071B68FD0ABB}"/>
                  </a:ext>
                </a:extLst>
              </p:cNvPr>
              <p:cNvGrpSpPr/>
              <p:nvPr/>
            </p:nvGrpSpPr>
            <p:grpSpPr>
              <a:xfrm>
                <a:off x="8929336" y="5640900"/>
                <a:ext cx="39028" cy="515522"/>
                <a:chOff x="8929336" y="5640900"/>
                <a:chExt cx="39028" cy="515522"/>
              </a:xfrm>
            </p:grpSpPr>
            <p:sp>
              <p:nvSpPr>
                <p:cNvPr id="81" name="任意形状 80">
                  <a:extLst>
                    <a:ext uri="{FF2B5EF4-FFF2-40B4-BE49-F238E27FC236}">
                      <a16:creationId xmlns:a16="http://schemas.microsoft.com/office/drawing/2014/main" id="{21D77CB6-AF44-86DF-31AE-CA69F6C465E6}"/>
                    </a:ext>
                  </a:extLst>
                </p:cNvPr>
                <p:cNvSpPr/>
                <p:nvPr/>
              </p:nvSpPr>
              <p:spPr>
                <a:xfrm>
                  <a:off x="8929336" y="5640900"/>
                  <a:ext cx="39028" cy="515522"/>
                </a:xfrm>
                <a:custGeom>
                  <a:avLst/>
                  <a:gdLst>
                    <a:gd name="csX0" fmla="*/ 0 w 39028"/>
                    <a:gd name="csY0" fmla="*/ 515523 h 515522"/>
                    <a:gd name="csX1" fmla="*/ 39028 w 39028"/>
                    <a:gd name="csY1" fmla="*/ 476471 h 515522"/>
                    <a:gd name="csX2" fmla="*/ 39028 w 39028"/>
                    <a:gd name="csY2" fmla="*/ 0 h 515522"/>
                    <a:gd name="csX3" fmla="*/ 0 w 39028"/>
                    <a:gd name="csY3" fmla="*/ 39052 h 5155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9028" h="515522">
                      <a:moveTo>
                        <a:pt x="0" y="515523"/>
                      </a:moveTo>
                      <a:lnTo>
                        <a:pt x="39028" y="476471"/>
                      </a:lnTo>
                      <a:lnTo>
                        <a:pt x="39028" y="0"/>
                      </a:lnTo>
                      <a:lnTo>
                        <a:pt x="0" y="39052"/>
                      </a:lnTo>
                      <a:close/>
                    </a:path>
                  </a:pathLst>
                </a:custGeom>
                <a:solidFill>
                  <a:srgbClr val="BDBDBD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" name="任意形状 81">
                  <a:extLst>
                    <a:ext uri="{FF2B5EF4-FFF2-40B4-BE49-F238E27FC236}">
                      <a16:creationId xmlns:a16="http://schemas.microsoft.com/office/drawing/2014/main" id="{E96130DA-68A4-A763-3AE1-E4551D9CF6DD}"/>
                    </a:ext>
                  </a:extLst>
                </p:cNvPr>
                <p:cNvSpPr/>
                <p:nvPr/>
              </p:nvSpPr>
              <p:spPr>
                <a:xfrm>
                  <a:off x="8929336" y="5640900"/>
                  <a:ext cx="39028" cy="515522"/>
                </a:xfrm>
                <a:custGeom>
                  <a:avLst/>
                  <a:gdLst>
                    <a:gd name="csX0" fmla="*/ 0 w 39028"/>
                    <a:gd name="csY0" fmla="*/ 515523 h 515522"/>
                    <a:gd name="csX1" fmla="*/ 39028 w 39028"/>
                    <a:gd name="csY1" fmla="*/ 476471 h 515522"/>
                    <a:gd name="csX2" fmla="*/ 39028 w 39028"/>
                    <a:gd name="csY2" fmla="*/ 0 h 515522"/>
                    <a:gd name="csX3" fmla="*/ 0 w 39028"/>
                    <a:gd name="csY3" fmla="*/ 39052 h 5155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9028" h="515522">
                      <a:moveTo>
                        <a:pt x="0" y="515523"/>
                      </a:moveTo>
                      <a:lnTo>
                        <a:pt x="39028" y="476471"/>
                      </a:lnTo>
                      <a:lnTo>
                        <a:pt x="39028" y="0"/>
                      </a:lnTo>
                      <a:lnTo>
                        <a:pt x="0" y="39052"/>
                      </a:lnTo>
                      <a:close/>
                    </a:path>
                  </a:pathLst>
                </a:cu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3" name="图形 1">
                <a:extLst>
                  <a:ext uri="{FF2B5EF4-FFF2-40B4-BE49-F238E27FC236}">
                    <a16:creationId xmlns:a16="http://schemas.microsoft.com/office/drawing/2014/main" id="{61EF882D-8A20-B60B-5A9D-A773BB8F47DA}"/>
                  </a:ext>
                </a:extLst>
              </p:cNvPr>
              <p:cNvGrpSpPr/>
              <p:nvPr/>
            </p:nvGrpSpPr>
            <p:grpSpPr>
              <a:xfrm>
                <a:off x="7694796" y="5679952"/>
                <a:ext cx="1234539" cy="476470"/>
                <a:chOff x="7694796" y="5679952"/>
                <a:chExt cx="1234539" cy="476470"/>
              </a:xfrm>
            </p:grpSpPr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07565DD8-3A91-4CB6-B862-911AD8262D37}"/>
                    </a:ext>
                  </a:extLst>
                </p:cNvPr>
                <p:cNvSpPr/>
                <p:nvPr/>
              </p:nvSpPr>
              <p:spPr>
                <a:xfrm>
                  <a:off x="7694796" y="5679952"/>
                  <a:ext cx="1234539" cy="476470"/>
                </a:xfrm>
                <a:prstGeom prst="rect">
                  <a:avLst/>
                </a:prstGeom>
                <a:solidFill>
                  <a:srgbClr val="D8D8D8"/>
                </a:solidFill>
                <a:ln w="111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3AA54361-F85E-250A-541E-7EBA28AD1F2B}"/>
                    </a:ext>
                  </a:extLst>
                </p:cNvPr>
                <p:cNvSpPr/>
                <p:nvPr/>
              </p:nvSpPr>
              <p:spPr>
                <a:xfrm>
                  <a:off x="7694796" y="5679952"/>
                  <a:ext cx="1234539" cy="476470"/>
                </a:xfrm>
                <a:prstGeom prst="rect">
                  <a:avLst/>
                </a:prstGeom>
                <a:noFill/>
                <a:ln w="2800" cap="rnd">
                  <a:solidFill>
                    <a:srgbClr val="93939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538F7A6D-4F3F-B2C8-0D69-E14F34244210}"/>
                </a:ext>
              </a:extLst>
            </p:cNvPr>
            <p:cNvSpPr txBox="1"/>
            <p:nvPr/>
          </p:nvSpPr>
          <p:spPr>
            <a:xfrm>
              <a:off x="7878896" y="5784741"/>
              <a:ext cx="58862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转移至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9917B36D-944A-C868-454A-9C48C8DEB575}"/>
                </a:ext>
              </a:extLst>
            </p:cNvPr>
            <p:cNvSpPr txBox="1"/>
            <p:nvPr/>
          </p:nvSpPr>
          <p:spPr>
            <a:xfrm>
              <a:off x="8349263" y="5779762"/>
              <a:ext cx="37863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M4</a:t>
              </a:r>
            </a:p>
          </p:txBody>
        </p:sp>
      </p:grpSp>
      <p:sp>
        <p:nvSpPr>
          <p:cNvPr id="88" name="任意形状 87">
            <a:extLst>
              <a:ext uri="{FF2B5EF4-FFF2-40B4-BE49-F238E27FC236}">
                <a16:creationId xmlns:a16="http://schemas.microsoft.com/office/drawing/2014/main" id="{AD14BF0C-3256-0F29-0767-7DEB1B917653}"/>
              </a:ext>
            </a:extLst>
          </p:cNvPr>
          <p:cNvSpPr/>
          <p:nvPr/>
        </p:nvSpPr>
        <p:spPr>
          <a:xfrm>
            <a:off x="3244647" y="4171995"/>
            <a:ext cx="4350475" cy="1746192"/>
          </a:xfrm>
          <a:custGeom>
            <a:avLst/>
            <a:gdLst>
              <a:gd name="csX0" fmla="*/ 0 w 4350475"/>
              <a:gd name="csY0" fmla="*/ 0 h 1746192"/>
              <a:gd name="csX1" fmla="*/ 190614 w 4350475"/>
              <a:gd name="csY1" fmla="*/ 0 h 1746192"/>
              <a:gd name="csX2" fmla="*/ 190614 w 4350475"/>
              <a:gd name="csY2" fmla="*/ 1746192 h 1746192"/>
              <a:gd name="csX3" fmla="*/ 4350476 w 4350475"/>
              <a:gd name="csY3" fmla="*/ 1746192 h 17461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50475" h="1746192">
                <a:moveTo>
                  <a:pt x="0" y="0"/>
                </a:moveTo>
                <a:lnTo>
                  <a:pt x="190614" y="0"/>
                </a:lnTo>
                <a:lnTo>
                  <a:pt x="190614" y="1746192"/>
                </a:lnTo>
                <a:lnTo>
                  <a:pt x="4350476" y="1746192"/>
                </a:lnTo>
              </a:path>
            </a:pathLst>
          </a:custGeom>
          <a:noFill/>
          <a:ln w="11199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3C9FB5FE-C123-9E23-3B45-0E681B957F96}"/>
              </a:ext>
            </a:extLst>
          </p:cNvPr>
          <p:cNvSpPr txBox="1"/>
          <p:nvPr/>
        </p:nvSpPr>
        <p:spPr>
          <a:xfrm>
            <a:off x="3887853" y="1994911"/>
            <a:ext cx="319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5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无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B1A20838-DDCE-6643-1B77-D3B978FDE6D0}"/>
              </a:ext>
            </a:extLst>
          </p:cNvPr>
          <p:cNvSpPr txBox="1"/>
          <p:nvPr/>
        </p:nvSpPr>
        <p:spPr>
          <a:xfrm>
            <a:off x="4022244" y="1990644"/>
            <a:ext cx="49885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MaaS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8EB1D65B-9953-36AE-13B8-3B2954DFA866}"/>
              </a:ext>
            </a:extLst>
          </p:cNvPr>
          <p:cNvSpPr txBox="1"/>
          <p:nvPr/>
        </p:nvSpPr>
        <p:spPr>
          <a:xfrm>
            <a:off x="4335822" y="1994911"/>
            <a:ext cx="11272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50" spc="0" baseline="0" dirty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情境的选择结果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FA0D74A-F260-4AC4-BD03-01AEC172E595}"/>
              </a:ext>
            </a:extLst>
          </p:cNvPr>
          <p:cNvSpPr txBox="1"/>
          <p:nvPr/>
        </p:nvSpPr>
        <p:spPr>
          <a:xfrm>
            <a:off x="3887853" y="2157507"/>
            <a:ext cx="319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5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含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577C259C-CF15-0E6E-7C8C-FAF50DD82C5A}"/>
              </a:ext>
            </a:extLst>
          </p:cNvPr>
          <p:cNvSpPr txBox="1"/>
          <p:nvPr/>
        </p:nvSpPr>
        <p:spPr>
          <a:xfrm>
            <a:off x="4022244" y="2153239"/>
            <a:ext cx="49885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MaaS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65977BD8-741B-B7F6-A1A7-B54DC3F5750A}"/>
              </a:ext>
            </a:extLst>
          </p:cNvPr>
          <p:cNvSpPr txBox="1"/>
          <p:nvPr/>
        </p:nvSpPr>
        <p:spPr>
          <a:xfrm>
            <a:off x="4335822" y="2157507"/>
            <a:ext cx="11272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5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情境的选择结果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84EE984D-910F-CC08-52BF-9E36D900836E}"/>
              </a:ext>
            </a:extLst>
          </p:cNvPr>
          <p:cNvSpPr txBox="1"/>
          <p:nvPr/>
        </p:nvSpPr>
        <p:spPr>
          <a:xfrm>
            <a:off x="5629274" y="2092741"/>
            <a:ext cx="7617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：私家车 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C6FBEFFE-C9BE-66FF-DA9D-CB346AB154FA}"/>
              </a:ext>
            </a:extLst>
          </p:cNvPr>
          <p:cNvSpPr txBox="1"/>
          <p:nvPr/>
        </p:nvSpPr>
        <p:spPr>
          <a:xfrm>
            <a:off x="6152838" y="2088815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/ 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915AB36-101F-4066-6188-0FD9AF5C4746}"/>
              </a:ext>
            </a:extLst>
          </p:cNvPr>
          <p:cNvSpPr txBox="1"/>
          <p:nvPr/>
        </p:nvSpPr>
        <p:spPr>
          <a:xfrm>
            <a:off x="6217233" y="209274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出租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1217490-0E68-9700-AB30-A6FC1DD355CB}"/>
              </a:ext>
            </a:extLst>
          </p:cNvPr>
          <p:cNvSpPr txBox="1"/>
          <p:nvPr/>
        </p:nvSpPr>
        <p:spPr>
          <a:xfrm>
            <a:off x="6463616" y="2088815"/>
            <a:ext cx="2199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/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4A5869B5-3B46-04E9-9011-733E09407E79}"/>
              </a:ext>
            </a:extLst>
          </p:cNvPr>
          <p:cNvSpPr txBox="1"/>
          <p:nvPr/>
        </p:nvSpPr>
        <p:spPr>
          <a:xfrm>
            <a:off x="6497214" y="2092741"/>
            <a:ext cx="6335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网约车 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AB193BF1-65FF-E115-F168-6DAF2A6ED3ED}"/>
              </a:ext>
            </a:extLst>
          </p:cNvPr>
          <p:cNvSpPr txBox="1"/>
          <p:nvPr/>
        </p:nvSpPr>
        <p:spPr>
          <a:xfrm>
            <a:off x="6897586" y="2088815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/ 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E83AF96-6F4B-CFE3-84C1-42B5943DD2EE}"/>
              </a:ext>
            </a:extLst>
          </p:cNvPr>
          <p:cNvSpPr txBox="1"/>
          <p:nvPr/>
        </p:nvSpPr>
        <p:spPr>
          <a:xfrm>
            <a:off x="6961982" y="2092741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公共交通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1B453A2-89E3-1254-9843-5CEF2626C5F1}"/>
              </a:ext>
            </a:extLst>
          </p:cNvPr>
          <p:cNvSpPr txBox="1"/>
          <p:nvPr/>
        </p:nvSpPr>
        <p:spPr>
          <a:xfrm>
            <a:off x="3748478" y="2869216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无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594AAD01-C45F-6D34-9AA5-D38D1A2FB231}"/>
              </a:ext>
            </a:extLst>
          </p:cNvPr>
          <p:cNvSpPr txBox="1"/>
          <p:nvPr/>
        </p:nvSpPr>
        <p:spPr>
          <a:xfrm>
            <a:off x="3868869" y="2865375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MaaS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9F1B045-EDBC-DA1C-9ECA-64891C64F1C5}"/>
              </a:ext>
            </a:extLst>
          </p:cNvPr>
          <p:cNvSpPr txBox="1"/>
          <p:nvPr/>
        </p:nvSpPr>
        <p:spPr>
          <a:xfrm>
            <a:off x="4172097" y="2869216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情境的选择结果：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F4ABAF0F-8F53-BCF1-5F85-625AF12C0F8D}"/>
              </a:ext>
            </a:extLst>
          </p:cNvPr>
          <p:cNvSpPr txBox="1"/>
          <p:nvPr/>
        </p:nvSpPr>
        <p:spPr>
          <a:xfrm>
            <a:off x="5135229" y="2869216"/>
            <a:ext cx="6335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私家车 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AC93E8EE-E6F5-124B-CFA3-BF5A483E3A8B}"/>
              </a:ext>
            </a:extLst>
          </p:cNvPr>
          <p:cNvSpPr txBox="1"/>
          <p:nvPr/>
        </p:nvSpPr>
        <p:spPr>
          <a:xfrm>
            <a:off x="5527202" y="2865375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/ </a:t>
            </a: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6748971-BC89-C860-E40C-595AFC4470E0}"/>
              </a:ext>
            </a:extLst>
          </p:cNvPr>
          <p:cNvSpPr txBox="1"/>
          <p:nvPr/>
        </p:nvSpPr>
        <p:spPr>
          <a:xfrm>
            <a:off x="5591598" y="2869216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出租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BDE3DEBF-D412-01E6-1D33-673E5E65D69F}"/>
              </a:ext>
            </a:extLst>
          </p:cNvPr>
          <p:cNvSpPr txBox="1"/>
          <p:nvPr/>
        </p:nvSpPr>
        <p:spPr>
          <a:xfrm>
            <a:off x="5832381" y="2865375"/>
            <a:ext cx="2199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/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6B2154D3-205E-F88A-FD49-DED1F1C034B3}"/>
              </a:ext>
            </a:extLst>
          </p:cNvPr>
          <p:cNvSpPr txBox="1"/>
          <p:nvPr/>
        </p:nvSpPr>
        <p:spPr>
          <a:xfrm>
            <a:off x="5865979" y="2869216"/>
            <a:ext cx="6335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网约车 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6D34FC4D-1112-ACA0-AB3C-0B0D84F5C8FA}"/>
              </a:ext>
            </a:extLst>
          </p:cNvPr>
          <p:cNvSpPr txBox="1"/>
          <p:nvPr/>
        </p:nvSpPr>
        <p:spPr>
          <a:xfrm>
            <a:off x="6257952" y="2865375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/ 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0287A505-2E1E-C4F8-DD01-D5BCF676637F}"/>
              </a:ext>
            </a:extLst>
          </p:cNvPr>
          <p:cNvSpPr txBox="1"/>
          <p:nvPr/>
        </p:nvSpPr>
        <p:spPr>
          <a:xfrm>
            <a:off x="6322348" y="2869216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公共交通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A797BBC-4E7C-E0F8-4BC9-16A23DA63FCE}"/>
              </a:ext>
            </a:extLst>
          </p:cNvPr>
          <p:cNvSpPr txBox="1"/>
          <p:nvPr/>
        </p:nvSpPr>
        <p:spPr>
          <a:xfrm>
            <a:off x="4494626" y="3031812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 dirty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含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5142EAF5-5AAD-96B2-EC20-0446B9975391}"/>
              </a:ext>
            </a:extLst>
          </p:cNvPr>
          <p:cNvSpPr txBox="1"/>
          <p:nvPr/>
        </p:nvSpPr>
        <p:spPr>
          <a:xfrm>
            <a:off x="4615017" y="3035720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MaaS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A25E77F-28E2-8F69-811A-77620D93CCFF}"/>
              </a:ext>
            </a:extLst>
          </p:cNvPr>
          <p:cNvSpPr txBox="1"/>
          <p:nvPr/>
        </p:nvSpPr>
        <p:spPr>
          <a:xfrm>
            <a:off x="4918244" y="3031812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情境的选择结果：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CA798A9F-9E8D-9D15-9D6F-C8D65D75C652}"/>
              </a:ext>
            </a:extLst>
          </p:cNvPr>
          <p:cNvSpPr txBox="1"/>
          <p:nvPr/>
        </p:nvSpPr>
        <p:spPr>
          <a:xfrm>
            <a:off x="5881378" y="3027971"/>
            <a:ext cx="3706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M1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6C870DB7-B608-3E49-0F91-983B8BFED9BA}"/>
              </a:ext>
            </a:extLst>
          </p:cNvPr>
          <p:cNvSpPr txBox="1"/>
          <p:nvPr/>
        </p:nvSpPr>
        <p:spPr>
          <a:xfrm>
            <a:off x="3763321" y="3745585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无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C189AFCB-7FD0-9DB5-C4DB-C29FB7FA68CB}"/>
              </a:ext>
            </a:extLst>
          </p:cNvPr>
          <p:cNvSpPr txBox="1"/>
          <p:nvPr/>
        </p:nvSpPr>
        <p:spPr>
          <a:xfrm>
            <a:off x="3883713" y="3741744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MaaS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8E44720A-8F73-B70F-F215-171B13A392FC}"/>
              </a:ext>
            </a:extLst>
          </p:cNvPr>
          <p:cNvSpPr txBox="1"/>
          <p:nvPr/>
        </p:nvSpPr>
        <p:spPr>
          <a:xfrm>
            <a:off x="4163694" y="3745585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情境的选择结果：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96703675-2C68-91E7-1053-2BC8F8C36993}"/>
              </a:ext>
            </a:extLst>
          </p:cNvPr>
          <p:cNvSpPr txBox="1"/>
          <p:nvPr/>
        </p:nvSpPr>
        <p:spPr>
          <a:xfrm>
            <a:off x="5126826" y="3745585"/>
            <a:ext cx="6335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私家车 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2DCF152E-95B9-7DFA-A53D-6B307B1CA447}"/>
              </a:ext>
            </a:extLst>
          </p:cNvPr>
          <p:cNvSpPr txBox="1"/>
          <p:nvPr/>
        </p:nvSpPr>
        <p:spPr>
          <a:xfrm>
            <a:off x="5518799" y="3741744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/ 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94204267-DFEF-0E6A-6142-C3295011ABE7}"/>
              </a:ext>
            </a:extLst>
          </p:cNvPr>
          <p:cNvSpPr txBox="1"/>
          <p:nvPr/>
        </p:nvSpPr>
        <p:spPr>
          <a:xfrm>
            <a:off x="5583195" y="3745585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出租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2D4512FC-2502-34A6-FD0A-8CB781BEEFDF}"/>
              </a:ext>
            </a:extLst>
          </p:cNvPr>
          <p:cNvSpPr txBox="1"/>
          <p:nvPr/>
        </p:nvSpPr>
        <p:spPr>
          <a:xfrm>
            <a:off x="5823978" y="3741744"/>
            <a:ext cx="2199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/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78BB509B-1929-11CD-095D-45F4AF59CBFC}"/>
              </a:ext>
            </a:extLst>
          </p:cNvPr>
          <p:cNvSpPr txBox="1"/>
          <p:nvPr/>
        </p:nvSpPr>
        <p:spPr>
          <a:xfrm>
            <a:off x="5857576" y="3745585"/>
            <a:ext cx="6335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网约车 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5F4902DF-B532-2F18-2055-274E50B6C2F5}"/>
              </a:ext>
            </a:extLst>
          </p:cNvPr>
          <p:cNvSpPr txBox="1"/>
          <p:nvPr/>
        </p:nvSpPr>
        <p:spPr>
          <a:xfrm>
            <a:off x="6249549" y="3741744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/ 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086359A5-C064-97A1-AA4B-B35E00E3307E}"/>
              </a:ext>
            </a:extLst>
          </p:cNvPr>
          <p:cNvSpPr txBox="1"/>
          <p:nvPr/>
        </p:nvSpPr>
        <p:spPr>
          <a:xfrm>
            <a:off x="6313944" y="3745585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公共交通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E0C0C1F1-4670-A00D-7D31-B2237ED456DE}"/>
              </a:ext>
            </a:extLst>
          </p:cNvPr>
          <p:cNvSpPr txBox="1"/>
          <p:nvPr/>
        </p:nvSpPr>
        <p:spPr>
          <a:xfrm>
            <a:off x="4509470" y="39081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含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D8CE1745-A507-97DD-E5E8-4C035FA11D36}"/>
              </a:ext>
            </a:extLst>
          </p:cNvPr>
          <p:cNvSpPr txBox="1"/>
          <p:nvPr/>
        </p:nvSpPr>
        <p:spPr>
          <a:xfrm>
            <a:off x="4629861" y="3904339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MaaS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B3E44FD2-90FE-1A80-DCF2-70965C58B9B7}"/>
              </a:ext>
            </a:extLst>
          </p:cNvPr>
          <p:cNvSpPr txBox="1"/>
          <p:nvPr/>
        </p:nvSpPr>
        <p:spPr>
          <a:xfrm>
            <a:off x="4909841" y="3908180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情境的选择结果：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AA24CDB3-246F-4875-39EF-6EB30EEF1BCE}"/>
              </a:ext>
            </a:extLst>
          </p:cNvPr>
          <p:cNvSpPr txBox="1"/>
          <p:nvPr/>
        </p:nvSpPr>
        <p:spPr>
          <a:xfrm>
            <a:off x="5872975" y="3904339"/>
            <a:ext cx="3706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M2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9DC802F0-5D28-0EF0-E284-F016BFD627F9}"/>
              </a:ext>
            </a:extLst>
          </p:cNvPr>
          <p:cNvSpPr txBox="1"/>
          <p:nvPr/>
        </p:nvSpPr>
        <p:spPr>
          <a:xfrm>
            <a:off x="3763321" y="4667416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无</a:t>
            </a: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4B31CF93-E504-6062-DCB7-9EDADA3FA109}"/>
              </a:ext>
            </a:extLst>
          </p:cNvPr>
          <p:cNvSpPr txBox="1"/>
          <p:nvPr/>
        </p:nvSpPr>
        <p:spPr>
          <a:xfrm>
            <a:off x="3883713" y="4663575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MaaS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2E459DB6-56F4-7FE0-C99A-E8B99937FE79}"/>
              </a:ext>
            </a:extLst>
          </p:cNvPr>
          <p:cNvSpPr txBox="1"/>
          <p:nvPr/>
        </p:nvSpPr>
        <p:spPr>
          <a:xfrm>
            <a:off x="4163694" y="4667416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情境的选择结果：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59C40B3A-1D4F-1203-D701-0FAEBCE1F69D}"/>
              </a:ext>
            </a:extLst>
          </p:cNvPr>
          <p:cNvSpPr txBox="1"/>
          <p:nvPr/>
        </p:nvSpPr>
        <p:spPr>
          <a:xfrm>
            <a:off x="5126826" y="4667416"/>
            <a:ext cx="6335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私家车 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1385C10A-EEFB-6A1A-3A7A-727818C69AA4}"/>
              </a:ext>
            </a:extLst>
          </p:cNvPr>
          <p:cNvSpPr txBox="1"/>
          <p:nvPr/>
        </p:nvSpPr>
        <p:spPr>
          <a:xfrm>
            <a:off x="5518799" y="4663575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/ 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40CBB0DA-E86F-2204-A016-6173A631C815}"/>
              </a:ext>
            </a:extLst>
          </p:cNvPr>
          <p:cNvSpPr txBox="1"/>
          <p:nvPr/>
        </p:nvSpPr>
        <p:spPr>
          <a:xfrm>
            <a:off x="5583195" y="4667416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出租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D0B938BA-645E-2EAC-E84B-34FC98D4D8C5}"/>
              </a:ext>
            </a:extLst>
          </p:cNvPr>
          <p:cNvSpPr txBox="1"/>
          <p:nvPr/>
        </p:nvSpPr>
        <p:spPr>
          <a:xfrm>
            <a:off x="5823978" y="4663575"/>
            <a:ext cx="2199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/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7DB4783C-BC62-6D43-AFA8-96E8F010583D}"/>
              </a:ext>
            </a:extLst>
          </p:cNvPr>
          <p:cNvSpPr txBox="1"/>
          <p:nvPr/>
        </p:nvSpPr>
        <p:spPr>
          <a:xfrm>
            <a:off x="5857576" y="4667416"/>
            <a:ext cx="6335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网约车 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2DED11B9-3145-6CC9-9BFD-1CB7A35BDC32}"/>
              </a:ext>
            </a:extLst>
          </p:cNvPr>
          <p:cNvSpPr txBox="1"/>
          <p:nvPr/>
        </p:nvSpPr>
        <p:spPr>
          <a:xfrm>
            <a:off x="6249549" y="4663575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/ 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56021027-711D-228D-50ED-EB5B4C9FF1F2}"/>
              </a:ext>
            </a:extLst>
          </p:cNvPr>
          <p:cNvSpPr txBox="1"/>
          <p:nvPr/>
        </p:nvSpPr>
        <p:spPr>
          <a:xfrm>
            <a:off x="6313944" y="4667416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公共交通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15701BBF-94A5-9803-F5FB-965972FA3049}"/>
              </a:ext>
            </a:extLst>
          </p:cNvPr>
          <p:cNvSpPr txBox="1"/>
          <p:nvPr/>
        </p:nvSpPr>
        <p:spPr>
          <a:xfrm>
            <a:off x="4509470" y="483001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含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F6649C3F-60D8-4E06-A847-CF71421F10E3}"/>
              </a:ext>
            </a:extLst>
          </p:cNvPr>
          <p:cNvSpPr txBox="1"/>
          <p:nvPr/>
        </p:nvSpPr>
        <p:spPr>
          <a:xfrm>
            <a:off x="4629861" y="4826170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MaaS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B7431E9C-B3D4-3A1B-4F0E-7B8A8FA4D582}"/>
              </a:ext>
            </a:extLst>
          </p:cNvPr>
          <p:cNvSpPr txBox="1"/>
          <p:nvPr/>
        </p:nvSpPr>
        <p:spPr>
          <a:xfrm>
            <a:off x="4909841" y="4830011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情境的选择结果：</a:t>
            </a: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1F7FC42D-A3A6-CBFD-F913-DC2F60CA833D}"/>
              </a:ext>
            </a:extLst>
          </p:cNvPr>
          <p:cNvSpPr txBox="1"/>
          <p:nvPr/>
        </p:nvSpPr>
        <p:spPr>
          <a:xfrm>
            <a:off x="5872975" y="4826170"/>
            <a:ext cx="3706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M3</a:t>
            </a: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BB318BF0-7BF0-81F9-6FA6-1E9472D898AF}"/>
              </a:ext>
            </a:extLst>
          </p:cNvPr>
          <p:cNvSpPr txBox="1"/>
          <p:nvPr/>
        </p:nvSpPr>
        <p:spPr>
          <a:xfrm>
            <a:off x="3771725" y="5519019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无</a:t>
            </a: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CE242491-C4D1-DB88-29D9-F05D1EE4B91B}"/>
              </a:ext>
            </a:extLst>
          </p:cNvPr>
          <p:cNvSpPr txBox="1"/>
          <p:nvPr/>
        </p:nvSpPr>
        <p:spPr>
          <a:xfrm>
            <a:off x="3892116" y="5515178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MaaS</a:t>
            </a: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AAE71D1D-C87C-1556-5158-9B87381FB625}"/>
              </a:ext>
            </a:extLst>
          </p:cNvPr>
          <p:cNvSpPr txBox="1"/>
          <p:nvPr/>
        </p:nvSpPr>
        <p:spPr>
          <a:xfrm>
            <a:off x="4172097" y="5519019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情境的选择结果：</a:t>
            </a: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273D2256-573D-42EC-CC1C-44AE28BC9D57}"/>
              </a:ext>
            </a:extLst>
          </p:cNvPr>
          <p:cNvSpPr txBox="1"/>
          <p:nvPr/>
        </p:nvSpPr>
        <p:spPr>
          <a:xfrm>
            <a:off x="5135229" y="5519019"/>
            <a:ext cx="6335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私家车 </a:t>
            </a: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851C47F5-4FAC-7918-DDFC-29B78838E609}"/>
              </a:ext>
            </a:extLst>
          </p:cNvPr>
          <p:cNvSpPr txBox="1"/>
          <p:nvPr/>
        </p:nvSpPr>
        <p:spPr>
          <a:xfrm>
            <a:off x="5527202" y="5515178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/ </a:t>
            </a: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E9F75735-A2E5-2424-DEC0-16FE37F24486}"/>
              </a:ext>
            </a:extLst>
          </p:cNvPr>
          <p:cNvSpPr txBox="1"/>
          <p:nvPr/>
        </p:nvSpPr>
        <p:spPr>
          <a:xfrm>
            <a:off x="5591598" y="551901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出租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B7AFBF07-2DCB-860B-BC56-5B29241F55B2}"/>
              </a:ext>
            </a:extLst>
          </p:cNvPr>
          <p:cNvSpPr txBox="1"/>
          <p:nvPr/>
        </p:nvSpPr>
        <p:spPr>
          <a:xfrm>
            <a:off x="5832381" y="5515178"/>
            <a:ext cx="2199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/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C84B6E16-4C17-65E0-634F-F84D93AC2A4D}"/>
              </a:ext>
            </a:extLst>
          </p:cNvPr>
          <p:cNvSpPr txBox="1"/>
          <p:nvPr/>
        </p:nvSpPr>
        <p:spPr>
          <a:xfrm>
            <a:off x="5865979" y="5519019"/>
            <a:ext cx="6335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网约车 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AEB535C7-6EA8-F3C0-2E81-8C31E229B417}"/>
              </a:ext>
            </a:extLst>
          </p:cNvPr>
          <p:cNvSpPr txBox="1"/>
          <p:nvPr/>
        </p:nvSpPr>
        <p:spPr>
          <a:xfrm>
            <a:off x="6257952" y="5515178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/ </a:t>
            </a: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EE7C176C-A06D-CCF2-6FBB-F4B023C9D5D5}"/>
              </a:ext>
            </a:extLst>
          </p:cNvPr>
          <p:cNvSpPr txBox="1"/>
          <p:nvPr/>
        </p:nvSpPr>
        <p:spPr>
          <a:xfrm>
            <a:off x="6322348" y="551901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公共交通</a:t>
            </a: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533BDD93-52F4-845C-0684-E63D7C2BB984}"/>
              </a:ext>
            </a:extLst>
          </p:cNvPr>
          <p:cNvSpPr txBox="1"/>
          <p:nvPr/>
        </p:nvSpPr>
        <p:spPr>
          <a:xfrm>
            <a:off x="4517873" y="5681614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含</a:t>
            </a: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74F1262E-E62A-107F-8647-D997DDF2AF0C}"/>
              </a:ext>
            </a:extLst>
          </p:cNvPr>
          <p:cNvSpPr txBox="1"/>
          <p:nvPr/>
        </p:nvSpPr>
        <p:spPr>
          <a:xfrm>
            <a:off x="4638264" y="5677773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MaaS</a:t>
            </a: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761A2264-E079-305A-8DA3-786754CF6F97}"/>
              </a:ext>
            </a:extLst>
          </p:cNvPr>
          <p:cNvSpPr txBox="1"/>
          <p:nvPr/>
        </p:nvSpPr>
        <p:spPr>
          <a:xfrm>
            <a:off x="4918244" y="5681614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情境的选择结果：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14FAF6BB-885D-F5C9-501B-B53104793C87}"/>
              </a:ext>
            </a:extLst>
          </p:cNvPr>
          <p:cNvSpPr txBox="1"/>
          <p:nvPr/>
        </p:nvSpPr>
        <p:spPr>
          <a:xfrm>
            <a:off x="5881378" y="5677773"/>
            <a:ext cx="3706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M4</a:t>
            </a:r>
          </a:p>
        </p:txBody>
      </p:sp>
    </p:spTree>
    <p:extLst>
      <p:ext uri="{BB962C8B-B14F-4D97-AF65-F5344CB8AC3E}">
        <p14:creationId xmlns:p14="http://schemas.microsoft.com/office/powerpoint/2010/main" val="102074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图形 1">
            <a:extLst>
              <a:ext uri="{FF2B5EF4-FFF2-40B4-BE49-F238E27FC236}">
                <a16:creationId xmlns:a16="http://schemas.microsoft.com/office/drawing/2014/main" id="{CBC631A4-31CD-95C8-0053-EB91391D1C3A}"/>
              </a:ext>
            </a:extLst>
          </p:cNvPr>
          <p:cNvGrpSpPr/>
          <p:nvPr/>
        </p:nvGrpSpPr>
        <p:grpSpPr>
          <a:xfrm>
            <a:off x="2474752" y="3033689"/>
            <a:ext cx="7365766" cy="2947273"/>
            <a:chOff x="4695358" y="3964418"/>
            <a:chExt cx="7365766" cy="294727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3B33BB7-C295-44EE-8360-7FA01D23088D}"/>
                </a:ext>
              </a:extLst>
            </p:cNvPr>
            <p:cNvSpPr/>
            <p:nvPr/>
          </p:nvSpPr>
          <p:spPr>
            <a:xfrm>
              <a:off x="4695358" y="3964418"/>
              <a:ext cx="7365766" cy="2947273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任意形状 7">
              <a:extLst>
                <a:ext uri="{FF2B5EF4-FFF2-40B4-BE49-F238E27FC236}">
                  <a16:creationId xmlns:a16="http://schemas.microsoft.com/office/drawing/2014/main" id="{6D5DAF58-B394-C845-8A35-9D3C16062701}"/>
                </a:ext>
              </a:extLst>
            </p:cNvPr>
            <p:cNvSpPr/>
            <p:nvPr/>
          </p:nvSpPr>
          <p:spPr>
            <a:xfrm>
              <a:off x="4695358" y="3964418"/>
              <a:ext cx="7365766" cy="2947273"/>
            </a:xfrm>
            <a:custGeom>
              <a:avLst/>
              <a:gdLst>
                <a:gd name="csX0" fmla="*/ 0 w 7365766"/>
                <a:gd name="csY0" fmla="*/ 0 h 2947273"/>
                <a:gd name="csX1" fmla="*/ 7365767 w 7365766"/>
                <a:gd name="csY1" fmla="*/ 0 h 2947273"/>
                <a:gd name="csX2" fmla="*/ 7365767 w 7365766"/>
                <a:gd name="csY2" fmla="*/ 2947273 h 2947273"/>
                <a:gd name="csX3" fmla="*/ 0 w 7365766"/>
                <a:gd name="csY3" fmla="*/ 2947273 h 29472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365766" h="2947273">
                  <a:moveTo>
                    <a:pt x="0" y="0"/>
                  </a:moveTo>
                  <a:lnTo>
                    <a:pt x="7365767" y="0"/>
                  </a:lnTo>
                  <a:lnTo>
                    <a:pt x="7365767" y="2947273"/>
                  </a:lnTo>
                  <a:lnTo>
                    <a:pt x="0" y="2947273"/>
                  </a:lnTo>
                  <a:close/>
                </a:path>
              </a:pathLst>
            </a:custGeom>
            <a:noFill/>
            <a:ln w="18704" cap="rnd">
              <a:solidFill>
                <a:srgbClr val="808080"/>
              </a:solidFill>
              <a:custDash>
                <a:ds d="1200000" sp="750000"/>
              </a:custDash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图形 1">
            <a:extLst>
              <a:ext uri="{FF2B5EF4-FFF2-40B4-BE49-F238E27FC236}">
                <a16:creationId xmlns:a16="http://schemas.microsoft.com/office/drawing/2014/main" id="{E655D73E-9C5D-5B73-DF1C-8F5BBEE232AE}"/>
              </a:ext>
            </a:extLst>
          </p:cNvPr>
          <p:cNvGrpSpPr/>
          <p:nvPr/>
        </p:nvGrpSpPr>
        <p:grpSpPr>
          <a:xfrm>
            <a:off x="2563560" y="3104641"/>
            <a:ext cx="3539067" cy="2810046"/>
            <a:chOff x="4784166" y="4035370"/>
            <a:chExt cx="3539067" cy="281004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14BB5CF-82F0-7833-B280-8CD214D3E9D7}"/>
                </a:ext>
              </a:extLst>
            </p:cNvPr>
            <p:cNvSpPr/>
            <p:nvPr/>
          </p:nvSpPr>
          <p:spPr>
            <a:xfrm>
              <a:off x="4784166" y="4035370"/>
              <a:ext cx="3539067" cy="2810045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58113FA0-4B58-3DB8-19DA-6E66392B3AE8}"/>
                </a:ext>
              </a:extLst>
            </p:cNvPr>
            <p:cNvSpPr/>
            <p:nvPr/>
          </p:nvSpPr>
          <p:spPr>
            <a:xfrm>
              <a:off x="4784166" y="4035370"/>
              <a:ext cx="3539067" cy="2810046"/>
            </a:xfrm>
            <a:custGeom>
              <a:avLst/>
              <a:gdLst>
                <a:gd name="csX0" fmla="*/ 0 w 3539067"/>
                <a:gd name="csY0" fmla="*/ 0 h 2810046"/>
                <a:gd name="csX1" fmla="*/ 3539068 w 3539067"/>
                <a:gd name="csY1" fmla="*/ 0 h 2810046"/>
                <a:gd name="csX2" fmla="*/ 3539068 w 3539067"/>
                <a:gd name="csY2" fmla="*/ 2810046 h 2810046"/>
                <a:gd name="csX3" fmla="*/ 0 w 3539067"/>
                <a:gd name="csY3" fmla="*/ 2810046 h 2810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539067" h="2810046">
                  <a:moveTo>
                    <a:pt x="0" y="0"/>
                  </a:moveTo>
                  <a:lnTo>
                    <a:pt x="3539068" y="0"/>
                  </a:lnTo>
                  <a:lnTo>
                    <a:pt x="3539068" y="2810046"/>
                  </a:lnTo>
                  <a:lnTo>
                    <a:pt x="0" y="2810046"/>
                  </a:lnTo>
                  <a:close/>
                </a:path>
              </a:pathLst>
            </a:custGeom>
            <a:noFill/>
            <a:ln w="9352" cap="rnd">
              <a:solidFill>
                <a:srgbClr val="808080"/>
              </a:solidFill>
              <a:custDash>
                <a:ds d="600000" sp="375000"/>
              </a:custDash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图形 1">
            <a:extLst>
              <a:ext uri="{FF2B5EF4-FFF2-40B4-BE49-F238E27FC236}">
                <a16:creationId xmlns:a16="http://schemas.microsoft.com/office/drawing/2014/main" id="{907CABB0-9A8D-4940-76D7-85446604AA7A}"/>
              </a:ext>
            </a:extLst>
          </p:cNvPr>
          <p:cNvGrpSpPr/>
          <p:nvPr/>
        </p:nvGrpSpPr>
        <p:grpSpPr>
          <a:xfrm>
            <a:off x="2590070" y="4310840"/>
            <a:ext cx="1076612" cy="397647"/>
            <a:chOff x="4810676" y="5241569"/>
            <a:chExt cx="1076612" cy="397647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D20CCB8-7F73-CA1B-93C7-28EB81AF2CDE}"/>
                </a:ext>
              </a:extLst>
            </p:cNvPr>
            <p:cNvSpPr/>
            <p:nvPr/>
          </p:nvSpPr>
          <p:spPr>
            <a:xfrm>
              <a:off x="4810676" y="5241569"/>
              <a:ext cx="1076612" cy="397647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944A2A8-4BB7-EF2B-4B23-C783A0E40D50}"/>
                </a:ext>
              </a:extLst>
            </p:cNvPr>
            <p:cNvSpPr txBox="1"/>
            <p:nvPr/>
          </p:nvSpPr>
          <p:spPr>
            <a:xfrm>
              <a:off x="4934420" y="5226920"/>
              <a:ext cx="556963" cy="257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MaaS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FC4A1A5-E163-62DC-7EC3-CD1961488B15}"/>
                </a:ext>
              </a:extLst>
            </p:cNvPr>
            <p:cNvSpPr txBox="1"/>
            <p:nvPr/>
          </p:nvSpPr>
          <p:spPr>
            <a:xfrm>
              <a:off x="5308504" y="5231669"/>
              <a:ext cx="494421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套餐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9ED209C-DFEA-8CA7-CA67-C47F10981F6C}"/>
                </a:ext>
              </a:extLst>
            </p:cNvPr>
            <p:cNvSpPr txBox="1"/>
            <p:nvPr/>
          </p:nvSpPr>
          <p:spPr>
            <a:xfrm>
              <a:off x="4971829" y="5397011"/>
              <a:ext cx="812392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订阅行为</a:t>
              </a:r>
            </a:p>
          </p:txBody>
        </p:sp>
      </p:grpSp>
      <p:grpSp>
        <p:nvGrpSpPr>
          <p:cNvPr id="17" name="图形 1">
            <a:extLst>
              <a:ext uri="{FF2B5EF4-FFF2-40B4-BE49-F238E27FC236}">
                <a16:creationId xmlns:a16="http://schemas.microsoft.com/office/drawing/2014/main" id="{6B82E077-93A5-EA4D-6497-AB0F3B76D09E}"/>
              </a:ext>
            </a:extLst>
          </p:cNvPr>
          <p:cNvGrpSpPr/>
          <p:nvPr/>
        </p:nvGrpSpPr>
        <p:grpSpPr>
          <a:xfrm>
            <a:off x="2474752" y="736028"/>
            <a:ext cx="7365766" cy="2041259"/>
            <a:chOff x="4695358" y="1666757"/>
            <a:chExt cx="7365766" cy="204125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E69C9A8-A281-05B6-9BDF-0BA5BE23E87C}"/>
                </a:ext>
              </a:extLst>
            </p:cNvPr>
            <p:cNvSpPr/>
            <p:nvPr/>
          </p:nvSpPr>
          <p:spPr>
            <a:xfrm>
              <a:off x="4695358" y="1666757"/>
              <a:ext cx="7365766" cy="2041259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任意形状 18">
              <a:extLst>
                <a:ext uri="{FF2B5EF4-FFF2-40B4-BE49-F238E27FC236}">
                  <a16:creationId xmlns:a16="http://schemas.microsoft.com/office/drawing/2014/main" id="{8737F4D1-3BE7-5CBF-54C4-F2B57E822075}"/>
                </a:ext>
              </a:extLst>
            </p:cNvPr>
            <p:cNvSpPr/>
            <p:nvPr/>
          </p:nvSpPr>
          <p:spPr>
            <a:xfrm>
              <a:off x="4695358" y="1666757"/>
              <a:ext cx="7365766" cy="2041259"/>
            </a:xfrm>
            <a:custGeom>
              <a:avLst/>
              <a:gdLst>
                <a:gd name="csX0" fmla="*/ 0 w 7365766"/>
                <a:gd name="csY0" fmla="*/ 0 h 2041259"/>
                <a:gd name="csX1" fmla="*/ 7365767 w 7365766"/>
                <a:gd name="csY1" fmla="*/ 0 h 2041259"/>
                <a:gd name="csX2" fmla="*/ 7365767 w 7365766"/>
                <a:gd name="csY2" fmla="*/ 2041260 h 2041259"/>
                <a:gd name="csX3" fmla="*/ 0 w 7365766"/>
                <a:gd name="csY3" fmla="*/ 2041260 h 20412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365766" h="2041259">
                  <a:moveTo>
                    <a:pt x="0" y="0"/>
                  </a:moveTo>
                  <a:lnTo>
                    <a:pt x="7365767" y="0"/>
                  </a:lnTo>
                  <a:lnTo>
                    <a:pt x="7365767" y="2041260"/>
                  </a:lnTo>
                  <a:lnTo>
                    <a:pt x="0" y="2041260"/>
                  </a:lnTo>
                  <a:close/>
                </a:path>
              </a:pathLst>
            </a:custGeom>
            <a:noFill/>
            <a:ln w="9352" cap="rnd">
              <a:solidFill>
                <a:srgbClr val="808080"/>
              </a:solidFill>
              <a:custDash>
                <a:ds d="600000" sp="375000"/>
              </a:custDash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图形 1">
            <a:extLst>
              <a:ext uri="{FF2B5EF4-FFF2-40B4-BE49-F238E27FC236}">
                <a16:creationId xmlns:a16="http://schemas.microsoft.com/office/drawing/2014/main" id="{09E2721A-4B50-4EF4-34F1-37F4B3E0C175}"/>
              </a:ext>
            </a:extLst>
          </p:cNvPr>
          <p:cNvGrpSpPr/>
          <p:nvPr/>
        </p:nvGrpSpPr>
        <p:grpSpPr>
          <a:xfrm>
            <a:off x="5008784" y="800691"/>
            <a:ext cx="2160554" cy="397647"/>
            <a:chOff x="7229390" y="1731420"/>
            <a:chExt cx="2160554" cy="397647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CF7A27B-4436-C489-516A-A10E639DB7EB}"/>
                </a:ext>
              </a:extLst>
            </p:cNvPr>
            <p:cNvSpPr/>
            <p:nvPr/>
          </p:nvSpPr>
          <p:spPr>
            <a:xfrm>
              <a:off x="7229390" y="1731420"/>
              <a:ext cx="2160554" cy="397647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0F086397-B122-D8C1-3EDF-63766FAA4BB1}"/>
                </a:ext>
              </a:extLst>
            </p:cNvPr>
            <p:cNvSpPr txBox="1"/>
            <p:nvPr/>
          </p:nvSpPr>
          <p:spPr>
            <a:xfrm>
              <a:off x="7733014" y="1799442"/>
              <a:ext cx="556963" cy="257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MaaS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3AE67B2-8784-0F9D-C42F-4E29F3B2CCC9}"/>
                </a:ext>
              </a:extLst>
            </p:cNvPr>
            <p:cNvSpPr txBox="1"/>
            <p:nvPr/>
          </p:nvSpPr>
          <p:spPr>
            <a:xfrm>
              <a:off x="8107098" y="1804191"/>
              <a:ext cx="812392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转移行为</a:t>
              </a:r>
            </a:p>
          </p:txBody>
        </p:sp>
      </p:grpSp>
      <p:grpSp>
        <p:nvGrpSpPr>
          <p:cNvPr id="24" name="图形 1">
            <a:extLst>
              <a:ext uri="{FF2B5EF4-FFF2-40B4-BE49-F238E27FC236}">
                <a16:creationId xmlns:a16="http://schemas.microsoft.com/office/drawing/2014/main" id="{939DD6F6-92F5-C591-DC87-03211BCAA466}"/>
              </a:ext>
            </a:extLst>
          </p:cNvPr>
          <p:cNvGrpSpPr/>
          <p:nvPr/>
        </p:nvGrpSpPr>
        <p:grpSpPr>
          <a:xfrm>
            <a:off x="762294" y="4947077"/>
            <a:ext cx="1337343" cy="1405022"/>
            <a:chOff x="2982900" y="5877806"/>
            <a:chExt cx="1337343" cy="1405022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AD25488-7FE9-33E5-E6AC-970A358A7F68}"/>
                </a:ext>
              </a:extLst>
            </p:cNvPr>
            <p:cNvSpPr/>
            <p:nvPr/>
          </p:nvSpPr>
          <p:spPr>
            <a:xfrm>
              <a:off x="2982900" y="5877806"/>
              <a:ext cx="1337343" cy="1405022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任意形状 25">
              <a:extLst>
                <a:ext uri="{FF2B5EF4-FFF2-40B4-BE49-F238E27FC236}">
                  <a16:creationId xmlns:a16="http://schemas.microsoft.com/office/drawing/2014/main" id="{5798629F-8865-C784-9164-8C7EC1E45421}"/>
                </a:ext>
              </a:extLst>
            </p:cNvPr>
            <p:cNvSpPr/>
            <p:nvPr/>
          </p:nvSpPr>
          <p:spPr>
            <a:xfrm>
              <a:off x="2982900" y="5877806"/>
              <a:ext cx="1337343" cy="1405022"/>
            </a:xfrm>
            <a:custGeom>
              <a:avLst/>
              <a:gdLst>
                <a:gd name="csX0" fmla="*/ 0 w 1337343"/>
                <a:gd name="csY0" fmla="*/ 0 h 1405022"/>
                <a:gd name="csX1" fmla="*/ 1337344 w 1337343"/>
                <a:gd name="csY1" fmla="*/ 0 h 1405022"/>
                <a:gd name="csX2" fmla="*/ 1337344 w 1337343"/>
                <a:gd name="csY2" fmla="*/ 1405022 h 1405022"/>
                <a:gd name="csX3" fmla="*/ 0 w 1337343"/>
                <a:gd name="csY3" fmla="*/ 1405022 h 1405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37343" h="1405022">
                  <a:moveTo>
                    <a:pt x="0" y="0"/>
                  </a:moveTo>
                  <a:lnTo>
                    <a:pt x="1337344" y="0"/>
                  </a:lnTo>
                  <a:lnTo>
                    <a:pt x="1337344" y="1405022"/>
                  </a:lnTo>
                  <a:lnTo>
                    <a:pt x="0" y="1405022"/>
                  </a:lnTo>
                  <a:close/>
                </a:path>
              </a:pathLst>
            </a:custGeom>
            <a:noFill/>
            <a:ln w="9352" cap="rnd">
              <a:solidFill>
                <a:srgbClr val="808080"/>
              </a:solidFill>
              <a:custDash>
                <a:ds d="600000" sp="375000"/>
              </a:custDash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" name="图形 1">
            <a:extLst>
              <a:ext uri="{FF2B5EF4-FFF2-40B4-BE49-F238E27FC236}">
                <a16:creationId xmlns:a16="http://schemas.microsoft.com/office/drawing/2014/main" id="{FB010066-49C3-8816-E7E2-8B067E16EBC6}"/>
              </a:ext>
            </a:extLst>
          </p:cNvPr>
          <p:cNvGrpSpPr/>
          <p:nvPr/>
        </p:nvGrpSpPr>
        <p:grpSpPr>
          <a:xfrm>
            <a:off x="768219" y="1620089"/>
            <a:ext cx="1337343" cy="3008869"/>
            <a:chOff x="2988825" y="2550818"/>
            <a:chExt cx="1337343" cy="3008869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9CCB2068-FB5C-57F4-94CE-EF91F063AC49}"/>
                </a:ext>
              </a:extLst>
            </p:cNvPr>
            <p:cNvSpPr/>
            <p:nvPr/>
          </p:nvSpPr>
          <p:spPr>
            <a:xfrm>
              <a:off x="2988825" y="2550818"/>
              <a:ext cx="1337343" cy="3008869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任意形状 28">
              <a:extLst>
                <a:ext uri="{FF2B5EF4-FFF2-40B4-BE49-F238E27FC236}">
                  <a16:creationId xmlns:a16="http://schemas.microsoft.com/office/drawing/2014/main" id="{48F88DAB-38FF-353F-8330-6DC2AC69B0F2}"/>
                </a:ext>
              </a:extLst>
            </p:cNvPr>
            <p:cNvSpPr/>
            <p:nvPr/>
          </p:nvSpPr>
          <p:spPr>
            <a:xfrm>
              <a:off x="2988825" y="2550818"/>
              <a:ext cx="1337343" cy="3008869"/>
            </a:xfrm>
            <a:custGeom>
              <a:avLst/>
              <a:gdLst>
                <a:gd name="csX0" fmla="*/ 0 w 1337343"/>
                <a:gd name="csY0" fmla="*/ 0 h 3008869"/>
                <a:gd name="csX1" fmla="*/ 1337344 w 1337343"/>
                <a:gd name="csY1" fmla="*/ 0 h 3008869"/>
                <a:gd name="csX2" fmla="*/ 1337344 w 1337343"/>
                <a:gd name="csY2" fmla="*/ 3008870 h 3008869"/>
                <a:gd name="csX3" fmla="*/ 0 w 1337343"/>
                <a:gd name="csY3" fmla="*/ 3008870 h 3008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37343" h="3008869">
                  <a:moveTo>
                    <a:pt x="0" y="0"/>
                  </a:moveTo>
                  <a:lnTo>
                    <a:pt x="1337344" y="0"/>
                  </a:lnTo>
                  <a:lnTo>
                    <a:pt x="1337344" y="3008870"/>
                  </a:lnTo>
                  <a:lnTo>
                    <a:pt x="0" y="3008870"/>
                  </a:lnTo>
                  <a:close/>
                </a:path>
              </a:pathLst>
            </a:custGeom>
            <a:noFill/>
            <a:ln w="9352" cap="rnd">
              <a:solidFill>
                <a:srgbClr val="808080"/>
              </a:solidFill>
              <a:custDash>
                <a:ds d="600000" sp="375000"/>
              </a:custDash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" name="任意形状 29">
            <a:extLst>
              <a:ext uri="{FF2B5EF4-FFF2-40B4-BE49-F238E27FC236}">
                <a16:creationId xmlns:a16="http://schemas.microsoft.com/office/drawing/2014/main" id="{3C30743E-3351-C867-6823-94F3B01C1136}"/>
              </a:ext>
            </a:extLst>
          </p:cNvPr>
          <p:cNvSpPr/>
          <p:nvPr/>
        </p:nvSpPr>
        <p:spPr>
          <a:xfrm>
            <a:off x="270457" y="280229"/>
            <a:ext cx="521674" cy="9352"/>
          </a:xfrm>
          <a:custGeom>
            <a:avLst/>
            <a:gdLst>
              <a:gd name="csX0" fmla="*/ 0 w 521674"/>
              <a:gd name="csY0" fmla="*/ 0 h 9352"/>
              <a:gd name="csX1" fmla="*/ 521675 w 521674"/>
              <a:gd name="csY1" fmla="*/ 0 h 93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21674" h="9352">
                <a:moveTo>
                  <a:pt x="0" y="0"/>
                </a:moveTo>
                <a:lnTo>
                  <a:pt x="521675" y="0"/>
                </a:lnTo>
              </a:path>
            </a:pathLst>
          </a:custGeom>
          <a:ln w="4676" cap="rnd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0590C2B-27BD-417D-3C54-320F23627B2E}"/>
              </a:ext>
            </a:extLst>
          </p:cNvPr>
          <p:cNvSpPr txBox="1"/>
          <p:nvPr/>
        </p:nvSpPr>
        <p:spPr>
          <a:xfrm>
            <a:off x="1390796" y="137697"/>
            <a:ext cx="877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结构关系</a:t>
            </a:r>
          </a:p>
        </p:txBody>
      </p:sp>
      <p:grpSp>
        <p:nvGrpSpPr>
          <p:cNvPr id="32" name="图形 1">
            <a:extLst>
              <a:ext uri="{FF2B5EF4-FFF2-40B4-BE49-F238E27FC236}">
                <a16:creationId xmlns:a16="http://schemas.microsoft.com/office/drawing/2014/main" id="{B80ECD4D-490F-C64D-E0B6-D4EEE8322966}"/>
              </a:ext>
            </a:extLst>
          </p:cNvPr>
          <p:cNvGrpSpPr/>
          <p:nvPr/>
        </p:nvGrpSpPr>
        <p:grpSpPr>
          <a:xfrm>
            <a:off x="2828659" y="208954"/>
            <a:ext cx="637640" cy="119364"/>
            <a:chOff x="5049265" y="1139683"/>
            <a:chExt cx="637640" cy="119364"/>
          </a:xfrm>
        </p:grpSpPr>
        <p:sp>
          <p:nvSpPr>
            <p:cNvPr id="33" name="任意形状 32">
              <a:extLst>
                <a:ext uri="{FF2B5EF4-FFF2-40B4-BE49-F238E27FC236}">
                  <a16:creationId xmlns:a16="http://schemas.microsoft.com/office/drawing/2014/main" id="{A2299CC8-57FF-0E38-1EE4-7E5C2C80D5AA}"/>
                </a:ext>
              </a:extLst>
            </p:cNvPr>
            <p:cNvSpPr/>
            <p:nvPr/>
          </p:nvSpPr>
          <p:spPr>
            <a:xfrm>
              <a:off x="5049265" y="1139683"/>
              <a:ext cx="637640" cy="119364"/>
            </a:xfrm>
            <a:custGeom>
              <a:avLst/>
              <a:gdLst>
                <a:gd name="csX0" fmla="*/ 637641 w 637640"/>
                <a:gd name="csY0" fmla="*/ 59682 h 119364"/>
                <a:gd name="csX1" fmla="*/ 492456 w 637640"/>
                <a:gd name="csY1" fmla="*/ 119364 h 119364"/>
                <a:gd name="csX2" fmla="*/ 492456 w 637640"/>
                <a:gd name="csY2" fmla="*/ 89523 h 119364"/>
                <a:gd name="csX3" fmla="*/ 0 w 637640"/>
                <a:gd name="csY3" fmla="*/ 89523 h 119364"/>
                <a:gd name="csX4" fmla="*/ 0 w 637640"/>
                <a:gd name="csY4" fmla="*/ 59682 h 119364"/>
                <a:gd name="csX5" fmla="*/ 0 w 637640"/>
                <a:gd name="csY5" fmla="*/ 29841 h 119364"/>
                <a:gd name="csX6" fmla="*/ 492456 w 637640"/>
                <a:gd name="csY6" fmla="*/ 29841 h 119364"/>
                <a:gd name="csX7" fmla="*/ 492456 w 637640"/>
                <a:gd name="csY7" fmla="*/ 0 h 119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37640" h="119364">
                  <a:moveTo>
                    <a:pt x="637641" y="59682"/>
                  </a:moveTo>
                  <a:lnTo>
                    <a:pt x="492456" y="119364"/>
                  </a:lnTo>
                  <a:lnTo>
                    <a:pt x="492456" y="89523"/>
                  </a:lnTo>
                  <a:lnTo>
                    <a:pt x="0" y="89523"/>
                  </a:lnTo>
                  <a:lnTo>
                    <a:pt x="0" y="59682"/>
                  </a:lnTo>
                  <a:lnTo>
                    <a:pt x="0" y="29841"/>
                  </a:lnTo>
                  <a:lnTo>
                    <a:pt x="492456" y="29841"/>
                  </a:lnTo>
                  <a:lnTo>
                    <a:pt x="492456" y="0"/>
                  </a:lnTo>
                  <a:close/>
                </a:path>
              </a:pathLst>
            </a:custGeom>
            <a:solidFill>
              <a:srgbClr val="000000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任意形状 33">
              <a:extLst>
                <a:ext uri="{FF2B5EF4-FFF2-40B4-BE49-F238E27FC236}">
                  <a16:creationId xmlns:a16="http://schemas.microsoft.com/office/drawing/2014/main" id="{7493DD5A-A992-43F6-DF4E-16F1461239F5}"/>
                </a:ext>
              </a:extLst>
            </p:cNvPr>
            <p:cNvSpPr/>
            <p:nvPr/>
          </p:nvSpPr>
          <p:spPr>
            <a:xfrm>
              <a:off x="5049265" y="1139683"/>
              <a:ext cx="637640" cy="119364"/>
            </a:xfrm>
            <a:custGeom>
              <a:avLst/>
              <a:gdLst>
                <a:gd name="csX0" fmla="*/ 637641 w 637640"/>
                <a:gd name="csY0" fmla="*/ 59682 h 119364"/>
                <a:gd name="csX1" fmla="*/ 492456 w 637640"/>
                <a:gd name="csY1" fmla="*/ 119364 h 119364"/>
                <a:gd name="csX2" fmla="*/ 492456 w 637640"/>
                <a:gd name="csY2" fmla="*/ 89523 h 119364"/>
                <a:gd name="csX3" fmla="*/ 0 w 637640"/>
                <a:gd name="csY3" fmla="*/ 89523 h 119364"/>
                <a:gd name="csX4" fmla="*/ 0 w 637640"/>
                <a:gd name="csY4" fmla="*/ 59682 h 119364"/>
                <a:gd name="csX5" fmla="*/ 0 w 637640"/>
                <a:gd name="csY5" fmla="*/ 29841 h 119364"/>
                <a:gd name="csX6" fmla="*/ 492456 w 637640"/>
                <a:gd name="csY6" fmla="*/ 29841 h 119364"/>
                <a:gd name="csX7" fmla="*/ 492456 w 637640"/>
                <a:gd name="csY7" fmla="*/ 0 h 119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37640" h="119364">
                  <a:moveTo>
                    <a:pt x="637641" y="59682"/>
                  </a:moveTo>
                  <a:lnTo>
                    <a:pt x="492456" y="119364"/>
                  </a:lnTo>
                  <a:lnTo>
                    <a:pt x="492456" y="89523"/>
                  </a:lnTo>
                  <a:lnTo>
                    <a:pt x="0" y="89523"/>
                  </a:lnTo>
                  <a:lnTo>
                    <a:pt x="0" y="59682"/>
                  </a:lnTo>
                  <a:lnTo>
                    <a:pt x="0" y="29841"/>
                  </a:lnTo>
                  <a:lnTo>
                    <a:pt x="492456" y="29841"/>
                  </a:lnTo>
                  <a:lnTo>
                    <a:pt x="492456" y="0"/>
                  </a:lnTo>
                  <a:close/>
                </a:path>
              </a:pathLst>
            </a:custGeom>
            <a:noFill/>
            <a:ln w="7014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F25BEEF5-2FF5-7A99-5C56-331184C7668F}"/>
              </a:ext>
            </a:extLst>
          </p:cNvPr>
          <p:cNvSpPr txBox="1"/>
          <p:nvPr/>
        </p:nvSpPr>
        <p:spPr>
          <a:xfrm>
            <a:off x="4118320" y="130788"/>
            <a:ext cx="877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测量关系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FD18DD6-C068-345D-CE11-CFEEB59ADD06}"/>
              </a:ext>
            </a:extLst>
          </p:cNvPr>
          <p:cNvSpPr txBox="1"/>
          <p:nvPr/>
        </p:nvSpPr>
        <p:spPr>
          <a:xfrm>
            <a:off x="6605927" y="147057"/>
            <a:ext cx="10502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可观测变量</a:t>
            </a:r>
          </a:p>
        </p:txBody>
      </p:sp>
      <p:sp>
        <p:nvSpPr>
          <p:cNvPr id="37" name="任意形状 36">
            <a:extLst>
              <a:ext uri="{FF2B5EF4-FFF2-40B4-BE49-F238E27FC236}">
                <a16:creationId xmlns:a16="http://schemas.microsoft.com/office/drawing/2014/main" id="{BBDA0B2C-AC93-3512-83CB-3072FA0C448B}"/>
              </a:ext>
            </a:extLst>
          </p:cNvPr>
          <p:cNvSpPr/>
          <p:nvPr/>
        </p:nvSpPr>
        <p:spPr>
          <a:xfrm>
            <a:off x="7931808" y="140695"/>
            <a:ext cx="637639" cy="269701"/>
          </a:xfrm>
          <a:custGeom>
            <a:avLst/>
            <a:gdLst>
              <a:gd name="csX0" fmla="*/ 0 w 637639"/>
              <a:gd name="csY0" fmla="*/ 134851 h 269701"/>
              <a:gd name="csX1" fmla="*/ 0 w 637639"/>
              <a:gd name="csY1" fmla="*/ 134851 h 269701"/>
              <a:gd name="csX2" fmla="*/ 318820 w 637639"/>
              <a:gd name="csY2" fmla="*/ 0 h 269701"/>
              <a:gd name="csX3" fmla="*/ 637640 w 637639"/>
              <a:gd name="csY3" fmla="*/ 134851 h 269701"/>
              <a:gd name="csX4" fmla="*/ 637640 w 637639"/>
              <a:gd name="csY4" fmla="*/ 134851 h 269701"/>
              <a:gd name="csX5" fmla="*/ 318820 w 637639"/>
              <a:gd name="csY5" fmla="*/ 269702 h 269701"/>
              <a:gd name="csX6" fmla="*/ 0 w 637639"/>
              <a:gd name="csY6" fmla="*/ 134851 h 269701"/>
              <a:gd name="csX7" fmla="*/ 0 w 637639"/>
              <a:gd name="csY7" fmla="*/ 134851 h 2697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37639" h="269701">
                <a:moveTo>
                  <a:pt x="0" y="134851"/>
                </a:moveTo>
                <a:lnTo>
                  <a:pt x="0" y="134851"/>
                </a:lnTo>
                <a:cubicBezTo>
                  <a:pt x="0" y="60375"/>
                  <a:pt x="142740" y="0"/>
                  <a:pt x="318820" y="0"/>
                </a:cubicBezTo>
                <a:cubicBezTo>
                  <a:pt x="494901" y="0"/>
                  <a:pt x="637640" y="60375"/>
                  <a:pt x="637640" y="134851"/>
                </a:cubicBezTo>
                <a:lnTo>
                  <a:pt x="637640" y="134851"/>
                </a:lnTo>
                <a:cubicBezTo>
                  <a:pt x="637640" y="209327"/>
                  <a:pt x="494901" y="269702"/>
                  <a:pt x="318820" y="269702"/>
                </a:cubicBezTo>
                <a:cubicBezTo>
                  <a:pt x="142740" y="269702"/>
                  <a:pt x="0" y="209327"/>
                  <a:pt x="0" y="134851"/>
                </a:cubicBezTo>
                <a:cubicBezTo>
                  <a:pt x="0" y="134851"/>
                  <a:pt x="0" y="134851"/>
                  <a:pt x="0" y="134851"/>
                </a:cubicBezTo>
                <a:close/>
              </a:path>
            </a:pathLst>
          </a:custGeom>
          <a:noFill/>
          <a:ln w="9352" cap="rnd">
            <a:solidFill>
              <a:srgbClr val="7F7F7F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CB53968-A6F6-E4F2-DEFD-DC3F53F1A15B}"/>
              </a:ext>
            </a:extLst>
          </p:cNvPr>
          <p:cNvSpPr txBox="1"/>
          <p:nvPr/>
        </p:nvSpPr>
        <p:spPr>
          <a:xfrm>
            <a:off x="8820036" y="137697"/>
            <a:ext cx="12234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不可观测变量</a:t>
            </a:r>
          </a:p>
        </p:txBody>
      </p:sp>
      <p:grpSp>
        <p:nvGrpSpPr>
          <p:cNvPr id="39" name="图形 1">
            <a:extLst>
              <a:ext uri="{FF2B5EF4-FFF2-40B4-BE49-F238E27FC236}">
                <a16:creationId xmlns:a16="http://schemas.microsoft.com/office/drawing/2014/main" id="{23EC9CFF-CB38-B513-2FCC-BBE70917EF70}"/>
              </a:ext>
            </a:extLst>
          </p:cNvPr>
          <p:cNvGrpSpPr/>
          <p:nvPr/>
        </p:nvGrpSpPr>
        <p:grpSpPr>
          <a:xfrm>
            <a:off x="5666618" y="140695"/>
            <a:ext cx="637640" cy="255883"/>
            <a:chOff x="7887224" y="1071424"/>
            <a:chExt cx="637640" cy="25588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5BDD506-DC6B-7088-3890-D41927C53781}"/>
                </a:ext>
              </a:extLst>
            </p:cNvPr>
            <p:cNvSpPr/>
            <p:nvPr/>
          </p:nvSpPr>
          <p:spPr>
            <a:xfrm>
              <a:off x="7887224" y="1071424"/>
              <a:ext cx="637640" cy="255883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40A0E611-0790-ADDC-C14C-D393B511C18A}"/>
                </a:ext>
              </a:extLst>
            </p:cNvPr>
            <p:cNvSpPr/>
            <p:nvPr/>
          </p:nvSpPr>
          <p:spPr>
            <a:xfrm>
              <a:off x="7887224" y="1071424"/>
              <a:ext cx="637640" cy="255883"/>
            </a:xfrm>
            <a:prstGeom prst="rect">
              <a:avLst/>
            </a:pr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2" name="图形 1">
            <a:extLst>
              <a:ext uri="{FF2B5EF4-FFF2-40B4-BE49-F238E27FC236}">
                <a16:creationId xmlns:a16="http://schemas.microsoft.com/office/drawing/2014/main" id="{B9F2114D-3F77-D2E2-8E9A-D5135228634E}"/>
              </a:ext>
            </a:extLst>
          </p:cNvPr>
          <p:cNvGrpSpPr/>
          <p:nvPr/>
        </p:nvGrpSpPr>
        <p:grpSpPr>
          <a:xfrm>
            <a:off x="10369311" y="150054"/>
            <a:ext cx="637640" cy="269701"/>
            <a:chOff x="12589917" y="1080783"/>
            <a:chExt cx="637640" cy="269701"/>
          </a:xfrm>
        </p:grpSpPr>
        <p:sp>
          <p:nvSpPr>
            <p:cNvPr id="43" name="任意形状 42">
              <a:extLst>
                <a:ext uri="{FF2B5EF4-FFF2-40B4-BE49-F238E27FC236}">
                  <a16:creationId xmlns:a16="http://schemas.microsoft.com/office/drawing/2014/main" id="{1B6E254E-2D23-BA76-68B9-D081B8A6B951}"/>
                </a:ext>
              </a:extLst>
            </p:cNvPr>
            <p:cNvSpPr/>
            <p:nvPr/>
          </p:nvSpPr>
          <p:spPr>
            <a:xfrm>
              <a:off x="12589917" y="1080783"/>
              <a:ext cx="637640" cy="269701"/>
            </a:xfrm>
            <a:custGeom>
              <a:avLst/>
              <a:gdLst>
                <a:gd name="csX0" fmla="*/ 39853 w 637640"/>
                <a:gd name="csY0" fmla="*/ 0 h 269701"/>
                <a:gd name="csX1" fmla="*/ 557936 w 637640"/>
                <a:gd name="csY1" fmla="*/ 0 h 269701"/>
                <a:gd name="csX2" fmla="*/ 597790 w 637640"/>
                <a:gd name="csY2" fmla="*/ 16856 h 269701"/>
                <a:gd name="csX3" fmla="*/ 597790 w 637640"/>
                <a:gd name="csY3" fmla="*/ 8428 h 269701"/>
                <a:gd name="csX4" fmla="*/ 617714 w 637640"/>
                <a:gd name="csY4" fmla="*/ 25285 h 269701"/>
                <a:gd name="csX5" fmla="*/ 617714 w 637640"/>
                <a:gd name="csY5" fmla="*/ 16856 h 269701"/>
                <a:gd name="csX6" fmla="*/ 637641 w 637640"/>
                <a:gd name="csY6" fmla="*/ 33713 h 269701"/>
                <a:gd name="csX7" fmla="*/ 637641 w 637640"/>
                <a:gd name="csY7" fmla="*/ 252845 h 269701"/>
                <a:gd name="csX8" fmla="*/ 597790 w 637640"/>
                <a:gd name="csY8" fmla="*/ 269702 h 269701"/>
                <a:gd name="csX9" fmla="*/ 79705 w 637640"/>
                <a:gd name="csY9" fmla="*/ 269702 h 269701"/>
                <a:gd name="csX10" fmla="*/ 39853 w 637640"/>
                <a:gd name="csY10" fmla="*/ 261273 h 269701"/>
                <a:gd name="csX11" fmla="*/ 19926 w 637640"/>
                <a:gd name="csY11" fmla="*/ 252845 h 269701"/>
                <a:gd name="csX12" fmla="*/ 0 w 637640"/>
                <a:gd name="csY12" fmla="*/ 235989 h 269701"/>
                <a:gd name="csX13" fmla="*/ 0 w 637640"/>
                <a:gd name="csY13" fmla="*/ 16856 h 269701"/>
                <a:gd name="csX14" fmla="*/ 39853 w 637640"/>
                <a:gd name="csY14" fmla="*/ 0 h 2697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637640" h="269701">
                  <a:moveTo>
                    <a:pt x="39853" y="0"/>
                  </a:moveTo>
                  <a:lnTo>
                    <a:pt x="557936" y="0"/>
                  </a:lnTo>
                  <a:cubicBezTo>
                    <a:pt x="597790" y="0"/>
                    <a:pt x="597790" y="0"/>
                    <a:pt x="597790" y="16856"/>
                  </a:cubicBezTo>
                  <a:lnTo>
                    <a:pt x="597790" y="8428"/>
                  </a:lnTo>
                  <a:cubicBezTo>
                    <a:pt x="617714" y="8428"/>
                    <a:pt x="617714" y="8428"/>
                    <a:pt x="617714" y="25285"/>
                  </a:cubicBezTo>
                  <a:lnTo>
                    <a:pt x="617714" y="16856"/>
                  </a:lnTo>
                  <a:cubicBezTo>
                    <a:pt x="637641" y="16856"/>
                    <a:pt x="637641" y="16856"/>
                    <a:pt x="637641" y="33713"/>
                  </a:cubicBezTo>
                  <a:lnTo>
                    <a:pt x="637641" y="252845"/>
                  </a:lnTo>
                  <a:cubicBezTo>
                    <a:pt x="637641" y="269702"/>
                    <a:pt x="637641" y="269702"/>
                    <a:pt x="597790" y="269702"/>
                  </a:cubicBezTo>
                  <a:lnTo>
                    <a:pt x="79705" y="269702"/>
                  </a:lnTo>
                  <a:cubicBezTo>
                    <a:pt x="39853" y="269702"/>
                    <a:pt x="39853" y="269702"/>
                    <a:pt x="39853" y="261273"/>
                  </a:cubicBezTo>
                  <a:cubicBezTo>
                    <a:pt x="19926" y="261273"/>
                    <a:pt x="19926" y="261273"/>
                    <a:pt x="19926" y="252845"/>
                  </a:cubicBezTo>
                  <a:cubicBezTo>
                    <a:pt x="0" y="252845"/>
                    <a:pt x="0" y="252845"/>
                    <a:pt x="0" y="235989"/>
                  </a:cubicBezTo>
                  <a:lnTo>
                    <a:pt x="0" y="16856"/>
                  </a:lnTo>
                  <a:cubicBezTo>
                    <a:pt x="0" y="0"/>
                    <a:pt x="0" y="0"/>
                    <a:pt x="39853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任意形状 43">
              <a:extLst>
                <a:ext uri="{FF2B5EF4-FFF2-40B4-BE49-F238E27FC236}">
                  <a16:creationId xmlns:a16="http://schemas.microsoft.com/office/drawing/2014/main" id="{945D91DB-88EC-C2D0-65AE-202B33BD7383}"/>
                </a:ext>
              </a:extLst>
            </p:cNvPr>
            <p:cNvSpPr/>
            <p:nvPr/>
          </p:nvSpPr>
          <p:spPr>
            <a:xfrm>
              <a:off x="12589917" y="1080783"/>
              <a:ext cx="637640" cy="269701"/>
            </a:xfrm>
            <a:custGeom>
              <a:avLst/>
              <a:gdLst>
                <a:gd name="csX0" fmla="*/ 39853 w 637640"/>
                <a:gd name="csY0" fmla="*/ 0 h 269701"/>
                <a:gd name="csX1" fmla="*/ 557936 w 637640"/>
                <a:gd name="csY1" fmla="*/ 0 h 269701"/>
                <a:gd name="csX2" fmla="*/ 597790 w 637640"/>
                <a:gd name="csY2" fmla="*/ 16856 h 269701"/>
                <a:gd name="csX3" fmla="*/ 597790 w 637640"/>
                <a:gd name="csY3" fmla="*/ 235989 h 269701"/>
                <a:gd name="csX4" fmla="*/ 557936 w 637640"/>
                <a:gd name="csY4" fmla="*/ 252845 h 269701"/>
                <a:gd name="csX5" fmla="*/ 39853 w 637640"/>
                <a:gd name="csY5" fmla="*/ 252845 h 269701"/>
                <a:gd name="csX6" fmla="*/ 0 w 637640"/>
                <a:gd name="csY6" fmla="*/ 235989 h 269701"/>
                <a:gd name="csX7" fmla="*/ 0 w 637640"/>
                <a:gd name="csY7" fmla="*/ 16856 h 269701"/>
                <a:gd name="csX8" fmla="*/ 39853 w 637640"/>
                <a:gd name="csY8" fmla="*/ 0 h 269701"/>
                <a:gd name="csX9" fmla="*/ 597790 w 637640"/>
                <a:gd name="csY9" fmla="*/ 8428 h 269701"/>
                <a:gd name="csX10" fmla="*/ 617714 w 637640"/>
                <a:gd name="csY10" fmla="*/ 25285 h 269701"/>
                <a:gd name="csX11" fmla="*/ 617714 w 637640"/>
                <a:gd name="csY11" fmla="*/ 252845 h 269701"/>
                <a:gd name="csX12" fmla="*/ 577863 w 637640"/>
                <a:gd name="csY12" fmla="*/ 261273 h 269701"/>
                <a:gd name="csX13" fmla="*/ 59779 w 637640"/>
                <a:gd name="csY13" fmla="*/ 261273 h 269701"/>
                <a:gd name="csX14" fmla="*/ 19926 w 637640"/>
                <a:gd name="csY14" fmla="*/ 252845 h 269701"/>
                <a:gd name="csX15" fmla="*/ 617714 w 637640"/>
                <a:gd name="csY15" fmla="*/ 16856 h 269701"/>
                <a:gd name="csX16" fmla="*/ 637641 w 637640"/>
                <a:gd name="csY16" fmla="*/ 33713 h 269701"/>
                <a:gd name="csX17" fmla="*/ 637641 w 637640"/>
                <a:gd name="csY17" fmla="*/ 252845 h 269701"/>
                <a:gd name="csX18" fmla="*/ 597790 w 637640"/>
                <a:gd name="csY18" fmla="*/ 269702 h 269701"/>
                <a:gd name="csX19" fmla="*/ 79705 w 637640"/>
                <a:gd name="csY19" fmla="*/ 269702 h 269701"/>
                <a:gd name="csX20" fmla="*/ 39853 w 637640"/>
                <a:gd name="csY20" fmla="*/ 261273 h 2697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637640" h="269701">
                  <a:moveTo>
                    <a:pt x="39853" y="0"/>
                  </a:moveTo>
                  <a:lnTo>
                    <a:pt x="557936" y="0"/>
                  </a:lnTo>
                  <a:cubicBezTo>
                    <a:pt x="597790" y="0"/>
                    <a:pt x="597790" y="0"/>
                    <a:pt x="597790" y="16856"/>
                  </a:cubicBezTo>
                  <a:lnTo>
                    <a:pt x="597790" y="235989"/>
                  </a:lnTo>
                  <a:cubicBezTo>
                    <a:pt x="597790" y="252845"/>
                    <a:pt x="597790" y="252845"/>
                    <a:pt x="557936" y="252845"/>
                  </a:cubicBezTo>
                  <a:lnTo>
                    <a:pt x="39853" y="252845"/>
                  </a:lnTo>
                  <a:cubicBezTo>
                    <a:pt x="0" y="252845"/>
                    <a:pt x="0" y="252845"/>
                    <a:pt x="0" y="235989"/>
                  </a:cubicBezTo>
                  <a:lnTo>
                    <a:pt x="0" y="16856"/>
                  </a:lnTo>
                  <a:cubicBezTo>
                    <a:pt x="0" y="0"/>
                    <a:pt x="0" y="0"/>
                    <a:pt x="39853" y="0"/>
                  </a:cubicBezTo>
                  <a:moveTo>
                    <a:pt x="597790" y="8428"/>
                  </a:moveTo>
                  <a:cubicBezTo>
                    <a:pt x="617714" y="8428"/>
                    <a:pt x="617714" y="8428"/>
                    <a:pt x="617714" y="25285"/>
                  </a:cubicBezTo>
                  <a:lnTo>
                    <a:pt x="617714" y="252845"/>
                  </a:lnTo>
                  <a:cubicBezTo>
                    <a:pt x="617714" y="261273"/>
                    <a:pt x="617714" y="261273"/>
                    <a:pt x="577863" y="261273"/>
                  </a:cubicBezTo>
                  <a:lnTo>
                    <a:pt x="59779" y="261273"/>
                  </a:lnTo>
                  <a:cubicBezTo>
                    <a:pt x="19926" y="261273"/>
                    <a:pt x="19926" y="261273"/>
                    <a:pt x="19926" y="252845"/>
                  </a:cubicBezTo>
                  <a:moveTo>
                    <a:pt x="617714" y="16856"/>
                  </a:moveTo>
                  <a:cubicBezTo>
                    <a:pt x="637641" y="16856"/>
                    <a:pt x="637641" y="16856"/>
                    <a:pt x="637641" y="33713"/>
                  </a:cubicBezTo>
                  <a:lnTo>
                    <a:pt x="637641" y="252845"/>
                  </a:lnTo>
                  <a:cubicBezTo>
                    <a:pt x="637641" y="269702"/>
                    <a:pt x="637641" y="269702"/>
                    <a:pt x="597790" y="269702"/>
                  </a:cubicBezTo>
                  <a:lnTo>
                    <a:pt x="79705" y="269702"/>
                  </a:lnTo>
                  <a:cubicBezTo>
                    <a:pt x="39853" y="269702"/>
                    <a:pt x="39853" y="269702"/>
                    <a:pt x="39853" y="261273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43FF05FE-1C23-6CD2-F97B-E4273655D458}"/>
              </a:ext>
            </a:extLst>
          </p:cNvPr>
          <p:cNvSpPr txBox="1"/>
          <p:nvPr/>
        </p:nvSpPr>
        <p:spPr>
          <a:xfrm>
            <a:off x="11119435" y="137697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spc="0" baseline="0" dirty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备选</a:t>
            </a:r>
            <a:r>
              <a:rPr lang="zh-CN" altLang="en-US" sz="1350" b="1" dirty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项</a:t>
            </a:r>
            <a:endParaRPr lang="zh-CN" altLang="en-US" sz="1350" b="1" spc="0" baseline="0" dirty="0">
              <a:ln/>
              <a:solidFill>
                <a:srgbClr val="000000"/>
              </a:solidFill>
              <a:latin typeface="宋体"/>
              <a:ea typeface="宋体"/>
              <a:sym typeface="宋体"/>
              <a:rtl val="0"/>
            </a:endParaRPr>
          </a:p>
        </p:txBody>
      </p:sp>
      <p:grpSp>
        <p:nvGrpSpPr>
          <p:cNvPr id="46" name="图形 1">
            <a:extLst>
              <a:ext uri="{FF2B5EF4-FFF2-40B4-BE49-F238E27FC236}">
                <a16:creationId xmlns:a16="http://schemas.microsoft.com/office/drawing/2014/main" id="{687EE8DA-353B-9C88-55F8-AD2A8D9DB975}"/>
              </a:ext>
            </a:extLst>
          </p:cNvPr>
          <p:cNvGrpSpPr/>
          <p:nvPr/>
        </p:nvGrpSpPr>
        <p:grpSpPr>
          <a:xfrm>
            <a:off x="847749" y="1726128"/>
            <a:ext cx="1166433" cy="397647"/>
            <a:chOff x="3068355" y="2656857"/>
            <a:chExt cx="1166433" cy="397647"/>
          </a:xfrm>
        </p:grpSpPr>
        <p:sp>
          <p:nvSpPr>
            <p:cNvPr id="47" name="任意形状 46">
              <a:extLst>
                <a:ext uri="{FF2B5EF4-FFF2-40B4-BE49-F238E27FC236}">
                  <a16:creationId xmlns:a16="http://schemas.microsoft.com/office/drawing/2014/main" id="{C2D18588-44C0-748B-A603-76E74D270AFF}"/>
                </a:ext>
              </a:extLst>
            </p:cNvPr>
            <p:cNvSpPr/>
            <p:nvPr/>
          </p:nvSpPr>
          <p:spPr>
            <a:xfrm>
              <a:off x="3068355" y="2656857"/>
              <a:ext cx="1166433" cy="397647"/>
            </a:xfrm>
            <a:custGeom>
              <a:avLst/>
              <a:gdLst>
                <a:gd name="csX0" fmla="*/ 0 w 1166433"/>
                <a:gd name="csY0" fmla="*/ 198824 h 397647"/>
                <a:gd name="csX1" fmla="*/ 0 w 1166433"/>
                <a:gd name="csY1" fmla="*/ 198824 h 397647"/>
                <a:gd name="csX2" fmla="*/ 583217 w 1166433"/>
                <a:gd name="csY2" fmla="*/ 0 h 397647"/>
                <a:gd name="csX3" fmla="*/ 1166434 w 1166433"/>
                <a:gd name="csY3" fmla="*/ 198824 h 397647"/>
                <a:gd name="csX4" fmla="*/ 1166434 w 1166433"/>
                <a:gd name="csY4" fmla="*/ 198824 h 397647"/>
                <a:gd name="csX5" fmla="*/ 583217 w 1166433"/>
                <a:gd name="csY5" fmla="*/ 397648 h 397647"/>
                <a:gd name="csX6" fmla="*/ 0 w 1166433"/>
                <a:gd name="csY6" fmla="*/ 198824 h 397647"/>
                <a:gd name="csX7" fmla="*/ 0 w 1166433"/>
                <a:gd name="csY7" fmla="*/ 198824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66433" h="397647">
                  <a:moveTo>
                    <a:pt x="0" y="198824"/>
                  </a:moveTo>
                  <a:lnTo>
                    <a:pt x="0" y="198824"/>
                  </a:lnTo>
                  <a:cubicBezTo>
                    <a:pt x="0" y="89016"/>
                    <a:pt x="261116" y="0"/>
                    <a:pt x="583217" y="0"/>
                  </a:cubicBezTo>
                  <a:cubicBezTo>
                    <a:pt x="905319" y="0"/>
                    <a:pt x="1166434" y="89016"/>
                    <a:pt x="1166434" y="198824"/>
                  </a:cubicBezTo>
                  <a:lnTo>
                    <a:pt x="1166434" y="198824"/>
                  </a:lnTo>
                  <a:cubicBezTo>
                    <a:pt x="1166434" y="308632"/>
                    <a:pt x="905319" y="397648"/>
                    <a:pt x="583217" y="397648"/>
                  </a:cubicBezTo>
                  <a:cubicBezTo>
                    <a:pt x="261116" y="397648"/>
                    <a:pt x="0" y="308632"/>
                    <a:pt x="0" y="198824"/>
                  </a:cubicBezTo>
                  <a:cubicBezTo>
                    <a:pt x="0" y="198824"/>
                    <a:pt x="0" y="198824"/>
                    <a:pt x="0" y="198824"/>
                  </a:cubicBezTo>
                  <a:close/>
                </a:path>
              </a:pathLst>
            </a:custGeom>
            <a:noFill/>
            <a:ln w="9352" cap="rnd">
              <a:solidFill>
                <a:srgbClr val="7F7F7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B1D38BDE-288C-A0A6-040F-765DA8E41C68}"/>
                </a:ext>
              </a:extLst>
            </p:cNvPr>
            <p:cNvSpPr txBox="1"/>
            <p:nvPr/>
          </p:nvSpPr>
          <p:spPr>
            <a:xfrm>
              <a:off x="3186577" y="2729628"/>
              <a:ext cx="931047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性价比偏好</a:t>
              </a:r>
            </a:p>
          </p:txBody>
        </p:sp>
      </p:grpSp>
      <p:grpSp>
        <p:nvGrpSpPr>
          <p:cNvPr id="49" name="图形 1">
            <a:extLst>
              <a:ext uri="{FF2B5EF4-FFF2-40B4-BE49-F238E27FC236}">
                <a16:creationId xmlns:a16="http://schemas.microsoft.com/office/drawing/2014/main" id="{2BECD790-85E7-5EB1-A78B-ECA3CC0708AA}"/>
              </a:ext>
            </a:extLst>
          </p:cNvPr>
          <p:cNvGrpSpPr/>
          <p:nvPr/>
        </p:nvGrpSpPr>
        <p:grpSpPr>
          <a:xfrm>
            <a:off x="847749" y="2322600"/>
            <a:ext cx="1166433" cy="397647"/>
            <a:chOff x="3068355" y="3253329"/>
            <a:chExt cx="1166433" cy="397647"/>
          </a:xfrm>
        </p:grpSpPr>
        <p:sp>
          <p:nvSpPr>
            <p:cNvPr id="50" name="任意形状 49">
              <a:extLst>
                <a:ext uri="{FF2B5EF4-FFF2-40B4-BE49-F238E27FC236}">
                  <a16:creationId xmlns:a16="http://schemas.microsoft.com/office/drawing/2014/main" id="{0B4C28B4-2DDC-8109-5DF5-6E87BCBEC8CA}"/>
                </a:ext>
              </a:extLst>
            </p:cNvPr>
            <p:cNvSpPr/>
            <p:nvPr/>
          </p:nvSpPr>
          <p:spPr>
            <a:xfrm>
              <a:off x="3068355" y="3253329"/>
              <a:ext cx="1166433" cy="397647"/>
            </a:xfrm>
            <a:custGeom>
              <a:avLst/>
              <a:gdLst>
                <a:gd name="csX0" fmla="*/ 0 w 1166433"/>
                <a:gd name="csY0" fmla="*/ 198824 h 397647"/>
                <a:gd name="csX1" fmla="*/ 0 w 1166433"/>
                <a:gd name="csY1" fmla="*/ 198824 h 397647"/>
                <a:gd name="csX2" fmla="*/ 583217 w 1166433"/>
                <a:gd name="csY2" fmla="*/ 0 h 397647"/>
                <a:gd name="csX3" fmla="*/ 1166434 w 1166433"/>
                <a:gd name="csY3" fmla="*/ 198824 h 397647"/>
                <a:gd name="csX4" fmla="*/ 1166434 w 1166433"/>
                <a:gd name="csY4" fmla="*/ 198824 h 397647"/>
                <a:gd name="csX5" fmla="*/ 583217 w 1166433"/>
                <a:gd name="csY5" fmla="*/ 397648 h 397647"/>
                <a:gd name="csX6" fmla="*/ 0 w 1166433"/>
                <a:gd name="csY6" fmla="*/ 198824 h 397647"/>
                <a:gd name="csX7" fmla="*/ 0 w 1166433"/>
                <a:gd name="csY7" fmla="*/ 198824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66433" h="397647">
                  <a:moveTo>
                    <a:pt x="0" y="198824"/>
                  </a:moveTo>
                  <a:lnTo>
                    <a:pt x="0" y="198824"/>
                  </a:lnTo>
                  <a:cubicBezTo>
                    <a:pt x="0" y="89016"/>
                    <a:pt x="261116" y="0"/>
                    <a:pt x="583217" y="0"/>
                  </a:cubicBezTo>
                  <a:cubicBezTo>
                    <a:pt x="905319" y="0"/>
                    <a:pt x="1166434" y="89016"/>
                    <a:pt x="1166434" y="198824"/>
                  </a:cubicBezTo>
                  <a:lnTo>
                    <a:pt x="1166434" y="198824"/>
                  </a:lnTo>
                  <a:cubicBezTo>
                    <a:pt x="1166434" y="308631"/>
                    <a:pt x="905319" y="397648"/>
                    <a:pt x="583217" y="397648"/>
                  </a:cubicBezTo>
                  <a:cubicBezTo>
                    <a:pt x="261116" y="397648"/>
                    <a:pt x="0" y="308632"/>
                    <a:pt x="0" y="198824"/>
                  </a:cubicBezTo>
                  <a:cubicBezTo>
                    <a:pt x="0" y="198824"/>
                    <a:pt x="0" y="198824"/>
                    <a:pt x="0" y="198824"/>
                  </a:cubicBezTo>
                  <a:close/>
                </a:path>
              </a:pathLst>
            </a:custGeom>
            <a:noFill/>
            <a:ln w="9352" cap="rnd">
              <a:solidFill>
                <a:srgbClr val="7F7F7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B3E1ABD9-FD44-2ABC-D719-1A0740BBB4CB}"/>
                </a:ext>
              </a:extLst>
            </p:cNvPr>
            <p:cNvSpPr txBox="1"/>
            <p:nvPr/>
          </p:nvSpPr>
          <p:spPr>
            <a:xfrm>
              <a:off x="3185354" y="3326100"/>
              <a:ext cx="931047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技术接受度</a:t>
              </a:r>
            </a:p>
          </p:txBody>
        </p:sp>
      </p:grpSp>
      <p:grpSp>
        <p:nvGrpSpPr>
          <p:cNvPr id="52" name="图形 1">
            <a:extLst>
              <a:ext uri="{FF2B5EF4-FFF2-40B4-BE49-F238E27FC236}">
                <a16:creationId xmlns:a16="http://schemas.microsoft.com/office/drawing/2014/main" id="{D8E97036-A621-1AFE-AF78-93860DF170B8}"/>
              </a:ext>
            </a:extLst>
          </p:cNvPr>
          <p:cNvGrpSpPr/>
          <p:nvPr/>
        </p:nvGrpSpPr>
        <p:grpSpPr>
          <a:xfrm>
            <a:off x="847749" y="2919072"/>
            <a:ext cx="1166433" cy="397647"/>
            <a:chOff x="3068355" y="3849801"/>
            <a:chExt cx="1166433" cy="397647"/>
          </a:xfrm>
        </p:grpSpPr>
        <p:sp>
          <p:nvSpPr>
            <p:cNvPr id="53" name="任意形状 52">
              <a:extLst>
                <a:ext uri="{FF2B5EF4-FFF2-40B4-BE49-F238E27FC236}">
                  <a16:creationId xmlns:a16="http://schemas.microsoft.com/office/drawing/2014/main" id="{A734D520-C25F-EFBB-15D9-BD4E7EB322B6}"/>
                </a:ext>
              </a:extLst>
            </p:cNvPr>
            <p:cNvSpPr/>
            <p:nvPr/>
          </p:nvSpPr>
          <p:spPr>
            <a:xfrm>
              <a:off x="3068355" y="3849801"/>
              <a:ext cx="1166433" cy="397647"/>
            </a:xfrm>
            <a:custGeom>
              <a:avLst/>
              <a:gdLst>
                <a:gd name="csX0" fmla="*/ 0 w 1166433"/>
                <a:gd name="csY0" fmla="*/ 198824 h 397647"/>
                <a:gd name="csX1" fmla="*/ 0 w 1166433"/>
                <a:gd name="csY1" fmla="*/ 198824 h 397647"/>
                <a:gd name="csX2" fmla="*/ 583217 w 1166433"/>
                <a:gd name="csY2" fmla="*/ 0 h 397647"/>
                <a:gd name="csX3" fmla="*/ 1166434 w 1166433"/>
                <a:gd name="csY3" fmla="*/ 198824 h 397647"/>
                <a:gd name="csX4" fmla="*/ 1166434 w 1166433"/>
                <a:gd name="csY4" fmla="*/ 198824 h 397647"/>
                <a:gd name="csX5" fmla="*/ 583217 w 1166433"/>
                <a:gd name="csY5" fmla="*/ 397648 h 397647"/>
                <a:gd name="csX6" fmla="*/ 0 w 1166433"/>
                <a:gd name="csY6" fmla="*/ 198824 h 397647"/>
                <a:gd name="csX7" fmla="*/ 0 w 1166433"/>
                <a:gd name="csY7" fmla="*/ 198824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66433" h="397647">
                  <a:moveTo>
                    <a:pt x="0" y="198824"/>
                  </a:moveTo>
                  <a:lnTo>
                    <a:pt x="0" y="198824"/>
                  </a:lnTo>
                  <a:cubicBezTo>
                    <a:pt x="0" y="89016"/>
                    <a:pt x="261116" y="0"/>
                    <a:pt x="583217" y="0"/>
                  </a:cubicBezTo>
                  <a:cubicBezTo>
                    <a:pt x="905319" y="0"/>
                    <a:pt x="1166434" y="89017"/>
                    <a:pt x="1166434" y="198824"/>
                  </a:cubicBezTo>
                  <a:lnTo>
                    <a:pt x="1166434" y="198824"/>
                  </a:lnTo>
                  <a:cubicBezTo>
                    <a:pt x="1166434" y="308631"/>
                    <a:pt x="905319" y="397648"/>
                    <a:pt x="583217" y="397648"/>
                  </a:cubicBezTo>
                  <a:cubicBezTo>
                    <a:pt x="261116" y="397648"/>
                    <a:pt x="0" y="308632"/>
                    <a:pt x="0" y="198824"/>
                  </a:cubicBezTo>
                  <a:cubicBezTo>
                    <a:pt x="0" y="198824"/>
                    <a:pt x="0" y="198824"/>
                    <a:pt x="0" y="198824"/>
                  </a:cubicBezTo>
                  <a:close/>
                </a:path>
              </a:pathLst>
            </a:custGeom>
            <a:noFill/>
            <a:ln w="9352" cap="rnd">
              <a:solidFill>
                <a:srgbClr val="7F7F7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765542C1-FE91-ABBC-C0AE-40FAC4882A85}"/>
                </a:ext>
              </a:extLst>
            </p:cNvPr>
            <p:cNvSpPr txBox="1"/>
            <p:nvPr/>
          </p:nvSpPr>
          <p:spPr>
            <a:xfrm>
              <a:off x="3185464" y="3922572"/>
              <a:ext cx="931047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计划性偏好</a:t>
              </a:r>
            </a:p>
          </p:txBody>
        </p:sp>
      </p:grpSp>
      <p:grpSp>
        <p:nvGrpSpPr>
          <p:cNvPr id="55" name="图形 1">
            <a:extLst>
              <a:ext uri="{FF2B5EF4-FFF2-40B4-BE49-F238E27FC236}">
                <a16:creationId xmlns:a16="http://schemas.microsoft.com/office/drawing/2014/main" id="{62EA5E04-6AE5-527A-AC45-364DD5C4B3BB}"/>
              </a:ext>
            </a:extLst>
          </p:cNvPr>
          <p:cNvGrpSpPr/>
          <p:nvPr/>
        </p:nvGrpSpPr>
        <p:grpSpPr>
          <a:xfrm>
            <a:off x="847749" y="3515544"/>
            <a:ext cx="1166433" cy="397647"/>
            <a:chOff x="3068355" y="4446273"/>
            <a:chExt cx="1166433" cy="397647"/>
          </a:xfrm>
        </p:grpSpPr>
        <p:sp>
          <p:nvSpPr>
            <p:cNvPr id="56" name="任意形状 55">
              <a:extLst>
                <a:ext uri="{FF2B5EF4-FFF2-40B4-BE49-F238E27FC236}">
                  <a16:creationId xmlns:a16="http://schemas.microsoft.com/office/drawing/2014/main" id="{9D1B977D-67D6-B091-C441-F0EA67CFCB18}"/>
                </a:ext>
              </a:extLst>
            </p:cNvPr>
            <p:cNvSpPr/>
            <p:nvPr/>
          </p:nvSpPr>
          <p:spPr>
            <a:xfrm>
              <a:off x="3068355" y="4446273"/>
              <a:ext cx="1166433" cy="397647"/>
            </a:xfrm>
            <a:custGeom>
              <a:avLst/>
              <a:gdLst>
                <a:gd name="csX0" fmla="*/ 0 w 1166433"/>
                <a:gd name="csY0" fmla="*/ 198824 h 397647"/>
                <a:gd name="csX1" fmla="*/ 0 w 1166433"/>
                <a:gd name="csY1" fmla="*/ 198824 h 397647"/>
                <a:gd name="csX2" fmla="*/ 583217 w 1166433"/>
                <a:gd name="csY2" fmla="*/ 0 h 397647"/>
                <a:gd name="csX3" fmla="*/ 1166434 w 1166433"/>
                <a:gd name="csY3" fmla="*/ 198824 h 397647"/>
                <a:gd name="csX4" fmla="*/ 1166434 w 1166433"/>
                <a:gd name="csY4" fmla="*/ 198824 h 397647"/>
                <a:gd name="csX5" fmla="*/ 583217 w 1166433"/>
                <a:gd name="csY5" fmla="*/ 397648 h 397647"/>
                <a:gd name="csX6" fmla="*/ 0 w 1166433"/>
                <a:gd name="csY6" fmla="*/ 198824 h 397647"/>
                <a:gd name="csX7" fmla="*/ 0 w 1166433"/>
                <a:gd name="csY7" fmla="*/ 198824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66433" h="397647">
                  <a:moveTo>
                    <a:pt x="0" y="198824"/>
                  </a:moveTo>
                  <a:lnTo>
                    <a:pt x="0" y="198824"/>
                  </a:lnTo>
                  <a:cubicBezTo>
                    <a:pt x="0" y="89016"/>
                    <a:pt x="261116" y="0"/>
                    <a:pt x="583217" y="0"/>
                  </a:cubicBezTo>
                  <a:cubicBezTo>
                    <a:pt x="905319" y="0"/>
                    <a:pt x="1166434" y="89016"/>
                    <a:pt x="1166434" y="198824"/>
                  </a:cubicBezTo>
                  <a:lnTo>
                    <a:pt x="1166434" y="198824"/>
                  </a:lnTo>
                  <a:cubicBezTo>
                    <a:pt x="1166434" y="308632"/>
                    <a:pt x="905319" y="397648"/>
                    <a:pt x="583217" y="397648"/>
                  </a:cubicBezTo>
                  <a:cubicBezTo>
                    <a:pt x="261116" y="397648"/>
                    <a:pt x="0" y="308632"/>
                    <a:pt x="0" y="198824"/>
                  </a:cubicBezTo>
                  <a:cubicBezTo>
                    <a:pt x="0" y="198824"/>
                    <a:pt x="0" y="198824"/>
                    <a:pt x="0" y="198824"/>
                  </a:cubicBezTo>
                  <a:close/>
                </a:path>
              </a:pathLst>
            </a:custGeom>
            <a:noFill/>
            <a:ln w="9352" cap="rnd">
              <a:solidFill>
                <a:srgbClr val="7F7F7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4EABBAB0-F5CF-10AA-D159-BCCDC364F518}"/>
                </a:ext>
              </a:extLst>
            </p:cNvPr>
            <p:cNvSpPr txBox="1"/>
            <p:nvPr/>
          </p:nvSpPr>
          <p:spPr>
            <a:xfrm>
              <a:off x="3261084" y="4519044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环保意识</a:t>
              </a:r>
            </a:p>
          </p:txBody>
        </p:sp>
      </p:grpSp>
      <p:grpSp>
        <p:nvGrpSpPr>
          <p:cNvPr id="58" name="图形 1">
            <a:extLst>
              <a:ext uri="{FF2B5EF4-FFF2-40B4-BE49-F238E27FC236}">
                <a16:creationId xmlns:a16="http://schemas.microsoft.com/office/drawing/2014/main" id="{7EE1643B-A93C-1399-6F0D-9F5C3CB24313}"/>
              </a:ext>
            </a:extLst>
          </p:cNvPr>
          <p:cNvGrpSpPr/>
          <p:nvPr/>
        </p:nvGrpSpPr>
        <p:grpSpPr>
          <a:xfrm>
            <a:off x="847749" y="4112017"/>
            <a:ext cx="1166433" cy="397647"/>
            <a:chOff x="3068355" y="5042746"/>
            <a:chExt cx="1166433" cy="397647"/>
          </a:xfrm>
        </p:grpSpPr>
        <p:sp>
          <p:nvSpPr>
            <p:cNvPr id="59" name="任意形状 58">
              <a:extLst>
                <a:ext uri="{FF2B5EF4-FFF2-40B4-BE49-F238E27FC236}">
                  <a16:creationId xmlns:a16="http://schemas.microsoft.com/office/drawing/2014/main" id="{EC8CC37C-B5CC-4091-2ACB-0448DB7307EB}"/>
                </a:ext>
              </a:extLst>
            </p:cNvPr>
            <p:cNvSpPr/>
            <p:nvPr/>
          </p:nvSpPr>
          <p:spPr>
            <a:xfrm>
              <a:off x="3068355" y="5042746"/>
              <a:ext cx="1166433" cy="397647"/>
            </a:xfrm>
            <a:custGeom>
              <a:avLst/>
              <a:gdLst>
                <a:gd name="csX0" fmla="*/ 0 w 1166433"/>
                <a:gd name="csY0" fmla="*/ 198823 h 397647"/>
                <a:gd name="csX1" fmla="*/ 0 w 1166433"/>
                <a:gd name="csY1" fmla="*/ 198823 h 397647"/>
                <a:gd name="csX2" fmla="*/ 583217 w 1166433"/>
                <a:gd name="csY2" fmla="*/ 0 h 397647"/>
                <a:gd name="csX3" fmla="*/ 1166434 w 1166433"/>
                <a:gd name="csY3" fmla="*/ 198823 h 397647"/>
                <a:gd name="csX4" fmla="*/ 1166434 w 1166433"/>
                <a:gd name="csY4" fmla="*/ 198823 h 397647"/>
                <a:gd name="csX5" fmla="*/ 583217 w 1166433"/>
                <a:gd name="csY5" fmla="*/ 397648 h 397647"/>
                <a:gd name="csX6" fmla="*/ 0 w 1166433"/>
                <a:gd name="csY6" fmla="*/ 198824 h 397647"/>
                <a:gd name="csX7" fmla="*/ 0 w 1166433"/>
                <a:gd name="csY7" fmla="*/ 198823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66433" h="397647">
                  <a:moveTo>
                    <a:pt x="0" y="198823"/>
                  </a:moveTo>
                  <a:lnTo>
                    <a:pt x="0" y="198823"/>
                  </a:lnTo>
                  <a:cubicBezTo>
                    <a:pt x="0" y="89016"/>
                    <a:pt x="261116" y="0"/>
                    <a:pt x="583217" y="0"/>
                  </a:cubicBezTo>
                  <a:cubicBezTo>
                    <a:pt x="905319" y="0"/>
                    <a:pt x="1166434" y="89016"/>
                    <a:pt x="1166434" y="198823"/>
                  </a:cubicBezTo>
                  <a:lnTo>
                    <a:pt x="1166434" y="198823"/>
                  </a:lnTo>
                  <a:cubicBezTo>
                    <a:pt x="1166434" y="308631"/>
                    <a:pt x="905319" y="397648"/>
                    <a:pt x="583217" y="397648"/>
                  </a:cubicBezTo>
                  <a:cubicBezTo>
                    <a:pt x="261116" y="397648"/>
                    <a:pt x="0" y="308631"/>
                    <a:pt x="0" y="198824"/>
                  </a:cubicBezTo>
                  <a:cubicBezTo>
                    <a:pt x="0" y="198823"/>
                    <a:pt x="0" y="198823"/>
                    <a:pt x="0" y="198823"/>
                  </a:cubicBezTo>
                  <a:close/>
                </a:path>
              </a:pathLst>
            </a:custGeom>
            <a:noFill/>
            <a:ln w="9352" cap="rnd">
              <a:solidFill>
                <a:srgbClr val="7F7F7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95BFF492-6D06-9D02-0296-E18315CC6018}"/>
                </a:ext>
              </a:extLst>
            </p:cNvPr>
            <p:cNvSpPr txBox="1"/>
            <p:nvPr/>
          </p:nvSpPr>
          <p:spPr>
            <a:xfrm>
              <a:off x="3194597" y="5115516"/>
              <a:ext cx="931047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现状满意度</a:t>
              </a:r>
            </a:p>
          </p:txBody>
        </p:sp>
      </p:grpSp>
      <p:grpSp>
        <p:nvGrpSpPr>
          <p:cNvPr id="61" name="图形 1">
            <a:extLst>
              <a:ext uri="{FF2B5EF4-FFF2-40B4-BE49-F238E27FC236}">
                <a16:creationId xmlns:a16="http://schemas.microsoft.com/office/drawing/2014/main" id="{294FEE0D-D62E-F2A5-FE13-79FAED4218A6}"/>
              </a:ext>
            </a:extLst>
          </p:cNvPr>
          <p:cNvGrpSpPr/>
          <p:nvPr/>
        </p:nvGrpSpPr>
        <p:grpSpPr>
          <a:xfrm>
            <a:off x="795431" y="5159156"/>
            <a:ext cx="1271069" cy="397647"/>
            <a:chOff x="3016037" y="6089885"/>
            <a:chExt cx="1271069" cy="397647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41CF354-AB0E-F9EF-0FE7-E843930E9BA8}"/>
                </a:ext>
              </a:extLst>
            </p:cNvPr>
            <p:cNvSpPr/>
            <p:nvPr/>
          </p:nvSpPr>
          <p:spPr>
            <a:xfrm>
              <a:off x="3016037" y="6089885"/>
              <a:ext cx="1271069" cy="397647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53CEE89E-6655-3466-9F0C-471D33E45FE3}"/>
                </a:ext>
              </a:extLst>
            </p:cNvPr>
            <p:cNvSpPr/>
            <p:nvPr/>
          </p:nvSpPr>
          <p:spPr>
            <a:xfrm>
              <a:off x="3016037" y="6089885"/>
              <a:ext cx="1271069" cy="397647"/>
            </a:xfrm>
            <a:prstGeom prst="rect">
              <a:avLst/>
            </a:pr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495302FB-D81D-D0FF-150B-39523F9E7407}"/>
                </a:ext>
              </a:extLst>
            </p:cNvPr>
            <p:cNvSpPr txBox="1"/>
            <p:nvPr/>
          </p:nvSpPr>
          <p:spPr>
            <a:xfrm>
              <a:off x="3268938" y="6079985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 dirty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社会经济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4D005251-B480-BDFD-4452-7D2BE4887488}"/>
                </a:ext>
              </a:extLst>
            </p:cNvPr>
            <p:cNvSpPr txBox="1"/>
            <p:nvPr/>
          </p:nvSpPr>
          <p:spPr>
            <a:xfrm>
              <a:off x="3418572" y="6245327"/>
              <a:ext cx="482146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属性</a:t>
              </a:r>
            </a:p>
          </p:txBody>
        </p:sp>
      </p:grpSp>
      <p:grpSp>
        <p:nvGrpSpPr>
          <p:cNvPr id="66" name="图形 1">
            <a:extLst>
              <a:ext uri="{FF2B5EF4-FFF2-40B4-BE49-F238E27FC236}">
                <a16:creationId xmlns:a16="http://schemas.microsoft.com/office/drawing/2014/main" id="{770872A3-D481-EFC8-35DD-0AF882B870BD}"/>
              </a:ext>
            </a:extLst>
          </p:cNvPr>
          <p:cNvGrpSpPr/>
          <p:nvPr/>
        </p:nvGrpSpPr>
        <p:grpSpPr>
          <a:xfrm>
            <a:off x="768219" y="769122"/>
            <a:ext cx="1337343" cy="397647"/>
            <a:chOff x="2988825" y="1699851"/>
            <a:chExt cx="1337343" cy="397647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EA64CE76-2702-8DEF-3A2B-E5A7081C5E6A}"/>
                </a:ext>
              </a:extLst>
            </p:cNvPr>
            <p:cNvSpPr/>
            <p:nvPr/>
          </p:nvSpPr>
          <p:spPr>
            <a:xfrm>
              <a:off x="2988825" y="1699851"/>
              <a:ext cx="1337343" cy="397647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364C1AB0-E6C2-3BED-B8CB-7332B00C286C}"/>
                </a:ext>
              </a:extLst>
            </p:cNvPr>
            <p:cNvSpPr/>
            <p:nvPr/>
          </p:nvSpPr>
          <p:spPr>
            <a:xfrm>
              <a:off x="2988825" y="1699851"/>
              <a:ext cx="1337343" cy="397647"/>
            </a:xfrm>
            <a:prstGeom prst="rect">
              <a:avLst/>
            </a:pr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8A49B849-CFC1-6211-CF5B-2058AC36EA8D}"/>
                </a:ext>
              </a:extLst>
            </p:cNvPr>
            <p:cNvSpPr txBox="1"/>
            <p:nvPr/>
          </p:nvSpPr>
          <p:spPr>
            <a:xfrm>
              <a:off x="3267100" y="1772622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态度陈述</a:t>
              </a:r>
            </a:p>
          </p:txBody>
        </p:sp>
      </p:grpSp>
      <p:grpSp>
        <p:nvGrpSpPr>
          <p:cNvPr id="70" name="图形 1">
            <a:extLst>
              <a:ext uri="{FF2B5EF4-FFF2-40B4-BE49-F238E27FC236}">
                <a16:creationId xmlns:a16="http://schemas.microsoft.com/office/drawing/2014/main" id="{FA051109-3E31-97A5-9381-AF81A1663E54}"/>
              </a:ext>
            </a:extLst>
          </p:cNvPr>
          <p:cNvGrpSpPr/>
          <p:nvPr/>
        </p:nvGrpSpPr>
        <p:grpSpPr>
          <a:xfrm>
            <a:off x="795431" y="5821902"/>
            <a:ext cx="1271069" cy="397647"/>
            <a:chOff x="3016037" y="6752631"/>
            <a:chExt cx="1271069" cy="397647"/>
          </a:xfrm>
        </p:grpSpPr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459844D6-1A6A-6D46-9AFD-DE6320E66D23}"/>
                </a:ext>
              </a:extLst>
            </p:cNvPr>
            <p:cNvSpPr/>
            <p:nvPr/>
          </p:nvSpPr>
          <p:spPr>
            <a:xfrm>
              <a:off x="3016037" y="6752631"/>
              <a:ext cx="1271069" cy="397647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C30C7D4C-77CC-E488-2367-459492758A8E}"/>
                </a:ext>
              </a:extLst>
            </p:cNvPr>
            <p:cNvSpPr/>
            <p:nvPr/>
          </p:nvSpPr>
          <p:spPr>
            <a:xfrm>
              <a:off x="3016037" y="6752631"/>
              <a:ext cx="1271069" cy="397647"/>
            </a:xfrm>
            <a:prstGeom prst="rect">
              <a:avLst/>
            </a:pr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29AE98C2-52BC-38BE-CD48-4870462F84AB}"/>
                </a:ext>
              </a:extLst>
            </p:cNvPr>
            <p:cNvSpPr txBox="1"/>
            <p:nvPr/>
          </p:nvSpPr>
          <p:spPr>
            <a:xfrm>
              <a:off x="3260591" y="6742732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出行模式</a:t>
              </a: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CA558512-BD4A-3F08-503B-0C3C7A606EE7}"/>
                </a:ext>
              </a:extLst>
            </p:cNvPr>
            <p:cNvSpPr txBox="1"/>
            <p:nvPr/>
          </p:nvSpPr>
          <p:spPr>
            <a:xfrm>
              <a:off x="3410224" y="6908074"/>
              <a:ext cx="482146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属性</a:t>
              </a:r>
            </a:p>
          </p:txBody>
        </p:sp>
      </p:grpSp>
      <p:sp>
        <p:nvSpPr>
          <p:cNvPr id="75" name="任意形状 74">
            <a:extLst>
              <a:ext uri="{FF2B5EF4-FFF2-40B4-BE49-F238E27FC236}">
                <a16:creationId xmlns:a16="http://schemas.microsoft.com/office/drawing/2014/main" id="{3DB58783-35BD-4ADD-0014-0AB2A2019985}"/>
              </a:ext>
            </a:extLst>
          </p:cNvPr>
          <p:cNvSpPr/>
          <p:nvPr/>
        </p:nvSpPr>
        <p:spPr>
          <a:xfrm>
            <a:off x="1426290" y="4714854"/>
            <a:ext cx="9352" cy="205713"/>
          </a:xfrm>
          <a:custGeom>
            <a:avLst/>
            <a:gdLst>
              <a:gd name="csX0" fmla="*/ 0 w 9352"/>
              <a:gd name="csY0" fmla="*/ 205714 h 205713"/>
              <a:gd name="csX1" fmla="*/ 0 w 9352"/>
              <a:gd name="csY1" fmla="*/ 0 h 2057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352" h="205713">
                <a:moveTo>
                  <a:pt x="0" y="205714"/>
                </a:moveTo>
                <a:lnTo>
                  <a:pt x="0" y="0"/>
                </a:lnTo>
              </a:path>
            </a:pathLst>
          </a:custGeom>
          <a:ln w="2338" cap="rnd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6" name="图形 1">
            <a:extLst>
              <a:ext uri="{FF2B5EF4-FFF2-40B4-BE49-F238E27FC236}">
                <a16:creationId xmlns:a16="http://schemas.microsoft.com/office/drawing/2014/main" id="{F5F397D6-A3FF-3747-AB04-2DB7CCE389FE}"/>
              </a:ext>
            </a:extLst>
          </p:cNvPr>
          <p:cNvGrpSpPr/>
          <p:nvPr/>
        </p:nvGrpSpPr>
        <p:grpSpPr>
          <a:xfrm>
            <a:off x="1403060" y="1232262"/>
            <a:ext cx="55810" cy="348062"/>
            <a:chOff x="3623666" y="2162991"/>
            <a:chExt cx="55810" cy="348062"/>
          </a:xfrm>
        </p:grpSpPr>
        <p:sp>
          <p:nvSpPr>
            <p:cNvPr id="77" name="任意形状 76">
              <a:extLst>
                <a:ext uri="{FF2B5EF4-FFF2-40B4-BE49-F238E27FC236}">
                  <a16:creationId xmlns:a16="http://schemas.microsoft.com/office/drawing/2014/main" id="{E4317F60-1AA9-206D-C076-3C15388C0B3B}"/>
                </a:ext>
              </a:extLst>
            </p:cNvPr>
            <p:cNvSpPr/>
            <p:nvPr/>
          </p:nvSpPr>
          <p:spPr>
            <a:xfrm>
              <a:off x="3623666" y="2162991"/>
              <a:ext cx="55810" cy="348062"/>
            </a:xfrm>
            <a:custGeom>
              <a:avLst/>
              <a:gdLst>
                <a:gd name="csX0" fmla="*/ 27905 w 55810"/>
                <a:gd name="csY0" fmla="*/ 0 h 348062"/>
                <a:gd name="csX1" fmla="*/ 55811 w 55810"/>
                <a:gd name="csY1" fmla="*/ 79250 h 348062"/>
                <a:gd name="csX2" fmla="*/ 41858 w 55810"/>
                <a:gd name="csY2" fmla="*/ 79250 h 348062"/>
                <a:gd name="csX3" fmla="*/ 41858 w 55810"/>
                <a:gd name="csY3" fmla="*/ 348062 h 348062"/>
                <a:gd name="csX4" fmla="*/ 27905 w 55810"/>
                <a:gd name="csY4" fmla="*/ 348062 h 348062"/>
                <a:gd name="csX5" fmla="*/ 13953 w 55810"/>
                <a:gd name="csY5" fmla="*/ 348062 h 348062"/>
                <a:gd name="csX6" fmla="*/ 13953 w 55810"/>
                <a:gd name="csY6" fmla="*/ 79250 h 348062"/>
                <a:gd name="csX7" fmla="*/ 0 w 55810"/>
                <a:gd name="csY7" fmla="*/ 79250 h 3480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810" h="348062">
                  <a:moveTo>
                    <a:pt x="27905" y="0"/>
                  </a:moveTo>
                  <a:lnTo>
                    <a:pt x="55811" y="79250"/>
                  </a:lnTo>
                  <a:lnTo>
                    <a:pt x="41858" y="79250"/>
                  </a:lnTo>
                  <a:lnTo>
                    <a:pt x="41858" y="348062"/>
                  </a:lnTo>
                  <a:lnTo>
                    <a:pt x="27905" y="348062"/>
                  </a:lnTo>
                  <a:lnTo>
                    <a:pt x="13953" y="348062"/>
                  </a:lnTo>
                  <a:lnTo>
                    <a:pt x="13953" y="79250"/>
                  </a:lnTo>
                  <a:lnTo>
                    <a:pt x="0" y="79250"/>
                  </a:lnTo>
                  <a:close/>
                </a:path>
              </a:pathLst>
            </a:custGeom>
            <a:solidFill>
              <a:srgbClr val="000000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任意形状 77">
              <a:extLst>
                <a:ext uri="{FF2B5EF4-FFF2-40B4-BE49-F238E27FC236}">
                  <a16:creationId xmlns:a16="http://schemas.microsoft.com/office/drawing/2014/main" id="{1586452D-4171-2DC1-EB39-9D471A274121}"/>
                </a:ext>
              </a:extLst>
            </p:cNvPr>
            <p:cNvSpPr/>
            <p:nvPr/>
          </p:nvSpPr>
          <p:spPr>
            <a:xfrm>
              <a:off x="3623666" y="2162991"/>
              <a:ext cx="55810" cy="348062"/>
            </a:xfrm>
            <a:custGeom>
              <a:avLst/>
              <a:gdLst>
                <a:gd name="csX0" fmla="*/ 27905 w 55810"/>
                <a:gd name="csY0" fmla="*/ 0 h 348062"/>
                <a:gd name="csX1" fmla="*/ 55811 w 55810"/>
                <a:gd name="csY1" fmla="*/ 79250 h 348062"/>
                <a:gd name="csX2" fmla="*/ 41858 w 55810"/>
                <a:gd name="csY2" fmla="*/ 79250 h 348062"/>
                <a:gd name="csX3" fmla="*/ 41858 w 55810"/>
                <a:gd name="csY3" fmla="*/ 348062 h 348062"/>
                <a:gd name="csX4" fmla="*/ 27905 w 55810"/>
                <a:gd name="csY4" fmla="*/ 348062 h 348062"/>
                <a:gd name="csX5" fmla="*/ 13953 w 55810"/>
                <a:gd name="csY5" fmla="*/ 348062 h 348062"/>
                <a:gd name="csX6" fmla="*/ 13953 w 55810"/>
                <a:gd name="csY6" fmla="*/ 79250 h 348062"/>
                <a:gd name="csX7" fmla="*/ 0 w 55810"/>
                <a:gd name="csY7" fmla="*/ 79250 h 3480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810" h="348062">
                  <a:moveTo>
                    <a:pt x="27905" y="0"/>
                  </a:moveTo>
                  <a:lnTo>
                    <a:pt x="55811" y="79250"/>
                  </a:lnTo>
                  <a:lnTo>
                    <a:pt x="41858" y="79250"/>
                  </a:lnTo>
                  <a:lnTo>
                    <a:pt x="41858" y="348062"/>
                  </a:lnTo>
                  <a:lnTo>
                    <a:pt x="27905" y="348062"/>
                  </a:lnTo>
                  <a:lnTo>
                    <a:pt x="13953" y="348062"/>
                  </a:lnTo>
                  <a:lnTo>
                    <a:pt x="13953" y="79250"/>
                  </a:lnTo>
                  <a:lnTo>
                    <a:pt x="0" y="79250"/>
                  </a:lnTo>
                  <a:close/>
                </a:path>
              </a:pathLst>
            </a:custGeom>
            <a:noFill/>
            <a:ln w="7014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" name="图形 1">
            <a:extLst>
              <a:ext uri="{FF2B5EF4-FFF2-40B4-BE49-F238E27FC236}">
                <a16:creationId xmlns:a16="http://schemas.microsoft.com/office/drawing/2014/main" id="{14F06F0D-2240-6C08-E2C3-7B47373998B3}"/>
              </a:ext>
            </a:extLst>
          </p:cNvPr>
          <p:cNvGrpSpPr/>
          <p:nvPr/>
        </p:nvGrpSpPr>
        <p:grpSpPr>
          <a:xfrm>
            <a:off x="190927" y="769122"/>
            <a:ext cx="308558" cy="3833326"/>
            <a:chOff x="2411533" y="1699851"/>
            <a:chExt cx="308558" cy="3833326"/>
          </a:xfrm>
        </p:grpSpPr>
        <p:grpSp>
          <p:nvGrpSpPr>
            <p:cNvPr id="80" name="图形 1">
              <a:extLst>
                <a:ext uri="{FF2B5EF4-FFF2-40B4-BE49-F238E27FC236}">
                  <a16:creationId xmlns:a16="http://schemas.microsoft.com/office/drawing/2014/main" id="{1A8B586E-2F14-4B3C-D3CE-FAE877AC23B6}"/>
                </a:ext>
              </a:extLst>
            </p:cNvPr>
            <p:cNvGrpSpPr/>
            <p:nvPr/>
          </p:nvGrpSpPr>
          <p:grpSpPr>
            <a:xfrm>
              <a:off x="2411533" y="1699851"/>
              <a:ext cx="307982" cy="3833326"/>
              <a:chOff x="2411533" y="1699851"/>
              <a:chExt cx="307982" cy="3833326"/>
            </a:xfrm>
          </p:grpSpPr>
          <p:grpSp>
            <p:nvGrpSpPr>
              <p:cNvPr id="81" name="图形 1">
                <a:extLst>
                  <a:ext uri="{FF2B5EF4-FFF2-40B4-BE49-F238E27FC236}">
                    <a16:creationId xmlns:a16="http://schemas.microsoft.com/office/drawing/2014/main" id="{A6AD5AD1-918B-F663-ECE9-9A69763BF08D}"/>
                  </a:ext>
                </a:extLst>
              </p:cNvPr>
              <p:cNvGrpSpPr/>
              <p:nvPr/>
            </p:nvGrpSpPr>
            <p:grpSpPr>
              <a:xfrm>
                <a:off x="2411533" y="1699851"/>
                <a:ext cx="24971" cy="3833326"/>
                <a:chOff x="2411533" y="1699851"/>
                <a:chExt cx="24971" cy="3833326"/>
              </a:xfrm>
            </p:grpSpPr>
            <p:sp>
              <p:nvSpPr>
                <p:cNvPr id="82" name="任意形状 81">
                  <a:extLst>
                    <a:ext uri="{FF2B5EF4-FFF2-40B4-BE49-F238E27FC236}">
                      <a16:creationId xmlns:a16="http://schemas.microsoft.com/office/drawing/2014/main" id="{0D14615F-3297-EECA-965A-B5A75908D0B2}"/>
                    </a:ext>
                  </a:extLst>
                </p:cNvPr>
                <p:cNvSpPr/>
                <p:nvPr/>
              </p:nvSpPr>
              <p:spPr>
                <a:xfrm>
                  <a:off x="2411533" y="1699851"/>
                  <a:ext cx="24971" cy="3833326"/>
                </a:xfrm>
                <a:custGeom>
                  <a:avLst/>
                  <a:gdLst>
                    <a:gd name="csX0" fmla="*/ 24972 w 24971"/>
                    <a:gd name="csY0" fmla="*/ 3833327 h 3833326"/>
                    <a:gd name="csX1" fmla="*/ 24972 w 24971"/>
                    <a:gd name="csY1" fmla="*/ 14924 h 3833326"/>
                    <a:gd name="csX2" fmla="*/ 0 w 24971"/>
                    <a:gd name="csY2" fmla="*/ 0 h 3833326"/>
                    <a:gd name="csX3" fmla="*/ 0 w 24971"/>
                    <a:gd name="csY3" fmla="*/ 3818403 h 38333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971" h="3833326">
                      <a:moveTo>
                        <a:pt x="24972" y="3833327"/>
                      </a:moveTo>
                      <a:lnTo>
                        <a:pt x="24972" y="14924"/>
                      </a:lnTo>
                      <a:lnTo>
                        <a:pt x="0" y="0"/>
                      </a:lnTo>
                      <a:lnTo>
                        <a:pt x="0" y="3818403"/>
                      </a:lnTo>
                      <a:close/>
                    </a:path>
                  </a:pathLst>
                </a:custGeom>
                <a:solidFill>
                  <a:srgbClr val="EAEFF9"/>
                </a:solidFill>
                <a:ln w="935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" name="任意形状 82">
                  <a:extLst>
                    <a:ext uri="{FF2B5EF4-FFF2-40B4-BE49-F238E27FC236}">
                      <a16:creationId xmlns:a16="http://schemas.microsoft.com/office/drawing/2014/main" id="{1656602C-1528-2426-8BC9-E213FC06C4A9}"/>
                    </a:ext>
                  </a:extLst>
                </p:cNvPr>
                <p:cNvSpPr/>
                <p:nvPr/>
              </p:nvSpPr>
              <p:spPr>
                <a:xfrm>
                  <a:off x="2411533" y="1699851"/>
                  <a:ext cx="24971" cy="3833326"/>
                </a:xfrm>
                <a:custGeom>
                  <a:avLst/>
                  <a:gdLst>
                    <a:gd name="csX0" fmla="*/ 24972 w 24971"/>
                    <a:gd name="csY0" fmla="*/ 3833327 h 3833326"/>
                    <a:gd name="csX1" fmla="*/ 24972 w 24971"/>
                    <a:gd name="csY1" fmla="*/ 14924 h 3833326"/>
                    <a:gd name="csX2" fmla="*/ 0 w 24971"/>
                    <a:gd name="csY2" fmla="*/ 0 h 3833326"/>
                    <a:gd name="csX3" fmla="*/ 0 w 24971"/>
                    <a:gd name="csY3" fmla="*/ 3818403 h 38333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971" h="3833326">
                      <a:moveTo>
                        <a:pt x="24972" y="3833327"/>
                      </a:moveTo>
                      <a:lnTo>
                        <a:pt x="24972" y="14924"/>
                      </a:lnTo>
                      <a:lnTo>
                        <a:pt x="0" y="0"/>
                      </a:lnTo>
                      <a:lnTo>
                        <a:pt x="0" y="3818403"/>
                      </a:lnTo>
                      <a:close/>
                    </a:path>
                  </a:pathLst>
                </a:custGeom>
                <a:noFill/>
                <a:ln w="2338" cap="rnd">
                  <a:solidFill>
                    <a:srgbClr val="DAE2F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图形 1">
                <a:extLst>
                  <a:ext uri="{FF2B5EF4-FFF2-40B4-BE49-F238E27FC236}">
                    <a16:creationId xmlns:a16="http://schemas.microsoft.com/office/drawing/2014/main" id="{4171CD86-5DE6-3E28-CA9E-B75A7CA6C6D6}"/>
                  </a:ext>
                </a:extLst>
              </p:cNvPr>
              <p:cNvGrpSpPr/>
              <p:nvPr/>
            </p:nvGrpSpPr>
            <p:grpSpPr>
              <a:xfrm>
                <a:off x="2411533" y="1699851"/>
                <a:ext cx="307982" cy="14923"/>
                <a:chOff x="2411533" y="1699851"/>
                <a:chExt cx="307982" cy="14923"/>
              </a:xfrm>
            </p:grpSpPr>
            <p:sp>
              <p:nvSpPr>
                <p:cNvPr id="85" name="任意形状 84">
                  <a:extLst>
                    <a:ext uri="{FF2B5EF4-FFF2-40B4-BE49-F238E27FC236}">
                      <a16:creationId xmlns:a16="http://schemas.microsoft.com/office/drawing/2014/main" id="{0197BB1B-1E7E-FA41-875B-E2F966CB1609}"/>
                    </a:ext>
                  </a:extLst>
                </p:cNvPr>
                <p:cNvSpPr/>
                <p:nvPr/>
              </p:nvSpPr>
              <p:spPr>
                <a:xfrm>
                  <a:off x="2411533" y="1699851"/>
                  <a:ext cx="307982" cy="14923"/>
                </a:xfrm>
                <a:custGeom>
                  <a:avLst/>
                  <a:gdLst>
                    <a:gd name="csX0" fmla="*/ 307982 w 307982"/>
                    <a:gd name="csY0" fmla="*/ 14924 h 14923"/>
                    <a:gd name="csX1" fmla="*/ 283011 w 307982"/>
                    <a:gd name="csY1" fmla="*/ 0 h 14923"/>
                    <a:gd name="csX2" fmla="*/ 0 w 307982"/>
                    <a:gd name="csY2" fmla="*/ 0 h 14923"/>
                    <a:gd name="csX3" fmla="*/ 24972 w 307982"/>
                    <a:gd name="csY3" fmla="*/ 14924 h 1492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07982" h="14923">
                      <a:moveTo>
                        <a:pt x="307982" y="14924"/>
                      </a:moveTo>
                      <a:lnTo>
                        <a:pt x="283011" y="0"/>
                      </a:lnTo>
                      <a:lnTo>
                        <a:pt x="0" y="0"/>
                      </a:lnTo>
                      <a:lnTo>
                        <a:pt x="24972" y="14924"/>
                      </a:lnTo>
                      <a:close/>
                    </a:path>
                  </a:pathLst>
                </a:custGeom>
                <a:solidFill>
                  <a:srgbClr val="B3C4E6"/>
                </a:solidFill>
                <a:ln w="935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" name="任意形状 85">
                  <a:extLst>
                    <a:ext uri="{FF2B5EF4-FFF2-40B4-BE49-F238E27FC236}">
                      <a16:creationId xmlns:a16="http://schemas.microsoft.com/office/drawing/2014/main" id="{A61EC799-E13F-1C1C-7334-B6300480F631}"/>
                    </a:ext>
                  </a:extLst>
                </p:cNvPr>
                <p:cNvSpPr/>
                <p:nvPr/>
              </p:nvSpPr>
              <p:spPr>
                <a:xfrm>
                  <a:off x="2411533" y="1699851"/>
                  <a:ext cx="307982" cy="14923"/>
                </a:xfrm>
                <a:custGeom>
                  <a:avLst/>
                  <a:gdLst>
                    <a:gd name="csX0" fmla="*/ 307982 w 307982"/>
                    <a:gd name="csY0" fmla="*/ 14924 h 14923"/>
                    <a:gd name="csX1" fmla="*/ 283011 w 307982"/>
                    <a:gd name="csY1" fmla="*/ 0 h 14923"/>
                    <a:gd name="csX2" fmla="*/ 0 w 307982"/>
                    <a:gd name="csY2" fmla="*/ 0 h 14923"/>
                    <a:gd name="csX3" fmla="*/ 24972 w 307982"/>
                    <a:gd name="csY3" fmla="*/ 14924 h 1492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07982" h="14923">
                      <a:moveTo>
                        <a:pt x="307982" y="14924"/>
                      </a:moveTo>
                      <a:lnTo>
                        <a:pt x="283011" y="0"/>
                      </a:lnTo>
                      <a:lnTo>
                        <a:pt x="0" y="0"/>
                      </a:lnTo>
                      <a:lnTo>
                        <a:pt x="24972" y="14924"/>
                      </a:lnTo>
                      <a:close/>
                    </a:path>
                  </a:pathLst>
                </a:custGeom>
                <a:noFill/>
                <a:ln w="2338" cap="rnd">
                  <a:solidFill>
                    <a:srgbClr val="DAE2F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7" name="图形 1">
                <a:extLst>
                  <a:ext uri="{FF2B5EF4-FFF2-40B4-BE49-F238E27FC236}">
                    <a16:creationId xmlns:a16="http://schemas.microsoft.com/office/drawing/2014/main" id="{B7AAA1AD-9EFB-1F10-2DED-1D92DBAD4994}"/>
                  </a:ext>
                </a:extLst>
              </p:cNvPr>
              <p:cNvGrpSpPr/>
              <p:nvPr/>
            </p:nvGrpSpPr>
            <p:grpSpPr>
              <a:xfrm>
                <a:off x="2436505" y="1714775"/>
                <a:ext cx="283010" cy="3818402"/>
                <a:chOff x="2436505" y="1714775"/>
                <a:chExt cx="283010" cy="3818402"/>
              </a:xfrm>
            </p:grpSpPr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221CA83A-B1CD-312F-E986-BCE0B5FDFEC5}"/>
                    </a:ext>
                  </a:extLst>
                </p:cNvPr>
                <p:cNvSpPr/>
                <p:nvPr/>
              </p:nvSpPr>
              <p:spPr>
                <a:xfrm>
                  <a:off x="2436505" y="1714775"/>
                  <a:ext cx="283010" cy="3818402"/>
                </a:xfrm>
                <a:prstGeom prst="rect">
                  <a:avLst/>
                </a:prstGeom>
                <a:solidFill>
                  <a:srgbClr val="DAE2F3"/>
                </a:solidFill>
                <a:ln w="935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" name="矩形 88">
                  <a:extLst>
                    <a:ext uri="{FF2B5EF4-FFF2-40B4-BE49-F238E27FC236}">
                      <a16:creationId xmlns:a16="http://schemas.microsoft.com/office/drawing/2014/main" id="{47F84020-5A08-E68B-3A9E-F6C6AD6F123A}"/>
                    </a:ext>
                  </a:extLst>
                </p:cNvPr>
                <p:cNvSpPr/>
                <p:nvPr/>
              </p:nvSpPr>
              <p:spPr>
                <a:xfrm>
                  <a:off x="2436505" y="1714775"/>
                  <a:ext cx="283010" cy="3818402"/>
                </a:xfrm>
                <a:prstGeom prst="rect">
                  <a:avLst/>
                </a:prstGeom>
                <a:noFill/>
                <a:ln w="2338" cap="rnd">
                  <a:solidFill>
                    <a:srgbClr val="DAE2F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1A647F10-BF65-967A-14B3-B8949ECBBA2B}"/>
                </a:ext>
              </a:extLst>
            </p:cNvPr>
            <p:cNvSpPr txBox="1"/>
            <p:nvPr/>
          </p:nvSpPr>
          <p:spPr>
            <a:xfrm rot="16200000">
              <a:off x="2131468" y="3458254"/>
              <a:ext cx="87716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350" b="1" spc="0" baseline="0" dirty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测量模型</a:t>
              </a:r>
            </a:p>
          </p:txBody>
        </p:sp>
      </p:grpSp>
      <p:grpSp>
        <p:nvGrpSpPr>
          <p:cNvPr id="91" name="图形 1">
            <a:extLst>
              <a:ext uri="{FF2B5EF4-FFF2-40B4-BE49-F238E27FC236}">
                <a16:creationId xmlns:a16="http://schemas.microsoft.com/office/drawing/2014/main" id="{AC82BAE0-1697-AC9F-4CAB-CC0E7C00C586}"/>
              </a:ext>
            </a:extLst>
          </p:cNvPr>
          <p:cNvGrpSpPr/>
          <p:nvPr/>
        </p:nvGrpSpPr>
        <p:grpSpPr>
          <a:xfrm>
            <a:off x="190927" y="4683382"/>
            <a:ext cx="308558" cy="1668717"/>
            <a:chOff x="2411533" y="5614111"/>
            <a:chExt cx="308558" cy="1668717"/>
          </a:xfrm>
        </p:grpSpPr>
        <p:grpSp>
          <p:nvGrpSpPr>
            <p:cNvPr id="92" name="图形 1">
              <a:extLst>
                <a:ext uri="{FF2B5EF4-FFF2-40B4-BE49-F238E27FC236}">
                  <a16:creationId xmlns:a16="http://schemas.microsoft.com/office/drawing/2014/main" id="{4234ECBE-A785-0A09-3E3C-19F6837E4C88}"/>
                </a:ext>
              </a:extLst>
            </p:cNvPr>
            <p:cNvGrpSpPr/>
            <p:nvPr/>
          </p:nvGrpSpPr>
          <p:grpSpPr>
            <a:xfrm>
              <a:off x="2411533" y="5614111"/>
              <a:ext cx="307982" cy="1668717"/>
              <a:chOff x="2411533" y="5614111"/>
              <a:chExt cx="307982" cy="1668717"/>
            </a:xfrm>
          </p:grpSpPr>
          <p:grpSp>
            <p:nvGrpSpPr>
              <p:cNvPr id="93" name="图形 1">
                <a:extLst>
                  <a:ext uri="{FF2B5EF4-FFF2-40B4-BE49-F238E27FC236}">
                    <a16:creationId xmlns:a16="http://schemas.microsoft.com/office/drawing/2014/main" id="{EBEC7482-053B-EA58-8DE3-105C87971A1A}"/>
                  </a:ext>
                </a:extLst>
              </p:cNvPr>
              <p:cNvGrpSpPr/>
              <p:nvPr/>
            </p:nvGrpSpPr>
            <p:grpSpPr>
              <a:xfrm>
                <a:off x="2411533" y="5614111"/>
                <a:ext cx="24971" cy="1668717"/>
                <a:chOff x="2411533" y="5614111"/>
                <a:chExt cx="24971" cy="1668717"/>
              </a:xfrm>
            </p:grpSpPr>
            <p:sp>
              <p:nvSpPr>
                <p:cNvPr id="94" name="任意形状 93">
                  <a:extLst>
                    <a:ext uri="{FF2B5EF4-FFF2-40B4-BE49-F238E27FC236}">
                      <a16:creationId xmlns:a16="http://schemas.microsoft.com/office/drawing/2014/main" id="{C16E56C1-CDE8-B02E-3D0B-9E5C0EB8F17B}"/>
                    </a:ext>
                  </a:extLst>
                </p:cNvPr>
                <p:cNvSpPr/>
                <p:nvPr/>
              </p:nvSpPr>
              <p:spPr>
                <a:xfrm>
                  <a:off x="2411533" y="5614111"/>
                  <a:ext cx="24971" cy="1668717"/>
                </a:xfrm>
                <a:custGeom>
                  <a:avLst/>
                  <a:gdLst>
                    <a:gd name="csX0" fmla="*/ 24972 w 24971"/>
                    <a:gd name="csY0" fmla="*/ 1668717 h 1668717"/>
                    <a:gd name="csX1" fmla="*/ 24972 w 24971"/>
                    <a:gd name="csY1" fmla="*/ 6497 h 1668717"/>
                    <a:gd name="csX2" fmla="*/ 0 w 24971"/>
                    <a:gd name="csY2" fmla="*/ 0 h 1668717"/>
                    <a:gd name="csX3" fmla="*/ 0 w 24971"/>
                    <a:gd name="csY3" fmla="*/ 1662221 h 16687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971" h="1668717">
                      <a:moveTo>
                        <a:pt x="24972" y="1668717"/>
                      </a:moveTo>
                      <a:lnTo>
                        <a:pt x="24972" y="6497"/>
                      </a:lnTo>
                      <a:lnTo>
                        <a:pt x="0" y="0"/>
                      </a:lnTo>
                      <a:lnTo>
                        <a:pt x="0" y="1662221"/>
                      </a:lnTo>
                      <a:close/>
                    </a:path>
                  </a:pathLst>
                </a:custGeom>
                <a:solidFill>
                  <a:srgbClr val="DADADA"/>
                </a:solidFill>
                <a:ln w="935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" name="任意形状 94">
                  <a:extLst>
                    <a:ext uri="{FF2B5EF4-FFF2-40B4-BE49-F238E27FC236}">
                      <a16:creationId xmlns:a16="http://schemas.microsoft.com/office/drawing/2014/main" id="{96F43D90-F9AE-8BEB-CDCD-A1438C29EFCC}"/>
                    </a:ext>
                  </a:extLst>
                </p:cNvPr>
                <p:cNvSpPr/>
                <p:nvPr/>
              </p:nvSpPr>
              <p:spPr>
                <a:xfrm>
                  <a:off x="2411533" y="5614111"/>
                  <a:ext cx="24971" cy="1668717"/>
                </a:xfrm>
                <a:custGeom>
                  <a:avLst/>
                  <a:gdLst>
                    <a:gd name="csX0" fmla="*/ 24972 w 24971"/>
                    <a:gd name="csY0" fmla="*/ 1668717 h 1668717"/>
                    <a:gd name="csX1" fmla="*/ 24972 w 24971"/>
                    <a:gd name="csY1" fmla="*/ 6497 h 1668717"/>
                    <a:gd name="csX2" fmla="*/ 0 w 24971"/>
                    <a:gd name="csY2" fmla="*/ 0 h 1668717"/>
                    <a:gd name="csX3" fmla="*/ 0 w 24971"/>
                    <a:gd name="csY3" fmla="*/ 1662221 h 16687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971" h="1668717">
                      <a:moveTo>
                        <a:pt x="24972" y="1668717"/>
                      </a:moveTo>
                      <a:lnTo>
                        <a:pt x="24972" y="6497"/>
                      </a:lnTo>
                      <a:lnTo>
                        <a:pt x="0" y="0"/>
                      </a:lnTo>
                      <a:lnTo>
                        <a:pt x="0" y="1662221"/>
                      </a:lnTo>
                      <a:close/>
                    </a:path>
                  </a:pathLst>
                </a:custGeom>
                <a:noFill/>
                <a:ln w="2338" cap="rnd">
                  <a:solidFill>
                    <a:srgbClr val="DAE2F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6" name="图形 1">
                <a:extLst>
                  <a:ext uri="{FF2B5EF4-FFF2-40B4-BE49-F238E27FC236}">
                    <a16:creationId xmlns:a16="http://schemas.microsoft.com/office/drawing/2014/main" id="{E8EC326E-7E80-F407-147B-107677D8FFCC}"/>
                  </a:ext>
                </a:extLst>
              </p:cNvPr>
              <p:cNvGrpSpPr/>
              <p:nvPr/>
            </p:nvGrpSpPr>
            <p:grpSpPr>
              <a:xfrm>
                <a:off x="2411533" y="5614111"/>
                <a:ext cx="307982" cy="6496"/>
                <a:chOff x="2411533" y="5614111"/>
                <a:chExt cx="307982" cy="6496"/>
              </a:xfrm>
            </p:grpSpPr>
            <p:sp>
              <p:nvSpPr>
                <p:cNvPr id="97" name="任意形状 96">
                  <a:extLst>
                    <a:ext uri="{FF2B5EF4-FFF2-40B4-BE49-F238E27FC236}">
                      <a16:creationId xmlns:a16="http://schemas.microsoft.com/office/drawing/2014/main" id="{9D501812-80B5-69D6-D5BF-E840ED8C663E}"/>
                    </a:ext>
                  </a:extLst>
                </p:cNvPr>
                <p:cNvSpPr/>
                <p:nvPr/>
              </p:nvSpPr>
              <p:spPr>
                <a:xfrm>
                  <a:off x="2411533" y="5614111"/>
                  <a:ext cx="307982" cy="6496"/>
                </a:xfrm>
                <a:custGeom>
                  <a:avLst/>
                  <a:gdLst>
                    <a:gd name="csX0" fmla="*/ 307982 w 307982"/>
                    <a:gd name="csY0" fmla="*/ 6497 h 6496"/>
                    <a:gd name="csX1" fmla="*/ 283011 w 307982"/>
                    <a:gd name="csY1" fmla="*/ 0 h 6496"/>
                    <a:gd name="csX2" fmla="*/ 0 w 307982"/>
                    <a:gd name="csY2" fmla="*/ 0 h 6496"/>
                    <a:gd name="csX3" fmla="*/ 24972 w 307982"/>
                    <a:gd name="csY3" fmla="*/ 6497 h 64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07982" h="6496">
                      <a:moveTo>
                        <a:pt x="307982" y="6497"/>
                      </a:moveTo>
                      <a:lnTo>
                        <a:pt x="283011" y="0"/>
                      </a:lnTo>
                      <a:lnTo>
                        <a:pt x="0" y="0"/>
                      </a:lnTo>
                      <a:lnTo>
                        <a:pt x="24972" y="6497"/>
                      </a:lnTo>
                      <a:close/>
                    </a:path>
                  </a:pathLst>
                </a:custGeom>
                <a:solidFill>
                  <a:srgbClr val="DADADA"/>
                </a:solidFill>
                <a:ln w="935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" name="任意形状 97">
                  <a:extLst>
                    <a:ext uri="{FF2B5EF4-FFF2-40B4-BE49-F238E27FC236}">
                      <a16:creationId xmlns:a16="http://schemas.microsoft.com/office/drawing/2014/main" id="{6A827507-686E-3847-DF73-921C4E9EB032}"/>
                    </a:ext>
                  </a:extLst>
                </p:cNvPr>
                <p:cNvSpPr/>
                <p:nvPr/>
              </p:nvSpPr>
              <p:spPr>
                <a:xfrm>
                  <a:off x="2411533" y="5614111"/>
                  <a:ext cx="307982" cy="6496"/>
                </a:xfrm>
                <a:custGeom>
                  <a:avLst/>
                  <a:gdLst>
                    <a:gd name="csX0" fmla="*/ 307982 w 307982"/>
                    <a:gd name="csY0" fmla="*/ 6497 h 6496"/>
                    <a:gd name="csX1" fmla="*/ 283011 w 307982"/>
                    <a:gd name="csY1" fmla="*/ 0 h 6496"/>
                    <a:gd name="csX2" fmla="*/ 0 w 307982"/>
                    <a:gd name="csY2" fmla="*/ 0 h 6496"/>
                    <a:gd name="csX3" fmla="*/ 24972 w 307982"/>
                    <a:gd name="csY3" fmla="*/ 6497 h 64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07982" h="6496">
                      <a:moveTo>
                        <a:pt x="307982" y="6497"/>
                      </a:moveTo>
                      <a:lnTo>
                        <a:pt x="283011" y="0"/>
                      </a:lnTo>
                      <a:lnTo>
                        <a:pt x="0" y="0"/>
                      </a:lnTo>
                      <a:lnTo>
                        <a:pt x="24972" y="6497"/>
                      </a:lnTo>
                      <a:close/>
                    </a:path>
                  </a:pathLst>
                </a:custGeom>
                <a:noFill/>
                <a:ln w="2338" cap="rnd">
                  <a:solidFill>
                    <a:srgbClr val="DAE2F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9" name="图形 1">
                <a:extLst>
                  <a:ext uri="{FF2B5EF4-FFF2-40B4-BE49-F238E27FC236}">
                    <a16:creationId xmlns:a16="http://schemas.microsoft.com/office/drawing/2014/main" id="{C78238F1-A4FD-2DC8-006F-CB8C5D420B27}"/>
                  </a:ext>
                </a:extLst>
              </p:cNvPr>
              <p:cNvGrpSpPr/>
              <p:nvPr/>
            </p:nvGrpSpPr>
            <p:grpSpPr>
              <a:xfrm>
                <a:off x="2436505" y="5620608"/>
                <a:ext cx="283010" cy="1662220"/>
                <a:chOff x="2436505" y="5620608"/>
                <a:chExt cx="283010" cy="1662220"/>
              </a:xfrm>
            </p:grpSpPr>
            <p:sp>
              <p:nvSpPr>
                <p:cNvPr id="100" name="矩形 99">
                  <a:extLst>
                    <a:ext uri="{FF2B5EF4-FFF2-40B4-BE49-F238E27FC236}">
                      <a16:creationId xmlns:a16="http://schemas.microsoft.com/office/drawing/2014/main" id="{C372F860-8CB1-DDDE-3046-0F8681F3DE00}"/>
                    </a:ext>
                  </a:extLst>
                </p:cNvPr>
                <p:cNvSpPr/>
                <p:nvPr/>
              </p:nvSpPr>
              <p:spPr>
                <a:xfrm>
                  <a:off x="2436505" y="5620608"/>
                  <a:ext cx="283010" cy="1662220"/>
                </a:xfrm>
                <a:prstGeom prst="rect">
                  <a:avLst/>
                </a:prstGeom>
                <a:solidFill>
                  <a:srgbClr val="DADADA"/>
                </a:solidFill>
                <a:ln w="935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" name="矩形 100">
                  <a:extLst>
                    <a:ext uri="{FF2B5EF4-FFF2-40B4-BE49-F238E27FC236}">
                      <a16:creationId xmlns:a16="http://schemas.microsoft.com/office/drawing/2014/main" id="{1D78B753-751C-6F76-6673-ADEC334AE629}"/>
                    </a:ext>
                  </a:extLst>
                </p:cNvPr>
                <p:cNvSpPr/>
                <p:nvPr/>
              </p:nvSpPr>
              <p:spPr>
                <a:xfrm>
                  <a:off x="2436505" y="5620608"/>
                  <a:ext cx="283010" cy="1662220"/>
                </a:xfrm>
                <a:prstGeom prst="rect">
                  <a:avLst/>
                </a:prstGeom>
                <a:noFill/>
                <a:ln w="2338" cap="rnd">
                  <a:solidFill>
                    <a:srgbClr val="DAE2F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2" name="图形 1">
              <a:extLst>
                <a:ext uri="{FF2B5EF4-FFF2-40B4-BE49-F238E27FC236}">
                  <a16:creationId xmlns:a16="http://schemas.microsoft.com/office/drawing/2014/main" id="{8B04AF84-900A-6BE1-91D6-7F0945A699DB}"/>
                </a:ext>
              </a:extLst>
            </p:cNvPr>
            <p:cNvGrpSpPr/>
            <p:nvPr/>
          </p:nvGrpSpPr>
          <p:grpSpPr>
            <a:xfrm>
              <a:off x="2420009" y="5620608"/>
              <a:ext cx="300082" cy="1662220"/>
              <a:chOff x="2420009" y="5620608"/>
              <a:chExt cx="300082" cy="1662220"/>
            </a:xfrm>
          </p:grpSpPr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ECC2992-D4B1-476E-1587-C631E85F41F2}"/>
                  </a:ext>
                </a:extLst>
              </p:cNvPr>
              <p:cNvSpPr/>
              <p:nvPr/>
            </p:nvSpPr>
            <p:spPr>
              <a:xfrm>
                <a:off x="2436505" y="5620608"/>
                <a:ext cx="283010" cy="1662220"/>
              </a:xfrm>
              <a:prstGeom prst="rect">
                <a:avLst/>
              </a:prstGeom>
              <a:solidFill>
                <a:srgbClr val="DADADA"/>
              </a:solidFill>
              <a:ln w="935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EF6FA961-2644-793D-5325-2935A668CC62}"/>
                  </a:ext>
                </a:extLst>
              </p:cNvPr>
              <p:cNvSpPr txBox="1"/>
              <p:nvPr/>
            </p:nvSpPr>
            <p:spPr>
              <a:xfrm rot="16200000">
                <a:off x="2131468" y="6286125"/>
                <a:ext cx="877163" cy="3000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350" b="1" spc="0" baseline="0">
                    <a:ln/>
                    <a:solidFill>
                      <a:srgbClr val="000000"/>
                    </a:solidFill>
                    <a:latin typeface="宋体"/>
                    <a:ea typeface="宋体"/>
                    <a:sym typeface="宋体"/>
                    <a:rtl val="0"/>
                  </a:rPr>
                  <a:t>结构模型</a:t>
                </a:r>
              </a:p>
            </p:txBody>
          </p:sp>
        </p:grpSp>
      </p:grpSp>
      <p:grpSp>
        <p:nvGrpSpPr>
          <p:cNvPr id="105" name="图形 1">
            <a:extLst>
              <a:ext uri="{FF2B5EF4-FFF2-40B4-BE49-F238E27FC236}">
                <a16:creationId xmlns:a16="http://schemas.microsoft.com/office/drawing/2014/main" id="{2E12BCE4-19D4-FEEF-A588-D28D4C836EB1}"/>
              </a:ext>
            </a:extLst>
          </p:cNvPr>
          <p:cNvGrpSpPr/>
          <p:nvPr/>
        </p:nvGrpSpPr>
        <p:grpSpPr>
          <a:xfrm>
            <a:off x="2788582" y="2243071"/>
            <a:ext cx="1166434" cy="397647"/>
            <a:chOff x="5009188" y="3173800"/>
            <a:chExt cx="1166434" cy="397647"/>
          </a:xfrm>
        </p:grpSpPr>
        <p:sp>
          <p:nvSpPr>
            <p:cNvPr id="106" name="任意形状 105">
              <a:extLst>
                <a:ext uri="{FF2B5EF4-FFF2-40B4-BE49-F238E27FC236}">
                  <a16:creationId xmlns:a16="http://schemas.microsoft.com/office/drawing/2014/main" id="{EE152336-ADAE-5081-D5B4-597DC1D70CF7}"/>
                </a:ext>
              </a:extLst>
            </p:cNvPr>
            <p:cNvSpPr/>
            <p:nvPr/>
          </p:nvSpPr>
          <p:spPr>
            <a:xfrm>
              <a:off x="5009188" y="3173800"/>
              <a:ext cx="1166434" cy="397647"/>
            </a:xfrm>
            <a:custGeom>
              <a:avLst/>
              <a:gdLst>
                <a:gd name="csX0" fmla="*/ 72902 w 1166434"/>
                <a:gd name="csY0" fmla="*/ 0 h 397647"/>
                <a:gd name="csX1" fmla="*/ 1020630 w 1166434"/>
                <a:gd name="csY1" fmla="*/ 0 h 397647"/>
                <a:gd name="csX2" fmla="*/ 1093532 w 1166434"/>
                <a:gd name="csY2" fmla="*/ 24853 h 397647"/>
                <a:gd name="csX3" fmla="*/ 1093532 w 1166434"/>
                <a:gd name="csY3" fmla="*/ 12426 h 397647"/>
                <a:gd name="csX4" fmla="*/ 1129983 w 1166434"/>
                <a:gd name="csY4" fmla="*/ 37279 h 397647"/>
                <a:gd name="csX5" fmla="*/ 1129983 w 1166434"/>
                <a:gd name="csY5" fmla="*/ 24853 h 397647"/>
                <a:gd name="csX6" fmla="*/ 1166434 w 1166434"/>
                <a:gd name="csY6" fmla="*/ 49706 h 397647"/>
                <a:gd name="csX7" fmla="*/ 1166434 w 1166434"/>
                <a:gd name="csY7" fmla="*/ 372795 h 397647"/>
                <a:gd name="csX8" fmla="*/ 1093532 w 1166434"/>
                <a:gd name="csY8" fmla="*/ 397648 h 397647"/>
                <a:gd name="csX9" fmla="*/ 145805 w 1166434"/>
                <a:gd name="csY9" fmla="*/ 397648 h 397647"/>
                <a:gd name="csX10" fmla="*/ 72902 w 1166434"/>
                <a:gd name="csY10" fmla="*/ 385221 h 397647"/>
                <a:gd name="csX11" fmla="*/ 36451 w 1166434"/>
                <a:gd name="csY11" fmla="*/ 372795 h 397647"/>
                <a:gd name="csX12" fmla="*/ 0 w 1166434"/>
                <a:gd name="csY12" fmla="*/ 347942 h 397647"/>
                <a:gd name="csX13" fmla="*/ 0 w 1166434"/>
                <a:gd name="csY13" fmla="*/ 24853 h 397647"/>
                <a:gd name="csX14" fmla="*/ 72902 w 1166434"/>
                <a:gd name="csY14" fmla="*/ 0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166434" h="397647">
                  <a:moveTo>
                    <a:pt x="72902" y="0"/>
                  </a:moveTo>
                  <a:lnTo>
                    <a:pt x="1020630" y="0"/>
                  </a:lnTo>
                  <a:cubicBezTo>
                    <a:pt x="1093532" y="0"/>
                    <a:pt x="1093532" y="0"/>
                    <a:pt x="1093532" y="24853"/>
                  </a:cubicBezTo>
                  <a:lnTo>
                    <a:pt x="1093532" y="12426"/>
                  </a:lnTo>
                  <a:cubicBezTo>
                    <a:pt x="1129983" y="12426"/>
                    <a:pt x="1129983" y="12426"/>
                    <a:pt x="1129983" y="37279"/>
                  </a:cubicBezTo>
                  <a:lnTo>
                    <a:pt x="1129983" y="24853"/>
                  </a:lnTo>
                  <a:cubicBezTo>
                    <a:pt x="1166434" y="24853"/>
                    <a:pt x="1166434" y="24853"/>
                    <a:pt x="1166434" y="49706"/>
                  </a:cubicBezTo>
                  <a:lnTo>
                    <a:pt x="1166434" y="372795"/>
                  </a:lnTo>
                  <a:cubicBezTo>
                    <a:pt x="1166434" y="397648"/>
                    <a:pt x="1166434" y="397648"/>
                    <a:pt x="1093532" y="397648"/>
                  </a:cubicBezTo>
                  <a:lnTo>
                    <a:pt x="145805" y="397648"/>
                  </a:lnTo>
                  <a:cubicBezTo>
                    <a:pt x="72902" y="397648"/>
                    <a:pt x="72902" y="397648"/>
                    <a:pt x="72902" y="385221"/>
                  </a:cubicBezTo>
                  <a:cubicBezTo>
                    <a:pt x="36451" y="385221"/>
                    <a:pt x="36451" y="385221"/>
                    <a:pt x="36451" y="372795"/>
                  </a:cubicBez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72902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任意形状 106">
              <a:extLst>
                <a:ext uri="{FF2B5EF4-FFF2-40B4-BE49-F238E27FC236}">
                  <a16:creationId xmlns:a16="http://schemas.microsoft.com/office/drawing/2014/main" id="{AC3C00A2-2E05-324A-11B1-5BCF615DDF5A}"/>
                </a:ext>
              </a:extLst>
            </p:cNvPr>
            <p:cNvSpPr/>
            <p:nvPr/>
          </p:nvSpPr>
          <p:spPr>
            <a:xfrm>
              <a:off x="5009188" y="3173800"/>
              <a:ext cx="1166434" cy="397647"/>
            </a:xfrm>
            <a:custGeom>
              <a:avLst/>
              <a:gdLst>
                <a:gd name="csX0" fmla="*/ 72902 w 1166434"/>
                <a:gd name="csY0" fmla="*/ 0 h 397647"/>
                <a:gd name="csX1" fmla="*/ 1020630 w 1166434"/>
                <a:gd name="csY1" fmla="*/ 0 h 397647"/>
                <a:gd name="csX2" fmla="*/ 1093532 w 1166434"/>
                <a:gd name="csY2" fmla="*/ 24853 h 397647"/>
                <a:gd name="csX3" fmla="*/ 1093532 w 1166434"/>
                <a:gd name="csY3" fmla="*/ 347942 h 397647"/>
                <a:gd name="csX4" fmla="*/ 1020630 w 1166434"/>
                <a:gd name="csY4" fmla="*/ 372795 h 397647"/>
                <a:gd name="csX5" fmla="*/ 72902 w 1166434"/>
                <a:gd name="csY5" fmla="*/ 372795 h 397647"/>
                <a:gd name="csX6" fmla="*/ 0 w 1166434"/>
                <a:gd name="csY6" fmla="*/ 347942 h 397647"/>
                <a:gd name="csX7" fmla="*/ 0 w 1166434"/>
                <a:gd name="csY7" fmla="*/ 24853 h 397647"/>
                <a:gd name="csX8" fmla="*/ 72902 w 1166434"/>
                <a:gd name="csY8" fmla="*/ 0 h 397647"/>
                <a:gd name="csX9" fmla="*/ 1093532 w 1166434"/>
                <a:gd name="csY9" fmla="*/ 12426 h 397647"/>
                <a:gd name="csX10" fmla="*/ 1129983 w 1166434"/>
                <a:gd name="csY10" fmla="*/ 37279 h 397647"/>
                <a:gd name="csX11" fmla="*/ 1129983 w 1166434"/>
                <a:gd name="csY11" fmla="*/ 372795 h 397647"/>
                <a:gd name="csX12" fmla="*/ 1057081 w 1166434"/>
                <a:gd name="csY12" fmla="*/ 385221 h 397647"/>
                <a:gd name="csX13" fmla="*/ 109353 w 1166434"/>
                <a:gd name="csY13" fmla="*/ 385221 h 397647"/>
                <a:gd name="csX14" fmla="*/ 36451 w 1166434"/>
                <a:gd name="csY14" fmla="*/ 372795 h 397647"/>
                <a:gd name="csX15" fmla="*/ 1129983 w 1166434"/>
                <a:gd name="csY15" fmla="*/ 24853 h 397647"/>
                <a:gd name="csX16" fmla="*/ 1166434 w 1166434"/>
                <a:gd name="csY16" fmla="*/ 49706 h 397647"/>
                <a:gd name="csX17" fmla="*/ 1166434 w 1166434"/>
                <a:gd name="csY17" fmla="*/ 372795 h 397647"/>
                <a:gd name="csX18" fmla="*/ 1093532 w 1166434"/>
                <a:gd name="csY18" fmla="*/ 397648 h 397647"/>
                <a:gd name="csX19" fmla="*/ 145805 w 1166434"/>
                <a:gd name="csY19" fmla="*/ 397648 h 397647"/>
                <a:gd name="csX20" fmla="*/ 72902 w 1166434"/>
                <a:gd name="csY20" fmla="*/ 385221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166434" h="397647">
                  <a:moveTo>
                    <a:pt x="72902" y="0"/>
                  </a:moveTo>
                  <a:lnTo>
                    <a:pt x="1020630" y="0"/>
                  </a:lnTo>
                  <a:cubicBezTo>
                    <a:pt x="1093532" y="0"/>
                    <a:pt x="1093532" y="0"/>
                    <a:pt x="1093532" y="24853"/>
                  </a:cubicBezTo>
                  <a:lnTo>
                    <a:pt x="1093532" y="347942"/>
                  </a:lnTo>
                  <a:cubicBezTo>
                    <a:pt x="1093532" y="372795"/>
                    <a:pt x="1093532" y="372795"/>
                    <a:pt x="1020630" y="372795"/>
                  </a:cubicBezTo>
                  <a:lnTo>
                    <a:pt x="72902" y="372795"/>
                  </a:ln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72902" y="0"/>
                  </a:cubicBezTo>
                  <a:moveTo>
                    <a:pt x="1093532" y="12426"/>
                  </a:moveTo>
                  <a:cubicBezTo>
                    <a:pt x="1129983" y="12426"/>
                    <a:pt x="1129983" y="12426"/>
                    <a:pt x="1129983" y="37279"/>
                  </a:cubicBezTo>
                  <a:lnTo>
                    <a:pt x="1129983" y="372795"/>
                  </a:lnTo>
                  <a:cubicBezTo>
                    <a:pt x="1129983" y="385221"/>
                    <a:pt x="1129983" y="385221"/>
                    <a:pt x="1057081" y="385221"/>
                  </a:cubicBezTo>
                  <a:lnTo>
                    <a:pt x="109353" y="385221"/>
                  </a:lnTo>
                  <a:cubicBezTo>
                    <a:pt x="36451" y="385221"/>
                    <a:pt x="36451" y="385221"/>
                    <a:pt x="36451" y="372795"/>
                  </a:cubicBezTo>
                  <a:moveTo>
                    <a:pt x="1129983" y="24853"/>
                  </a:moveTo>
                  <a:cubicBezTo>
                    <a:pt x="1166434" y="24853"/>
                    <a:pt x="1166434" y="24853"/>
                    <a:pt x="1166434" y="49706"/>
                  </a:cubicBezTo>
                  <a:lnTo>
                    <a:pt x="1166434" y="372795"/>
                  </a:lnTo>
                  <a:cubicBezTo>
                    <a:pt x="1166434" y="397648"/>
                    <a:pt x="1166434" y="397648"/>
                    <a:pt x="1093532" y="397648"/>
                  </a:cubicBezTo>
                  <a:lnTo>
                    <a:pt x="145805" y="397648"/>
                  </a:lnTo>
                  <a:cubicBezTo>
                    <a:pt x="72902" y="397648"/>
                    <a:pt x="72902" y="397648"/>
                    <a:pt x="72902" y="385221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BFDC605F-5AB8-37C8-919A-E7D08ABE3492}"/>
                </a:ext>
              </a:extLst>
            </p:cNvPr>
            <p:cNvSpPr txBox="1"/>
            <p:nvPr/>
          </p:nvSpPr>
          <p:spPr>
            <a:xfrm>
              <a:off x="5215168" y="3225694"/>
              <a:ext cx="631780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不转移</a:t>
              </a:r>
            </a:p>
          </p:txBody>
        </p:sp>
      </p:grpSp>
      <p:grpSp>
        <p:nvGrpSpPr>
          <p:cNvPr id="109" name="图形 1">
            <a:extLst>
              <a:ext uri="{FF2B5EF4-FFF2-40B4-BE49-F238E27FC236}">
                <a16:creationId xmlns:a16="http://schemas.microsoft.com/office/drawing/2014/main" id="{5DB46181-7466-A424-D074-4757242BF64A}"/>
              </a:ext>
            </a:extLst>
          </p:cNvPr>
          <p:cNvGrpSpPr/>
          <p:nvPr/>
        </p:nvGrpSpPr>
        <p:grpSpPr>
          <a:xfrm>
            <a:off x="4180350" y="2243071"/>
            <a:ext cx="1166434" cy="397647"/>
            <a:chOff x="6400956" y="3173800"/>
            <a:chExt cx="1166434" cy="397647"/>
          </a:xfrm>
        </p:grpSpPr>
        <p:sp>
          <p:nvSpPr>
            <p:cNvPr id="110" name="任意形状 109">
              <a:extLst>
                <a:ext uri="{FF2B5EF4-FFF2-40B4-BE49-F238E27FC236}">
                  <a16:creationId xmlns:a16="http://schemas.microsoft.com/office/drawing/2014/main" id="{A7C7EF9F-3535-28CA-7353-A0DD828AD481}"/>
                </a:ext>
              </a:extLst>
            </p:cNvPr>
            <p:cNvSpPr/>
            <p:nvPr/>
          </p:nvSpPr>
          <p:spPr>
            <a:xfrm>
              <a:off x="6400956" y="3173800"/>
              <a:ext cx="1166434" cy="397647"/>
            </a:xfrm>
            <a:custGeom>
              <a:avLst/>
              <a:gdLst>
                <a:gd name="csX0" fmla="*/ 72902 w 1166434"/>
                <a:gd name="csY0" fmla="*/ 0 h 397647"/>
                <a:gd name="csX1" fmla="*/ 1020630 w 1166434"/>
                <a:gd name="csY1" fmla="*/ 0 h 397647"/>
                <a:gd name="csX2" fmla="*/ 1093531 w 1166434"/>
                <a:gd name="csY2" fmla="*/ 24853 h 397647"/>
                <a:gd name="csX3" fmla="*/ 1093531 w 1166434"/>
                <a:gd name="csY3" fmla="*/ 12426 h 397647"/>
                <a:gd name="csX4" fmla="*/ 1129983 w 1166434"/>
                <a:gd name="csY4" fmla="*/ 37279 h 397647"/>
                <a:gd name="csX5" fmla="*/ 1129983 w 1166434"/>
                <a:gd name="csY5" fmla="*/ 24853 h 397647"/>
                <a:gd name="csX6" fmla="*/ 1166434 w 1166434"/>
                <a:gd name="csY6" fmla="*/ 49706 h 397647"/>
                <a:gd name="csX7" fmla="*/ 1166434 w 1166434"/>
                <a:gd name="csY7" fmla="*/ 372795 h 397647"/>
                <a:gd name="csX8" fmla="*/ 1093531 w 1166434"/>
                <a:gd name="csY8" fmla="*/ 397648 h 397647"/>
                <a:gd name="csX9" fmla="*/ 145804 w 1166434"/>
                <a:gd name="csY9" fmla="*/ 397648 h 397647"/>
                <a:gd name="csX10" fmla="*/ 72902 w 1166434"/>
                <a:gd name="csY10" fmla="*/ 385221 h 397647"/>
                <a:gd name="csX11" fmla="*/ 36451 w 1166434"/>
                <a:gd name="csY11" fmla="*/ 372795 h 397647"/>
                <a:gd name="csX12" fmla="*/ 0 w 1166434"/>
                <a:gd name="csY12" fmla="*/ 347942 h 397647"/>
                <a:gd name="csX13" fmla="*/ 0 w 1166434"/>
                <a:gd name="csY13" fmla="*/ 24853 h 397647"/>
                <a:gd name="csX14" fmla="*/ 72902 w 1166434"/>
                <a:gd name="csY14" fmla="*/ 0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166434" h="397647">
                  <a:moveTo>
                    <a:pt x="72902" y="0"/>
                  </a:moveTo>
                  <a:lnTo>
                    <a:pt x="1020630" y="0"/>
                  </a:lnTo>
                  <a:cubicBezTo>
                    <a:pt x="1093531" y="0"/>
                    <a:pt x="1093531" y="0"/>
                    <a:pt x="1093531" y="24853"/>
                  </a:cubicBezTo>
                  <a:lnTo>
                    <a:pt x="1093531" y="12426"/>
                  </a:lnTo>
                  <a:cubicBezTo>
                    <a:pt x="1129983" y="12426"/>
                    <a:pt x="1129983" y="12426"/>
                    <a:pt x="1129983" y="37279"/>
                  </a:cubicBezTo>
                  <a:lnTo>
                    <a:pt x="1129983" y="24853"/>
                  </a:lnTo>
                  <a:cubicBezTo>
                    <a:pt x="1166434" y="24853"/>
                    <a:pt x="1166434" y="24853"/>
                    <a:pt x="1166434" y="49706"/>
                  </a:cubicBezTo>
                  <a:lnTo>
                    <a:pt x="1166434" y="372795"/>
                  </a:lnTo>
                  <a:cubicBezTo>
                    <a:pt x="1166434" y="397648"/>
                    <a:pt x="1166434" y="397648"/>
                    <a:pt x="1093531" y="397648"/>
                  </a:cubicBezTo>
                  <a:lnTo>
                    <a:pt x="145804" y="397648"/>
                  </a:lnTo>
                  <a:cubicBezTo>
                    <a:pt x="72902" y="397648"/>
                    <a:pt x="72902" y="397648"/>
                    <a:pt x="72902" y="385221"/>
                  </a:cubicBezTo>
                  <a:cubicBezTo>
                    <a:pt x="36451" y="385221"/>
                    <a:pt x="36451" y="385221"/>
                    <a:pt x="36451" y="372795"/>
                  </a:cubicBez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72902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任意形状 110">
              <a:extLst>
                <a:ext uri="{FF2B5EF4-FFF2-40B4-BE49-F238E27FC236}">
                  <a16:creationId xmlns:a16="http://schemas.microsoft.com/office/drawing/2014/main" id="{E8AA804D-5D13-C186-000A-CFE2D5A3AC7D}"/>
                </a:ext>
              </a:extLst>
            </p:cNvPr>
            <p:cNvSpPr/>
            <p:nvPr/>
          </p:nvSpPr>
          <p:spPr>
            <a:xfrm>
              <a:off x="6400956" y="3173800"/>
              <a:ext cx="1166434" cy="397647"/>
            </a:xfrm>
            <a:custGeom>
              <a:avLst/>
              <a:gdLst>
                <a:gd name="csX0" fmla="*/ 72902 w 1166434"/>
                <a:gd name="csY0" fmla="*/ 0 h 397647"/>
                <a:gd name="csX1" fmla="*/ 1020630 w 1166434"/>
                <a:gd name="csY1" fmla="*/ 0 h 397647"/>
                <a:gd name="csX2" fmla="*/ 1093531 w 1166434"/>
                <a:gd name="csY2" fmla="*/ 24853 h 397647"/>
                <a:gd name="csX3" fmla="*/ 1093531 w 1166434"/>
                <a:gd name="csY3" fmla="*/ 347942 h 397647"/>
                <a:gd name="csX4" fmla="*/ 1020630 w 1166434"/>
                <a:gd name="csY4" fmla="*/ 372795 h 397647"/>
                <a:gd name="csX5" fmla="*/ 72902 w 1166434"/>
                <a:gd name="csY5" fmla="*/ 372795 h 397647"/>
                <a:gd name="csX6" fmla="*/ 0 w 1166434"/>
                <a:gd name="csY6" fmla="*/ 347942 h 397647"/>
                <a:gd name="csX7" fmla="*/ 0 w 1166434"/>
                <a:gd name="csY7" fmla="*/ 24853 h 397647"/>
                <a:gd name="csX8" fmla="*/ 72902 w 1166434"/>
                <a:gd name="csY8" fmla="*/ 0 h 397647"/>
                <a:gd name="csX9" fmla="*/ 1093531 w 1166434"/>
                <a:gd name="csY9" fmla="*/ 12426 h 397647"/>
                <a:gd name="csX10" fmla="*/ 1129983 w 1166434"/>
                <a:gd name="csY10" fmla="*/ 37279 h 397647"/>
                <a:gd name="csX11" fmla="*/ 1129983 w 1166434"/>
                <a:gd name="csY11" fmla="*/ 372795 h 397647"/>
                <a:gd name="csX12" fmla="*/ 1057081 w 1166434"/>
                <a:gd name="csY12" fmla="*/ 385221 h 397647"/>
                <a:gd name="csX13" fmla="*/ 109353 w 1166434"/>
                <a:gd name="csY13" fmla="*/ 385221 h 397647"/>
                <a:gd name="csX14" fmla="*/ 36451 w 1166434"/>
                <a:gd name="csY14" fmla="*/ 372795 h 397647"/>
                <a:gd name="csX15" fmla="*/ 1129983 w 1166434"/>
                <a:gd name="csY15" fmla="*/ 24853 h 397647"/>
                <a:gd name="csX16" fmla="*/ 1166434 w 1166434"/>
                <a:gd name="csY16" fmla="*/ 49706 h 397647"/>
                <a:gd name="csX17" fmla="*/ 1166434 w 1166434"/>
                <a:gd name="csY17" fmla="*/ 372795 h 397647"/>
                <a:gd name="csX18" fmla="*/ 1093531 w 1166434"/>
                <a:gd name="csY18" fmla="*/ 397648 h 397647"/>
                <a:gd name="csX19" fmla="*/ 145804 w 1166434"/>
                <a:gd name="csY19" fmla="*/ 397648 h 397647"/>
                <a:gd name="csX20" fmla="*/ 72902 w 1166434"/>
                <a:gd name="csY20" fmla="*/ 385221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166434" h="397647">
                  <a:moveTo>
                    <a:pt x="72902" y="0"/>
                  </a:moveTo>
                  <a:lnTo>
                    <a:pt x="1020630" y="0"/>
                  </a:lnTo>
                  <a:cubicBezTo>
                    <a:pt x="1093531" y="0"/>
                    <a:pt x="1093531" y="0"/>
                    <a:pt x="1093531" y="24853"/>
                  </a:cubicBezTo>
                  <a:lnTo>
                    <a:pt x="1093531" y="347942"/>
                  </a:lnTo>
                  <a:cubicBezTo>
                    <a:pt x="1093531" y="372795"/>
                    <a:pt x="1093531" y="372795"/>
                    <a:pt x="1020630" y="372795"/>
                  </a:cubicBezTo>
                  <a:lnTo>
                    <a:pt x="72902" y="372795"/>
                  </a:ln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72902" y="0"/>
                  </a:cubicBezTo>
                  <a:moveTo>
                    <a:pt x="1093531" y="12426"/>
                  </a:moveTo>
                  <a:cubicBezTo>
                    <a:pt x="1129983" y="12426"/>
                    <a:pt x="1129983" y="12426"/>
                    <a:pt x="1129983" y="37279"/>
                  </a:cubicBezTo>
                  <a:lnTo>
                    <a:pt x="1129983" y="372795"/>
                  </a:lnTo>
                  <a:cubicBezTo>
                    <a:pt x="1129983" y="385221"/>
                    <a:pt x="1129983" y="385221"/>
                    <a:pt x="1057081" y="385221"/>
                  </a:cubicBezTo>
                  <a:lnTo>
                    <a:pt x="109353" y="385221"/>
                  </a:lnTo>
                  <a:cubicBezTo>
                    <a:pt x="36451" y="385221"/>
                    <a:pt x="36451" y="385221"/>
                    <a:pt x="36451" y="372795"/>
                  </a:cubicBezTo>
                  <a:moveTo>
                    <a:pt x="1129983" y="24853"/>
                  </a:moveTo>
                  <a:cubicBezTo>
                    <a:pt x="1166434" y="24853"/>
                    <a:pt x="1166434" y="24853"/>
                    <a:pt x="1166434" y="49706"/>
                  </a:cubicBezTo>
                  <a:lnTo>
                    <a:pt x="1166434" y="372795"/>
                  </a:lnTo>
                  <a:cubicBezTo>
                    <a:pt x="1166434" y="397648"/>
                    <a:pt x="1166434" y="397648"/>
                    <a:pt x="1093531" y="397648"/>
                  </a:cubicBezTo>
                  <a:lnTo>
                    <a:pt x="145804" y="397648"/>
                  </a:lnTo>
                  <a:cubicBezTo>
                    <a:pt x="72902" y="397648"/>
                    <a:pt x="72902" y="397648"/>
                    <a:pt x="72902" y="385221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CBD7808D-972B-CB3F-5324-5E387BB7A8BE}"/>
                </a:ext>
              </a:extLst>
            </p:cNvPr>
            <p:cNvSpPr txBox="1"/>
            <p:nvPr/>
          </p:nvSpPr>
          <p:spPr>
            <a:xfrm>
              <a:off x="6504245" y="3225694"/>
              <a:ext cx="631780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转移至</a:t>
              </a: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B87E3351-DF88-DAA8-755B-5F81D047E2C6}"/>
                </a:ext>
              </a:extLst>
            </p:cNvPr>
            <p:cNvSpPr txBox="1"/>
            <p:nvPr/>
          </p:nvSpPr>
          <p:spPr>
            <a:xfrm>
              <a:off x="6953146" y="3220945"/>
              <a:ext cx="390744" cy="257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M1</a:t>
              </a:r>
            </a:p>
          </p:txBody>
        </p:sp>
      </p:grpSp>
      <p:grpSp>
        <p:nvGrpSpPr>
          <p:cNvPr id="114" name="图形 1">
            <a:extLst>
              <a:ext uri="{FF2B5EF4-FFF2-40B4-BE49-F238E27FC236}">
                <a16:creationId xmlns:a16="http://schemas.microsoft.com/office/drawing/2014/main" id="{8A95047C-2A5C-F90F-137E-3B8512F431E6}"/>
              </a:ext>
            </a:extLst>
          </p:cNvPr>
          <p:cNvGrpSpPr/>
          <p:nvPr/>
        </p:nvGrpSpPr>
        <p:grpSpPr>
          <a:xfrm>
            <a:off x="5505844" y="2243071"/>
            <a:ext cx="1166434" cy="397647"/>
            <a:chOff x="7726450" y="3173800"/>
            <a:chExt cx="1166434" cy="397647"/>
          </a:xfrm>
        </p:grpSpPr>
        <p:sp>
          <p:nvSpPr>
            <p:cNvPr id="115" name="任意形状 114">
              <a:extLst>
                <a:ext uri="{FF2B5EF4-FFF2-40B4-BE49-F238E27FC236}">
                  <a16:creationId xmlns:a16="http://schemas.microsoft.com/office/drawing/2014/main" id="{B337637D-FAA0-C8D4-AEFC-2B6FD0818501}"/>
                </a:ext>
              </a:extLst>
            </p:cNvPr>
            <p:cNvSpPr/>
            <p:nvPr/>
          </p:nvSpPr>
          <p:spPr>
            <a:xfrm>
              <a:off x="7726450" y="3173800"/>
              <a:ext cx="1166434" cy="397647"/>
            </a:xfrm>
            <a:custGeom>
              <a:avLst/>
              <a:gdLst>
                <a:gd name="csX0" fmla="*/ 72902 w 1166434"/>
                <a:gd name="csY0" fmla="*/ 0 h 397647"/>
                <a:gd name="csX1" fmla="*/ 1020629 w 1166434"/>
                <a:gd name="csY1" fmla="*/ 0 h 397647"/>
                <a:gd name="csX2" fmla="*/ 1093531 w 1166434"/>
                <a:gd name="csY2" fmla="*/ 24853 h 397647"/>
                <a:gd name="csX3" fmla="*/ 1093531 w 1166434"/>
                <a:gd name="csY3" fmla="*/ 12426 h 397647"/>
                <a:gd name="csX4" fmla="*/ 1129983 w 1166434"/>
                <a:gd name="csY4" fmla="*/ 37279 h 397647"/>
                <a:gd name="csX5" fmla="*/ 1129983 w 1166434"/>
                <a:gd name="csY5" fmla="*/ 24853 h 397647"/>
                <a:gd name="csX6" fmla="*/ 1166434 w 1166434"/>
                <a:gd name="csY6" fmla="*/ 49706 h 397647"/>
                <a:gd name="csX7" fmla="*/ 1166434 w 1166434"/>
                <a:gd name="csY7" fmla="*/ 372795 h 397647"/>
                <a:gd name="csX8" fmla="*/ 1093531 w 1166434"/>
                <a:gd name="csY8" fmla="*/ 397648 h 397647"/>
                <a:gd name="csX9" fmla="*/ 145804 w 1166434"/>
                <a:gd name="csY9" fmla="*/ 397648 h 397647"/>
                <a:gd name="csX10" fmla="*/ 72902 w 1166434"/>
                <a:gd name="csY10" fmla="*/ 385221 h 397647"/>
                <a:gd name="csX11" fmla="*/ 36451 w 1166434"/>
                <a:gd name="csY11" fmla="*/ 372795 h 397647"/>
                <a:gd name="csX12" fmla="*/ 0 w 1166434"/>
                <a:gd name="csY12" fmla="*/ 347942 h 397647"/>
                <a:gd name="csX13" fmla="*/ 0 w 1166434"/>
                <a:gd name="csY13" fmla="*/ 24853 h 397647"/>
                <a:gd name="csX14" fmla="*/ 72902 w 1166434"/>
                <a:gd name="csY14" fmla="*/ 0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166434" h="397647">
                  <a:moveTo>
                    <a:pt x="72902" y="0"/>
                  </a:moveTo>
                  <a:lnTo>
                    <a:pt x="1020629" y="0"/>
                  </a:lnTo>
                  <a:cubicBezTo>
                    <a:pt x="1093531" y="0"/>
                    <a:pt x="1093531" y="0"/>
                    <a:pt x="1093531" y="24853"/>
                  </a:cubicBezTo>
                  <a:lnTo>
                    <a:pt x="1093531" y="12426"/>
                  </a:lnTo>
                  <a:cubicBezTo>
                    <a:pt x="1129983" y="12426"/>
                    <a:pt x="1129983" y="12426"/>
                    <a:pt x="1129983" y="37279"/>
                  </a:cubicBezTo>
                  <a:lnTo>
                    <a:pt x="1129983" y="24853"/>
                  </a:lnTo>
                  <a:cubicBezTo>
                    <a:pt x="1166434" y="24853"/>
                    <a:pt x="1166434" y="24853"/>
                    <a:pt x="1166434" y="49706"/>
                  </a:cubicBezTo>
                  <a:lnTo>
                    <a:pt x="1166434" y="372795"/>
                  </a:lnTo>
                  <a:cubicBezTo>
                    <a:pt x="1166434" y="397648"/>
                    <a:pt x="1166434" y="397648"/>
                    <a:pt x="1093531" y="397648"/>
                  </a:cubicBezTo>
                  <a:lnTo>
                    <a:pt x="145804" y="397648"/>
                  </a:lnTo>
                  <a:cubicBezTo>
                    <a:pt x="72902" y="397648"/>
                    <a:pt x="72902" y="397648"/>
                    <a:pt x="72902" y="385221"/>
                  </a:cubicBezTo>
                  <a:cubicBezTo>
                    <a:pt x="36451" y="385221"/>
                    <a:pt x="36451" y="385221"/>
                    <a:pt x="36451" y="372795"/>
                  </a:cubicBez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72902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任意形状 115">
              <a:extLst>
                <a:ext uri="{FF2B5EF4-FFF2-40B4-BE49-F238E27FC236}">
                  <a16:creationId xmlns:a16="http://schemas.microsoft.com/office/drawing/2014/main" id="{25386114-5D1A-6246-6833-A357CEAEC4AA}"/>
                </a:ext>
              </a:extLst>
            </p:cNvPr>
            <p:cNvSpPr/>
            <p:nvPr/>
          </p:nvSpPr>
          <p:spPr>
            <a:xfrm>
              <a:off x="7726450" y="3173800"/>
              <a:ext cx="1166434" cy="397647"/>
            </a:xfrm>
            <a:custGeom>
              <a:avLst/>
              <a:gdLst>
                <a:gd name="csX0" fmla="*/ 72902 w 1166434"/>
                <a:gd name="csY0" fmla="*/ 0 h 397647"/>
                <a:gd name="csX1" fmla="*/ 1020629 w 1166434"/>
                <a:gd name="csY1" fmla="*/ 0 h 397647"/>
                <a:gd name="csX2" fmla="*/ 1093531 w 1166434"/>
                <a:gd name="csY2" fmla="*/ 24853 h 397647"/>
                <a:gd name="csX3" fmla="*/ 1093531 w 1166434"/>
                <a:gd name="csY3" fmla="*/ 347942 h 397647"/>
                <a:gd name="csX4" fmla="*/ 1020629 w 1166434"/>
                <a:gd name="csY4" fmla="*/ 372795 h 397647"/>
                <a:gd name="csX5" fmla="*/ 72902 w 1166434"/>
                <a:gd name="csY5" fmla="*/ 372795 h 397647"/>
                <a:gd name="csX6" fmla="*/ 0 w 1166434"/>
                <a:gd name="csY6" fmla="*/ 347942 h 397647"/>
                <a:gd name="csX7" fmla="*/ 0 w 1166434"/>
                <a:gd name="csY7" fmla="*/ 24853 h 397647"/>
                <a:gd name="csX8" fmla="*/ 72902 w 1166434"/>
                <a:gd name="csY8" fmla="*/ 0 h 397647"/>
                <a:gd name="csX9" fmla="*/ 1093531 w 1166434"/>
                <a:gd name="csY9" fmla="*/ 12426 h 397647"/>
                <a:gd name="csX10" fmla="*/ 1129983 w 1166434"/>
                <a:gd name="csY10" fmla="*/ 37279 h 397647"/>
                <a:gd name="csX11" fmla="*/ 1129983 w 1166434"/>
                <a:gd name="csY11" fmla="*/ 372795 h 397647"/>
                <a:gd name="csX12" fmla="*/ 1057081 w 1166434"/>
                <a:gd name="csY12" fmla="*/ 385221 h 397647"/>
                <a:gd name="csX13" fmla="*/ 109353 w 1166434"/>
                <a:gd name="csY13" fmla="*/ 385221 h 397647"/>
                <a:gd name="csX14" fmla="*/ 36451 w 1166434"/>
                <a:gd name="csY14" fmla="*/ 372795 h 397647"/>
                <a:gd name="csX15" fmla="*/ 1129983 w 1166434"/>
                <a:gd name="csY15" fmla="*/ 24853 h 397647"/>
                <a:gd name="csX16" fmla="*/ 1166434 w 1166434"/>
                <a:gd name="csY16" fmla="*/ 49706 h 397647"/>
                <a:gd name="csX17" fmla="*/ 1166434 w 1166434"/>
                <a:gd name="csY17" fmla="*/ 372795 h 397647"/>
                <a:gd name="csX18" fmla="*/ 1093531 w 1166434"/>
                <a:gd name="csY18" fmla="*/ 397648 h 397647"/>
                <a:gd name="csX19" fmla="*/ 145804 w 1166434"/>
                <a:gd name="csY19" fmla="*/ 397648 h 397647"/>
                <a:gd name="csX20" fmla="*/ 72902 w 1166434"/>
                <a:gd name="csY20" fmla="*/ 385221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166434" h="397647">
                  <a:moveTo>
                    <a:pt x="72902" y="0"/>
                  </a:moveTo>
                  <a:lnTo>
                    <a:pt x="1020629" y="0"/>
                  </a:lnTo>
                  <a:cubicBezTo>
                    <a:pt x="1093531" y="0"/>
                    <a:pt x="1093531" y="0"/>
                    <a:pt x="1093531" y="24853"/>
                  </a:cubicBezTo>
                  <a:lnTo>
                    <a:pt x="1093531" y="347942"/>
                  </a:lnTo>
                  <a:cubicBezTo>
                    <a:pt x="1093531" y="372795"/>
                    <a:pt x="1093531" y="372795"/>
                    <a:pt x="1020629" y="372795"/>
                  </a:cubicBezTo>
                  <a:lnTo>
                    <a:pt x="72902" y="372795"/>
                  </a:ln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72902" y="0"/>
                  </a:cubicBezTo>
                  <a:moveTo>
                    <a:pt x="1093531" y="12426"/>
                  </a:moveTo>
                  <a:cubicBezTo>
                    <a:pt x="1129983" y="12426"/>
                    <a:pt x="1129983" y="12426"/>
                    <a:pt x="1129983" y="37279"/>
                  </a:cubicBezTo>
                  <a:lnTo>
                    <a:pt x="1129983" y="372795"/>
                  </a:lnTo>
                  <a:cubicBezTo>
                    <a:pt x="1129983" y="385221"/>
                    <a:pt x="1129983" y="385221"/>
                    <a:pt x="1057081" y="385221"/>
                  </a:cubicBezTo>
                  <a:lnTo>
                    <a:pt x="109353" y="385221"/>
                  </a:lnTo>
                  <a:cubicBezTo>
                    <a:pt x="36451" y="385221"/>
                    <a:pt x="36451" y="385221"/>
                    <a:pt x="36451" y="372795"/>
                  </a:cubicBezTo>
                  <a:moveTo>
                    <a:pt x="1129983" y="24853"/>
                  </a:moveTo>
                  <a:cubicBezTo>
                    <a:pt x="1166434" y="24853"/>
                    <a:pt x="1166434" y="24853"/>
                    <a:pt x="1166434" y="49706"/>
                  </a:cubicBezTo>
                  <a:lnTo>
                    <a:pt x="1166434" y="372795"/>
                  </a:lnTo>
                  <a:cubicBezTo>
                    <a:pt x="1166434" y="397648"/>
                    <a:pt x="1166434" y="397648"/>
                    <a:pt x="1093531" y="397648"/>
                  </a:cubicBezTo>
                  <a:lnTo>
                    <a:pt x="145804" y="397648"/>
                  </a:lnTo>
                  <a:cubicBezTo>
                    <a:pt x="72902" y="397648"/>
                    <a:pt x="72902" y="397648"/>
                    <a:pt x="72902" y="385221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51FFCEF4-6DFE-40C8-EDEB-B546DB558771}"/>
                </a:ext>
              </a:extLst>
            </p:cNvPr>
            <p:cNvSpPr txBox="1"/>
            <p:nvPr/>
          </p:nvSpPr>
          <p:spPr>
            <a:xfrm>
              <a:off x="7829739" y="3225694"/>
              <a:ext cx="631780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转移至</a:t>
              </a:r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6B7F25E9-CB31-924F-87EF-11DE0AD223BF}"/>
                </a:ext>
              </a:extLst>
            </p:cNvPr>
            <p:cNvSpPr txBox="1"/>
            <p:nvPr/>
          </p:nvSpPr>
          <p:spPr>
            <a:xfrm>
              <a:off x="8278639" y="3220945"/>
              <a:ext cx="390744" cy="257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M2</a:t>
              </a:r>
            </a:p>
          </p:txBody>
        </p:sp>
      </p:grpSp>
      <p:grpSp>
        <p:nvGrpSpPr>
          <p:cNvPr id="119" name="图形 1">
            <a:extLst>
              <a:ext uri="{FF2B5EF4-FFF2-40B4-BE49-F238E27FC236}">
                <a16:creationId xmlns:a16="http://schemas.microsoft.com/office/drawing/2014/main" id="{50BA2F72-D370-D33B-A373-7116E815F6E9}"/>
              </a:ext>
            </a:extLst>
          </p:cNvPr>
          <p:cNvGrpSpPr/>
          <p:nvPr/>
        </p:nvGrpSpPr>
        <p:grpSpPr>
          <a:xfrm>
            <a:off x="6924121" y="2243071"/>
            <a:ext cx="1166434" cy="397647"/>
            <a:chOff x="9144727" y="3173800"/>
            <a:chExt cx="1166434" cy="397647"/>
          </a:xfrm>
        </p:grpSpPr>
        <p:sp>
          <p:nvSpPr>
            <p:cNvPr id="120" name="任意形状 119">
              <a:extLst>
                <a:ext uri="{FF2B5EF4-FFF2-40B4-BE49-F238E27FC236}">
                  <a16:creationId xmlns:a16="http://schemas.microsoft.com/office/drawing/2014/main" id="{0A80F059-0046-80DB-B1E4-C6A144867378}"/>
                </a:ext>
              </a:extLst>
            </p:cNvPr>
            <p:cNvSpPr/>
            <p:nvPr/>
          </p:nvSpPr>
          <p:spPr>
            <a:xfrm>
              <a:off x="9144727" y="3173800"/>
              <a:ext cx="1166434" cy="397647"/>
            </a:xfrm>
            <a:custGeom>
              <a:avLst/>
              <a:gdLst>
                <a:gd name="csX0" fmla="*/ 72902 w 1166434"/>
                <a:gd name="csY0" fmla="*/ 0 h 397647"/>
                <a:gd name="csX1" fmla="*/ 1020630 w 1166434"/>
                <a:gd name="csY1" fmla="*/ 0 h 397647"/>
                <a:gd name="csX2" fmla="*/ 1093532 w 1166434"/>
                <a:gd name="csY2" fmla="*/ 24853 h 397647"/>
                <a:gd name="csX3" fmla="*/ 1093532 w 1166434"/>
                <a:gd name="csY3" fmla="*/ 12426 h 397647"/>
                <a:gd name="csX4" fmla="*/ 1129984 w 1166434"/>
                <a:gd name="csY4" fmla="*/ 37279 h 397647"/>
                <a:gd name="csX5" fmla="*/ 1129984 w 1166434"/>
                <a:gd name="csY5" fmla="*/ 24853 h 397647"/>
                <a:gd name="csX6" fmla="*/ 1166434 w 1166434"/>
                <a:gd name="csY6" fmla="*/ 49706 h 397647"/>
                <a:gd name="csX7" fmla="*/ 1166434 w 1166434"/>
                <a:gd name="csY7" fmla="*/ 372795 h 397647"/>
                <a:gd name="csX8" fmla="*/ 1093532 w 1166434"/>
                <a:gd name="csY8" fmla="*/ 397648 h 397647"/>
                <a:gd name="csX9" fmla="*/ 145805 w 1166434"/>
                <a:gd name="csY9" fmla="*/ 397648 h 397647"/>
                <a:gd name="csX10" fmla="*/ 72902 w 1166434"/>
                <a:gd name="csY10" fmla="*/ 385221 h 397647"/>
                <a:gd name="csX11" fmla="*/ 36452 w 1166434"/>
                <a:gd name="csY11" fmla="*/ 372795 h 397647"/>
                <a:gd name="csX12" fmla="*/ 0 w 1166434"/>
                <a:gd name="csY12" fmla="*/ 347942 h 397647"/>
                <a:gd name="csX13" fmla="*/ 0 w 1166434"/>
                <a:gd name="csY13" fmla="*/ 24853 h 397647"/>
                <a:gd name="csX14" fmla="*/ 72902 w 1166434"/>
                <a:gd name="csY14" fmla="*/ 0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166434" h="397647">
                  <a:moveTo>
                    <a:pt x="72902" y="0"/>
                  </a:moveTo>
                  <a:lnTo>
                    <a:pt x="1020630" y="0"/>
                  </a:lnTo>
                  <a:cubicBezTo>
                    <a:pt x="1093532" y="0"/>
                    <a:pt x="1093532" y="0"/>
                    <a:pt x="1093532" y="24853"/>
                  </a:cubicBezTo>
                  <a:lnTo>
                    <a:pt x="1093532" y="12426"/>
                  </a:lnTo>
                  <a:cubicBezTo>
                    <a:pt x="1129984" y="12426"/>
                    <a:pt x="1129984" y="12426"/>
                    <a:pt x="1129984" y="37279"/>
                  </a:cubicBezTo>
                  <a:lnTo>
                    <a:pt x="1129984" y="24853"/>
                  </a:lnTo>
                  <a:cubicBezTo>
                    <a:pt x="1166434" y="24853"/>
                    <a:pt x="1166434" y="24853"/>
                    <a:pt x="1166434" y="49706"/>
                  </a:cubicBezTo>
                  <a:lnTo>
                    <a:pt x="1166434" y="372795"/>
                  </a:lnTo>
                  <a:cubicBezTo>
                    <a:pt x="1166434" y="397648"/>
                    <a:pt x="1166434" y="397648"/>
                    <a:pt x="1093532" y="397648"/>
                  </a:cubicBezTo>
                  <a:lnTo>
                    <a:pt x="145805" y="397648"/>
                  </a:lnTo>
                  <a:cubicBezTo>
                    <a:pt x="72902" y="397648"/>
                    <a:pt x="72902" y="397648"/>
                    <a:pt x="72902" y="385221"/>
                  </a:cubicBezTo>
                  <a:cubicBezTo>
                    <a:pt x="36452" y="385221"/>
                    <a:pt x="36452" y="385221"/>
                    <a:pt x="36452" y="372795"/>
                  </a:cubicBez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72902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任意形状 120">
              <a:extLst>
                <a:ext uri="{FF2B5EF4-FFF2-40B4-BE49-F238E27FC236}">
                  <a16:creationId xmlns:a16="http://schemas.microsoft.com/office/drawing/2014/main" id="{46A357A1-F034-D8CC-3178-208CC4E3962C}"/>
                </a:ext>
              </a:extLst>
            </p:cNvPr>
            <p:cNvSpPr/>
            <p:nvPr/>
          </p:nvSpPr>
          <p:spPr>
            <a:xfrm>
              <a:off x="9144727" y="3173800"/>
              <a:ext cx="1166434" cy="397647"/>
            </a:xfrm>
            <a:custGeom>
              <a:avLst/>
              <a:gdLst>
                <a:gd name="csX0" fmla="*/ 72902 w 1166434"/>
                <a:gd name="csY0" fmla="*/ 0 h 397647"/>
                <a:gd name="csX1" fmla="*/ 1020630 w 1166434"/>
                <a:gd name="csY1" fmla="*/ 0 h 397647"/>
                <a:gd name="csX2" fmla="*/ 1093532 w 1166434"/>
                <a:gd name="csY2" fmla="*/ 24853 h 397647"/>
                <a:gd name="csX3" fmla="*/ 1093532 w 1166434"/>
                <a:gd name="csY3" fmla="*/ 347942 h 397647"/>
                <a:gd name="csX4" fmla="*/ 1020630 w 1166434"/>
                <a:gd name="csY4" fmla="*/ 372795 h 397647"/>
                <a:gd name="csX5" fmla="*/ 72902 w 1166434"/>
                <a:gd name="csY5" fmla="*/ 372795 h 397647"/>
                <a:gd name="csX6" fmla="*/ 0 w 1166434"/>
                <a:gd name="csY6" fmla="*/ 347942 h 397647"/>
                <a:gd name="csX7" fmla="*/ 0 w 1166434"/>
                <a:gd name="csY7" fmla="*/ 24853 h 397647"/>
                <a:gd name="csX8" fmla="*/ 72902 w 1166434"/>
                <a:gd name="csY8" fmla="*/ 0 h 397647"/>
                <a:gd name="csX9" fmla="*/ 1093532 w 1166434"/>
                <a:gd name="csY9" fmla="*/ 12426 h 397647"/>
                <a:gd name="csX10" fmla="*/ 1129984 w 1166434"/>
                <a:gd name="csY10" fmla="*/ 37279 h 397647"/>
                <a:gd name="csX11" fmla="*/ 1129984 w 1166434"/>
                <a:gd name="csY11" fmla="*/ 372795 h 397647"/>
                <a:gd name="csX12" fmla="*/ 1057082 w 1166434"/>
                <a:gd name="csY12" fmla="*/ 385221 h 397647"/>
                <a:gd name="csX13" fmla="*/ 109353 w 1166434"/>
                <a:gd name="csY13" fmla="*/ 385221 h 397647"/>
                <a:gd name="csX14" fmla="*/ 36452 w 1166434"/>
                <a:gd name="csY14" fmla="*/ 372795 h 397647"/>
                <a:gd name="csX15" fmla="*/ 1129984 w 1166434"/>
                <a:gd name="csY15" fmla="*/ 24853 h 397647"/>
                <a:gd name="csX16" fmla="*/ 1166434 w 1166434"/>
                <a:gd name="csY16" fmla="*/ 49706 h 397647"/>
                <a:gd name="csX17" fmla="*/ 1166434 w 1166434"/>
                <a:gd name="csY17" fmla="*/ 372795 h 397647"/>
                <a:gd name="csX18" fmla="*/ 1093532 w 1166434"/>
                <a:gd name="csY18" fmla="*/ 397648 h 397647"/>
                <a:gd name="csX19" fmla="*/ 145805 w 1166434"/>
                <a:gd name="csY19" fmla="*/ 397648 h 397647"/>
                <a:gd name="csX20" fmla="*/ 72902 w 1166434"/>
                <a:gd name="csY20" fmla="*/ 385221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166434" h="397647">
                  <a:moveTo>
                    <a:pt x="72902" y="0"/>
                  </a:moveTo>
                  <a:lnTo>
                    <a:pt x="1020630" y="0"/>
                  </a:lnTo>
                  <a:cubicBezTo>
                    <a:pt x="1093532" y="0"/>
                    <a:pt x="1093532" y="0"/>
                    <a:pt x="1093532" y="24853"/>
                  </a:cubicBezTo>
                  <a:lnTo>
                    <a:pt x="1093532" y="347942"/>
                  </a:lnTo>
                  <a:cubicBezTo>
                    <a:pt x="1093532" y="372795"/>
                    <a:pt x="1093532" y="372795"/>
                    <a:pt x="1020630" y="372795"/>
                  </a:cubicBezTo>
                  <a:lnTo>
                    <a:pt x="72902" y="372795"/>
                  </a:ln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72902" y="0"/>
                  </a:cubicBezTo>
                  <a:moveTo>
                    <a:pt x="1093532" y="12426"/>
                  </a:moveTo>
                  <a:cubicBezTo>
                    <a:pt x="1129984" y="12426"/>
                    <a:pt x="1129984" y="12426"/>
                    <a:pt x="1129984" y="37279"/>
                  </a:cubicBezTo>
                  <a:lnTo>
                    <a:pt x="1129984" y="372795"/>
                  </a:lnTo>
                  <a:cubicBezTo>
                    <a:pt x="1129984" y="385221"/>
                    <a:pt x="1129984" y="385221"/>
                    <a:pt x="1057082" y="385221"/>
                  </a:cubicBezTo>
                  <a:lnTo>
                    <a:pt x="109353" y="385221"/>
                  </a:lnTo>
                  <a:cubicBezTo>
                    <a:pt x="36452" y="385221"/>
                    <a:pt x="36452" y="385221"/>
                    <a:pt x="36452" y="372795"/>
                  </a:cubicBezTo>
                  <a:moveTo>
                    <a:pt x="1129984" y="24853"/>
                  </a:moveTo>
                  <a:cubicBezTo>
                    <a:pt x="1166434" y="24853"/>
                    <a:pt x="1166434" y="24853"/>
                    <a:pt x="1166434" y="49706"/>
                  </a:cubicBezTo>
                  <a:lnTo>
                    <a:pt x="1166434" y="372795"/>
                  </a:lnTo>
                  <a:cubicBezTo>
                    <a:pt x="1166434" y="397648"/>
                    <a:pt x="1166434" y="397648"/>
                    <a:pt x="1093532" y="397648"/>
                  </a:cubicBezTo>
                  <a:lnTo>
                    <a:pt x="145805" y="397648"/>
                  </a:lnTo>
                  <a:cubicBezTo>
                    <a:pt x="72902" y="397648"/>
                    <a:pt x="72902" y="397648"/>
                    <a:pt x="72902" y="385221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BEDD5D06-BB63-287F-3E95-66AB82E177E1}"/>
                </a:ext>
              </a:extLst>
            </p:cNvPr>
            <p:cNvSpPr txBox="1"/>
            <p:nvPr/>
          </p:nvSpPr>
          <p:spPr>
            <a:xfrm>
              <a:off x="9248016" y="3225694"/>
              <a:ext cx="631780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转移至</a:t>
              </a: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85E9381A-2747-26AA-78F4-FA0E4AA0506B}"/>
                </a:ext>
              </a:extLst>
            </p:cNvPr>
            <p:cNvSpPr txBox="1"/>
            <p:nvPr/>
          </p:nvSpPr>
          <p:spPr>
            <a:xfrm>
              <a:off x="9696917" y="3220945"/>
              <a:ext cx="390744" cy="257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M3</a:t>
              </a:r>
            </a:p>
          </p:txBody>
        </p:sp>
      </p:grpSp>
      <p:grpSp>
        <p:nvGrpSpPr>
          <p:cNvPr id="124" name="图形 1">
            <a:extLst>
              <a:ext uri="{FF2B5EF4-FFF2-40B4-BE49-F238E27FC236}">
                <a16:creationId xmlns:a16="http://schemas.microsoft.com/office/drawing/2014/main" id="{6E89033C-B778-6B55-229D-0B4C6A400875}"/>
              </a:ext>
            </a:extLst>
          </p:cNvPr>
          <p:cNvGrpSpPr/>
          <p:nvPr/>
        </p:nvGrpSpPr>
        <p:grpSpPr>
          <a:xfrm>
            <a:off x="8342400" y="2243071"/>
            <a:ext cx="1166433" cy="397647"/>
            <a:chOff x="10563006" y="3173800"/>
            <a:chExt cx="1166433" cy="397647"/>
          </a:xfrm>
        </p:grpSpPr>
        <p:sp>
          <p:nvSpPr>
            <p:cNvPr id="125" name="任意形状 124">
              <a:extLst>
                <a:ext uri="{FF2B5EF4-FFF2-40B4-BE49-F238E27FC236}">
                  <a16:creationId xmlns:a16="http://schemas.microsoft.com/office/drawing/2014/main" id="{3FD064A5-C9A9-B16D-5046-3EF5C379BB55}"/>
                </a:ext>
              </a:extLst>
            </p:cNvPr>
            <p:cNvSpPr/>
            <p:nvPr/>
          </p:nvSpPr>
          <p:spPr>
            <a:xfrm>
              <a:off x="10563006" y="3173800"/>
              <a:ext cx="1166433" cy="397647"/>
            </a:xfrm>
            <a:custGeom>
              <a:avLst/>
              <a:gdLst>
                <a:gd name="csX0" fmla="*/ 72901 w 1166433"/>
                <a:gd name="csY0" fmla="*/ 0 h 397647"/>
                <a:gd name="csX1" fmla="*/ 1020629 w 1166433"/>
                <a:gd name="csY1" fmla="*/ 0 h 397647"/>
                <a:gd name="csX2" fmla="*/ 1093531 w 1166433"/>
                <a:gd name="csY2" fmla="*/ 24853 h 397647"/>
                <a:gd name="csX3" fmla="*/ 1093531 w 1166433"/>
                <a:gd name="csY3" fmla="*/ 12426 h 397647"/>
                <a:gd name="csX4" fmla="*/ 1129982 w 1166433"/>
                <a:gd name="csY4" fmla="*/ 37279 h 397647"/>
                <a:gd name="csX5" fmla="*/ 1129982 w 1166433"/>
                <a:gd name="csY5" fmla="*/ 24853 h 397647"/>
                <a:gd name="csX6" fmla="*/ 1166434 w 1166433"/>
                <a:gd name="csY6" fmla="*/ 49706 h 397647"/>
                <a:gd name="csX7" fmla="*/ 1166434 w 1166433"/>
                <a:gd name="csY7" fmla="*/ 372795 h 397647"/>
                <a:gd name="csX8" fmla="*/ 1093531 w 1166433"/>
                <a:gd name="csY8" fmla="*/ 397648 h 397647"/>
                <a:gd name="csX9" fmla="*/ 145803 w 1166433"/>
                <a:gd name="csY9" fmla="*/ 397648 h 397647"/>
                <a:gd name="csX10" fmla="*/ 72901 w 1166433"/>
                <a:gd name="csY10" fmla="*/ 385221 h 397647"/>
                <a:gd name="csX11" fmla="*/ 36451 w 1166433"/>
                <a:gd name="csY11" fmla="*/ 372795 h 397647"/>
                <a:gd name="csX12" fmla="*/ 0 w 1166433"/>
                <a:gd name="csY12" fmla="*/ 347942 h 397647"/>
                <a:gd name="csX13" fmla="*/ 0 w 1166433"/>
                <a:gd name="csY13" fmla="*/ 24853 h 397647"/>
                <a:gd name="csX14" fmla="*/ 72901 w 1166433"/>
                <a:gd name="csY14" fmla="*/ 0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166433" h="397647">
                  <a:moveTo>
                    <a:pt x="72901" y="0"/>
                  </a:moveTo>
                  <a:lnTo>
                    <a:pt x="1020629" y="0"/>
                  </a:lnTo>
                  <a:cubicBezTo>
                    <a:pt x="1093531" y="0"/>
                    <a:pt x="1093531" y="0"/>
                    <a:pt x="1093531" y="24853"/>
                  </a:cubicBezTo>
                  <a:lnTo>
                    <a:pt x="1093531" y="12426"/>
                  </a:lnTo>
                  <a:cubicBezTo>
                    <a:pt x="1129982" y="12426"/>
                    <a:pt x="1129982" y="12426"/>
                    <a:pt x="1129982" y="37279"/>
                  </a:cubicBezTo>
                  <a:lnTo>
                    <a:pt x="1129982" y="24853"/>
                  </a:lnTo>
                  <a:cubicBezTo>
                    <a:pt x="1166434" y="24853"/>
                    <a:pt x="1166434" y="24853"/>
                    <a:pt x="1166434" y="49706"/>
                  </a:cubicBezTo>
                  <a:lnTo>
                    <a:pt x="1166434" y="372795"/>
                  </a:lnTo>
                  <a:cubicBezTo>
                    <a:pt x="1166434" y="397648"/>
                    <a:pt x="1166434" y="397648"/>
                    <a:pt x="1093531" y="397648"/>
                  </a:cubicBezTo>
                  <a:lnTo>
                    <a:pt x="145803" y="397648"/>
                  </a:lnTo>
                  <a:cubicBezTo>
                    <a:pt x="72901" y="397648"/>
                    <a:pt x="72901" y="397648"/>
                    <a:pt x="72901" y="385221"/>
                  </a:cubicBezTo>
                  <a:cubicBezTo>
                    <a:pt x="36451" y="385221"/>
                    <a:pt x="36451" y="385221"/>
                    <a:pt x="36451" y="372795"/>
                  </a:cubicBez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72901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任意形状 125">
              <a:extLst>
                <a:ext uri="{FF2B5EF4-FFF2-40B4-BE49-F238E27FC236}">
                  <a16:creationId xmlns:a16="http://schemas.microsoft.com/office/drawing/2014/main" id="{5AAA966C-72E3-42FA-0C4E-243578575D35}"/>
                </a:ext>
              </a:extLst>
            </p:cNvPr>
            <p:cNvSpPr/>
            <p:nvPr/>
          </p:nvSpPr>
          <p:spPr>
            <a:xfrm>
              <a:off x="10563006" y="3173800"/>
              <a:ext cx="1166433" cy="397647"/>
            </a:xfrm>
            <a:custGeom>
              <a:avLst/>
              <a:gdLst>
                <a:gd name="csX0" fmla="*/ 72901 w 1166433"/>
                <a:gd name="csY0" fmla="*/ 0 h 397647"/>
                <a:gd name="csX1" fmla="*/ 1020629 w 1166433"/>
                <a:gd name="csY1" fmla="*/ 0 h 397647"/>
                <a:gd name="csX2" fmla="*/ 1093531 w 1166433"/>
                <a:gd name="csY2" fmla="*/ 24853 h 397647"/>
                <a:gd name="csX3" fmla="*/ 1093531 w 1166433"/>
                <a:gd name="csY3" fmla="*/ 347942 h 397647"/>
                <a:gd name="csX4" fmla="*/ 1020629 w 1166433"/>
                <a:gd name="csY4" fmla="*/ 372795 h 397647"/>
                <a:gd name="csX5" fmla="*/ 72901 w 1166433"/>
                <a:gd name="csY5" fmla="*/ 372795 h 397647"/>
                <a:gd name="csX6" fmla="*/ 0 w 1166433"/>
                <a:gd name="csY6" fmla="*/ 347942 h 397647"/>
                <a:gd name="csX7" fmla="*/ 0 w 1166433"/>
                <a:gd name="csY7" fmla="*/ 24853 h 397647"/>
                <a:gd name="csX8" fmla="*/ 72901 w 1166433"/>
                <a:gd name="csY8" fmla="*/ 0 h 397647"/>
                <a:gd name="csX9" fmla="*/ 1093531 w 1166433"/>
                <a:gd name="csY9" fmla="*/ 12426 h 397647"/>
                <a:gd name="csX10" fmla="*/ 1129982 w 1166433"/>
                <a:gd name="csY10" fmla="*/ 37279 h 397647"/>
                <a:gd name="csX11" fmla="*/ 1129982 w 1166433"/>
                <a:gd name="csY11" fmla="*/ 372795 h 397647"/>
                <a:gd name="csX12" fmla="*/ 1057081 w 1166433"/>
                <a:gd name="csY12" fmla="*/ 385221 h 397647"/>
                <a:gd name="csX13" fmla="*/ 109353 w 1166433"/>
                <a:gd name="csY13" fmla="*/ 385221 h 397647"/>
                <a:gd name="csX14" fmla="*/ 36451 w 1166433"/>
                <a:gd name="csY14" fmla="*/ 372795 h 397647"/>
                <a:gd name="csX15" fmla="*/ 1129982 w 1166433"/>
                <a:gd name="csY15" fmla="*/ 24853 h 397647"/>
                <a:gd name="csX16" fmla="*/ 1166434 w 1166433"/>
                <a:gd name="csY16" fmla="*/ 49706 h 397647"/>
                <a:gd name="csX17" fmla="*/ 1166434 w 1166433"/>
                <a:gd name="csY17" fmla="*/ 372795 h 397647"/>
                <a:gd name="csX18" fmla="*/ 1093531 w 1166433"/>
                <a:gd name="csY18" fmla="*/ 397648 h 397647"/>
                <a:gd name="csX19" fmla="*/ 145803 w 1166433"/>
                <a:gd name="csY19" fmla="*/ 397648 h 397647"/>
                <a:gd name="csX20" fmla="*/ 72901 w 1166433"/>
                <a:gd name="csY20" fmla="*/ 385221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166433" h="397647">
                  <a:moveTo>
                    <a:pt x="72901" y="0"/>
                  </a:moveTo>
                  <a:lnTo>
                    <a:pt x="1020629" y="0"/>
                  </a:lnTo>
                  <a:cubicBezTo>
                    <a:pt x="1093531" y="0"/>
                    <a:pt x="1093531" y="0"/>
                    <a:pt x="1093531" y="24853"/>
                  </a:cubicBezTo>
                  <a:lnTo>
                    <a:pt x="1093531" y="347942"/>
                  </a:lnTo>
                  <a:cubicBezTo>
                    <a:pt x="1093531" y="372795"/>
                    <a:pt x="1093531" y="372795"/>
                    <a:pt x="1020629" y="372795"/>
                  </a:cubicBezTo>
                  <a:lnTo>
                    <a:pt x="72901" y="372795"/>
                  </a:ln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72901" y="0"/>
                  </a:cubicBezTo>
                  <a:moveTo>
                    <a:pt x="1093531" y="12426"/>
                  </a:moveTo>
                  <a:cubicBezTo>
                    <a:pt x="1129982" y="12426"/>
                    <a:pt x="1129982" y="12426"/>
                    <a:pt x="1129982" y="37279"/>
                  </a:cubicBezTo>
                  <a:lnTo>
                    <a:pt x="1129982" y="372795"/>
                  </a:lnTo>
                  <a:cubicBezTo>
                    <a:pt x="1129982" y="385221"/>
                    <a:pt x="1129982" y="385221"/>
                    <a:pt x="1057081" y="385221"/>
                  </a:cubicBezTo>
                  <a:lnTo>
                    <a:pt x="109353" y="385221"/>
                  </a:lnTo>
                  <a:cubicBezTo>
                    <a:pt x="36451" y="385221"/>
                    <a:pt x="36451" y="385221"/>
                    <a:pt x="36451" y="372795"/>
                  </a:cubicBezTo>
                  <a:moveTo>
                    <a:pt x="1129982" y="24853"/>
                  </a:moveTo>
                  <a:cubicBezTo>
                    <a:pt x="1166434" y="24853"/>
                    <a:pt x="1166434" y="24853"/>
                    <a:pt x="1166434" y="49706"/>
                  </a:cubicBezTo>
                  <a:lnTo>
                    <a:pt x="1166434" y="372795"/>
                  </a:lnTo>
                  <a:cubicBezTo>
                    <a:pt x="1166434" y="397648"/>
                    <a:pt x="1166434" y="397648"/>
                    <a:pt x="1093531" y="397648"/>
                  </a:cubicBezTo>
                  <a:lnTo>
                    <a:pt x="145803" y="397648"/>
                  </a:lnTo>
                  <a:cubicBezTo>
                    <a:pt x="72901" y="397648"/>
                    <a:pt x="72901" y="397648"/>
                    <a:pt x="72901" y="385221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1928ED89-B0FE-6E9C-7A5E-31753C2E7969}"/>
                </a:ext>
              </a:extLst>
            </p:cNvPr>
            <p:cNvSpPr txBox="1"/>
            <p:nvPr/>
          </p:nvSpPr>
          <p:spPr>
            <a:xfrm>
              <a:off x="10666295" y="3225694"/>
              <a:ext cx="631780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转移至</a:t>
              </a:r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D821C808-FC3C-4B01-52CD-83281BAFE656}"/>
                </a:ext>
              </a:extLst>
            </p:cNvPr>
            <p:cNvSpPr txBox="1"/>
            <p:nvPr/>
          </p:nvSpPr>
          <p:spPr>
            <a:xfrm>
              <a:off x="11115195" y="3220945"/>
              <a:ext cx="390744" cy="257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M4</a:t>
              </a:r>
            </a:p>
          </p:txBody>
        </p:sp>
      </p:grpSp>
      <p:sp>
        <p:nvSpPr>
          <p:cNvPr id="129" name="任意形状 128">
            <a:extLst>
              <a:ext uri="{FF2B5EF4-FFF2-40B4-BE49-F238E27FC236}">
                <a16:creationId xmlns:a16="http://schemas.microsoft.com/office/drawing/2014/main" id="{B3F777A5-96B1-BA07-7E1B-1B1D421D14BA}"/>
              </a:ext>
            </a:extLst>
          </p:cNvPr>
          <p:cNvSpPr/>
          <p:nvPr/>
        </p:nvSpPr>
        <p:spPr>
          <a:xfrm>
            <a:off x="3371799" y="1198339"/>
            <a:ext cx="2717261" cy="1044732"/>
          </a:xfrm>
          <a:custGeom>
            <a:avLst/>
            <a:gdLst>
              <a:gd name="csX0" fmla="*/ 2717262 w 2717261"/>
              <a:gd name="csY0" fmla="*/ 0 h 1044732"/>
              <a:gd name="csX1" fmla="*/ 2717262 w 2717261"/>
              <a:gd name="csY1" fmla="*/ 25366 h 1044732"/>
              <a:gd name="csX2" fmla="*/ 0 w 2717261"/>
              <a:gd name="csY2" fmla="*/ 25366 h 1044732"/>
              <a:gd name="csX3" fmla="*/ 0 w 2717261"/>
              <a:gd name="csY3" fmla="*/ 1044732 h 10447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17261" h="1044732">
                <a:moveTo>
                  <a:pt x="2717262" y="0"/>
                </a:moveTo>
                <a:lnTo>
                  <a:pt x="2717262" y="25366"/>
                </a:lnTo>
                <a:lnTo>
                  <a:pt x="0" y="25366"/>
                </a:lnTo>
                <a:lnTo>
                  <a:pt x="0" y="1044732"/>
                </a:lnTo>
              </a:path>
            </a:pathLst>
          </a:custGeom>
          <a:noFill/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任意形状 129">
            <a:extLst>
              <a:ext uri="{FF2B5EF4-FFF2-40B4-BE49-F238E27FC236}">
                <a16:creationId xmlns:a16="http://schemas.microsoft.com/office/drawing/2014/main" id="{3D4B70EC-3C70-8A54-F430-8D75F7C0D93D}"/>
              </a:ext>
            </a:extLst>
          </p:cNvPr>
          <p:cNvSpPr/>
          <p:nvPr/>
        </p:nvSpPr>
        <p:spPr>
          <a:xfrm>
            <a:off x="4763567" y="1198339"/>
            <a:ext cx="1325493" cy="1044732"/>
          </a:xfrm>
          <a:custGeom>
            <a:avLst/>
            <a:gdLst>
              <a:gd name="csX0" fmla="*/ 1325494 w 1325493"/>
              <a:gd name="csY0" fmla="*/ 0 h 1044732"/>
              <a:gd name="csX1" fmla="*/ 1325494 w 1325493"/>
              <a:gd name="csY1" fmla="*/ 24226 h 1044732"/>
              <a:gd name="csX2" fmla="*/ 0 w 1325493"/>
              <a:gd name="csY2" fmla="*/ 24226 h 1044732"/>
              <a:gd name="csX3" fmla="*/ 0 w 1325493"/>
              <a:gd name="csY3" fmla="*/ 1044732 h 10447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25493" h="1044732">
                <a:moveTo>
                  <a:pt x="1325494" y="0"/>
                </a:moveTo>
                <a:lnTo>
                  <a:pt x="1325494" y="24226"/>
                </a:lnTo>
                <a:lnTo>
                  <a:pt x="0" y="24226"/>
                </a:lnTo>
                <a:lnTo>
                  <a:pt x="0" y="1044732"/>
                </a:lnTo>
              </a:path>
            </a:pathLst>
          </a:custGeom>
          <a:noFill/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任意形状 130">
            <a:extLst>
              <a:ext uri="{FF2B5EF4-FFF2-40B4-BE49-F238E27FC236}">
                <a16:creationId xmlns:a16="http://schemas.microsoft.com/office/drawing/2014/main" id="{51E6A4A0-C1BC-AA2D-C34F-6B4EFC01BC81}"/>
              </a:ext>
            </a:extLst>
          </p:cNvPr>
          <p:cNvSpPr/>
          <p:nvPr/>
        </p:nvSpPr>
        <p:spPr>
          <a:xfrm>
            <a:off x="6089061" y="1198339"/>
            <a:ext cx="9352" cy="1044732"/>
          </a:xfrm>
          <a:custGeom>
            <a:avLst/>
            <a:gdLst>
              <a:gd name="csX0" fmla="*/ 0 w 9352"/>
              <a:gd name="csY0" fmla="*/ 0 h 1044732"/>
              <a:gd name="csX1" fmla="*/ 0 w 9352"/>
              <a:gd name="csY1" fmla="*/ 65866 h 1044732"/>
              <a:gd name="csX2" fmla="*/ 0 w 9352"/>
              <a:gd name="csY2" fmla="*/ 1044732 h 10447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52" h="1044732">
                <a:moveTo>
                  <a:pt x="0" y="0"/>
                </a:moveTo>
                <a:lnTo>
                  <a:pt x="0" y="65866"/>
                </a:lnTo>
                <a:lnTo>
                  <a:pt x="0" y="1044732"/>
                </a:lnTo>
              </a:path>
            </a:pathLst>
          </a:custGeom>
          <a:noFill/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任意形状 131">
            <a:extLst>
              <a:ext uri="{FF2B5EF4-FFF2-40B4-BE49-F238E27FC236}">
                <a16:creationId xmlns:a16="http://schemas.microsoft.com/office/drawing/2014/main" id="{4122555D-38A3-4AE1-6265-D647CFBE5613}"/>
              </a:ext>
            </a:extLst>
          </p:cNvPr>
          <p:cNvSpPr/>
          <p:nvPr/>
        </p:nvSpPr>
        <p:spPr>
          <a:xfrm>
            <a:off x="6089061" y="1198339"/>
            <a:ext cx="1418277" cy="1044732"/>
          </a:xfrm>
          <a:custGeom>
            <a:avLst/>
            <a:gdLst>
              <a:gd name="csX0" fmla="*/ 0 w 1418277"/>
              <a:gd name="csY0" fmla="*/ 0 h 1044732"/>
              <a:gd name="csX1" fmla="*/ 0 w 1418277"/>
              <a:gd name="csY1" fmla="*/ 26506 h 1044732"/>
              <a:gd name="csX2" fmla="*/ 1418278 w 1418277"/>
              <a:gd name="csY2" fmla="*/ 26506 h 1044732"/>
              <a:gd name="csX3" fmla="*/ 1418278 w 1418277"/>
              <a:gd name="csY3" fmla="*/ 1044732 h 10447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18277" h="1044732">
                <a:moveTo>
                  <a:pt x="0" y="0"/>
                </a:moveTo>
                <a:lnTo>
                  <a:pt x="0" y="26506"/>
                </a:lnTo>
                <a:lnTo>
                  <a:pt x="1418278" y="26506"/>
                </a:lnTo>
                <a:lnTo>
                  <a:pt x="1418278" y="1044732"/>
                </a:lnTo>
              </a:path>
            </a:pathLst>
          </a:custGeom>
          <a:noFill/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任意形状 132">
            <a:extLst>
              <a:ext uri="{FF2B5EF4-FFF2-40B4-BE49-F238E27FC236}">
                <a16:creationId xmlns:a16="http://schemas.microsoft.com/office/drawing/2014/main" id="{D47441E7-DCAA-4AD8-F1D3-6483386DEC2C}"/>
              </a:ext>
            </a:extLst>
          </p:cNvPr>
          <p:cNvSpPr/>
          <p:nvPr/>
        </p:nvSpPr>
        <p:spPr>
          <a:xfrm>
            <a:off x="6089061" y="1198339"/>
            <a:ext cx="2836556" cy="1044732"/>
          </a:xfrm>
          <a:custGeom>
            <a:avLst/>
            <a:gdLst>
              <a:gd name="csX0" fmla="*/ 0 w 2836556"/>
              <a:gd name="csY0" fmla="*/ 0 h 1044732"/>
              <a:gd name="csX1" fmla="*/ 0 w 2836556"/>
              <a:gd name="csY1" fmla="*/ 26642 h 1044732"/>
              <a:gd name="csX2" fmla="*/ 2836556 w 2836556"/>
              <a:gd name="csY2" fmla="*/ 26642 h 1044732"/>
              <a:gd name="csX3" fmla="*/ 2836556 w 2836556"/>
              <a:gd name="csY3" fmla="*/ 1044732 h 10447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36556" h="1044732">
                <a:moveTo>
                  <a:pt x="0" y="0"/>
                </a:moveTo>
                <a:lnTo>
                  <a:pt x="0" y="26642"/>
                </a:lnTo>
                <a:lnTo>
                  <a:pt x="2836556" y="26642"/>
                </a:lnTo>
                <a:lnTo>
                  <a:pt x="2836556" y="1044732"/>
                </a:lnTo>
              </a:path>
            </a:pathLst>
          </a:custGeom>
          <a:noFill/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34" name="图形 1">
            <a:extLst>
              <a:ext uri="{FF2B5EF4-FFF2-40B4-BE49-F238E27FC236}">
                <a16:creationId xmlns:a16="http://schemas.microsoft.com/office/drawing/2014/main" id="{5CA8E7DA-D102-18E1-35CE-9D34DEDA097D}"/>
              </a:ext>
            </a:extLst>
          </p:cNvPr>
          <p:cNvGrpSpPr/>
          <p:nvPr/>
        </p:nvGrpSpPr>
        <p:grpSpPr>
          <a:xfrm>
            <a:off x="2474752" y="6044117"/>
            <a:ext cx="9526319" cy="328711"/>
            <a:chOff x="4695358" y="6974846"/>
            <a:chExt cx="9526319" cy="328711"/>
          </a:xfrm>
        </p:grpSpPr>
        <p:grpSp>
          <p:nvGrpSpPr>
            <p:cNvPr id="135" name="图形 1">
              <a:extLst>
                <a:ext uri="{FF2B5EF4-FFF2-40B4-BE49-F238E27FC236}">
                  <a16:creationId xmlns:a16="http://schemas.microsoft.com/office/drawing/2014/main" id="{647B8C4E-C3DB-BA15-D727-300D5D6EBB0B}"/>
                </a:ext>
              </a:extLst>
            </p:cNvPr>
            <p:cNvGrpSpPr/>
            <p:nvPr/>
          </p:nvGrpSpPr>
          <p:grpSpPr>
            <a:xfrm>
              <a:off x="4695358" y="6974846"/>
              <a:ext cx="9526319" cy="307982"/>
              <a:chOff x="4695358" y="6974846"/>
              <a:chExt cx="9526319" cy="307982"/>
            </a:xfrm>
          </p:grpSpPr>
          <p:grpSp>
            <p:nvGrpSpPr>
              <p:cNvPr id="136" name="图形 1">
                <a:extLst>
                  <a:ext uri="{FF2B5EF4-FFF2-40B4-BE49-F238E27FC236}">
                    <a16:creationId xmlns:a16="http://schemas.microsoft.com/office/drawing/2014/main" id="{895616F7-A04B-B7AE-7BDF-25F298094502}"/>
                  </a:ext>
                </a:extLst>
              </p:cNvPr>
              <p:cNvGrpSpPr/>
              <p:nvPr/>
            </p:nvGrpSpPr>
            <p:grpSpPr>
              <a:xfrm>
                <a:off x="4695358" y="6974846"/>
                <a:ext cx="9526319" cy="24972"/>
                <a:chOff x="4695358" y="6974846"/>
                <a:chExt cx="9526319" cy="24972"/>
              </a:xfrm>
            </p:grpSpPr>
            <p:sp>
              <p:nvSpPr>
                <p:cNvPr id="137" name="任意形状 136">
                  <a:extLst>
                    <a:ext uri="{FF2B5EF4-FFF2-40B4-BE49-F238E27FC236}">
                      <a16:creationId xmlns:a16="http://schemas.microsoft.com/office/drawing/2014/main" id="{FEFF87A0-6CC9-BE1F-79B7-519FB0ECB319}"/>
                    </a:ext>
                  </a:extLst>
                </p:cNvPr>
                <p:cNvSpPr/>
                <p:nvPr/>
              </p:nvSpPr>
              <p:spPr>
                <a:xfrm>
                  <a:off x="4695358" y="6974846"/>
                  <a:ext cx="9526319" cy="24972"/>
                </a:xfrm>
                <a:custGeom>
                  <a:avLst/>
                  <a:gdLst>
                    <a:gd name="csX0" fmla="*/ 0 w 9526319"/>
                    <a:gd name="csY0" fmla="*/ 24972 h 24972"/>
                    <a:gd name="csX1" fmla="*/ 9489232 w 9526319"/>
                    <a:gd name="csY1" fmla="*/ 24972 h 24972"/>
                    <a:gd name="csX2" fmla="*/ 9526320 w 9526319"/>
                    <a:gd name="csY2" fmla="*/ 0 h 24972"/>
                    <a:gd name="csX3" fmla="*/ 37087 w 9526319"/>
                    <a:gd name="csY3" fmla="*/ 0 h 249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9526319" h="24972">
                      <a:moveTo>
                        <a:pt x="0" y="24972"/>
                      </a:moveTo>
                      <a:lnTo>
                        <a:pt x="9489232" y="24972"/>
                      </a:lnTo>
                      <a:lnTo>
                        <a:pt x="9526320" y="0"/>
                      </a:lnTo>
                      <a:lnTo>
                        <a:pt x="37087" y="0"/>
                      </a:lnTo>
                      <a:close/>
                    </a:path>
                  </a:pathLst>
                </a:custGeom>
                <a:solidFill>
                  <a:srgbClr val="FF914D">
                    <a:alpha val="11000"/>
                  </a:srgbClr>
                </a:solidFill>
                <a:ln w="935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" name="任意形状 137">
                  <a:extLst>
                    <a:ext uri="{FF2B5EF4-FFF2-40B4-BE49-F238E27FC236}">
                      <a16:creationId xmlns:a16="http://schemas.microsoft.com/office/drawing/2014/main" id="{62F8E162-D54B-DAE0-FBA6-F9907C46F763}"/>
                    </a:ext>
                  </a:extLst>
                </p:cNvPr>
                <p:cNvSpPr/>
                <p:nvPr/>
              </p:nvSpPr>
              <p:spPr>
                <a:xfrm>
                  <a:off x="4695358" y="6974846"/>
                  <a:ext cx="9526319" cy="24972"/>
                </a:xfrm>
                <a:custGeom>
                  <a:avLst/>
                  <a:gdLst>
                    <a:gd name="csX0" fmla="*/ 0 w 9526319"/>
                    <a:gd name="csY0" fmla="*/ 24972 h 24972"/>
                    <a:gd name="csX1" fmla="*/ 9489232 w 9526319"/>
                    <a:gd name="csY1" fmla="*/ 24972 h 24972"/>
                    <a:gd name="csX2" fmla="*/ 9526320 w 9526319"/>
                    <a:gd name="csY2" fmla="*/ 0 h 24972"/>
                    <a:gd name="csX3" fmla="*/ 37087 w 9526319"/>
                    <a:gd name="csY3" fmla="*/ 0 h 249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9526319" h="24972">
                      <a:moveTo>
                        <a:pt x="0" y="24972"/>
                      </a:moveTo>
                      <a:lnTo>
                        <a:pt x="9489232" y="24972"/>
                      </a:lnTo>
                      <a:lnTo>
                        <a:pt x="9526320" y="0"/>
                      </a:lnTo>
                      <a:lnTo>
                        <a:pt x="37087" y="0"/>
                      </a:lnTo>
                      <a:close/>
                    </a:path>
                  </a:pathLst>
                </a:custGeom>
                <a:noFill/>
                <a:ln w="2338" cap="rnd">
                  <a:solidFill>
                    <a:srgbClr val="DAE2F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9" name="图形 1">
                <a:extLst>
                  <a:ext uri="{FF2B5EF4-FFF2-40B4-BE49-F238E27FC236}">
                    <a16:creationId xmlns:a16="http://schemas.microsoft.com/office/drawing/2014/main" id="{17163698-C29B-AB49-6F39-4A84E9ABE5ED}"/>
                  </a:ext>
                </a:extLst>
              </p:cNvPr>
              <p:cNvGrpSpPr/>
              <p:nvPr/>
            </p:nvGrpSpPr>
            <p:grpSpPr>
              <a:xfrm>
                <a:off x="14184591" y="6974846"/>
                <a:ext cx="37087" cy="307982"/>
                <a:chOff x="14184591" y="6974846"/>
                <a:chExt cx="37087" cy="307982"/>
              </a:xfrm>
            </p:grpSpPr>
            <p:sp>
              <p:nvSpPr>
                <p:cNvPr id="140" name="任意形状 139">
                  <a:extLst>
                    <a:ext uri="{FF2B5EF4-FFF2-40B4-BE49-F238E27FC236}">
                      <a16:creationId xmlns:a16="http://schemas.microsoft.com/office/drawing/2014/main" id="{305F7D72-36E6-EF0C-8624-A87B59162A1E}"/>
                    </a:ext>
                  </a:extLst>
                </p:cNvPr>
                <p:cNvSpPr/>
                <p:nvPr/>
              </p:nvSpPr>
              <p:spPr>
                <a:xfrm>
                  <a:off x="14184591" y="6974846"/>
                  <a:ext cx="37087" cy="307982"/>
                </a:xfrm>
                <a:custGeom>
                  <a:avLst/>
                  <a:gdLst>
                    <a:gd name="csX0" fmla="*/ 0 w 37087"/>
                    <a:gd name="csY0" fmla="*/ 307982 h 307982"/>
                    <a:gd name="csX1" fmla="*/ 37088 w 37087"/>
                    <a:gd name="csY1" fmla="*/ 283012 h 307982"/>
                    <a:gd name="csX2" fmla="*/ 37088 w 37087"/>
                    <a:gd name="csY2" fmla="*/ 0 h 307982"/>
                    <a:gd name="csX3" fmla="*/ 0 w 37087"/>
                    <a:gd name="csY3" fmla="*/ 24972 h 3079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087" h="307982">
                      <a:moveTo>
                        <a:pt x="0" y="307982"/>
                      </a:moveTo>
                      <a:lnTo>
                        <a:pt x="37088" y="283012"/>
                      </a:lnTo>
                      <a:lnTo>
                        <a:pt x="37088" y="0"/>
                      </a:lnTo>
                      <a:lnTo>
                        <a:pt x="0" y="24972"/>
                      </a:lnTo>
                      <a:close/>
                    </a:path>
                  </a:pathLst>
                </a:custGeom>
                <a:solidFill>
                  <a:srgbClr val="FF914D">
                    <a:alpha val="11000"/>
                  </a:srgbClr>
                </a:solidFill>
                <a:ln w="935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1" name="任意形状 140">
                  <a:extLst>
                    <a:ext uri="{FF2B5EF4-FFF2-40B4-BE49-F238E27FC236}">
                      <a16:creationId xmlns:a16="http://schemas.microsoft.com/office/drawing/2014/main" id="{61DF3907-E046-1EA9-75C9-CB23D9CAAC87}"/>
                    </a:ext>
                  </a:extLst>
                </p:cNvPr>
                <p:cNvSpPr/>
                <p:nvPr/>
              </p:nvSpPr>
              <p:spPr>
                <a:xfrm>
                  <a:off x="14184591" y="6974846"/>
                  <a:ext cx="37087" cy="307982"/>
                </a:xfrm>
                <a:custGeom>
                  <a:avLst/>
                  <a:gdLst>
                    <a:gd name="csX0" fmla="*/ 0 w 37087"/>
                    <a:gd name="csY0" fmla="*/ 307982 h 307982"/>
                    <a:gd name="csX1" fmla="*/ 37088 w 37087"/>
                    <a:gd name="csY1" fmla="*/ 283012 h 307982"/>
                    <a:gd name="csX2" fmla="*/ 37088 w 37087"/>
                    <a:gd name="csY2" fmla="*/ 0 h 307982"/>
                    <a:gd name="csX3" fmla="*/ 0 w 37087"/>
                    <a:gd name="csY3" fmla="*/ 24972 h 3079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7087" h="307982">
                      <a:moveTo>
                        <a:pt x="0" y="307982"/>
                      </a:moveTo>
                      <a:lnTo>
                        <a:pt x="37088" y="283012"/>
                      </a:lnTo>
                      <a:lnTo>
                        <a:pt x="37088" y="0"/>
                      </a:lnTo>
                      <a:lnTo>
                        <a:pt x="0" y="24972"/>
                      </a:lnTo>
                      <a:close/>
                    </a:path>
                  </a:pathLst>
                </a:custGeom>
                <a:noFill/>
                <a:ln w="2338" cap="rnd">
                  <a:solidFill>
                    <a:srgbClr val="DAE2F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" name="图形 1">
                <a:extLst>
                  <a:ext uri="{FF2B5EF4-FFF2-40B4-BE49-F238E27FC236}">
                    <a16:creationId xmlns:a16="http://schemas.microsoft.com/office/drawing/2014/main" id="{B18A12D1-8D09-E2E8-8767-01EE6B817B0A}"/>
                  </a:ext>
                </a:extLst>
              </p:cNvPr>
              <p:cNvGrpSpPr/>
              <p:nvPr/>
            </p:nvGrpSpPr>
            <p:grpSpPr>
              <a:xfrm>
                <a:off x="4695358" y="6999818"/>
                <a:ext cx="9489233" cy="283010"/>
                <a:chOff x="4695358" y="6999818"/>
                <a:chExt cx="9489233" cy="283010"/>
              </a:xfrm>
            </p:grpSpPr>
            <p:sp>
              <p:nvSpPr>
                <p:cNvPr id="143" name="矩形 142">
                  <a:extLst>
                    <a:ext uri="{FF2B5EF4-FFF2-40B4-BE49-F238E27FC236}">
                      <a16:creationId xmlns:a16="http://schemas.microsoft.com/office/drawing/2014/main" id="{9DDC4E16-4FA5-2210-9601-A2FF8AECE062}"/>
                    </a:ext>
                  </a:extLst>
                </p:cNvPr>
                <p:cNvSpPr/>
                <p:nvPr/>
              </p:nvSpPr>
              <p:spPr>
                <a:xfrm>
                  <a:off x="4695358" y="6999818"/>
                  <a:ext cx="9489233" cy="283010"/>
                </a:xfrm>
                <a:prstGeom prst="rect">
                  <a:avLst/>
                </a:prstGeom>
                <a:solidFill>
                  <a:srgbClr val="FF914D">
                    <a:alpha val="11000"/>
                  </a:srgbClr>
                </a:solidFill>
                <a:ln w="935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" name="矩形 143">
                  <a:extLst>
                    <a:ext uri="{FF2B5EF4-FFF2-40B4-BE49-F238E27FC236}">
                      <a16:creationId xmlns:a16="http://schemas.microsoft.com/office/drawing/2014/main" id="{94C381ED-0C1D-391E-55F5-95B8A3BB97A8}"/>
                    </a:ext>
                  </a:extLst>
                </p:cNvPr>
                <p:cNvSpPr/>
                <p:nvPr/>
              </p:nvSpPr>
              <p:spPr>
                <a:xfrm>
                  <a:off x="4695358" y="6999818"/>
                  <a:ext cx="9489233" cy="283010"/>
                </a:xfrm>
                <a:prstGeom prst="rect">
                  <a:avLst/>
                </a:prstGeom>
                <a:noFill/>
                <a:ln w="2338" cap="rnd">
                  <a:solidFill>
                    <a:srgbClr val="DAE2F3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5" name="图形 1">
              <a:extLst>
                <a:ext uri="{FF2B5EF4-FFF2-40B4-BE49-F238E27FC236}">
                  <a16:creationId xmlns:a16="http://schemas.microsoft.com/office/drawing/2014/main" id="{05392C71-3024-BE09-92D4-597FA3B5E258}"/>
                </a:ext>
              </a:extLst>
            </p:cNvPr>
            <p:cNvGrpSpPr/>
            <p:nvPr/>
          </p:nvGrpSpPr>
          <p:grpSpPr>
            <a:xfrm>
              <a:off x="4695358" y="6999818"/>
              <a:ext cx="9489233" cy="303739"/>
              <a:chOff x="4695358" y="6999818"/>
              <a:chExt cx="9489233" cy="303739"/>
            </a:xfrm>
          </p:grpSpPr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528CE5EA-206A-98A2-DB74-BF6B8DCC6F58}"/>
                  </a:ext>
                </a:extLst>
              </p:cNvPr>
              <p:cNvSpPr/>
              <p:nvPr/>
            </p:nvSpPr>
            <p:spPr>
              <a:xfrm>
                <a:off x="4695358" y="6999818"/>
                <a:ext cx="9489233" cy="283010"/>
              </a:xfrm>
              <a:prstGeom prst="rect">
                <a:avLst/>
              </a:prstGeom>
              <a:solidFill>
                <a:srgbClr val="FF914D">
                  <a:alpha val="11000"/>
                </a:srgbClr>
              </a:solidFill>
              <a:ln w="935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AF2D34AD-1953-57AE-0BBC-7769E0E80BDE}"/>
                  </a:ext>
                </a:extLst>
              </p:cNvPr>
              <p:cNvSpPr txBox="1"/>
              <p:nvPr/>
            </p:nvSpPr>
            <p:spPr>
              <a:xfrm>
                <a:off x="9011915" y="7003475"/>
                <a:ext cx="877163" cy="3000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350" b="1" spc="0" baseline="0">
                    <a:ln/>
                    <a:solidFill>
                      <a:srgbClr val="000000"/>
                    </a:solidFill>
                    <a:latin typeface="宋体"/>
                    <a:ea typeface="宋体"/>
                    <a:sym typeface="宋体"/>
                    <a:rtl val="0"/>
                  </a:rPr>
                  <a:t>选择模型</a:t>
                </a:r>
              </a:p>
            </p:txBody>
          </p:sp>
        </p:grpSp>
      </p:grpSp>
      <p:grpSp>
        <p:nvGrpSpPr>
          <p:cNvPr id="148" name="图形 1">
            <a:extLst>
              <a:ext uri="{FF2B5EF4-FFF2-40B4-BE49-F238E27FC236}">
                <a16:creationId xmlns:a16="http://schemas.microsoft.com/office/drawing/2014/main" id="{1CFF531C-BD21-26A2-295D-FA3D215E1BCC}"/>
              </a:ext>
            </a:extLst>
          </p:cNvPr>
          <p:cNvGrpSpPr/>
          <p:nvPr/>
        </p:nvGrpSpPr>
        <p:grpSpPr>
          <a:xfrm>
            <a:off x="4008348" y="3462524"/>
            <a:ext cx="938889" cy="450667"/>
            <a:chOff x="6228954" y="4393253"/>
            <a:chExt cx="938889" cy="450667"/>
          </a:xfrm>
        </p:grpSpPr>
        <p:sp>
          <p:nvSpPr>
            <p:cNvPr id="149" name="任意形状 148">
              <a:extLst>
                <a:ext uri="{FF2B5EF4-FFF2-40B4-BE49-F238E27FC236}">
                  <a16:creationId xmlns:a16="http://schemas.microsoft.com/office/drawing/2014/main" id="{AEB5E400-58B0-C367-58EA-2196F331B04E}"/>
                </a:ext>
              </a:extLst>
            </p:cNvPr>
            <p:cNvSpPr/>
            <p:nvPr/>
          </p:nvSpPr>
          <p:spPr>
            <a:xfrm>
              <a:off x="6228954" y="4393253"/>
              <a:ext cx="938889" cy="450667"/>
            </a:xfrm>
            <a:custGeom>
              <a:avLst/>
              <a:gdLst>
                <a:gd name="csX0" fmla="*/ 58681 w 938889"/>
                <a:gd name="csY0" fmla="*/ 0 h 450667"/>
                <a:gd name="csX1" fmla="*/ 821529 w 938889"/>
                <a:gd name="csY1" fmla="*/ 0 h 450667"/>
                <a:gd name="csX2" fmla="*/ 880209 w 938889"/>
                <a:gd name="csY2" fmla="*/ 28167 h 450667"/>
                <a:gd name="csX3" fmla="*/ 880209 w 938889"/>
                <a:gd name="csY3" fmla="*/ 14084 h 450667"/>
                <a:gd name="csX4" fmla="*/ 909549 w 938889"/>
                <a:gd name="csY4" fmla="*/ 42251 h 450667"/>
                <a:gd name="csX5" fmla="*/ 909549 w 938889"/>
                <a:gd name="csY5" fmla="*/ 28167 h 450667"/>
                <a:gd name="csX6" fmla="*/ 938890 w 938889"/>
                <a:gd name="csY6" fmla="*/ 56334 h 450667"/>
                <a:gd name="csX7" fmla="*/ 938890 w 938889"/>
                <a:gd name="csY7" fmla="*/ 422501 h 450667"/>
                <a:gd name="csX8" fmla="*/ 880209 w 938889"/>
                <a:gd name="csY8" fmla="*/ 450668 h 450667"/>
                <a:gd name="csX9" fmla="*/ 117361 w 938889"/>
                <a:gd name="csY9" fmla="*/ 450668 h 450667"/>
                <a:gd name="csX10" fmla="*/ 58681 w 938889"/>
                <a:gd name="csY10" fmla="*/ 436584 h 450667"/>
                <a:gd name="csX11" fmla="*/ 29340 w 938889"/>
                <a:gd name="csY11" fmla="*/ 422501 h 450667"/>
                <a:gd name="csX12" fmla="*/ 0 w 938889"/>
                <a:gd name="csY12" fmla="*/ 394334 h 450667"/>
                <a:gd name="csX13" fmla="*/ 0 w 938889"/>
                <a:gd name="csY13" fmla="*/ 28167 h 450667"/>
                <a:gd name="csX14" fmla="*/ 58681 w 938889"/>
                <a:gd name="csY14" fmla="*/ 0 h 450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938889" h="450667">
                  <a:moveTo>
                    <a:pt x="58681" y="0"/>
                  </a:moveTo>
                  <a:lnTo>
                    <a:pt x="821529" y="0"/>
                  </a:lnTo>
                  <a:cubicBezTo>
                    <a:pt x="880209" y="0"/>
                    <a:pt x="880209" y="0"/>
                    <a:pt x="880209" y="28167"/>
                  </a:cubicBezTo>
                  <a:lnTo>
                    <a:pt x="880209" y="14084"/>
                  </a:lnTo>
                  <a:cubicBezTo>
                    <a:pt x="909549" y="14084"/>
                    <a:pt x="909549" y="14084"/>
                    <a:pt x="909549" y="42251"/>
                  </a:cubicBezTo>
                  <a:lnTo>
                    <a:pt x="909549" y="28167"/>
                  </a:lnTo>
                  <a:cubicBezTo>
                    <a:pt x="938890" y="28167"/>
                    <a:pt x="938890" y="28167"/>
                    <a:pt x="938890" y="56334"/>
                  </a:cubicBezTo>
                  <a:lnTo>
                    <a:pt x="938890" y="422501"/>
                  </a:lnTo>
                  <a:cubicBezTo>
                    <a:pt x="938890" y="450668"/>
                    <a:pt x="938890" y="450668"/>
                    <a:pt x="880209" y="450668"/>
                  </a:cubicBezTo>
                  <a:lnTo>
                    <a:pt x="117361" y="450668"/>
                  </a:lnTo>
                  <a:cubicBezTo>
                    <a:pt x="58681" y="450668"/>
                    <a:pt x="58681" y="450668"/>
                    <a:pt x="58681" y="436584"/>
                  </a:cubicBezTo>
                  <a:cubicBezTo>
                    <a:pt x="29340" y="436584"/>
                    <a:pt x="29340" y="436584"/>
                    <a:pt x="29340" y="422501"/>
                  </a:cubicBezTo>
                  <a:cubicBezTo>
                    <a:pt x="0" y="422501"/>
                    <a:pt x="0" y="422501"/>
                    <a:pt x="0" y="394334"/>
                  </a:cubicBezTo>
                  <a:lnTo>
                    <a:pt x="0" y="28167"/>
                  </a:lnTo>
                  <a:cubicBezTo>
                    <a:pt x="0" y="0"/>
                    <a:pt x="0" y="0"/>
                    <a:pt x="58681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任意形状 149">
              <a:extLst>
                <a:ext uri="{FF2B5EF4-FFF2-40B4-BE49-F238E27FC236}">
                  <a16:creationId xmlns:a16="http://schemas.microsoft.com/office/drawing/2014/main" id="{7790FAFC-03FC-F0A4-8D85-2AF29B40B576}"/>
                </a:ext>
              </a:extLst>
            </p:cNvPr>
            <p:cNvSpPr/>
            <p:nvPr/>
          </p:nvSpPr>
          <p:spPr>
            <a:xfrm>
              <a:off x="6228954" y="4393253"/>
              <a:ext cx="938889" cy="450667"/>
            </a:xfrm>
            <a:custGeom>
              <a:avLst/>
              <a:gdLst>
                <a:gd name="csX0" fmla="*/ 58681 w 938889"/>
                <a:gd name="csY0" fmla="*/ 0 h 450667"/>
                <a:gd name="csX1" fmla="*/ 821529 w 938889"/>
                <a:gd name="csY1" fmla="*/ 0 h 450667"/>
                <a:gd name="csX2" fmla="*/ 880209 w 938889"/>
                <a:gd name="csY2" fmla="*/ 28167 h 450667"/>
                <a:gd name="csX3" fmla="*/ 880209 w 938889"/>
                <a:gd name="csY3" fmla="*/ 394334 h 450667"/>
                <a:gd name="csX4" fmla="*/ 821529 w 938889"/>
                <a:gd name="csY4" fmla="*/ 422501 h 450667"/>
                <a:gd name="csX5" fmla="*/ 58681 w 938889"/>
                <a:gd name="csY5" fmla="*/ 422501 h 450667"/>
                <a:gd name="csX6" fmla="*/ 0 w 938889"/>
                <a:gd name="csY6" fmla="*/ 394334 h 450667"/>
                <a:gd name="csX7" fmla="*/ 0 w 938889"/>
                <a:gd name="csY7" fmla="*/ 28167 h 450667"/>
                <a:gd name="csX8" fmla="*/ 58681 w 938889"/>
                <a:gd name="csY8" fmla="*/ 0 h 450667"/>
                <a:gd name="csX9" fmla="*/ 880209 w 938889"/>
                <a:gd name="csY9" fmla="*/ 14084 h 450667"/>
                <a:gd name="csX10" fmla="*/ 909549 w 938889"/>
                <a:gd name="csY10" fmla="*/ 42251 h 450667"/>
                <a:gd name="csX11" fmla="*/ 909549 w 938889"/>
                <a:gd name="csY11" fmla="*/ 422501 h 450667"/>
                <a:gd name="csX12" fmla="*/ 850869 w 938889"/>
                <a:gd name="csY12" fmla="*/ 436584 h 450667"/>
                <a:gd name="csX13" fmla="*/ 88021 w 938889"/>
                <a:gd name="csY13" fmla="*/ 436584 h 450667"/>
                <a:gd name="csX14" fmla="*/ 29340 w 938889"/>
                <a:gd name="csY14" fmla="*/ 422501 h 450667"/>
                <a:gd name="csX15" fmla="*/ 909549 w 938889"/>
                <a:gd name="csY15" fmla="*/ 28167 h 450667"/>
                <a:gd name="csX16" fmla="*/ 938890 w 938889"/>
                <a:gd name="csY16" fmla="*/ 56334 h 450667"/>
                <a:gd name="csX17" fmla="*/ 938890 w 938889"/>
                <a:gd name="csY17" fmla="*/ 422501 h 450667"/>
                <a:gd name="csX18" fmla="*/ 880209 w 938889"/>
                <a:gd name="csY18" fmla="*/ 450668 h 450667"/>
                <a:gd name="csX19" fmla="*/ 117361 w 938889"/>
                <a:gd name="csY19" fmla="*/ 450668 h 450667"/>
                <a:gd name="csX20" fmla="*/ 58681 w 938889"/>
                <a:gd name="csY20" fmla="*/ 436584 h 450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938889" h="450667">
                  <a:moveTo>
                    <a:pt x="58681" y="0"/>
                  </a:moveTo>
                  <a:lnTo>
                    <a:pt x="821529" y="0"/>
                  </a:lnTo>
                  <a:cubicBezTo>
                    <a:pt x="880209" y="0"/>
                    <a:pt x="880209" y="0"/>
                    <a:pt x="880209" y="28167"/>
                  </a:cubicBezTo>
                  <a:lnTo>
                    <a:pt x="880209" y="394334"/>
                  </a:lnTo>
                  <a:cubicBezTo>
                    <a:pt x="880209" y="422501"/>
                    <a:pt x="880209" y="422501"/>
                    <a:pt x="821529" y="422501"/>
                  </a:cubicBezTo>
                  <a:lnTo>
                    <a:pt x="58681" y="422501"/>
                  </a:lnTo>
                  <a:cubicBezTo>
                    <a:pt x="0" y="422501"/>
                    <a:pt x="0" y="422501"/>
                    <a:pt x="0" y="394334"/>
                  </a:cubicBezTo>
                  <a:lnTo>
                    <a:pt x="0" y="28167"/>
                  </a:lnTo>
                  <a:cubicBezTo>
                    <a:pt x="0" y="0"/>
                    <a:pt x="0" y="0"/>
                    <a:pt x="58681" y="0"/>
                  </a:cubicBezTo>
                  <a:moveTo>
                    <a:pt x="880209" y="14084"/>
                  </a:moveTo>
                  <a:cubicBezTo>
                    <a:pt x="909549" y="14084"/>
                    <a:pt x="909549" y="14084"/>
                    <a:pt x="909549" y="42251"/>
                  </a:cubicBezTo>
                  <a:lnTo>
                    <a:pt x="909549" y="422501"/>
                  </a:lnTo>
                  <a:cubicBezTo>
                    <a:pt x="909549" y="436584"/>
                    <a:pt x="909549" y="436584"/>
                    <a:pt x="850869" y="436584"/>
                  </a:cubicBezTo>
                  <a:lnTo>
                    <a:pt x="88021" y="436584"/>
                  </a:lnTo>
                  <a:cubicBezTo>
                    <a:pt x="29340" y="436584"/>
                    <a:pt x="29340" y="436584"/>
                    <a:pt x="29340" y="422501"/>
                  </a:cubicBezTo>
                  <a:moveTo>
                    <a:pt x="909549" y="28167"/>
                  </a:moveTo>
                  <a:cubicBezTo>
                    <a:pt x="938890" y="28167"/>
                    <a:pt x="938890" y="28167"/>
                    <a:pt x="938890" y="56334"/>
                  </a:cubicBezTo>
                  <a:lnTo>
                    <a:pt x="938890" y="422501"/>
                  </a:lnTo>
                  <a:cubicBezTo>
                    <a:pt x="938890" y="450668"/>
                    <a:pt x="938890" y="450668"/>
                    <a:pt x="880209" y="450668"/>
                  </a:cubicBezTo>
                  <a:lnTo>
                    <a:pt x="117361" y="450668"/>
                  </a:lnTo>
                  <a:cubicBezTo>
                    <a:pt x="58681" y="450668"/>
                    <a:pt x="58681" y="450668"/>
                    <a:pt x="58681" y="436584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17F2485B-B42A-ED5D-880C-6BAF36622C5B}"/>
                </a:ext>
              </a:extLst>
            </p:cNvPr>
            <p:cNvSpPr txBox="1"/>
            <p:nvPr/>
          </p:nvSpPr>
          <p:spPr>
            <a:xfrm>
              <a:off x="6195858" y="4468874"/>
              <a:ext cx="931047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公交导向巢</a:t>
              </a:r>
            </a:p>
          </p:txBody>
        </p:sp>
      </p:grpSp>
      <p:grpSp>
        <p:nvGrpSpPr>
          <p:cNvPr id="152" name="图形 1">
            <a:extLst>
              <a:ext uri="{FF2B5EF4-FFF2-40B4-BE49-F238E27FC236}">
                <a16:creationId xmlns:a16="http://schemas.microsoft.com/office/drawing/2014/main" id="{C0CEB918-6481-D601-EED2-B986CCE155C9}"/>
              </a:ext>
            </a:extLst>
          </p:cNvPr>
          <p:cNvGrpSpPr/>
          <p:nvPr/>
        </p:nvGrpSpPr>
        <p:grpSpPr>
          <a:xfrm>
            <a:off x="5294077" y="3170916"/>
            <a:ext cx="715766" cy="397647"/>
            <a:chOff x="7514683" y="4101645"/>
            <a:chExt cx="715766" cy="397647"/>
          </a:xfrm>
        </p:grpSpPr>
        <p:sp>
          <p:nvSpPr>
            <p:cNvPr id="153" name="任意形状 152">
              <a:extLst>
                <a:ext uri="{FF2B5EF4-FFF2-40B4-BE49-F238E27FC236}">
                  <a16:creationId xmlns:a16="http://schemas.microsoft.com/office/drawing/2014/main" id="{4D614030-F368-6F3D-35C2-0499473B1BFD}"/>
                </a:ext>
              </a:extLst>
            </p:cNvPr>
            <p:cNvSpPr/>
            <p:nvPr/>
          </p:nvSpPr>
          <p:spPr>
            <a:xfrm>
              <a:off x="7514683" y="4101645"/>
              <a:ext cx="715766" cy="397647"/>
            </a:xfrm>
            <a:custGeom>
              <a:avLst/>
              <a:gdLst>
                <a:gd name="csX0" fmla="*/ 44735 w 715766"/>
                <a:gd name="csY0" fmla="*/ 0 h 397647"/>
                <a:gd name="csX1" fmla="*/ 626296 w 715766"/>
                <a:gd name="csY1" fmla="*/ 0 h 397647"/>
                <a:gd name="csX2" fmla="*/ 671030 w 715766"/>
                <a:gd name="csY2" fmla="*/ 24853 h 397647"/>
                <a:gd name="csX3" fmla="*/ 671030 w 715766"/>
                <a:gd name="csY3" fmla="*/ 12426 h 397647"/>
                <a:gd name="csX4" fmla="*/ 693398 w 715766"/>
                <a:gd name="csY4" fmla="*/ 37280 h 397647"/>
                <a:gd name="csX5" fmla="*/ 693398 w 715766"/>
                <a:gd name="csY5" fmla="*/ 24853 h 397647"/>
                <a:gd name="csX6" fmla="*/ 715766 w 715766"/>
                <a:gd name="csY6" fmla="*/ 49706 h 397647"/>
                <a:gd name="csX7" fmla="*/ 715766 w 715766"/>
                <a:gd name="csY7" fmla="*/ 372795 h 397647"/>
                <a:gd name="csX8" fmla="*/ 671030 w 715766"/>
                <a:gd name="csY8" fmla="*/ 397648 h 397647"/>
                <a:gd name="csX9" fmla="*/ 89470 w 715766"/>
                <a:gd name="csY9" fmla="*/ 397648 h 397647"/>
                <a:gd name="csX10" fmla="*/ 44735 w 715766"/>
                <a:gd name="csY10" fmla="*/ 385222 h 397647"/>
                <a:gd name="csX11" fmla="*/ 22368 w 715766"/>
                <a:gd name="csY11" fmla="*/ 372795 h 397647"/>
                <a:gd name="csX12" fmla="*/ 0 w 715766"/>
                <a:gd name="csY12" fmla="*/ 347942 h 397647"/>
                <a:gd name="csX13" fmla="*/ 0 w 715766"/>
                <a:gd name="csY13" fmla="*/ 24853 h 397647"/>
                <a:gd name="csX14" fmla="*/ 44735 w 715766"/>
                <a:gd name="csY14" fmla="*/ 0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15766" h="397647">
                  <a:moveTo>
                    <a:pt x="44735" y="0"/>
                  </a:moveTo>
                  <a:lnTo>
                    <a:pt x="626296" y="0"/>
                  </a:lnTo>
                  <a:cubicBezTo>
                    <a:pt x="671030" y="0"/>
                    <a:pt x="671030" y="0"/>
                    <a:pt x="671030" y="24853"/>
                  </a:cubicBezTo>
                  <a:lnTo>
                    <a:pt x="671030" y="12426"/>
                  </a:lnTo>
                  <a:cubicBezTo>
                    <a:pt x="693398" y="12426"/>
                    <a:pt x="693398" y="12426"/>
                    <a:pt x="693398" y="37280"/>
                  </a:cubicBezTo>
                  <a:lnTo>
                    <a:pt x="693398" y="24853"/>
                  </a:lnTo>
                  <a:cubicBezTo>
                    <a:pt x="715766" y="24853"/>
                    <a:pt x="715766" y="24853"/>
                    <a:pt x="715766" y="49706"/>
                  </a:cubicBezTo>
                  <a:lnTo>
                    <a:pt x="715766" y="372795"/>
                  </a:lnTo>
                  <a:cubicBezTo>
                    <a:pt x="715766" y="397648"/>
                    <a:pt x="715766" y="397648"/>
                    <a:pt x="671030" y="397648"/>
                  </a:cubicBezTo>
                  <a:lnTo>
                    <a:pt x="89470" y="397648"/>
                  </a:lnTo>
                  <a:cubicBezTo>
                    <a:pt x="44735" y="397648"/>
                    <a:pt x="44735" y="397648"/>
                    <a:pt x="44735" y="385222"/>
                  </a:cubicBezTo>
                  <a:cubicBezTo>
                    <a:pt x="22368" y="385222"/>
                    <a:pt x="22368" y="385222"/>
                    <a:pt x="22368" y="372795"/>
                  </a:cubicBez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5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任意形状 153">
              <a:extLst>
                <a:ext uri="{FF2B5EF4-FFF2-40B4-BE49-F238E27FC236}">
                  <a16:creationId xmlns:a16="http://schemas.microsoft.com/office/drawing/2014/main" id="{82EA136E-8633-73B7-37F0-CB49F9C93259}"/>
                </a:ext>
              </a:extLst>
            </p:cNvPr>
            <p:cNvSpPr/>
            <p:nvPr/>
          </p:nvSpPr>
          <p:spPr>
            <a:xfrm>
              <a:off x="7514683" y="4101645"/>
              <a:ext cx="715766" cy="397647"/>
            </a:xfrm>
            <a:custGeom>
              <a:avLst/>
              <a:gdLst>
                <a:gd name="csX0" fmla="*/ 44735 w 715766"/>
                <a:gd name="csY0" fmla="*/ 0 h 397647"/>
                <a:gd name="csX1" fmla="*/ 626296 w 715766"/>
                <a:gd name="csY1" fmla="*/ 0 h 397647"/>
                <a:gd name="csX2" fmla="*/ 671030 w 715766"/>
                <a:gd name="csY2" fmla="*/ 24853 h 397647"/>
                <a:gd name="csX3" fmla="*/ 671030 w 715766"/>
                <a:gd name="csY3" fmla="*/ 347942 h 397647"/>
                <a:gd name="csX4" fmla="*/ 626296 w 715766"/>
                <a:gd name="csY4" fmla="*/ 372795 h 397647"/>
                <a:gd name="csX5" fmla="*/ 44735 w 715766"/>
                <a:gd name="csY5" fmla="*/ 372795 h 397647"/>
                <a:gd name="csX6" fmla="*/ 0 w 715766"/>
                <a:gd name="csY6" fmla="*/ 347942 h 397647"/>
                <a:gd name="csX7" fmla="*/ 0 w 715766"/>
                <a:gd name="csY7" fmla="*/ 24853 h 397647"/>
                <a:gd name="csX8" fmla="*/ 44735 w 715766"/>
                <a:gd name="csY8" fmla="*/ 0 h 397647"/>
                <a:gd name="csX9" fmla="*/ 671030 w 715766"/>
                <a:gd name="csY9" fmla="*/ 12426 h 397647"/>
                <a:gd name="csX10" fmla="*/ 693398 w 715766"/>
                <a:gd name="csY10" fmla="*/ 37280 h 397647"/>
                <a:gd name="csX11" fmla="*/ 693398 w 715766"/>
                <a:gd name="csY11" fmla="*/ 372795 h 397647"/>
                <a:gd name="csX12" fmla="*/ 648663 w 715766"/>
                <a:gd name="csY12" fmla="*/ 385222 h 397647"/>
                <a:gd name="csX13" fmla="*/ 67103 w 715766"/>
                <a:gd name="csY13" fmla="*/ 385222 h 397647"/>
                <a:gd name="csX14" fmla="*/ 22368 w 715766"/>
                <a:gd name="csY14" fmla="*/ 372795 h 397647"/>
                <a:gd name="csX15" fmla="*/ 693398 w 715766"/>
                <a:gd name="csY15" fmla="*/ 24853 h 397647"/>
                <a:gd name="csX16" fmla="*/ 715766 w 715766"/>
                <a:gd name="csY16" fmla="*/ 49706 h 397647"/>
                <a:gd name="csX17" fmla="*/ 715766 w 715766"/>
                <a:gd name="csY17" fmla="*/ 372795 h 397647"/>
                <a:gd name="csX18" fmla="*/ 671030 w 715766"/>
                <a:gd name="csY18" fmla="*/ 397648 h 397647"/>
                <a:gd name="csX19" fmla="*/ 89470 w 715766"/>
                <a:gd name="csY19" fmla="*/ 397648 h 397647"/>
                <a:gd name="csX20" fmla="*/ 44735 w 715766"/>
                <a:gd name="csY20" fmla="*/ 385222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15766" h="397647">
                  <a:moveTo>
                    <a:pt x="44735" y="0"/>
                  </a:moveTo>
                  <a:lnTo>
                    <a:pt x="626296" y="0"/>
                  </a:lnTo>
                  <a:cubicBezTo>
                    <a:pt x="671030" y="0"/>
                    <a:pt x="671030" y="0"/>
                    <a:pt x="671030" y="24853"/>
                  </a:cubicBezTo>
                  <a:lnTo>
                    <a:pt x="671030" y="347942"/>
                  </a:lnTo>
                  <a:cubicBezTo>
                    <a:pt x="671030" y="372795"/>
                    <a:pt x="671030" y="372795"/>
                    <a:pt x="626296" y="372795"/>
                  </a:cubicBezTo>
                  <a:lnTo>
                    <a:pt x="44735" y="372795"/>
                  </a:ln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5" y="0"/>
                  </a:cubicBezTo>
                  <a:moveTo>
                    <a:pt x="671030" y="12426"/>
                  </a:moveTo>
                  <a:cubicBezTo>
                    <a:pt x="693398" y="12426"/>
                    <a:pt x="693398" y="12426"/>
                    <a:pt x="693398" y="37280"/>
                  </a:cubicBezTo>
                  <a:lnTo>
                    <a:pt x="693398" y="372795"/>
                  </a:lnTo>
                  <a:cubicBezTo>
                    <a:pt x="693398" y="385222"/>
                    <a:pt x="693398" y="385222"/>
                    <a:pt x="648663" y="385222"/>
                  </a:cubicBezTo>
                  <a:lnTo>
                    <a:pt x="67103" y="385222"/>
                  </a:lnTo>
                  <a:cubicBezTo>
                    <a:pt x="22368" y="385222"/>
                    <a:pt x="22368" y="385222"/>
                    <a:pt x="22368" y="372795"/>
                  </a:cubicBezTo>
                  <a:moveTo>
                    <a:pt x="693398" y="24853"/>
                  </a:moveTo>
                  <a:cubicBezTo>
                    <a:pt x="715766" y="24853"/>
                    <a:pt x="715766" y="24853"/>
                    <a:pt x="715766" y="49706"/>
                  </a:cubicBezTo>
                  <a:lnTo>
                    <a:pt x="715766" y="372795"/>
                  </a:lnTo>
                  <a:cubicBezTo>
                    <a:pt x="715766" y="397648"/>
                    <a:pt x="715766" y="397648"/>
                    <a:pt x="671030" y="397648"/>
                  </a:cubicBezTo>
                  <a:lnTo>
                    <a:pt x="89470" y="397648"/>
                  </a:lnTo>
                  <a:cubicBezTo>
                    <a:pt x="44735" y="397648"/>
                    <a:pt x="44735" y="397648"/>
                    <a:pt x="44735" y="385222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55B24590-DA41-9DEB-C642-2375849D8FF2}"/>
                </a:ext>
              </a:extLst>
            </p:cNvPr>
            <p:cNvSpPr txBox="1"/>
            <p:nvPr/>
          </p:nvSpPr>
          <p:spPr>
            <a:xfrm>
              <a:off x="7454236" y="4153539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公交优先</a:t>
              </a:r>
            </a:p>
          </p:txBody>
        </p:sp>
      </p:grpSp>
      <p:grpSp>
        <p:nvGrpSpPr>
          <p:cNvPr id="156" name="图形 1">
            <a:extLst>
              <a:ext uri="{FF2B5EF4-FFF2-40B4-BE49-F238E27FC236}">
                <a16:creationId xmlns:a16="http://schemas.microsoft.com/office/drawing/2014/main" id="{D1887874-0D9A-1857-CE74-8EFC157047D4}"/>
              </a:ext>
            </a:extLst>
          </p:cNvPr>
          <p:cNvGrpSpPr/>
          <p:nvPr/>
        </p:nvGrpSpPr>
        <p:grpSpPr>
          <a:xfrm>
            <a:off x="5294077" y="3740099"/>
            <a:ext cx="715766" cy="397647"/>
            <a:chOff x="7514683" y="4670828"/>
            <a:chExt cx="715766" cy="397647"/>
          </a:xfrm>
        </p:grpSpPr>
        <p:sp>
          <p:nvSpPr>
            <p:cNvPr id="157" name="任意形状 156">
              <a:extLst>
                <a:ext uri="{FF2B5EF4-FFF2-40B4-BE49-F238E27FC236}">
                  <a16:creationId xmlns:a16="http://schemas.microsoft.com/office/drawing/2014/main" id="{C1BD8625-8C3A-2211-8711-FE7EE2C4100A}"/>
                </a:ext>
              </a:extLst>
            </p:cNvPr>
            <p:cNvSpPr/>
            <p:nvPr/>
          </p:nvSpPr>
          <p:spPr>
            <a:xfrm>
              <a:off x="7514683" y="4670828"/>
              <a:ext cx="715766" cy="397647"/>
            </a:xfrm>
            <a:custGeom>
              <a:avLst/>
              <a:gdLst>
                <a:gd name="csX0" fmla="*/ 44735 w 715766"/>
                <a:gd name="csY0" fmla="*/ 0 h 397647"/>
                <a:gd name="csX1" fmla="*/ 626296 w 715766"/>
                <a:gd name="csY1" fmla="*/ 0 h 397647"/>
                <a:gd name="csX2" fmla="*/ 671030 w 715766"/>
                <a:gd name="csY2" fmla="*/ 24853 h 397647"/>
                <a:gd name="csX3" fmla="*/ 671030 w 715766"/>
                <a:gd name="csY3" fmla="*/ 12426 h 397647"/>
                <a:gd name="csX4" fmla="*/ 693398 w 715766"/>
                <a:gd name="csY4" fmla="*/ 37280 h 397647"/>
                <a:gd name="csX5" fmla="*/ 693398 w 715766"/>
                <a:gd name="csY5" fmla="*/ 24853 h 397647"/>
                <a:gd name="csX6" fmla="*/ 715766 w 715766"/>
                <a:gd name="csY6" fmla="*/ 49706 h 397647"/>
                <a:gd name="csX7" fmla="*/ 715766 w 715766"/>
                <a:gd name="csY7" fmla="*/ 372795 h 397647"/>
                <a:gd name="csX8" fmla="*/ 671030 w 715766"/>
                <a:gd name="csY8" fmla="*/ 397648 h 397647"/>
                <a:gd name="csX9" fmla="*/ 89470 w 715766"/>
                <a:gd name="csY9" fmla="*/ 397648 h 397647"/>
                <a:gd name="csX10" fmla="*/ 44735 w 715766"/>
                <a:gd name="csY10" fmla="*/ 385221 h 397647"/>
                <a:gd name="csX11" fmla="*/ 22368 w 715766"/>
                <a:gd name="csY11" fmla="*/ 372795 h 397647"/>
                <a:gd name="csX12" fmla="*/ 0 w 715766"/>
                <a:gd name="csY12" fmla="*/ 347942 h 397647"/>
                <a:gd name="csX13" fmla="*/ 0 w 715766"/>
                <a:gd name="csY13" fmla="*/ 24853 h 397647"/>
                <a:gd name="csX14" fmla="*/ 44735 w 715766"/>
                <a:gd name="csY14" fmla="*/ 0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15766" h="397647">
                  <a:moveTo>
                    <a:pt x="44735" y="0"/>
                  </a:moveTo>
                  <a:lnTo>
                    <a:pt x="626296" y="0"/>
                  </a:lnTo>
                  <a:cubicBezTo>
                    <a:pt x="671030" y="0"/>
                    <a:pt x="671030" y="0"/>
                    <a:pt x="671030" y="24853"/>
                  </a:cubicBezTo>
                  <a:lnTo>
                    <a:pt x="671030" y="12426"/>
                  </a:lnTo>
                  <a:cubicBezTo>
                    <a:pt x="693398" y="12426"/>
                    <a:pt x="693398" y="12426"/>
                    <a:pt x="693398" y="37280"/>
                  </a:cubicBezTo>
                  <a:lnTo>
                    <a:pt x="693398" y="24853"/>
                  </a:lnTo>
                  <a:cubicBezTo>
                    <a:pt x="715766" y="24853"/>
                    <a:pt x="715766" y="24853"/>
                    <a:pt x="715766" y="49706"/>
                  </a:cubicBezTo>
                  <a:lnTo>
                    <a:pt x="715766" y="372795"/>
                  </a:lnTo>
                  <a:cubicBezTo>
                    <a:pt x="715766" y="397648"/>
                    <a:pt x="715766" y="397648"/>
                    <a:pt x="671030" y="397648"/>
                  </a:cubicBezTo>
                  <a:lnTo>
                    <a:pt x="89470" y="397648"/>
                  </a:lnTo>
                  <a:cubicBezTo>
                    <a:pt x="44735" y="397648"/>
                    <a:pt x="44735" y="397648"/>
                    <a:pt x="44735" y="385221"/>
                  </a:cubicBezTo>
                  <a:cubicBezTo>
                    <a:pt x="22368" y="385221"/>
                    <a:pt x="22368" y="385221"/>
                    <a:pt x="22368" y="372795"/>
                  </a:cubicBez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5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任意形状 157">
              <a:extLst>
                <a:ext uri="{FF2B5EF4-FFF2-40B4-BE49-F238E27FC236}">
                  <a16:creationId xmlns:a16="http://schemas.microsoft.com/office/drawing/2014/main" id="{15E782AA-A050-2A45-0FD4-93FC4DFAA83D}"/>
                </a:ext>
              </a:extLst>
            </p:cNvPr>
            <p:cNvSpPr/>
            <p:nvPr/>
          </p:nvSpPr>
          <p:spPr>
            <a:xfrm>
              <a:off x="7514683" y="4670828"/>
              <a:ext cx="715766" cy="397647"/>
            </a:xfrm>
            <a:custGeom>
              <a:avLst/>
              <a:gdLst>
                <a:gd name="csX0" fmla="*/ 44735 w 715766"/>
                <a:gd name="csY0" fmla="*/ 0 h 397647"/>
                <a:gd name="csX1" fmla="*/ 626296 w 715766"/>
                <a:gd name="csY1" fmla="*/ 0 h 397647"/>
                <a:gd name="csX2" fmla="*/ 671030 w 715766"/>
                <a:gd name="csY2" fmla="*/ 24853 h 397647"/>
                <a:gd name="csX3" fmla="*/ 671030 w 715766"/>
                <a:gd name="csY3" fmla="*/ 347942 h 397647"/>
                <a:gd name="csX4" fmla="*/ 626296 w 715766"/>
                <a:gd name="csY4" fmla="*/ 372795 h 397647"/>
                <a:gd name="csX5" fmla="*/ 44735 w 715766"/>
                <a:gd name="csY5" fmla="*/ 372795 h 397647"/>
                <a:gd name="csX6" fmla="*/ 0 w 715766"/>
                <a:gd name="csY6" fmla="*/ 347942 h 397647"/>
                <a:gd name="csX7" fmla="*/ 0 w 715766"/>
                <a:gd name="csY7" fmla="*/ 24853 h 397647"/>
                <a:gd name="csX8" fmla="*/ 44735 w 715766"/>
                <a:gd name="csY8" fmla="*/ 0 h 397647"/>
                <a:gd name="csX9" fmla="*/ 671030 w 715766"/>
                <a:gd name="csY9" fmla="*/ 12426 h 397647"/>
                <a:gd name="csX10" fmla="*/ 693398 w 715766"/>
                <a:gd name="csY10" fmla="*/ 37280 h 397647"/>
                <a:gd name="csX11" fmla="*/ 693398 w 715766"/>
                <a:gd name="csY11" fmla="*/ 372795 h 397647"/>
                <a:gd name="csX12" fmla="*/ 648663 w 715766"/>
                <a:gd name="csY12" fmla="*/ 385221 h 397647"/>
                <a:gd name="csX13" fmla="*/ 67103 w 715766"/>
                <a:gd name="csY13" fmla="*/ 385221 h 397647"/>
                <a:gd name="csX14" fmla="*/ 22368 w 715766"/>
                <a:gd name="csY14" fmla="*/ 372795 h 397647"/>
                <a:gd name="csX15" fmla="*/ 693398 w 715766"/>
                <a:gd name="csY15" fmla="*/ 24853 h 397647"/>
                <a:gd name="csX16" fmla="*/ 715766 w 715766"/>
                <a:gd name="csY16" fmla="*/ 49706 h 397647"/>
                <a:gd name="csX17" fmla="*/ 715766 w 715766"/>
                <a:gd name="csY17" fmla="*/ 372795 h 397647"/>
                <a:gd name="csX18" fmla="*/ 671030 w 715766"/>
                <a:gd name="csY18" fmla="*/ 397648 h 397647"/>
                <a:gd name="csX19" fmla="*/ 89470 w 715766"/>
                <a:gd name="csY19" fmla="*/ 397648 h 397647"/>
                <a:gd name="csX20" fmla="*/ 44735 w 715766"/>
                <a:gd name="csY20" fmla="*/ 385221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15766" h="397647">
                  <a:moveTo>
                    <a:pt x="44735" y="0"/>
                  </a:moveTo>
                  <a:lnTo>
                    <a:pt x="626296" y="0"/>
                  </a:lnTo>
                  <a:cubicBezTo>
                    <a:pt x="671030" y="0"/>
                    <a:pt x="671030" y="0"/>
                    <a:pt x="671030" y="24853"/>
                  </a:cubicBezTo>
                  <a:lnTo>
                    <a:pt x="671030" y="347942"/>
                  </a:lnTo>
                  <a:cubicBezTo>
                    <a:pt x="671030" y="372795"/>
                    <a:pt x="671030" y="372795"/>
                    <a:pt x="626296" y="372795"/>
                  </a:cubicBezTo>
                  <a:lnTo>
                    <a:pt x="44735" y="372795"/>
                  </a:ln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5" y="0"/>
                  </a:cubicBezTo>
                  <a:moveTo>
                    <a:pt x="671030" y="12426"/>
                  </a:moveTo>
                  <a:cubicBezTo>
                    <a:pt x="693398" y="12426"/>
                    <a:pt x="693398" y="12426"/>
                    <a:pt x="693398" y="37280"/>
                  </a:cubicBezTo>
                  <a:lnTo>
                    <a:pt x="693398" y="372795"/>
                  </a:lnTo>
                  <a:cubicBezTo>
                    <a:pt x="693398" y="385221"/>
                    <a:pt x="693398" y="385221"/>
                    <a:pt x="648663" y="385221"/>
                  </a:cubicBezTo>
                  <a:lnTo>
                    <a:pt x="67103" y="385221"/>
                  </a:lnTo>
                  <a:cubicBezTo>
                    <a:pt x="22368" y="385221"/>
                    <a:pt x="22368" y="385221"/>
                    <a:pt x="22368" y="372795"/>
                  </a:cubicBezTo>
                  <a:moveTo>
                    <a:pt x="693398" y="24853"/>
                  </a:moveTo>
                  <a:cubicBezTo>
                    <a:pt x="715766" y="24853"/>
                    <a:pt x="715766" y="24853"/>
                    <a:pt x="715766" y="49706"/>
                  </a:cubicBezTo>
                  <a:lnTo>
                    <a:pt x="715766" y="372795"/>
                  </a:lnTo>
                  <a:cubicBezTo>
                    <a:pt x="715766" y="397648"/>
                    <a:pt x="715766" y="397648"/>
                    <a:pt x="671030" y="397648"/>
                  </a:cubicBezTo>
                  <a:lnTo>
                    <a:pt x="89470" y="397648"/>
                  </a:lnTo>
                  <a:cubicBezTo>
                    <a:pt x="44735" y="397648"/>
                    <a:pt x="44735" y="397648"/>
                    <a:pt x="44735" y="385221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497D3E85-68A8-1EFC-8EE9-F68BC93CF331}"/>
                </a:ext>
              </a:extLst>
            </p:cNvPr>
            <p:cNvSpPr txBox="1"/>
            <p:nvPr/>
          </p:nvSpPr>
          <p:spPr>
            <a:xfrm>
              <a:off x="7452665" y="4722722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地铁畅行</a:t>
              </a:r>
            </a:p>
          </p:txBody>
        </p:sp>
      </p:grpSp>
      <p:grpSp>
        <p:nvGrpSpPr>
          <p:cNvPr id="160" name="图形 1">
            <a:extLst>
              <a:ext uri="{FF2B5EF4-FFF2-40B4-BE49-F238E27FC236}">
                <a16:creationId xmlns:a16="http://schemas.microsoft.com/office/drawing/2014/main" id="{D552C28A-D771-3B51-316A-1577CA1E8960}"/>
              </a:ext>
            </a:extLst>
          </p:cNvPr>
          <p:cNvGrpSpPr/>
          <p:nvPr/>
        </p:nvGrpSpPr>
        <p:grpSpPr>
          <a:xfrm>
            <a:off x="4113105" y="4870787"/>
            <a:ext cx="715766" cy="397648"/>
            <a:chOff x="6333711" y="5801516"/>
            <a:chExt cx="715766" cy="397648"/>
          </a:xfrm>
        </p:grpSpPr>
        <p:sp>
          <p:nvSpPr>
            <p:cNvPr id="161" name="任意形状 160">
              <a:extLst>
                <a:ext uri="{FF2B5EF4-FFF2-40B4-BE49-F238E27FC236}">
                  <a16:creationId xmlns:a16="http://schemas.microsoft.com/office/drawing/2014/main" id="{BE150F9C-0A39-6A9A-8A73-5EA3F31FFE46}"/>
                </a:ext>
              </a:extLst>
            </p:cNvPr>
            <p:cNvSpPr/>
            <p:nvPr/>
          </p:nvSpPr>
          <p:spPr>
            <a:xfrm>
              <a:off x="6333711" y="5801516"/>
              <a:ext cx="715766" cy="397648"/>
            </a:xfrm>
            <a:custGeom>
              <a:avLst/>
              <a:gdLst>
                <a:gd name="csX0" fmla="*/ 44735 w 715766"/>
                <a:gd name="csY0" fmla="*/ 0 h 397648"/>
                <a:gd name="csX1" fmla="*/ 626295 w 715766"/>
                <a:gd name="csY1" fmla="*/ 0 h 397648"/>
                <a:gd name="csX2" fmla="*/ 671031 w 715766"/>
                <a:gd name="csY2" fmla="*/ 24853 h 397648"/>
                <a:gd name="csX3" fmla="*/ 671031 w 715766"/>
                <a:gd name="csY3" fmla="*/ 12426 h 397648"/>
                <a:gd name="csX4" fmla="*/ 693398 w 715766"/>
                <a:gd name="csY4" fmla="*/ 37279 h 397648"/>
                <a:gd name="csX5" fmla="*/ 693398 w 715766"/>
                <a:gd name="csY5" fmla="*/ 24853 h 397648"/>
                <a:gd name="csX6" fmla="*/ 715766 w 715766"/>
                <a:gd name="csY6" fmla="*/ 49706 h 397648"/>
                <a:gd name="csX7" fmla="*/ 715766 w 715766"/>
                <a:gd name="csY7" fmla="*/ 372795 h 397648"/>
                <a:gd name="csX8" fmla="*/ 671031 w 715766"/>
                <a:gd name="csY8" fmla="*/ 397648 h 397648"/>
                <a:gd name="csX9" fmla="*/ 89470 w 715766"/>
                <a:gd name="csY9" fmla="*/ 397648 h 397648"/>
                <a:gd name="csX10" fmla="*/ 44735 w 715766"/>
                <a:gd name="csY10" fmla="*/ 385221 h 397648"/>
                <a:gd name="csX11" fmla="*/ 22367 w 715766"/>
                <a:gd name="csY11" fmla="*/ 372795 h 397648"/>
                <a:gd name="csX12" fmla="*/ 0 w 715766"/>
                <a:gd name="csY12" fmla="*/ 347942 h 397648"/>
                <a:gd name="csX13" fmla="*/ 0 w 715766"/>
                <a:gd name="csY13" fmla="*/ 24853 h 397648"/>
                <a:gd name="csX14" fmla="*/ 44735 w 715766"/>
                <a:gd name="csY14" fmla="*/ 0 h 397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15766" h="397648">
                  <a:moveTo>
                    <a:pt x="44735" y="0"/>
                  </a:moveTo>
                  <a:lnTo>
                    <a:pt x="626295" y="0"/>
                  </a:lnTo>
                  <a:cubicBezTo>
                    <a:pt x="671031" y="0"/>
                    <a:pt x="671031" y="0"/>
                    <a:pt x="671031" y="24853"/>
                  </a:cubicBezTo>
                  <a:lnTo>
                    <a:pt x="671031" y="12426"/>
                  </a:lnTo>
                  <a:cubicBezTo>
                    <a:pt x="693398" y="12426"/>
                    <a:pt x="693398" y="12426"/>
                    <a:pt x="693398" y="37279"/>
                  </a:cubicBezTo>
                  <a:lnTo>
                    <a:pt x="693398" y="24853"/>
                  </a:lnTo>
                  <a:cubicBezTo>
                    <a:pt x="715766" y="24853"/>
                    <a:pt x="715766" y="24853"/>
                    <a:pt x="715766" y="49706"/>
                  </a:cubicBezTo>
                  <a:lnTo>
                    <a:pt x="715766" y="372795"/>
                  </a:lnTo>
                  <a:cubicBezTo>
                    <a:pt x="715766" y="397648"/>
                    <a:pt x="715766" y="397648"/>
                    <a:pt x="671031" y="397648"/>
                  </a:cubicBezTo>
                  <a:lnTo>
                    <a:pt x="89470" y="397648"/>
                  </a:lnTo>
                  <a:cubicBezTo>
                    <a:pt x="44735" y="397648"/>
                    <a:pt x="44735" y="397648"/>
                    <a:pt x="44735" y="385221"/>
                  </a:cubicBezTo>
                  <a:cubicBezTo>
                    <a:pt x="22367" y="385221"/>
                    <a:pt x="22367" y="385221"/>
                    <a:pt x="22367" y="372795"/>
                  </a:cubicBez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5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任意形状 161">
              <a:extLst>
                <a:ext uri="{FF2B5EF4-FFF2-40B4-BE49-F238E27FC236}">
                  <a16:creationId xmlns:a16="http://schemas.microsoft.com/office/drawing/2014/main" id="{A5646006-8C17-1079-B4C4-190F622D760A}"/>
                </a:ext>
              </a:extLst>
            </p:cNvPr>
            <p:cNvSpPr/>
            <p:nvPr/>
          </p:nvSpPr>
          <p:spPr>
            <a:xfrm>
              <a:off x="6333711" y="5801516"/>
              <a:ext cx="715766" cy="397648"/>
            </a:xfrm>
            <a:custGeom>
              <a:avLst/>
              <a:gdLst>
                <a:gd name="csX0" fmla="*/ 44735 w 715766"/>
                <a:gd name="csY0" fmla="*/ 0 h 397648"/>
                <a:gd name="csX1" fmla="*/ 626295 w 715766"/>
                <a:gd name="csY1" fmla="*/ 0 h 397648"/>
                <a:gd name="csX2" fmla="*/ 671031 w 715766"/>
                <a:gd name="csY2" fmla="*/ 24853 h 397648"/>
                <a:gd name="csX3" fmla="*/ 671031 w 715766"/>
                <a:gd name="csY3" fmla="*/ 347942 h 397648"/>
                <a:gd name="csX4" fmla="*/ 626295 w 715766"/>
                <a:gd name="csY4" fmla="*/ 372795 h 397648"/>
                <a:gd name="csX5" fmla="*/ 44735 w 715766"/>
                <a:gd name="csY5" fmla="*/ 372795 h 397648"/>
                <a:gd name="csX6" fmla="*/ 0 w 715766"/>
                <a:gd name="csY6" fmla="*/ 347942 h 397648"/>
                <a:gd name="csX7" fmla="*/ 0 w 715766"/>
                <a:gd name="csY7" fmla="*/ 24853 h 397648"/>
                <a:gd name="csX8" fmla="*/ 44735 w 715766"/>
                <a:gd name="csY8" fmla="*/ 0 h 397648"/>
                <a:gd name="csX9" fmla="*/ 671031 w 715766"/>
                <a:gd name="csY9" fmla="*/ 12426 h 397648"/>
                <a:gd name="csX10" fmla="*/ 693398 w 715766"/>
                <a:gd name="csY10" fmla="*/ 37279 h 397648"/>
                <a:gd name="csX11" fmla="*/ 693398 w 715766"/>
                <a:gd name="csY11" fmla="*/ 372795 h 397648"/>
                <a:gd name="csX12" fmla="*/ 648663 w 715766"/>
                <a:gd name="csY12" fmla="*/ 385221 h 397648"/>
                <a:gd name="csX13" fmla="*/ 67103 w 715766"/>
                <a:gd name="csY13" fmla="*/ 385221 h 397648"/>
                <a:gd name="csX14" fmla="*/ 22367 w 715766"/>
                <a:gd name="csY14" fmla="*/ 372795 h 397648"/>
                <a:gd name="csX15" fmla="*/ 693398 w 715766"/>
                <a:gd name="csY15" fmla="*/ 24853 h 397648"/>
                <a:gd name="csX16" fmla="*/ 715766 w 715766"/>
                <a:gd name="csY16" fmla="*/ 49706 h 397648"/>
                <a:gd name="csX17" fmla="*/ 715766 w 715766"/>
                <a:gd name="csY17" fmla="*/ 372795 h 397648"/>
                <a:gd name="csX18" fmla="*/ 671031 w 715766"/>
                <a:gd name="csY18" fmla="*/ 397648 h 397648"/>
                <a:gd name="csX19" fmla="*/ 89470 w 715766"/>
                <a:gd name="csY19" fmla="*/ 397648 h 397648"/>
                <a:gd name="csX20" fmla="*/ 44735 w 715766"/>
                <a:gd name="csY20" fmla="*/ 385221 h 397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15766" h="397648">
                  <a:moveTo>
                    <a:pt x="44735" y="0"/>
                  </a:moveTo>
                  <a:lnTo>
                    <a:pt x="626295" y="0"/>
                  </a:lnTo>
                  <a:cubicBezTo>
                    <a:pt x="671031" y="0"/>
                    <a:pt x="671031" y="0"/>
                    <a:pt x="671031" y="24853"/>
                  </a:cubicBezTo>
                  <a:lnTo>
                    <a:pt x="671031" y="347942"/>
                  </a:lnTo>
                  <a:cubicBezTo>
                    <a:pt x="671031" y="372795"/>
                    <a:pt x="671031" y="372795"/>
                    <a:pt x="626295" y="372795"/>
                  </a:cubicBezTo>
                  <a:lnTo>
                    <a:pt x="44735" y="372795"/>
                  </a:ln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5" y="0"/>
                  </a:cubicBezTo>
                  <a:moveTo>
                    <a:pt x="671031" y="12426"/>
                  </a:moveTo>
                  <a:cubicBezTo>
                    <a:pt x="693398" y="12426"/>
                    <a:pt x="693398" y="12426"/>
                    <a:pt x="693398" y="37279"/>
                  </a:cubicBezTo>
                  <a:lnTo>
                    <a:pt x="693398" y="372795"/>
                  </a:lnTo>
                  <a:cubicBezTo>
                    <a:pt x="693398" y="385221"/>
                    <a:pt x="693398" y="385221"/>
                    <a:pt x="648663" y="385221"/>
                  </a:cubicBezTo>
                  <a:lnTo>
                    <a:pt x="67103" y="385221"/>
                  </a:lnTo>
                  <a:cubicBezTo>
                    <a:pt x="22367" y="385221"/>
                    <a:pt x="22367" y="385221"/>
                    <a:pt x="22367" y="372795"/>
                  </a:cubicBezTo>
                  <a:moveTo>
                    <a:pt x="693398" y="24853"/>
                  </a:moveTo>
                  <a:cubicBezTo>
                    <a:pt x="715766" y="24853"/>
                    <a:pt x="715766" y="24853"/>
                    <a:pt x="715766" y="49706"/>
                  </a:cubicBezTo>
                  <a:lnTo>
                    <a:pt x="715766" y="372795"/>
                  </a:lnTo>
                  <a:cubicBezTo>
                    <a:pt x="715766" y="397648"/>
                    <a:pt x="715766" y="397648"/>
                    <a:pt x="671031" y="397648"/>
                  </a:cubicBezTo>
                  <a:lnTo>
                    <a:pt x="89470" y="397648"/>
                  </a:lnTo>
                  <a:cubicBezTo>
                    <a:pt x="44735" y="397648"/>
                    <a:pt x="44735" y="397648"/>
                    <a:pt x="44735" y="385221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39E72AB6-ACBE-A623-E070-F3017B763639}"/>
                </a:ext>
              </a:extLst>
            </p:cNvPr>
            <p:cNvSpPr txBox="1"/>
            <p:nvPr/>
          </p:nvSpPr>
          <p:spPr>
            <a:xfrm>
              <a:off x="6271639" y="5853410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全能畅行</a:t>
              </a:r>
            </a:p>
          </p:txBody>
        </p:sp>
      </p:grpSp>
      <p:grpSp>
        <p:nvGrpSpPr>
          <p:cNvPr id="164" name="图形 1">
            <a:extLst>
              <a:ext uri="{FF2B5EF4-FFF2-40B4-BE49-F238E27FC236}">
                <a16:creationId xmlns:a16="http://schemas.microsoft.com/office/drawing/2014/main" id="{4378D2E0-0968-F57D-3C83-D50E2812BE8F}"/>
              </a:ext>
            </a:extLst>
          </p:cNvPr>
          <p:cNvGrpSpPr/>
          <p:nvPr/>
        </p:nvGrpSpPr>
        <p:grpSpPr>
          <a:xfrm>
            <a:off x="4113105" y="5439970"/>
            <a:ext cx="715766" cy="397648"/>
            <a:chOff x="6333711" y="6370699"/>
            <a:chExt cx="715766" cy="397648"/>
          </a:xfrm>
        </p:grpSpPr>
        <p:sp>
          <p:nvSpPr>
            <p:cNvPr id="165" name="任意形状 164">
              <a:extLst>
                <a:ext uri="{FF2B5EF4-FFF2-40B4-BE49-F238E27FC236}">
                  <a16:creationId xmlns:a16="http://schemas.microsoft.com/office/drawing/2014/main" id="{11E18862-77CE-E8DE-DDD6-14174A39E85C}"/>
                </a:ext>
              </a:extLst>
            </p:cNvPr>
            <p:cNvSpPr/>
            <p:nvPr/>
          </p:nvSpPr>
          <p:spPr>
            <a:xfrm>
              <a:off x="6333711" y="6370699"/>
              <a:ext cx="715766" cy="397648"/>
            </a:xfrm>
            <a:custGeom>
              <a:avLst/>
              <a:gdLst>
                <a:gd name="csX0" fmla="*/ 44735 w 715766"/>
                <a:gd name="csY0" fmla="*/ 0 h 397648"/>
                <a:gd name="csX1" fmla="*/ 626295 w 715766"/>
                <a:gd name="csY1" fmla="*/ 0 h 397648"/>
                <a:gd name="csX2" fmla="*/ 671031 w 715766"/>
                <a:gd name="csY2" fmla="*/ 24853 h 397648"/>
                <a:gd name="csX3" fmla="*/ 671031 w 715766"/>
                <a:gd name="csY3" fmla="*/ 12426 h 397648"/>
                <a:gd name="csX4" fmla="*/ 693398 w 715766"/>
                <a:gd name="csY4" fmla="*/ 37279 h 397648"/>
                <a:gd name="csX5" fmla="*/ 693398 w 715766"/>
                <a:gd name="csY5" fmla="*/ 24853 h 397648"/>
                <a:gd name="csX6" fmla="*/ 715766 w 715766"/>
                <a:gd name="csY6" fmla="*/ 49706 h 397648"/>
                <a:gd name="csX7" fmla="*/ 715766 w 715766"/>
                <a:gd name="csY7" fmla="*/ 372795 h 397648"/>
                <a:gd name="csX8" fmla="*/ 671031 w 715766"/>
                <a:gd name="csY8" fmla="*/ 397648 h 397648"/>
                <a:gd name="csX9" fmla="*/ 89470 w 715766"/>
                <a:gd name="csY9" fmla="*/ 397648 h 397648"/>
                <a:gd name="csX10" fmla="*/ 44735 w 715766"/>
                <a:gd name="csY10" fmla="*/ 385221 h 397648"/>
                <a:gd name="csX11" fmla="*/ 22367 w 715766"/>
                <a:gd name="csY11" fmla="*/ 372795 h 397648"/>
                <a:gd name="csX12" fmla="*/ 0 w 715766"/>
                <a:gd name="csY12" fmla="*/ 347942 h 397648"/>
                <a:gd name="csX13" fmla="*/ 0 w 715766"/>
                <a:gd name="csY13" fmla="*/ 24853 h 397648"/>
                <a:gd name="csX14" fmla="*/ 44735 w 715766"/>
                <a:gd name="csY14" fmla="*/ 0 h 397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15766" h="397648">
                  <a:moveTo>
                    <a:pt x="44735" y="0"/>
                  </a:moveTo>
                  <a:lnTo>
                    <a:pt x="626295" y="0"/>
                  </a:lnTo>
                  <a:cubicBezTo>
                    <a:pt x="671031" y="0"/>
                    <a:pt x="671031" y="0"/>
                    <a:pt x="671031" y="24853"/>
                  </a:cubicBezTo>
                  <a:lnTo>
                    <a:pt x="671031" y="12426"/>
                  </a:lnTo>
                  <a:cubicBezTo>
                    <a:pt x="693398" y="12426"/>
                    <a:pt x="693398" y="12426"/>
                    <a:pt x="693398" y="37279"/>
                  </a:cubicBezTo>
                  <a:lnTo>
                    <a:pt x="693398" y="24853"/>
                  </a:lnTo>
                  <a:cubicBezTo>
                    <a:pt x="715766" y="24853"/>
                    <a:pt x="715766" y="24853"/>
                    <a:pt x="715766" y="49706"/>
                  </a:cubicBezTo>
                  <a:lnTo>
                    <a:pt x="715766" y="372795"/>
                  </a:lnTo>
                  <a:cubicBezTo>
                    <a:pt x="715766" y="397648"/>
                    <a:pt x="715766" y="397648"/>
                    <a:pt x="671031" y="397648"/>
                  </a:cubicBezTo>
                  <a:lnTo>
                    <a:pt x="89470" y="397648"/>
                  </a:lnTo>
                  <a:cubicBezTo>
                    <a:pt x="44735" y="397648"/>
                    <a:pt x="44735" y="397648"/>
                    <a:pt x="44735" y="385221"/>
                  </a:cubicBezTo>
                  <a:cubicBezTo>
                    <a:pt x="22367" y="385221"/>
                    <a:pt x="22367" y="385221"/>
                    <a:pt x="22367" y="372795"/>
                  </a:cubicBez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5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任意形状 165">
              <a:extLst>
                <a:ext uri="{FF2B5EF4-FFF2-40B4-BE49-F238E27FC236}">
                  <a16:creationId xmlns:a16="http://schemas.microsoft.com/office/drawing/2014/main" id="{A27E660E-A25C-B3EF-46FA-EA62F1CA6589}"/>
                </a:ext>
              </a:extLst>
            </p:cNvPr>
            <p:cNvSpPr/>
            <p:nvPr/>
          </p:nvSpPr>
          <p:spPr>
            <a:xfrm>
              <a:off x="6333711" y="6370699"/>
              <a:ext cx="715766" cy="397648"/>
            </a:xfrm>
            <a:custGeom>
              <a:avLst/>
              <a:gdLst>
                <a:gd name="csX0" fmla="*/ 44735 w 715766"/>
                <a:gd name="csY0" fmla="*/ 0 h 397648"/>
                <a:gd name="csX1" fmla="*/ 626295 w 715766"/>
                <a:gd name="csY1" fmla="*/ 0 h 397648"/>
                <a:gd name="csX2" fmla="*/ 671031 w 715766"/>
                <a:gd name="csY2" fmla="*/ 24853 h 397648"/>
                <a:gd name="csX3" fmla="*/ 671031 w 715766"/>
                <a:gd name="csY3" fmla="*/ 347942 h 397648"/>
                <a:gd name="csX4" fmla="*/ 626295 w 715766"/>
                <a:gd name="csY4" fmla="*/ 372795 h 397648"/>
                <a:gd name="csX5" fmla="*/ 44735 w 715766"/>
                <a:gd name="csY5" fmla="*/ 372795 h 397648"/>
                <a:gd name="csX6" fmla="*/ 0 w 715766"/>
                <a:gd name="csY6" fmla="*/ 347942 h 397648"/>
                <a:gd name="csX7" fmla="*/ 0 w 715766"/>
                <a:gd name="csY7" fmla="*/ 24853 h 397648"/>
                <a:gd name="csX8" fmla="*/ 44735 w 715766"/>
                <a:gd name="csY8" fmla="*/ 0 h 397648"/>
                <a:gd name="csX9" fmla="*/ 671031 w 715766"/>
                <a:gd name="csY9" fmla="*/ 12426 h 397648"/>
                <a:gd name="csX10" fmla="*/ 693398 w 715766"/>
                <a:gd name="csY10" fmla="*/ 37279 h 397648"/>
                <a:gd name="csX11" fmla="*/ 693398 w 715766"/>
                <a:gd name="csY11" fmla="*/ 372795 h 397648"/>
                <a:gd name="csX12" fmla="*/ 648663 w 715766"/>
                <a:gd name="csY12" fmla="*/ 385221 h 397648"/>
                <a:gd name="csX13" fmla="*/ 67103 w 715766"/>
                <a:gd name="csY13" fmla="*/ 385221 h 397648"/>
                <a:gd name="csX14" fmla="*/ 22367 w 715766"/>
                <a:gd name="csY14" fmla="*/ 372795 h 397648"/>
                <a:gd name="csX15" fmla="*/ 693398 w 715766"/>
                <a:gd name="csY15" fmla="*/ 24853 h 397648"/>
                <a:gd name="csX16" fmla="*/ 715766 w 715766"/>
                <a:gd name="csY16" fmla="*/ 49706 h 397648"/>
                <a:gd name="csX17" fmla="*/ 715766 w 715766"/>
                <a:gd name="csY17" fmla="*/ 372795 h 397648"/>
                <a:gd name="csX18" fmla="*/ 671031 w 715766"/>
                <a:gd name="csY18" fmla="*/ 397648 h 397648"/>
                <a:gd name="csX19" fmla="*/ 89470 w 715766"/>
                <a:gd name="csY19" fmla="*/ 397648 h 397648"/>
                <a:gd name="csX20" fmla="*/ 44735 w 715766"/>
                <a:gd name="csY20" fmla="*/ 385221 h 397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15766" h="397648">
                  <a:moveTo>
                    <a:pt x="44735" y="0"/>
                  </a:moveTo>
                  <a:lnTo>
                    <a:pt x="626295" y="0"/>
                  </a:lnTo>
                  <a:cubicBezTo>
                    <a:pt x="671031" y="0"/>
                    <a:pt x="671031" y="0"/>
                    <a:pt x="671031" y="24853"/>
                  </a:cubicBezTo>
                  <a:lnTo>
                    <a:pt x="671031" y="347942"/>
                  </a:lnTo>
                  <a:cubicBezTo>
                    <a:pt x="671031" y="372795"/>
                    <a:pt x="671031" y="372795"/>
                    <a:pt x="626295" y="372795"/>
                  </a:cubicBezTo>
                  <a:lnTo>
                    <a:pt x="44735" y="372795"/>
                  </a:ln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5" y="0"/>
                  </a:cubicBezTo>
                  <a:moveTo>
                    <a:pt x="671031" y="12426"/>
                  </a:moveTo>
                  <a:cubicBezTo>
                    <a:pt x="693398" y="12426"/>
                    <a:pt x="693398" y="12426"/>
                    <a:pt x="693398" y="37279"/>
                  </a:cubicBezTo>
                  <a:lnTo>
                    <a:pt x="693398" y="372795"/>
                  </a:lnTo>
                  <a:cubicBezTo>
                    <a:pt x="693398" y="385221"/>
                    <a:pt x="693398" y="385221"/>
                    <a:pt x="648663" y="385221"/>
                  </a:cubicBezTo>
                  <a:lnTo>
                    <a:pt x="67103" y="385221"/>
                  </a:lnTo>
                  <a:cubicBezTo>
                    <a:pt x="22367" y="385221"/>
                    <a:pt x="22367" y="385221"/>
                    <a:pt x="22367" y="372795"/>
                  </a:cubicBezTo>
                  <a:moveTo>
                    <a:pt x="693398" y="24853"/>
                  </a:moveTo>
                  <a:cubicBezTo>
                    <a:pt x="715766" y="24853"/>
                    <a:pt x="715766" y="24853"/>
                    <a:pt x="715766" y="49706"/>
                  </a:cubicBezTo>
                  <a:lnTo>
                    <a:pt x="715766" y="372795"/>
                  </a:lnTo>
                  <a:cubicBezTo>
                    <a:pt x="715766" y="397648"/>
                    <a:pt x="715766" y="397648"/>
                    <a:pt x="671031" y="397648"/>
                  </a:cubicBezTo>
                  <a:lnTo>
                    <a:pt x="89470" y="397648"/>
                  </a:lnTo>
                  <a:cubicBezTo>
                    <a:pt x="44735" y="397648"/>
                    <a:pt x="44735" y="397648"/>
                    <a:pt x="44735" y="385221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BE7110FC-EE18-6A26-2462-09187F7C0A32}"/>
                </a:ext>
              </a:extLst>
            </p:cNvPr>
            <p:cNvSpPr txBox="1"/>
            <p:nvPr/>
          </p:nvSpPr>
          <p:spPr>
            <a:xfrm>
              <a:off x="6304590" y="6347168"/>
              <a:ext cx="721560" cy="226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8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按次付费</a:t>
              </a:r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7881876E-9EDC-29E4-5A13-D2E9A77CA3EF}"/>
                </a:ext>
              </a:extLst>
            </p:cNvPr>
            <p:cNvSpPr txBox="1"/>
            <p:nvPr/>
          </p:nvSpPr>
          <p:spPr>
            <a:xfrm>
              <a:off x="6255674" y="6523736"/>
              <a:ext cx="317550" cy="226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8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（</a:t>
              </a:r>
            </a:p>
          </p:txBody>
        </p: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9302E72A-5861-0201-0A95-593557C89DA5}"/>
                </a:ext>
              </a:extLst>
            </p:cNvPr>
            <p:cNvSpPr txBox="1"/>
            <p:nvPr/>
          </p:nvSpPr>
          <p:spPr>
            <a:xfrm>
              <a:off x="6391280" y="6519462"/>
              <a:ext cx="524815" cy="240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8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PAYG</a:t>
              </a:r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18FE0793-5AF4-85EC-4D64-2CD214FD79F7}"/>
                </a:ext>
              </a:extLst>
            </p:cNvPr>
            <p:cNvSpPr txBox="1"/>
            <p:nvPr/>
          </p:nvSpPr>
          <p:spPr>
            <a:xfrm>
              <a:off x="6760322" y="6523736"/>
              <a:ext cx="317550" cy="226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8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）</a:t>
              </a:r>
            </a:p>
          </p:txBody>
        </p:sp>
      </p:grpSp>
      <p:sp>
        <p:nvSpPr>
          <p:cNvPr id="171" name="任意形状 170">
            <a:extLst>
              <a:ext uri="{FF2B5EF4-FFF2-40B4-BE49-F238E27FC236}">
                <a16:creationId xmlns:a16="http://schemas.microsoft.com/office/drawing/2014/main" id="{A8EEA986-9DB8-F2F9-E0B7-CCE5C149C238}"/>
              </a:ext>
            </a:extLst>
          </p:cNvPr>
          <p:cNvSpPr/>
          <p:nvPr/>
        </p:nvSpPr>
        <p:spPr>
          <a:xfrm>
            <a:off x="4947238" y="3369740"/>
            <a:ext cx="346839" cy="318118"/>
          </a:xfrm>
          <a:custGeom>
            <a:avLst/>
            <a:gdLst>
              <a:gd name="csX0" fmla="*/ 0 w 346839"/>
              <a:gd name="csY0" fmla="*/ 318119 h 318118"/>
              <a:gd name="csX1" fmla="*/ 109146 w 346839"/>
              <a:gd name="csY1" fmla="*/ 318119 h 318118"/>
              <a:gd name="csX2" fmla="*/ 109146 w 346839"/>
              <a:gd name="csY2" fmla="*/ 0 h 318118"/>
              <a:gd name="csX3" fmla="*/ 346839 w 346839"/>
              <a:gd name="csY3" fmla="*/ 0 h 318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6839" h="318118">
                <a:moveTo>
                  <a:pt x="0" y="318119"/>
                </a:moveTo>
                <a:lnTo>
                  <a:pt x="109146" y="318119"/>
                </a:lnTo>
                <a:lnTo>
                  <a:pt x="109146" y="0"/>
                </a:lnTo>
                <a:lnTo>
                  <a:pt x="346839" y="0"/>
                </a:lnTo>
              </a:path>
            </a:pathLst>
          </a:custGeom>
          <a:noFill/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" name="任意形状 171">
            <a:extLst>
              <a:ext uri="{FF2B5EF4-FFF2-40B4-BE49-F238E27FC236}">
                <a16:creationId xmlns:a16="http://schemas.microsoft.com/office/drawing/2014/main" id="{14D42482-418D-3EE1-9D60-3BEEBED6E9C6}"/>
              </a:ext>
            </a:extLst>
          </p:cNvPr>
          <p:cNvSpPr/>
          <p:nvPr/>
        </p:nvSpPr>
        <p:spPr>
          <a:xfrm>
            <a:off x="4947238" y="3687859"/>
            <a:ext cx="346839" cy="251063"/>
          </a:xfrm>
          <a:custGeom>
            <a:avLst/>
            <a:gdLst>
              <a:gd name="csX0" fmla="*/ 0 w 346839"/>
              <a:gd name="csY0" fmla="*/ 0 h 251063"/>
              <a:gd name="csX1" fmla="*/ 109724 w 346839"/>
              <a:gd name="csY1" fmla="*/ 0 h 251063"/>
              <a:gd name="csX2" fmla="*/ 109724 w 346839"/>
              <a:gd name="csY2" fmla="*/ 251064 h 251063"/>
              <a:gd name="csX3" fmla="*/ 346839 w 346839"/>
              <a:gd name="csY3" fmla="*/ 251064 h 2510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6839" h="251063">
                <a:moveTo>
                  <a:pt x="0" y="0"/>
                </a:moveTo>
                <a:lnTo>
                  <a:pt x="109724" y="0"/>
                </a:lnTo>
                <a:lnTo>
                  <a:pt x="109724" y="251064"/>
                </a:lnTo>
                <a:lnTo>
                  <a:pt x="346839" y="251064"/>
                </a:lnTo>
              </a:path>
            </a:pathLst>
          </a:custGeom>
          <a:noFill/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73" name="图形 1">
            <a:extLst>
              <a:ext uri="{FF2B5EF4-FFF2-40B4-BE49-F238E27FC236}">
                <a16:creationId xmlns:a16="http://schemas.microsoft.com/office/drawing/2014/main" id="{DFE84180-3E8A-9DD3-75FC-A8D51E57FFB2}"/>
              </a:ext>
            </a:extLst>
          </p:cNvPr>
          <p:cNvGrpSpPr/>
          <p:nvPr/>
        </p:nvGrpSpPr>
        <p:grpSpPr>
          <a:xfrm>
            <a:off x="6208666" y="3103082"/>
            <a:ext cx="3539067" cy="2810045"/>
            <a:chOff x="8429272" y="4033811"/>
            <a:chExt cx="3539067" cy="2810045"/>
          </a:xfrm>
        </p:grpSpPr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A7C0996E-2662-C256-F03D-B96AFC4418C7}"/>
                </a:ext>
              </a:extLst>
            </p:cNvPr>
            <p:cNvSpPr/>
            <p:nvPr/>
          </p:nvSpPr>
          <p:spPr>
            <a:xfrm>
              <a:off x="8429272" y="4033811"/>
              <a:ext cx="3539067" cy="2810045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任意形状 174">
              <a:extLst>
                <a:ext uri="{FF2B5EF4-FFF2-40B4-BE49-F238E27FC236}">
                  <a16:creationId xmlns:a16="http://schemas.microsoft.com/office/drawing/2014/main" id="{94672BE9-7334-2D5E-A187-7DD64C239076}"/>
                </a:ext>
              </a:extLst>
            </p:cNvPr>
            <p:cNvSpPr/>
            <p:nvPr/>
          </p:nvSpPr>
          <p:spPr>
            <a:xfrm>
              <a:off x="8429273" y="4033811"/>
              <a:ext cx="3539067" cy="2810045"/>
            </a:xfrm>
            <a:custGeom>
              <a:avLst/>
              <a:gdLst>
                <a:gd name="csX0" fmla="*/ 0 w 3539067"/>
                <a:gd name="csY0" fmla="*/ 0 h 2810045"/>
                <a:gd name="csX1" fmla="*/ 3539068 w 3539067"/>
                <a:gd name="csY1" fmla="*/ 0 h 2810045"/>
                <a:gd name="csX2" fmla="*/ 3539068 w 3539067"/>
                <a:gd name="csY2" fmla="*/ 2810046 h 2810045"/>
                <a:gd name="csX3" fmla="*/ 0 w 3539067"/>
                <a:gd name="csY3" fmla="*/ 2810046 h 2810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539067" h="2810045">
                  <a:moveTo>
                    <a:pt x="0" y="0"/>
                  </a:moveTo>
                  <a:lnTo>
                    <a:pt x="3539068" y="0"/>
                  </a:lnTo>
                  <a:lnTo>
                    <a:pt x="3539068" y="2810046"/>
                  </a:lnTo>
                  <a:lnTo>
                    <a:pt x="0" y="2810046"/>
                  </a:lnTo>
                  <a:close/>
                </a:path>
              </a:pathLst>
            </a:custGeom>
            <a:noFill/>
            <a:ln w="9352" cap="rnd">
              <a:solidFill>
                <a:srgbClr val="808080"/>
              </a:solidFill>
              <a:custDash>
                <a:ds d="600000" sp="375000"/>
              </a:custDash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6" name="图形 1">
            <a:extLst>
              <a:ext uri="{FF2B5EF4-FFF2-40B4-BE49-F238E27FC236}">
                <a16:creationId xmlns:a16="http://schemas.microsoft.com/office/drawing/2014/main" id="{673BE44E-180E-F997-BA6C-9F5530D66207}"/>
              </a:ext>
            </a:extLst>
          </p:cNvPr>
          <p:cNvGrpSpPr/>
          <p:nvPr/>
        </p:nvGrpSpPr>
        <p:grpSpPr>
          <a:xfrm>
            <a:off x="10132127" y="736028"/>
            <a:ext cx="1868945" cy="430742"/>
            <a:chOff x="12352733" y="1666757"/>
            <a:chExt cx="1868945" cy="430742"/>
          </a:xfrm>
        </p:grpSpPr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B96B1A70-CEF9-BD0D-843E-CCEA6CBE0025}"/>
                </a:ext>
              </a:extLst>
            </p:cNvPr>
            <p:cNvSpPr/>
            <p:nvPr/>
          </p:nvSpPr>
          <p:spPr>
            <a:xfrm>
              <a:off x="12352733" y="1666757"/>
              <a:ext cx="1868945" cy="430742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98FE1F1C-48FC-399A-1690-B964D0B32702}"/>
                </a:ext>
              </a:extLst>
            </p:cNvPr>
            <p:cNvSpPr/>
            <p:nvPr/>
          </p:nvSpPr>
          <p:spPr>
            <a:xfrm>
              <a:off x="12352733" y="1666757"/>
              <a:ext cx="1868945" cy="430742"/>
            </a:xfrm>
            <a:prstGeom prst="rect">
              <a:avLst/>
            </a:pr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6FA3101E-9C4B-AE62-2A80-9629693CC940}"/>
                </a:ext>
              </a:extLst>
            </p:cNvPr>
            <p:cNvSpPr txBox="1"/>
            <p:nvPr/>
          </p:nvSpPr>
          <p:spPr>
            <a:xfrm>
              <a:off x="12895001" y="1673404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单次出行</a:t>
              </a:r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F119586D-46BA-7075-41C5-D333F56FCDB5}"/>
                </a:ext>
              </a:extLst>
            </p:cNvPr>
            <p:cNvSpPr txBox="1"/>
            <p:nvPr/>
          </p:nvSpPr>
          <p:spPr>
            <a:xfrm>
              <a:off x="12895001" y="1838746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情境变量</a:t>
              </a:r>
            </a:p>
          </p:txBody>
        </p:sp>
      </p:grpSp>
      <p:grpSp>
        <p:nvGrpSpPr>
          <p:cNvPr id="181" name="图形 1">
            <a:extLst>
              <a:ext uri="{FF2B5EF4-FFF2-40B4-BE49-F238E27FC236}">
                <a16:creationId xmlns:a16="http://schemas.microsoft.com/office/drawing/2014/main" id="{38091E17-3C72-D6CE-8823-660113115C5B}"/>
              </a:ext>
            </a:extLst>
          </p:cNvPr>
          <p:cNvGrpSpPr/>
          <p:nvPr/>
        </p:nvGrpSpPr>
        <p:grpSpPr>
          <a:xfrm>
            <a:off x="10132127" y="1198339"/>
            <a:ext cx="1868945" cy="1578948"/>
            <a:chOff x="12352733" y="2129068"/>
            <a:chExt cx="1868945" cy="1578948"/>
          </a:xfrm>
        </p:grpSpPr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983526B6-59AB-BF79-2614-9EF224EB1C69}"/>
                </a:ext>
              </a:extLst>
            </p:cNvPr>
            <p:cNvSpPr/>
            <p:nvPr/>
          </p:nvSpPr>
          <p:spPr>
            <a:xfrm>
              <a:off x="12352733" y="2129068"/>
              <a:ext cx="1868945" cy="1578948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任意形状 182">
              <a:extLst>
                <a:ext uri="{FF2B5EF4-FFF2-40B4-BE49-F238E27FC236}">
                  <a16:creationId xmlns:a16="http://schemas.microsoft.com/office/drawing/2014/main" id="{1D957815-9968-AD65-C422-C7277AFBA87C}"/>
                </a:ext>
              </a:extLst>
            </p:cNvPr>
            <p:cNvSpPr/>
            <p:nvPr/>
          </p:nvSpPr>
          <p:spPr>
            <a:xfrm>
              <a:off x="12352733" y="2129068"/>
              <a:ext cx="1868945" cy="1578948"/>
            </a:xfrm>
            <a:custGeom>
              <a:avLst/>
              <a:gdLst>
                <a:gd name="csX0" fmla="*/ 0 w 1868945"/>
                <a:gd name="csY0" fmla="*/ 0 h 1578948"/>
                <a:gd name="csX1" fmla="*/ 1868946 w 1868945"/>
                <a:gd name="csY1" fmla="*/ 0 h 1578948"/>
                <a:gd name="csX2" fmla="*/ 1868946 w 1868945"/>
                <a:gd name="csY2" fmla="*/ 1578949 h 1578948"/>
                <a:gd name="csX3" fmla="*/ 0 w 1868945"/>
                <a:gd name="csY3" fmla="*/ 1578949 h 1578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68945" h="1578948">
                  <a:moveTo>
                    <a:pt x="0" y="0"/>
                  </a:moveTo>
                  <a:lnTo>
                    <a:pt x="1868946" y="0"/>
                  </a:lnTo>
                  <a:lnTo>
                    <a:pt x="1868946" y="1578949"/>
                  </a:lnTo>
                  <a:lnTo>
                    <a:pt x="0" y="1578949"/>
                  </a:lnTo>
                  <a:close/>
                </a:path>
              </a:pathLst>
            </a:custGeom>
            <a:noFill/>
            <a:ln w="9352" cap="rnd">
              <a:solidFill>
                <a:srgbClr val="808080"/>
              </a:solidFill>
              <a:custDash>
                <a:ds d="600000" sp="375000"/>
              </a:custDash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4" name="图形 1">
            <a:extLst>
              <a:ext uri="{FF2B5EF4-FFF2-40B4-BE49-F238E27FC236}">
                <a16:creationId xmlns:a16="http://schemas.microsoft.com/office/drawing/2014/main" id="{87F7C352-15F2-D3FF-CE68-6505CBD646D3}"/>
              </a:ext>
            </a:extLst>
          </p:cNvPr>
          <p:cNvGrpSpPr/>
          <p:nvPr/>
        </p:nvGrpSpPr>
        <p:grpSpPr>
          <a:xfrm>
            <a:off x="10209708" y="1288716"/>
            <a:ext cx="797244" cy="348061"/>
            <a:chOff x="12430314" y="2219445"/>
            <a:chExt cx="797244" cy="348061"/>
          </a:xfrm>
        </p:grpSpPr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6B79E9E0-42B0-1131-07AE-6CE6F95F294A}"/>
                </a:ext>
              </a:extLst>
            </p:cNvPr>
            <p:cNvSpPr/>
            <p:nvPr/>
          </p:nvSpPr>
          <p:spPr>
            <a:xfrm>
              <a:off x="12430314" y="2219445"/>
              <a:ext cx="797244" cy="348061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01D73266-C794-25AE-2F68-AB3E1D79BC5C}"/>
                </a:ext>
              </a:extLst>
            </p:cNvPr>
            <p:cNvSpPr/>
            <p:nvPr/>
          </p:nvSpPr>
          <p:spPr>
            <a:xfrm>
              <a:off x="12430314" y="2219445"/>
              <a:ext cx="797244" cy="348061"/>
            </a:xfrm>
            <a:prstGeom prst="rect">
              <a:avLst/>
            </a:pr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文本框 186">
              <a:extLst>
                <a:ext uri="{FF2B5EF4-FFF2-40B4-BE49-F238E27FC236}">
                  <a16:creationId xmlns:a16="http://schemas.microsoft.com/office/drawing/2014/main" id="{23712CB8-C6F9-71F0-3067-E77B68287753}"/>
                </a:ext>
              </a:extLst>
            </p:cNvPr>
            <p:cNvSpPr txBox="1"/>
            <p:nvPr/>
          </p:nvSpPr>
          <p:spPr>
            <a:xfrm>
              <a:off x="12440896" y="2267423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出行时间</a:t>
              </a:r>
            </a:p>
          </p:txBody>
        </p:sp>
      </p:grpSp>
      <p:grpSp>
        <p:nvGrpSpPr>
          <p:cNvPr id="188" name="图形 1">
            <a:extLst>
              <a:ext uri="{FF2B5EF4-FFF2-40B4-BE49-F238E27FC236}">
                <a16:creationId xmlns:a16="http://schemas.microsoft.com/office/drawing/2014/main" id="{80E2F159-16AD-7811-3C28-49D2BFD60869}"/>
              </a:ext>
            </a:extLst>
          </p:cNvPr>
          <p:cNvGrpSpPr/>
          <p:nvPr/>
        </p:nvGrpSpPr>
        <p:grpSpPr>
          <a:xfrm>
            <a:off x="11112992" y="1288716"/>
            <a:ext cx="797244" cy="348061"/>
            <a:chOff x="13333598" y="2219445"/>
            <a:chExt cx="797244" cy="348061"/>
          </a:xfrm>
        </p:grpSpPr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DE4E8549-F91E-55CD-C78B-B859477DE3F9}"/>
                </a:ext>
              </a:extLst>
            </p:cNvPr>
            <p:cNvSpPr/>
            <p:nvPr/>
          </p:nvSpPr>
          <p:spPr>
            <a:xfrm>
              <a:off x="13333598" y="2219445"/>
              <a:ext cx="797244" cy="348061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C5455E27-C2FC-4EAB-7C17-1D6C29F1D7EA}"/>
                </a:ext>
              </a:extLst>
            </p:cNvPr>
            <p:cNvSpPr/>
            <p:nvPr/>
          </p:nvSpPr>
          <p:spPr>
            <a:xfrm>
              <a:off x="13333598" y="2219445"/>
              <a:ext cx="797244" cy="348061"/>
            </a:xfrm>
            <a:prstGeom prst="rect">
              <a:avLst/>
            </a:pr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F4E083CE-F80D-625F-AEC0-62B09166B426}"/>
                </a:ext>
              </a:extLst>
            </p:cNvPr>
            <p:cNvSpPr txBox="1"/>
            <p:nvPr/>
          </p:nvSpPr>
          <p:spPr>
            <a:xfrm>
              <a:off x="13275665" y="2267422"/>
              <a:ext cx="931047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地铁内时间</a:t>
              </a:r>
            </a:p>
          </p:txBody>
        </p:sp>
      </p:grpSp>
      <p:grpSp>
        <p:nvGrpSpPr>
          <p:cNvPr id="192" name="图形 1">
            <a:extLst>
              <a:ext uri="{FF2B5EF4-FFF2-40B4-BE49-F238E27FC236}">
                <a16:creationId xmlns:a16="http://schemas.microsoft.com/office/drawing/2014/main" id="{C675F753-962E-1ED4-11E4-6CBF798F4EC5}"/>
              </a:ext>
            </a:extLst>
          </p:cNvPr>
          <p:cNvGrpSpPr/>
          <p:nvPr/>
        </p:nvGrpSpPr>
        <p:grpSpPr>
          <a:xfrm>
            <a:off x="10209708" y="1758723"/>
            <a:ext cx="1700528" cy="348061"/>
            <a:chOff x="12430314" y="2689452"/>
            <a:chExt cx="1700528" cy="348061"/>
          </a:xfrm>
        </p:grpSpPr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3692BB93-CE60-62E3-5D78-893238191A6F}"/>
                </a:ext>
              </a:extLst>
            </p:cNvPr>
            <p:cNvSpPr/>
            <p:nvPr/>
          </p:nvSpPr>
          <p:spPr>
            <a:xfrm>
              <a:off x="12430314" y="2689452"/>
              <a:ext cx="1700528" cy="348061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DA8ECE79-9C73-CEF1-2B79-A01EB456F628}"/>
                </a:ext>
              </a:extLst>
            </p:cNvPr>
            <p:cNvSpPr/>
            <p:nvPr/>
          </p:nvSpPr>
          <p:spPr>
            <a:xfrm>
              <a:off x="12430314" y="2689452"/>
              <a:ext cx="1700528" cy="348061"/>
            </a:xfrm>
            <a:prstGeom prst="rect">
              <a:avLst/>
            </a:pr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文本框 194">
              <a:extLst>
                <a:ext uri="{FF2B5EF4-FFF2-40B4-BE49-F238E27FC236}">
                  <a16:creationId xmlns:a16="http://schemas.microsoft.com/office/drawing/2014/main" id="{7F18C175-8826-1D0D-6F5E-D8C8802CFE71}"/>
                </a:ext>
              </a:extLst>
            </p:cNvPr>
            <p:cNvSpPr txBox="1"/>
            <p:nvPr/>
          </p:nvSpPr>
          <p:spPr>
            <a:xfrm>
              <a:off x="12906713" y="2737430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出发时间</a:t>
              </a:r>
            </a:p>
          </p:txBody>
        </p:sp>
      </p:grpSp>
      <p:grpSp>
        <p:nvGrpSpPr>
          <p:cNvPr id="196" name="图形 1">
            <a:extLst>
              <a:ext uri="{FF2B5EF4-FFF2-40B4-BE49-F238E27FC236}">
                <a16:creationId xmlns:a16="http://schemas.microsoft.com/office/drawing/2014/main" id="{2E7B3203-A513-8D83-2477-ADB858AED013}"/>
              </a:ext>
            </a:extLst>
          </p:cNvPr>
          <p:cNvGrpSpPr/>
          <p:nvPr/>
        </p:nvGrpSpPr>
        <p:grpSpPr>
          <a:xfrm>
            <a:off x="10216336" y="2228730"/>
            <a:ext cx="1700528" cy="348061"/>
            <a:chOff x="12436942" y="3159459"/>
            <a:chExt cx="1700528" cy="348061"/>
          </a:xfrm>
        </p:grpSpPr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54D03650-9816-99CC-D288-58D34761B74E}"/>
                </a:ext>
              </a:extLst>
            </p:cNvPr>
            <p:cNvSpPr/>
            <p:nvPr/>
          </p:nvSpPr>
          <p:spPr>
            <a:xfrm>
              <a:off x="12436942" y="3159459"/>
              <a:ext cx="1700528" cy="348061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336B717D-A05C-614A-1033-58E5E422D21A}"/>
                </a:ext>
              </a:extLst>
            </p:cNvPr>
            <p:cNvSpPr/>
            <p:nvPr/>
          </p:nvSpPr>
          <p:spPr>
            <a:xfrm>
              <a:off x="12436942" y="3159459"/>
              <a:ext cx="1700528" cy="348061"/>
            </a:xfrm>
            <a:prstGeom prst="rect">
              <a:avLst/>
            </a:pr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6F824574-7E63-1A41-6E14-A37913340913}"/>
                </a:ext>
              </a:extLst>
            </p:cNvPr>
            <p:cNvSpPr txBox="1"/>
            <p:nvPr/>
          </p:nvSpPr>
          <p:spPr>
            <a:xfrm>
              <a:off x="12897120" y="3207437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出行距离</a:t>
              </a:r>
            </a:p>
          </p:txBody>
        </p:sp>
      </p:grpSp>
      <p:grpSp>
        <p:nvGrpSpPr>
          <p:cNvPr id="200" name="图形 1">
            <a:extLst>
              <a:ext uri="{FF2B5EF4-FFF2-40B4-BE49-F238E27FC236}">
                <a16:creationId xmlns:a16="http://schemas.microsoft.com/office/drawing/2014/main" id="{868868B3-B5F7-F3D8-C992-B838438A1A7B}"/>
              </a:ext>
            </a:extLst>
          </p:cNvPr>
          <p:cNvGrpSpPr/>
          <p:nvPr/>
        </p:nvGrpSpPr>
        <p:grpSpPr>
          <a:xfrm>
            <a:off x="10132127" y="3039755"/>
            <a:ext cx="1868945" cy="312259"/>
            <a:chOff x="12352733" y="3970484"/>
            <a:chExt cx="1868945" cy="312259"/>
          </a:xfrm>
        </p:grpSpPr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E35D5E80-D05C-DEBD-2186-5F1E54CB579C}"/>
                </a:ext>
              </a:extLst>
            </p:cNvPr>
            <p:cNvSpPr/>
            <p:nvPr/>
          </p:nvSpPr>
          <p:spPr>
            <a:xfrm>
              <a:off x="12352733" y="3970484"/>
              <a:ext cx="1868945" cy="312259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1250CE33-1202-C7F4-064D-8C36503ED543}"/>
                </a:ext>
              </a:extLst>
            </p:cNvPr>
            <p:cNvSpPr/>
            <p:nvPr/>
          </p:nvSpPr>
          <p:spPr>
            <a:xfrm>
              <a:off x="12352733" y="3970484"/>
              <a:ext cx="1868945" cy="312259"/>
            </a:xfrm>
            <a:prstGeom prst="rect">
              <a:avLst/>
            </a:pr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文本框 202">
              <a:extLst>
                <a:ext uri="{FF2B5EF4-FFF2-40B4-BE49-F238E27FC236}">
                  <a16:creationId xmlns:a16="http://schemas.microsoft.com/office/drawing/2014/main" id="{7513D169-CF98-B7CE-E75B-2EFF64256B40}"/>
                </a:ext>
              </a:extLst>
            </p:cNvPr>
            <p:cNvSpPr txBox="1"/>
            <p:nvPr/>
          </p:nvSpPr>
          <p:spPr>
            <a:xfrm>
              <a:off x="12896462" y="4000561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套餐属性</a:t>
              </a:r>
            </a:p>
          </p:txBody>
        </p:sp>
      </p:grpSp>
      <p:grpSp>
        <p:nvGrpSpPr>
          <p:cNvPr id="204" name="图形 1">
            <a:extLst>
              <a:ext uri="{FF2B5EF4-FFF2-40B4-BE49-F238E27FC236}">
                <a16:creationId xmlns:a16="http://schemas.microsoft.com/office/drawing/2014/main" id="{E67824EC-BB9A-A68A-4DCA-0CFF8E7D3416}"/>
              </a:ext>
            </a:extLst>
          </p:cNvPr>
          <p:cNvGrpSpPr/>
          <p:nvPr/>
        </p:nvGrpSpPr>
        <p:grpSpPr>
          <a:xfrm>
            <a:off x="10132127" y="3383583"/>
            <a:ext cx="1868945" cy="1057448"/>
            <a:chOff x="12352733" y="4314312"/>
            <a:chExt cx="1868945" cy="1057448"/>
          </a:xfrm>
        </p:grpSpPr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4BC05F0D-A376-9ECC-CAA7-9818D60896E1}"/>
                </a:ext>
              </a:extLst>
            </p:cNvPr>
            <p:cNvSpPr/>
            <p:nvPr/>
          </p:nvSpPr>
          <p:spPr>
            <a:xfrm>
              <a:off x="12352733" y="4314312"/>
              <a:ext cx="1868945" cy="1057448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任意形状 205">
              <a:extLst>
                <a:ext uri="{FF2B5EF4-FFF2-40B4-BE49-F238E27FC236}">
                  <a16:creationId xmlns:a16="http://schemas.microsoft.com/office/drawing/2014/main" id="{D6BED909-2188-5654-FF39-FA9D9E7EDC83}"/>
                </a:ext>
              </a:extLst>
            </p:cNvPr>
            <p:cNvSpPr/>
            <p:nvPr/>
          </p:nvSpPr>
          <p:spPr>
            <a:xfrm>
              <a:off x="12352733" y="4314312"/>
              <a:ext cx="1868945" cy="1057448"/>
            </a:xfrm>
            <a:custGeom>
              <a:avLst/>
              <a:gdLst>
                <a:gd name="csX0" fmla="*/ 0 w 1868945"/>
                <a:gd name="csY0" fmla="*/ 0 h 1057448"/>
                <a:gd name="csX1" fmla="*/ 1868946 w 1868945"/>
                <a:gd name="csY1" fmla="*/ 0 h 1057448"/>
                <a:gd name="csX2" fmla="*/ 1868946 w 1868945"/>
                <a:gd name="csY2" fmla="*/ 1057449 h 1057448"/>
                <a:gd name="csX3" fmla="*/ 0 w 1868945"/>
                <a:gd name="csY3" fmla="*/ 1057449 h 10574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68945" h="1057448">
                  <a:moveTo>
                    <a:pt x="0" y="0"/>
                  </a:moveTo>
                  <a:lnTo>
                    <a:pt x="1868946" y="0"/>
                  </a:lnTo>
                  <a:lnTo>
                    <a:pt x="1868946" y="1057449"/>
                  </a:lnTo>
                  <a:lnTo>
                    <a:pt x="0" y="1057449"/>
                  </a:lnTo>
                  <a:close/>
                </a:path>
              </a:pathLst>
            </a:custGeom>
            <a:noFill/>
            <a:ln w="9352" cap="rnd">
              <a:solidFill>
                <a:srgbClr val="808080"/>
              </a:solidFill>
              <a:custDash>
                <a:ds d="600000" sp="375000"/>
              </a:custDash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7" name="图形 1">
            <a:extLst>
              <a:ext uri="{FF2B5EF4-FFF2-40B4-BE49-F238E27FC236}">
                <a16:creationId xmlns:a16="http://schemas.microsoft.com/office/drawing/2014/main" id="{896E8462-6EF4-D1AF-FA82-4C8A5AB66604}"/>
              </a:ext>
            </a:extLst>
          </p:cNvPr>
          <p:cNvGrpSpPr/>
          <p:nvPr/>
        </p:nvGrpSpPr>
        <p:grpSpPr>
          <a:xfrm>
            <a:off x="10209708" y="3496206"/>
            <a:ext cx="1700528" cy="348061"/>
            <a:chOff x="12430314" y="4426935"/>
            <a:chExt cx="1700528" cy="348061"/>
          </a:xfrm>
        </p:grpSpPr>
        <p:sp>
          <p:nvSpPr>
            <p:cNvPr id="208" name="矩形 207">
              <a:extLst>
                <a:ext uri="{FF2B5EF4-FFF2-40B4-BE49-F238E27FC236}">
                  <a16:creationId xmlns:a16="http://schemas.microsoft.com/office/drawing/2014/main" id="{FE91144C-3840-7812-5D97-4836856BC8AB}"/>
                </a:ext>
              </a:extLst>
            </p:cNvPr>
            <p:cNvSpPr/>
            <p:nvPr/>
          </p:nvSpPr>
          <p:spPr>
            <a:xfrm>
              <a:off x="12430314" y="4426935"/>
              <a:ext cx="1700528" cy="348061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矩形 208">
              <a:extLst>
                <a:ext uri="{FF2B5EF4-FFF2-40B4-BE49-F238E27FC236}">
                  <a16:creationId xmlns:a16="http://schemas.microsoft.com/office/drawing/2014/main" id="{356B65B6-3960-B99C-F980-3A1528FD35B8}"/>
                </a:ext>
              </a:extLst>
            </p:cNvPr>
            <p:cNvSpPr/>
            <p:nvPr/>
          </p:nvSpPr>
          <p:spPr>
            <a:xfrm>
              <a:off x="12430314" y="4426935"/>
              <a:ext cx="1700528" cy="348061"/>
            </a:xfrm>
            <a:prstGeom prst="rect">
              <a:avLst/>
            </a:pr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1A82D169-8584-6A7A-2C08-49EAD60AAC78}"/>
                </a:ext>
              </a:extLst>
            </p:cNvPr>
            <p:cNvSpPr txBox="1"/>
            <p:nvPr/>
          </p:nvSpPr>
          <p:spPr>
            <a:xfrm>
              <a:off x="13038920" y="4474912"/>
              <a:ext cx="482146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价格</a:t>
              </a:r>
            </a:p>
          </p:txBody>
        </p:sp>
      </p:grpSp>
      <p:grpSp>
        <p:nvGrpSpPr>
          <p:cNvPr id="211" name="图形 1">
            <a:extLst>
              <a:ext uri="{FF2B5EF4-FFF2-40B4-BE49-F238E27FC236}">
                <a16:creationId xmlns:a16="http://schemas.microsoft.com/office/drawing/2014/main" id="{E1BFB941-257B-3009-E5E6-52EB53BFE202}"/>
              </a:ext>
            </a:extLst>
          </p:cNvPr>
          <p:cNvGrpSpPr/>
          <p:nvPr/>
        </p:nvGrpSpPr>
        <p:grpSpPr>
          <a:xfrm>
            <a:off x="10209708" y="3988458"/>
            <a:ext cx="1700528" cy="348061"/>
            <a:chOff x="12430314" y="4919187"/>
            <a:chExt cx="1700528" cy="348061"/>
          </a:xfrm>
        </p:grpSpPr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13945050-239D-FDE8-CB63-86B4038D7016}"/>
                </a:ext>
              </a:extLst>
            </p:cNvPr>
            <p:cNvSpPr/>
            <p:nvPr/>
          </p:nvSpPr>
          <p:spPr>
            <a:xfrm>
              <a:off x="12430314" y="4919187"/>
              <a:ext cx="1700528" cy="348061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9BF8AF9D-55DB-D4A8-B7D1-B3B4038A51DD}"/>
                </a:ext>
              </a:extLst>
            </p:cNvPr>
            <p:cNvSpPr/>
            <p:nvPr/>
          </p:nvSpPr>
          <p:spPr>
            <a:xfrm>
              <a:off x="12430314" y="4919187"/>
              <a:ext cx="1700528" cy="348061"/>
            </a:xfrm>
            <a:prstGeom prst="rect">
              <a:avLst/>
            </a:pr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DD990C1F-3AA6-4622-FFE1-E03F12DCF5DC}"/>
                </a:ext>
              </a:extLst>
            </p:cNvPr>
            <p:cNvSpPr txBox="1"/>
            <p:nvPr/>
          </p:nvSpPr>
          <p:spPr>
            <a:xfrm>
              <a:off x="12896255" y="4894781"/>
              <a:ext cx="733531" cy="2291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104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可用出租</a:t>
              </a:r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215E94E7-932B-C8EE-21CF-303015FA28A1}"/>
                </a:ext>
              </a:extLst>
            </p:cNvPr>
            <p:cNvSpPr txBox="1"/>
            <p:nvPr/>
          </p:nvSpPr>
          <p:spPr>
            <a:xfrm>
              <a:off x="13448032" y="4890412"/>
              <a:ext cx="221127" cy="243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104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/</a:t>
              </a:r>
            </a:p>
          </p:txBody>
        </p:sp>
        <p:sp>
          <p:nvSpPr>
            <p:cNvPr id="216" name="文本框 215">
              <a:extLst>
                <a:ext uri="{FF2B5EF4-FFF2-40B4-BE49-F238E27FC236}">
                  <a16:creationId xmlns:a16="http://schemas.microsoft.com/office/drawing/2014/main" id="{898C5B16-6E42-805C-0ED4-21A9C8E1DF2A}"/>
                </a:ext>
              </a:extLst>
            </p:cNvPr>
            <p:cNvSpPr txBox="1"/>
            <p:nvPr/>
          </p:nvSpPr>
          <p:spPr>
            <a:xfrm>
              <a:off x="12845988" y="5060123"/>
              <a:ext cx="871193" cy="2291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104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网约车里程</a:t>
              </a:r>
            </a:p>
          </p:txBody>
        </p:sp>
      </p:grpSp>
      <p:sp>
        <p:nvSpPr>
          <p:cNvPr id="217" name="任意形状 216">
            <a:extLst>
              <a:ext uri="{FF2B5EF4-FFF2-40B4-BE49-F238E27FC236}">
                <a16:creationId xmlns:a16="http://schemas.microsoft.com/office/drawing/2014/main" id="{F39C6DD9-DFCB-1587-6CF7-B061283CEFFA}"/>
              </a:ext>
            </a:extLst>
          </p:cNvPr>
          <p:cNvSpPr/>
          <p:nvPr/>
        </p:nvSpPr>
        <p:spPr>
          <a:xfrm>
            <a:off x="2099637" y="4507325"/>
            <a:ext cx="306376" cy="1142263"/>
          </a:xfrm>
          <a:custGeom>
            <a:avLst/>
            <a:gdLst>
              <a:gd name="csX0" fmla="*/ 0 w 306376"/>
              <a:gd name="csY0" fmla="*/ 1142264 h 1142263"/>
              <a:gd name="csX1" fmla="*/ 187558 w 306376"/>
              <a:gd name="csY1" fmla="*/ 1142264 h 1142263"/>
              <a:gd name="csX2" fmla="*/ 187558 w 306376"/>
              <a:gd name="csY2" fmla="*/ 0 h 1142263"/>
              <a:gd name="csX3" fmla="*/ 306377 w 306376"/>
              <a:gd name="csY3" fmla="*/ 0 h 11422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06376" h="1142263">
                <a:moveTo>
                  <a:pt x="0" y="1142264"/>
                </a:moveTo>
                <a:lnTo>
                  <a:pt x="187558" y="1142264"/>
                </a:lnTo>
                <a:lnTo>
                  <a:pt x="187558" y="0"/>
                </a:lnTo>
                <a:lnTo>
                  <a:pt x="306377" y="0"/>
                </a:lnTo>
              </a:path>
            </a:pathLst>
          </a:custGeom>
          <a:noFill/>
          <a:ln w="2338" cap="rnd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8" name="任意形状 217">
            <a:extLst>
              <a:ext uri="{FF2B5EF4-FFF2-40B4-BE49-F238E27FC236}">
                <a16:creationId xmlns:a16="http://schemas.microsoft.com/office/drawing/2014/main" id="{72769FDF-4B58-33F2-099B-6EAB72D3A35C}"/>
              </a:ext>
            </a:extLst>
          </p:cNvPr>
          <p:cNvSpPr/>
          <p:nvPr/>
        </p:nvSpPr>
        <p:spPr>
          <a:xfrm>
            <a:off x="2099637" y="1756658"/>
            <a:ext cx="315728" cy="3892930"/>
          </a:xfrm>
          <a:custGeom>
            <a:avLst/>
            <a:gdLst>
              <a:gd name="csX0" fmla="*/ 0 w 315728"/>
              <a:gd name="csY0" fmla="*/ 3892931 h 3892930"/>
              <a:gd name="csX1" fmla="*/ 183112 w 315728"/>
              <a:gd name="csY1" fmla="*/ 3892931 h 3892930"/>
              <a:gd name="csX2" fmla="*/ 183112 w 315728"/>
              <a:gd name="csY2" fmla="*/ 963591 h 3892930"/>
              <a:gd name="csX3" fmla="*/ 189797 w 315728"/>
              <a:gd name="csY3" fmla="*/ 963591 h 3892930"/>
              <a:gd name="csX4" fmla="*/ 189797 w 315728"/>
              <a:gd name="csY4" fmla="*/ 0 h 3892930"/>
              <a:gd name="csX5" fmla="*/ 315729 w 315728"/>
              <a:gd name="csY5" fmla="*/ 0 h 38929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15728" h="3892930">
                <a:moveTo>
                  <a:pt x="0" y="3892931"/>
                </a:moveTo>
                <a:lnTo>
                  <a:pt x="183112" y="3892931"/>
                </a:lnTo>
                <a:lnTo>
                  <a:pt x="183112" y="963591"/>
                </a:lnTo>
                <a:lnTo>
                  <a:pt x="189797" y="963591"/>
                </a:lnTo>
                <a:lnTo>
                  <a:pt x="189797" y="0"/>
                </a:lnTo>
                <a:lnTo>
                  <a:pt x="315729" y="0"/>
                </a:lnTo>
              </a:path>
            </a:pathLst>
          </a:custGeom>
          <a:noFill/>
          <a:ln w="2338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9" name="任意形状 218">
            <a:extLst>
              <a:ext uri="{FF2B5EF4-FFF2-40B4-BE49-F238E27FC236}">
                <a16:creationId xmlns:a16="http://schemas.microsoft.com/office/drawing/2014/main" id="{FF3A7E01-F027-D7AC-A156-F35E87D24940}"/>
              </a:ext>
            </a:extLst>
          </p:cNvPr>
          <p:cNvSpPr/>
          <p:nvPr/>
        </p:nvSpPr>
        <p:spPr>
          <a:xfrm>
            <a:off x="2105563" y="1756658"/>
            <a:ext cx="309803" cy="1367866"/>
          </a:xfrm>
          <a:custGeom>
            <a:avLst/>
            <a:gdLst>
              <a:gd name="csX0" fmla="*/ 0 w 309803"/>
              <a:gd name="csY0" fmla="*/ 1367866 h 1367866"/>
              <a:gd name="csX1" fmla="*/ 180691 w 309803"/>
              <a:gd name="csY1" fmla="*/ 1367866 h 1367866"/>
              <a:gd name="csX2" fmla="*/ 180691 w 309803"/>
              <a:gd name="csY2" fmla="*/ 0 h 1367866"/>
              <a:gd name="csX3" fmla="*/ 309804 w 309803"/>
              <a:gd name="csY3" fmla="*/ 0 h 13678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09803" h="1367866">
                <a:moveTo>
                  <a:pt x="0" y="1367866"/>
                </a:moveTo>
                <a:lnTo>
                  <a:pt x="180691" y="1367866"/>
                </a:lnTo>
                <a:lnTo>
                  <a:pt x="180691" y="0"/>
                </a:lnTo>
                <a:lnTo>
                  <a:pt x="309804" y="0"/>
                </a:lnTo>
              </a:path>
            </a:pathLst>
          </a:custGeom>
          <a:noFill/>
          <a:ln w="2338" cap="rnd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0" name="任意形状 219">
            <a:extLst>
              <a:ext uri="{FF2B5EF4-FFF2-40B4-BE49-F238E27FC236}">
                <a16:creationId xmlns:a16="http://schemas.microsoft.com/office/drawing/2014/main" id="{A6952178-AAD2-14F9-47F4-E9844E3597AD}"/>
              </a:ext>
            </a:extLst>
          </p:cNvPr>
          <p:cNvSpPr/>
          <p:nvPr/>
        </p:nvSpPr>
        <p:spPr>
          <a:xfrm>
            <a:off x="9834391" y="1942094"/>
            <a:ext cx="297736" cy="45719"/>
          </a:xfrm>
          <a:custGeom>
            <a:avLst/>
            <a:gdLst>
              <a:gd name="csX0" fmla="*/ 175642 w 175641"/>
              <a:gd name="csY0" fmla="*/ 231155 h 231155"/>
              <a:gd name="csX1" fmla="*/ 28392 w 175641"/>
              <a:gd name="csY1" fmla="*/ 231155 h 231155"/>
              <a:gd name="csX2" fmla="*/ 28392 w 175641"/>
              <a:gd name="csY2" fmla="*/ 0 h 231155"/>
              <a:gd name="csX3" fmla="*/ 0 w 175641"/>
              <a:gd name="csY3" fmla="*/ 0 h 2311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5641" h="231155">
                <a:moveTo>
                  <a:pt x="175642" y="231155"/>
                </a:moveTo>
                <a:lnTo>
                  <a:pt x="28392" y="231155"/>
                </a:lnTo>
                <a:lnTo>
                  <a:pt x="28392" y="0"/>
                </a:lnTo>
                <a:lnTo>
                  <a:pt x="0" y="0"/>
                </a:lnTo>
              </a:path>
            </a:pathLst>
          </a:custGeom>
          <a:noFill/>
          <a:ln w="4676" cap="rnd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1" name="任意形状 220">
            <a:extLst>
              <a:ext uri="{FF2B5EF4-FFF2-40B4-BE49-F238E27FC236}">
                <a16:creationId xmlns:a16="http://schemas.microsoft.com/office/drawing/2014/main" id="{E373CFC3-6D06-5ED9-57B5-27A68D1E0DDB}"/>
              </a:ext>
            </a:extLst>
          </p:cNvPr>
          <p:cNvSpPr/>
          <p:nvPr/>
        </p:nvSpPr>
        <p:spPr>
          <a:xfrm>
            <a:off x="9882049" y="3852716"/>
            <a:ext cx="250077" cy="654608"/>
          </a:xfrm>
          <a:custGeom>
            <a:avLst/>
            <a:gdLst>
              <a:gd name="csX0" fmla="*/ 166290 w 166289"/>
              <a:gd name="csY0" fmla="*/ 0 h 654608"/>
              <a:gd name="csX1" fmla="*/ 49305 w 166289"/>
              <a:gd name="csY1" fmla="*/ 0 h 654608"/>
              <a:gd name="csX2" fmla="*/ 49305 w 166289"/>
              <a:gd name="csY2" fmla="*/ 654609 h 654608"/>
              <a:gd name="csX3" fmla="*/ 0 w 166289"/>
              <a:gd name="csY3" fmla="*/ 654609 h 6546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6289" h="654608">
                <a:moveTo>
                  <a:pt x="166290" y="0"/>
                </a:moveTo>
                <a:lnTo>
                  <a:pt x="49305" y="0"/>
                </a:lnTo>
                <a:lnTo>
                  <a:pt x="49305" y="654609"/>
                </a:lnTo>
                <a:lnTo>
                  <a:pt x="0" y="654609"/>
                </a:lnTo>
              </a:path>
            </a:pathLst>
          </a:custGeom>
          <a:noFill/>
          <a:ln w="4676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2" name="任意形状 221">
            <a:extLst>
              <a:ext uri="{FF2B5EF4-FFF2-40B4-BE49-F238E27FC236}">
                <a16:creationId xmlns:a16="http://schemas.microsoft.com/office/drawing/2014/main" id="{F07CF09D-1C73-3B45-921F-8461101D2C0E}"/>
              </a:ext>
            </a:extLst>
          </p:cNvPr>
          <p:cNvSpPr/>
          <p:nvPr/>
        </p:nvSpPr>
        <p:spPr>
          <a:xfrm>
            <a:off x="3848162" y="2883855"/>
            <a:ext cx="1210054" cy="33867"/>
          </a:xfrm>
          <a:custGeom>
            <a:avLst/>
            <a:gdLst>
              <a:gd name="csX0" fmla="*/ 1210054 w 1210054"/>
              <a:gd name="csY0" fmla="*/ 0 h 33867"/>
              <a:gd name="csX1" fmla="*/ 0 w 1210054"/>
              <a:gd name="csY1" fmla="*/ 0 h 33867"/>
              <a:gd name="csX2" fmla="*/ 0 w 1210054"/>
              <a:gd name="csY2" fmla="*/ 33868 h 33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10054" h="33867">
                <a:moveTo>
                  <a:pt x="1210054" y="0"/>
                </a:moveTo>
                <a:lnTo>
                  <a:pt x="0" y="0"/>
                </a:lnTo>
                <a:lnTo>
                  <a:pt x="0" y="33868"/>
                </a:lnTo>
              </a:path>
            </a:pathLst>
          </a:custGeom>
          <a:noFill/>
          <a:ln w="4676" cap="rnd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A773BB32-B5D9-C7CD-52CC-EC4DB5BF0427}"/>
              </a:ext>
            </a:extLst>
          </p:cNvPr>
          <p:cNvSpPr txBox="1"/>
          <p:nvPr/>
        </p:nvSpPr>
        <p:spPr>
          <a:xfrm>
            <a:off x="2735494" y="3145841"/>
            <a:ext cx="514885" cy="289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83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类别</a:t>
            </a: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324233D0-9895-7D6B-C059-FEC520417B03}"/>
              </a:ext>
            </a:extLst>
          </p:cNvPr>
          <p:cNvSpPr txBox="1"/>
          <p:nvPr/>
        </p:nvSpPr>
        <p:spPr>
          <a:xfrm>
            <a:off x="3053465" y="3140765"/>
            <a:ext cx="266420" cy="289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83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1</a:t>
            </a: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E52A37A4-06F9-D75C-984F-9A7B3A4AC9A2}"/>
              </a:ext>
            </a:extLst>
          </p:cNvPr>
          <p:cNvSpPr txBox="1"/>
          <p:nvPr/>
        </p:nvSpPr>
        <p:spPr>
          <a:xfrm>
            <a:off x="3132958" y="3145841"/>
            <a:ext cx="349776" cy="289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83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：</a:t>
            </a: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883110EA-0D43-3E97-E77F-5DD30843F70B}"/>
              </a:ext>
            </a:extLst>
          </p:cNvPr>
          <p:cNvSpPr txBox="1"/>
          <p:nvPr/>
        </p:nvSpPr>
        <p:spPr>
          <a:xfrm>
            <a:off x="3291943" y="3140765"/>
            <a:ext cx="595035" cy="289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83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MaaS</a:t>
            </a: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283BE2E9-DFC6-0A14-E347-5C4AB4F1C9A0}"/>
              </a:ext>
            </a:extLst>
          </p:cNvPr>
          <p:cNvSpPr txBox="1"/>
          <p:nvPr/>
        </p:nvSpPr>
        <p:spPr>
          <a:xfrm>
            <a:off x="3680055" y="3145841"/>
            <a:ext cx="679994" cy="289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83" b="1" spc="0" baseline="0" dirty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存疑者</a:t>
            </a:r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679435C7-4560-1E2F-FE4F-897198AA09AC}"/>
              </a:ext>
            </a:extLst>
          </p:cNvPr>
          <p:cNvSpPr txBox="1"/>
          <p:nvPr/>
        </p:nvSpPr>
        <p:spPr>
          <a:xfrm>
            <a:off x="6460062" y="3145841"/>
            <a:ext cx="514885" cy="289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83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类别</a:t>
            </a:r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8ACFE547-53F7-F202-0E51-CDEE166940AA}"/>
              </a:ext>
            </a:extLst>
          </p:cNvPr>
          <p:cNvSpPr txBox="1"/>
          <p:nvPr/>
        </p:nvSpPr>
        <p:spPr>
          <a:xfrm>
            <a:off x="6778033" y="3140765"/>
            <a:ext cx="266420" cy="289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83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2</a:t>
            </a: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C0496F83-C111-B0BF-5F7D-F2A531C5B072}"/>
              </a:ext>
            </a:extLst>
          </p:cNvPr>
          <p:cNvSpPr txBox="1"/>
          <p:nvPr/>
        </p:nvSpPr>
        <p:spPr>
          <a:xfrm>
            <a:off x="6857526" y="3145841"/>
            <a:ext cx="349776" cy="289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83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：</a:t>
            </a: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DBB5D2A2-9535-8107-61AF-CCF62958CA0D}"/>
              </a:ext>
            </a:extLst>
          </p:cNvPr>
          <p:cNvSpPr txBox="1"/>
          <p:nvPr/>
        </p:nvSpPr>
        <p:spPr>
          <a:xfrm>
            <a:off x="7016511" y="3140765"/>
            <a:ext cx="595035" cy="289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83" b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MaaS</a:t>
            </a:r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846E30DE-6B9E-55A9-EED2-CDF433246B6C}"/>
              </a:ext>
            </a:extLst>
          </p:cNvPr>
          <p:cNvSpPr txBox="1"/>
          <p:nvPr/>
        </p:nvSpPr>
        <p:spPr>
          <a:xfrm>
            <a:off x="7404626" y="3145841"/>
            <a:ext cx="679994" cy="289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83" b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乐观者</a:t>
            </a:r>
          </a:p>
        </p:txBody>
      </p:sp>
      <p:sp>
        <p:nvSpPr>
          <p:cNvPr id="233" name="任意形状 232">
            <a:extLst>
              <a:ext uri="{FF2B5EF4-FFF2-40B4-BE49-F238E27FC236}">
                <a16:creationId xmlns:a16="http://schemas.microsoft.com/office/drawing/2014/main" id="{456C9942-DB39-6286-5DB6-DF93FAF5A40E}"/>
              </a:ext>
            </a:extLst>
          </p:cNvPr>
          <p:cNvSpPr/>
          <p:nvPr/>
        </p:nvSpPr>
        <p:spPr>
          <a:xfrm>
            <a:off x="7165595" y="2900032"/>
            <a:ext cx="1175762" cy="22938"/>
          </a:xfrm>
          <a:custGeom>
            <a:avLst/>
            <a:gdLst>
              <a:gd name="csX0" fmla="*/ 0 w 1175762"/>
              <a:gd name="csY0" fmla="*/ 2877 h 22938"/>
              <a:gd name="csX1" fmla="*/ 1175762 w 1175762"/>
              <a:gd name="csY1" fmla="*/ 0 h 22938"/>
              <a:gd name="csX2" fmla="*/ 1175762 w 1175762"/>
              <a:gd name="csY2" fmla="*/ 22939 h 229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75762" h="22938">
                <a:moveTo>
                  <a:pt x="0" y="2877"/>
                </a:moveTo>
                <a:lnTo>
                  <a:pt x="1175762" y="0"/>
                </a:lnTo>
                <a:lnTo>
                  <a:pt x="1175762" y="22939"/>
                </a:lnTo>
              </a:path>
            </a:pathLst>
          </a:custGeom>
          <a:noFill/>
          <a:ln w="4676" cap="rnd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4CC84ACE-19B0-ED36-1131-A6BD9625F858}"/>
              </a:ext>
            </a:extLst>
          </p:cNvPr>
          <p:cNvSpPr txBox="1"/>
          <p:nvPr/>
        </p:nvSpPr>
        <p:spPr>
          <a:xfrm>
            <a:off x="5480839" y="2762297"/>
            <a:ext cx="594518" cy="277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i="1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MaaS</a:t>
            </a: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156DD2DD-8A95-893F-31CF-60C50B2AEAA3}"/>
              </a:ext>
            </a:extLst>
          </p:cNvPr>
          <p:cNvSpPr txBox="1"/>
          <p:nvPr/>
        </p:nvSpPr>
        <p:spPr>
          <a:xfrm>
            <a:off x="5892331" y="2767640"/>
            <a:ext cx="887574" cy="259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 i="1" spc="0" baseline="0">
                <a:ln/>
                <a:solidFill>
                  <a:srgbClr val="000000"/>
                </a:solidFill>
                <a:latin typeface="宋体"/>
                <a:ea typeface="宋体"/>
                <a:sym typeface="宋体"/>
                <a:rtl val="0"/>
              </a:rPr>
              <a:t>转移意愿</a:t>
            </a:r>
          </a:p>
        </p:txBody>
      </p:sp>
      <p:grpSp>
        <p:nvGrpSpPr>
          <p:cNvPr id="236" name="图形 1">
            <a:extLst>
              <a:ext uri="{FF2B5EF4-FFF2-40B4-BE49-F238E27FC236}">
                <a16:creationId xmlns:a16="http://schemas.microsoft.com/office/drawing/2014/main" id="{C919CE1B-AAEC-4AAB-6AE2-569ECEACA347}"/>
              </a:ext>
            </a:extLst>
          </p:cNvPr>
          <p:cNvGrpSpPr/>
          <p:nvPr/>
        </p:nvGrpSpPr>
        <p:grpSpPr>
          <a:xfrm>
            <a:off x="8475260" y="2756728"/>
            <a:ext cx="307982" cy="312259"/>
            <a:chOff x="10695866" y="3687457"/>
            <a:chExt cx="307982" cy="312259"/>
          </a:xfrm>
          <a:noFill/>
        </p:grpSpPr>
        <p:sp>
          <p:nvSpPr>
            <p:cNvPr id="237" name="矩形 236">
              <a:extLst>
                <a:ext uri="{FF2B5EF4-FFF2-40B4-BE49-F238E27FC236}">
                  <a16:creationId xmlns:a16="http://schemas.microsoft.com/office/drawing/2014/main" id="{13109665-37E1-0417-4EF7-A816160653B1}"/>
                </a:ext>
              </a:extLst>
            </p:cNvPr>
            <p:cNvSpPr/>
            <p:nvPr/>
          </p:nvSpPr>
          <p:spPr>
            <a:xfrm>
              <a:off x="10695866" y="3687457"/>
              <a:ext cx="307982" cy="312259"/>
            </a:xfrm>
            <a:prstGeom prst="rect">
              <a:avLst/>
            </a:prstGeom>
            <a:noFill/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38" name="图片 237">
              <a:extLst>
                <a:ext uri="{FF2B5EF4-FFF2-40B4-BE49-F238E27FC236}">
                  <a16:creationId xmlns:a16="http://schemas.microsoft.com/office/drawing/2014/main" id="{B188C1D0-8F9D-DF72-27C3-8C3CF0295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95866" y="3687457"/>
              <a:ext cx="307982" cy="312259"/>
            </a:xfrm>
            <a:custGeom>
              <a:avLst/>
              <a:gdLst>
                <a:gd name="csX0" fmla="*/ 1106 w 307982"/>
                <a:gd name="csY0" fmla="*/ 341 h 312259"/>
                <a:gd name="csX1" fmla="*/ 309088 w 307982"/>
                <a:gd name="csY1" fmla="*/ 341 h 312259"/>
                <a:gd name="csX2" fmla="*/ 309088 w 307982"/>
                <a:gd name="csY2" fmla="*/ 312601 h 312259"/>
                <a:gd name="csX3" fmla="*/ 1106 w 307982"/>
                <a:gd name="csY3" fmla="*/ 312601 h 3122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7982" h="312259">
                  <a:moveTo>
                    <a:pt x="1106" y="341"/>
                  </a:moveTo>
                  <a:lnTo>
                    <a:pt x="309088" y="341"/>
                  </a:lnTo>
                  <a:lnTo>
                    <a:pt x="309088" y="312601"/>
                  </a:lnTo>
                  <a:lnTo>
                    <a:pt x="1106" y="312601"/>
                  </a:lnTo>
                  <a:close/>
                </a:path>
              </a:pathLst>
            </a:custGeom>
          </p:spPr>
        </p:pic>
      </p:grpSp>
      <p:grpSp>
        <p:nvGrpSpPr>
          <p:cNvPr id="239" name="图形 1">
            <a:extLst>
              <a:ext uri="{FF2B5EF4-FFF2-40B4-BE49-F238E27FC236}">
                <a16:creationId xmlns:a16="http://schemas.microsoft.com/office/drawing/2014/main" id="{5882DE31-D6EB-149C-442A-87B5300B3B5E}"/>
              </a:ext>
            </a:extLst>
          </p:cNvPr>
          <p:cNvGrpSpPr/>
          <p:nvPr/>
        </p:nvGrpSpPr>
        <p:grpSpPr>
          <a:xfrm>
            <a:off x="3319091" y="2756728"/>
            <a:ext cx="307982" cy="312259"/>
            <a:chOff x="5539697" y="3687457"/>
            <a:chExt cx="307982" cy="312259"/>
          </a:xfrm>
          <a:noFill/>
        </p:grpSpPr>
        <p:sp>
          <p:nvSpPr>
            <p:cNvPr id="240" name="矩形 239">
              <a:extLst>
                <a:ext uri="{FF2B5EF4-FFF2-40B4-BE49-F238E27FC236}">
                  <a16:creationId xmlns:a16="http://schemas.microsoft.com/office/drawing/2014/main" id="{EA873081-53B4-E522-9570-B59E06E10970}"/>
                </a:ext>
              </a:extLst>
            </p:cNvPr>
            <p:cNvSpPr/>
            <p:nvPr/>
          </p:nvSpPr>
          <p:spPr>
            <a:xfrm>
              <a:off x="5539697" y="3687457"/>
              <a:ext cx="307982" cy="312259"/>
            </a:xfrm>
            <a:prstGeom prst="rect">
              <a:avLst/>
            </a:prstGeom>
            <a:noFill/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41" name="图片 240">
              <a:extLst>
                <a:ext uri="{FF2B5EF4-FFF2-40B4-BE49-F238E27FC236}">
                  <a16:creationId xmlns:a16="http://schemas.microsoft.com/office/drawing/2014/main" id="{C1B48D00-F601-EBB0-8DC9-9F3E365A8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39697" y="3687457"/>
              <a:ext cx="307982" cy="312259"/>
            </a:xfrm>
            <a:custGeom>
              <a:avLst/>
              <a:gdLst>
                <a:gd name="csX0" fmla="*/ 554 w 307982"/>
                <a:gd name="csY0" fmla="*/ 341 h 312259"/>
                <a:gd name="csX1" fmla="*/ 308537 w 307982"/>
                <a:gd name="csY1" fmla="*/ 341 h 312259"/>
                <a:gd name="csX2" fmla="*/ 308537 w 307982"/>
                <a:gd name="csY2" fmla="*/ 312601 h 312259"/>
                <a:gd name="csX3" fmla="*/ 554 w 307982"/>
                <a:gd name="csY3" fmla="*/ 312601 h 3122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7982" h="312259">
                  <a:moveTo>
                    <a:pt x="554" y="341"/>
                  </a:moveTo>
                  <a:lnTo>
                    <a:pt x="308537" y="341"/>
                  </a:lnTo>
                  <a:lnTo>
                    <a:pt x="308537" y="312601"/>
                  </a:lnTo>
                  <a:lnTo>
                    <a:pt x="554" y="312601"/>
                  </a:lnTo>
                  <a:close/>
                </a:path>
              </a:pathLst>
            </a:custGeom>
          </p:spPr>
        </p:pic>
      </p:grpSp>
      <p:grpSp>
        <p:nvGrpSpPr>
          <p:cNvPr id="242" name="图形 1">
            <a:extLst>
              <a:ext uri="{FF2B5EF4-FFF2-40B4-BE49-F238E27FC236}">
                <a16:creationId xmlns:a16="http://schemas.microsoft.com/office/drawing/2014/main" id="{37B2EE53-9228-008B-12B7-A40EFDC299E6}"/>
              </a:ext>
            </a:extLst>
          </p:cNvPr>
          <p:cNvGrpSpPr/>
          <p:nvPr/>
        </p:nvGrpSpPr>
        <p:grpSpPr>
          <a:xfrm>
            <a:off x="4113105" y="4301605"/>
            <a:ext cx="715766" cy="397647"/>
            <a:chOff x="6333711" y="5232334"/>
            <a:chExt cx="715766" cy="397647"/>
          </a:xfrm>
        </p:grpSpPr>
        <p:sp>
          <p:nvSpPr>
            <p:cNvPr id="243" name="任意形状 242">
              <a:extLst>
                <a:ext uri="{FF2B5EF4-FFF2-40B4-BE49-F238E27FC236}">
                  <a16:creationId xmlns:a16="http://schemas.microsoft.com/office/drawing/2014/main" id="{0A635474-803D-D7BE-9973-07E2C3FD85E9}"/>
                </a:ext>
              </a:extLst>
            </p:cNvPr>
            <p:cNvSpPr/>
            <p:nvPr/>
          </p:nvSpPr>
          <p:spPr>
            <a:xfrm>
              <a:off x="6333711" y="5232334"/>
              <a:ext cx="715766" cy="397647"/>
            </a:xfrm>
            <a:custGeom>
              <a:avLst/>
              <a:gdLst>
                <a:gd name="csX0" fmla="*/ 44735 w 715766"/>
                <a:gd name="csY0" fmla="*/ 0 h 397647"/>
                <a:gd name="csX1" fmla="*/ 626295 w 715766"/>
                <a:gd name="csY1" fmla="*/ 0 h 397647"/>
                <a:gd name="csX2" fmla="*/ 671031 w 715766"/>
                <a:gd name="csY2" fmla="*/ 24853 h 397647"/>
                <a:gd name="csX3" fmla="*/ 671031 w 715766"/>
                <a:gd name="csY3" fmla="*/ 12426 h 397647"/>
                <a:gd name="csX4" fmla="*/ 693398 w 715766"/>
                <a:gd name="csY4" fmla="*/ 37279 h 397647"/>
                <a:gd name="csX5" fmla="*/ 693398 w 715766"/>
                <a:gd name="csY5" fmla="*/ 24853 h 397647"/>
                <a:gd name="csX6" fmla="*/ 715766 w 715766"/>
                <a:gd name="csY6" fmla="*/ 49706 h 397647"/>
                <a:gd name="csX7" fmla="*/ 715766 w 715766"/>
                <a:gd name="csY7" fmla="*/ 372795 h 397647"/>
                <a:gd name="csX8" fmla="*/ 671031 w 715766"/>
                <a:gd name="csY8" fmla="*/ 397648 h 397647"/>
                <a:gd name="csX9" fmla="*/ 89470 w 715766"/>
                <a:gd name="csY9" fmla="*/ 397648 h 397647"/>
                <a:gd name="csX10" fmla="*/ 44735 w 715766"/>
                <a:gd name="csY10" fmla="*/ 385221 h 397647"/>
                <a:gd name="csX11" fmla="*/ 22367 w 715766"/>
                <a:gd name="csY11" fmla="*/ 372795 h 397647"/>
                <a:gd name="csX12" fmla="*/ 0 w 715766"/>
                <a:gd name="csY12" fmla="*/ 347942 h 397647"/>
                <a:gd name="csX13" fmla="*/ 0 w 715766"/>
                <a:gd name="csY13" fmla="*/ 24853 h 397647"/>
                <a:gd name="csX14" fmla="*/ 44735 w 715766"/>
                <a:gd name="csY14" fmla="*/ 0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15766" h="397647">
                  <a:moveTo>
                    <a:pt x="44735" y="0"/>
                  </a:moveTo>
                  <a:lnTo>
                    <a:pt x="626295" y="0"/>
                  </a:lnTo>
                  <a:cubicBezTo>
                    <a:pt x="671031" y="0"/>
                    <a:pt x="671031" y="0"/>
                    <a:pt x="671031" y="24853"/>
                  </a:cubicBezTo>
                  <a:lnTo>
                    <a:pt x="671031" y="12426"/>
                  </a:lnTo>
                  <a:cubicBezTo>
                    <a:pt x="693398" y="12426"/>
                    <a:pt x="693398" y="12426"/>
                    <a:pt x="693398" y="37279"/>
                  </a:cubicBezTo>
                  <a:lnTo>
                    <a:pt x="693398" y="24853"/>
                  </a:lnTo>
                  <a:cubicBezTo>
                    <a:pt x="715766" y="24853"/>
                    <a:pt x="715766" y="24853"/>
                    <a:pt x="715766" y="49706"/>
                  </a:cubicBezTo>
                  <a:lnTo>
                    <a:pt x="715766" y="372795"/>
                  </a:lnTo>
                  <a:cubicBezTo>
                    <a:pt x="715766" y="397648"/>
                    <a:pt x="715766" y="397648"/>
                    <a:pt x="671031" y="397648"/>
                  </a:cubicBezTo>
                  <a:lnTo>
                    <a:pt x="89470" y="397648"/>
                  </a:lnTo>
                  <a:cubicBezTo>
                    <a:pt x="44735" y="397648"/>
                    <a:pt x="44735" y="397648"/>
                    <a:pt x="44735" y="385221"/>
                  </a:cubicBezTo>
                  <a:cubicBezTo>
                    <a:pt x="22367" y="385221"/>
                    <a:pt x="22367" y="385221"/>
                    <a:pt x="22367" y="372795"/>
                  </a:cubicBez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5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任意形状 243">
              <a:extLst>
                <a:ext uri="{FF2B5EF4-FFF2-40B4-BE49-F238E27FC236}">
                  <a16:creationId xmlns:a16="http://schemas.microsoft.com/office/drawing/2014/main" id="{31014F0A-FF82-9105-0790-3ED4F60D838A}"/>
                </a:ext>
              </a:extLst>
            </p:cNvPr>
            <p:cNvSpPr/>
            <p:nvPr/>
          </p:nvSpPr>
          <p:spPr>
            <a:xfrm>
              <a:off x="6333711" y="5232334"/>
              <a:ext cx="715766" cy="397647"/>
            </a:xfrm>
            <a:custGeom>
              <a:avLst/>
              <a:gdLst>
                <a:gd name="csX0" fmla="*/ 44735 w 715766"/>
                <a:gd name="csY0" fmla="*/ 0 h 397647"/>
                <a:gd name="csX1" fmla="*/ 626295 w 715766"/>
                <a:gd name="csY1" fmla="*/ 0 h 397647"/>
                <a:gd name="csX2" fmla="*/ 671031 w 715766"/>
                <a:gd name="csY2" fmla="*/ 24853 h 397647"/>
                <a:gd name="csX3" fmla="*/ 671031 w 715766"/>
                <a:gd name="csY3" fmla="*/ 347942 h 397647"/>
                <a:gd name="csX4" fmla="*/ 626295 w 715766"/>
                <a:gd name="csY4" fmla="*/ 372795 h 397647"/>
                <a:gd name="csX5" fmla="*/ 44735 w 715766"/>
                <a:gd name="csY5" fmla="*/ 372795 h 397647"/>
                <a:gd name="csX6" fmla="*/ 0 w 715766"/>
                <a:gd name="csY6" fmla="*/ 347942 h 397647"/>
                <a:gd name="csX7" fmla="*/ 0 w 715766"/>
                <a:gd name="csY7" fmla="*/ 24853 h 397647"/>
                <a:gd name="csX8" fmla="*/ 44735 w 715766"/>
                <a:gd name="csY8" fmla="*/ 0 h 397647"/>
                <a:gd name="csX9" fmla="*/ 671031 w 715766"/>
                <a:gd name="csY9" fmla="*/ 12426 h 397647"/>
                <a:gd name="csX10" fmla="*/ 693398 w 715766"/>
                <a:gd name="csY10" fmla="*/ 37279 h 397647"/>
                <a:gd name="csX11" fmla="*/ 693398 w 715766"/>
                <a:gd name="csY11" fmla="*/ 372795 h 397647"/>
                <a:gd name="csX12" fmla="*/ 648663 w 715766"/>
                <a:gd name="csY12" fmla="*/ 385221 h 397647"/>
                <a:gd name="csX13" fmla="*/ 67103 w 715766"/>
                <a:gd name="csY13" fmla="*/ 385221 h 397647"/>
                <a:gd name="csX14" fmla="*/ 22367 w 715766"/>
                <a:gd name="csY14" fmla="*/ 372795 h 397647"/>
                <a:gd name="csX15" fmla="*/ 693398 w 715766"/>
                <a:gd name="csY15" fmla="*/ 24853 h 397647"/>
                <a:gd name="csX16" fmla="*/ 715766 w 715766"/>
                <a:gd name="csY16" fmla="*/ 49706 h 397647"/>
                <a:gd name="csX17" fmla="*/ 715766 w 715766"/>
                <a:gd name="csY17" fmla="*/ 372795 h 397647"/>
                <a:gd name="csX18" fmla="*/ 671031 w 715766"/>
                <a:gd name="csY18" fmla="*/ 397648 h 397647"/>
                <a:gd name="csX19" fmla="*/ 89470 w 715766"/>
                <a:gd name="csY19" fmla="*/ 397648 h 397647"/>
                <a:gd name="csX20" fmla="*/ 44735 w 715766"/>
                <a:gd name="csY20" fmla="*/ 385221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15766" h="397647">
                  <a:moveTo>
                    <a:pt x="44735" y="0"/>
                  </a:moveTo>
                  <a:lnTo>
                    <a:pt x="626295" y="0"/>
                  </a:lnTo>
                  <a:cubicBezTo>
                    <a:pt x="671031" y="0"/>
                    <a:pt x="671031" y="0"/>
                    <a:pt x="671031" y="24853"/>
                  </a:cubicBezTo>
                  <a:lnTo>
                    <a:pt x="671031" y="347942"/>
                  </a:lnTo>
                  <a:cubicBezTo>
                    <a:pt x="671031" y="372795"/>
                    <a:pt x="671031" y="372795"/>
                    <a:pt x="626295" y="372795"/>
                  </a:cubicBezTo>
                  <a:lnTo>
                    <a:pt x="44735" y="372795"/>
                  </a:ln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5" y="0"/>
                  </a:cubicBezTo>
                  <a:moveTo>
                    <a:pt x="671031" y="12426"/>
                  </a:moveTo>
                  <a:cubicBezTo>
                    <a:pt x="693398" y="12426"/>
                    <a:pt x="693398" y="12426"/>
                    <a:pt x="693398" y="37279"/>
                  </a:cubicBezTo>
                  <a:lnTo>
                    <a:pt x="693398" y="372795"/>
                  </a:lnTo>
                  <a:cubicBezTo>
                    <a:pt x="693398" y="385221"/>
                    <a:pt x="693398" y="385221"/>
                    <a:pt x="648663" y="385221"/>
                  </a:cubicBezTo>
                  <a:lnTo>
                    <a:pt x="67103" y="385221"/>
                  </a:lnTo>
                  <a:cubicBezTo>
                    <a:pt x="22367" y="385221"/>
                    <a:pt x="22367" y="385221"/>
                    <a:pt x="22367" y="372795"/>
                  </a:cubicBezTo>
                  <a:moveTo>
                    <a:pt x="693398" y="24853"/>
                  </a:moveTo>
                  <a:cubicBezTo>
                    <a:pt x="715766" y="24853"/>
                    <a:pt x="715766" y="24853"/>
                    <a:pt x="715766" y="49706"/>
                  </a:cubicBezTo>
                  <a:lnTo>
                    <a:pt x="715766" y="372795"/>
                  </a:lnTo>
                  <a:cubicBezTo>
                    <a:pt x="715766" y="397648"/>
                    <a:pt x="715766" y="397648"/>
                    <a:pt x="671031" y="397648"/>
                  </a:cubicBezTo>
                  <a:lnTo>
                    <a:pt x="89470" y="397648"/>
                  </a:lnTo>
                  <a:cubicBezTo>
                    <a:pt x="44735" y="397648"/>
                    <a:pt x="44735" y="397648"/>
                    <a:pt x="44735" y="385221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文本框 244">
              <a:extLst>
                <a:ext uri="{FF2B5EF4-FFF2-40B4-BE49-F238E27FC236}">
                  <a16:creationId xmlns:a16="http://schemas.microsoft.com/office/drawing/2014/main" id="{B395288B-39CA-412C-BD0F-B64032670C1D}"/>
                </a:ext>
              </a:extLst>
            </p:cNvPr>
            <p:cNvSpPr txBox="1"/>
            <p:nvPr/>
          </p:nvSpPr>
          <p:spPr>
            <a:xfrm>
              <a:off x="6278680" y="5284228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优惠出租</a:t>
              </a:r>
            </a:p>
          </p:txBody>
        </p:sp>
      </p:grpSp>
      <p:sp>
        <p:nvSpPr>
          <p:cNvPr id="246" name="任意形状 245">
            <a:extLst>
              <a:ext uri="{FF2B5EF4-FFF2-40B4-BE49-F238E27FC236}">
                <a16:creationId xmlns:a16="http://schemas.microsoft.com/office/drawing/2014/main" id="{A0E91202-6A1E-2EBF-0240-01073A822E47}"/>
              </a:ext>
            </a:extLst>
          </p:cNvPr>
          <p:cNvSpPr/>
          <p:nvPr/>
        </p:nvSpPr>
        <p:spPr>
          <a:xfrm>
            <a:off x="3666682" y="4509664"/>
            <a:ext cx="446423" cy="9352"/>
          </a:xfrm>
          <a:custGeom>
            <a:avLst/>
            <a:gdLst>
              <a:gd name="csX0" fmla="*/ 0 w 446423"/>
              <a:gd name="csY0" fmla="*/ 0 h 9352"/>
              <a:gd name="csX1" fmla="*/ 446423 w 446423"/>
              <a:gd name="csY1" fmla="*/ 0 h 93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46423" h="9352">
                <a:moveTo>
                  <a:pt x="0" y="0"/>
                </a:moveTo>
                <a:lnTo>
                  <a:pt x="446423" y="0"/>
                </a:lnTo>
              </a:path>
            </a:pathLst>
          </a:custGeom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7" name="任意形状 246">
            <a:extLst>
              <a:ext uri="{FF2B5EF4-FFF2-40B4-BE49-F238E27FC236}">
                <a16:creationId xmlns:a16="http://schemas.microsoft.com/office/drawing/2014/main" id="{AD9D76CB-8ECC-F6F4-1E70-F21B50B141AC}"/>
              </a:ext>
            </a:extLst>
          </p:cNvPr>
          <p:cNvSpPr/>
          <p:nvPr/>
        </p:nvSpPr>
        <p:spPr>
          <a:xfrm>
            <a:off x="3666682" y="3687859"/>
            <a:ext cx="341665" cy="824633"/>
          </a:xfrm>
          <a:custGeom>
            <a:avLst/>
            <a:gdLst>
              <a:gd name="csX0" fmla="*/ 0 w 341665"/>
              <a:gd name="csY0" fmla="*/ 821806 h 824633"/>
              <a:gd name="csX1" fmla="*/ 93521 w 341665"/>
              <a:gd name="csY1" fmla="*/ 821806 h 824633"/>
              <a:gd name="csX2" fmla="*/ 178372 w 341665"/>
              <a:gd name="csY2" fmla="*/ 824633 h 824633"/>
              <a:gd name="csX3" fmla="*/ 174341 w 341665"/>
              <a:gd name="csY3" fmla="*/ 175766 h 824633"/>
              <a:gd name="csX4" fmla="*/ 174341 w 341665"/>
              <a:gd name="csY4" fmla="*/ 0 h 824633"/>
              <a:gd name="csX5" fmla="*/ 341666 w 341665"/>
              <a:gd name="csY5" fmla="*/ 0 h 8246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1665" h="824633">
                <a:moveTo>
                  <a:pt x="0" y="821806"/>
                </a:moveTo>
                <a:lnTo>
                  <a:pt x="93521" y="821806"/>
                </a:lnTo>
                <a:lnTo>
                  <a:pt x="178372" y="824633"/>
                </a:lnTo>
                <a:lnTo>
                  <a:pt x="174341" y="175766"/>
                </a:lnTo>
                <a:lnTo>
                  <a:pt x="174341" y="0"/>
                </a:lnTo>
                <a:lnTo>
                  <a:pt x="341666" y="0"/>
                </a:lnTo>
              </a:path>
            </a:pathLst>
          </a:custGeom>
          <a:noFill/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8" name="任意形状 247">
            <a:extLst>
              <a:ext uri="{FF2B5EF4-FFF2-40B4-BE49-F238E27FC236}">
                <a16:creationId xmlns:a16="http://schemas.microsoft.com/office/drawing/2014/main" id="{67F24C15-0762-7212-940F-85AB15F618EB}"/>
              </a:ext>
            </a:extLst>
          </p:cNvPr>
          <p:cNvSpPr/>
          <p:nvPr/>
        </p:nvSpPr>
        <p:spPr>
          <a:xfrm>
            <a:off x="3666682" y="4509664"/>
            <a:ext cx="446423" cy="559946"/>
          </a:xfrm>
          <a:custGeom>
            <a:avLst/>
            <a:gdLst>
              <a:gd name="csX0" fmla="*/ 0 w 446423"/>
              <a:gd name="csY0" fmla="*/ 0 h 559946"/>
              <a:gd name="csX1" fmla="*/ 179348 w 446423"/>
              <a:gd name="csY1" fmla="*/ 0 h 559946"/>
              <a:gd name="csX2" fmla="*/ 179348 w 446423"/>
              <a:gd name="csY2" fmla="*/ 559947 h 559946"/>
              <a:gd name="csX3" fmla="*/ 446423 w 446423"/>
              <a:gd name="csY3" fmla="*/ 559947 h 559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46423" h="559946">
                <a:moveTo>
                  <a:pt x="0" y="0"/>
                </a:moveTo>
                <a:lnTo>
                  <a:pt x="179348" y="0"/>
                </a:lnTo>
                <a:lnTo>
                  <a:pt x="179348" y="559947"/>
                </a:lnTo>
                <a:lnTo>
                  <a:pt x="446423" y="559947"/>
                </a:lnTo>
              </a:path>
            </a:pathLst>
          </a:custGeom>
          <a:noFill/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9" name="任意形状 248">
            <a:extLst>
              <a:ext uri="{FF2B5EF4-FFF2-40B4-BE49-F238E27FC236}">
                <a16:creationId xmlns:a16="http://schemas.microsoft.com/office/drawing/2014/main" id="{0CEBC52E-1887-BF54-EC50-D33F1873A040}"/>
              </a:ext>
            </a:extLst>
          </p:cNvPr>
          <p:cNvSpPr/>
          <p:nvPr/>
        </p:nvSpPr>
        <p:spPr>
          <a:xfrm>
            <a:off x="3666682" y="4506446"/>
            <a:ext cx="446423" cy="1132347"/>
          </a:xfrm>
          <a:custGeom>
            <a:avLst/>
            <a:gdLst>
              <a:gd name="csX0" fmla="*/ 0 w 446423"/>
              <a:gd name="csY0" fmla="*/ 3218 h 1132347"/>
              <a:gd name="csX1" fmla="*/ 93521 w 446423"/>
              <a:gd name="csY1" fmla="*/ 3218 h 1132347"/>
              <a:gd name="csX2" fmla="*/ 180387 w 446423"/>
              <a:gd name="csY2" fmla="*/ 0 h 1132347"/>
              <a:gd name="csX3" fmla="*/ 176357 w 446423"/>
              <a:gd name="csY3" fmla="*/ 933524 h 1132347"/>
              <a:gd name="csX4" fmla="*/ 176357 w 446423"/>
              <a:gd name="csY4" fmla="*/ 1132347 h 1132347"/>
              <a:gd name="csX5" fmla="*/ 446423 w 446423"/>
              <a:gd name="csY5" fmla="*/ 1132347 h 1132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46423" h="1132347">
                <a:moveTo>
                  <a:pt x="0" y="3218"/>
                </a:moveTo>
                <a:lnTo>
                  <a:pt x="93521" y="3218"/>
                </a:lnTo>
                <a:lnTo>
                  <a:pt x="180387" y="0"/>
                </a:lnTo>
                <a:lnTo>
                  <a:pt x="176357" y="933524"/>
                </a:lnTo>
                <a:lnTo>
                  <a:pt x="176357" y="1132347"/>
                </a:lnTo>
                <a:lnTo>
                  <a:pt x="446423" y="1132347"/>
                </a:lnTo>
              </a:path>
            </a:pathLst>
          </a:custGeom>
          <a:noFill/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50" name="图形 1">
            <a:extLst>
              <a:ext uri="{FF2B5EF4-FFF2-40B4-BE49-F238E27FC236}">
                <a16:creationId xmlns:a16="http://schemas.microsoft.com/office/drawing/2014/main" id="{9EA2F49C-1353-D305-9759-DE483D27C787}"/>
              </a:ext>
            </a:extLst>
          </p:cNvPr>
          <p:cNvGrpSpPr/>
          <p:nvPr/>
        </p:nvGrpSpPr>
        <p:grpSpPr>
          <a:xfrm>
            <a:off x="6239153" y="4293144"/>
            <a:ext cx="1076612" cy="397647"/>
            <a:chOff x="8459759" y="5223873"/>
            <a:chExt cx="1076612" cy="397647"/>
          </a:xfrm>
        </p:grpSpPr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FC4E86C8-4C23-6828-6A82-87C76D5123CC}"/>
                </a:ext>
              </a:extLst>
            </p:cNvPr>
            <p:cNvSpPr/>
            <p:nvPr/>
          </p:nvSpPr>
          <p:spPr>
            <a:xfrm>
              <a:off x="8459759" y="5223873"/>
              <a:ext cx="1076612" cy="397647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文本框 251">
              <a:extLst>
                <a:ext uri="{FF2B5EF4-FFF2-40B4-BE49-F238E27FC236}">
                  <a16:creationId xmlns:a16="http://schemas.microsoft.com/office/drawing/2014/main" id="{BF4A076F-7E19-D17D-B1D4-34DC0CD02206}"/>
                </a:ext>
              </a:extLst>
            </p:cNvPr>
            <p:cNvSpPr txBox="1"/>
            <p:nvPr/>
          </p:nvSpPr>
          <p:spPr>
            <a:xfrm>
              <a:off x="8583503" y="5209223"/>
              <a:ext cx="556963" cy="257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MaaS</a:t>
              </a:r>
            </a:p>
          </p:txBody>
        </p:sp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1A401A36-7815-7DE7-1D25-324C0F4DE00A}"/>
                </a:ext>
              </a:extLst>
            </p:cNvPr>
            <p:cNvSpPr txBox="1"/>
            <p:nvPr/>
          </p:nvSpPr>
          <p:spPr>
            <a:xfrm>
              <a:off x="8957587" y="5213973"/>
              <a:ext cx="494421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套餐</a:t>
              </a:r>
            </a:p>
          </p:txBody>
        </p:sp>
        <p:sp>
          <p:nvSpPr>
            <p:cNvPr id="254" name="文本框 253">
              <a:extLst>
                <a:ext uri="{FF2B5EF4-FFF2-40B4-BE49-F238E27FC236}">
                  <a16:creationId xmlns:a16="http://schemas.microsoft.com/office/drawing/2014/main" id="{1ADDC5D6-EBD0-11C3-6E58-DE4A1543AB45}"/>
                </a:ext>
              </a:extLst>
            </p:cNvPr>
            <p:cNvSpPr txBox="1"/>
            <p:nvPr/>
          </p:nvSpPr>
          <p:spPr>
            <a:xfrm>
              <a:off x="8620912" y="5379315"/>
              <a:ext cx="812392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订阅行为</a:t>
              </a:r>
            </a:p>
          </p:txBody>
        </p:sp>
      </p:grpSp>
      <p:grpSp>
        <p:nvGrpSpPr>
          <p:cNvPr id="255" name="图形 1">
            <a:extLst>
              <a:ext uri="{FF2B5EF4-FFF2-40B4-BE49-F238E27FC236}">
                <a16:creationId xmlns:a16="http://schemas.microsoft.com/office/drawing/2014/main" id="{29C35092-0DA3-BDE0-0409-7BD72F0C0092}"/>
              </a:ext>
            </a:extLst>
          </p:cNvPr>
          <p:cNvGrpSpPr/>
          <p:nvPr/>
        </p:nvGrpSpPr>
        <p:grpSpPr>
          <a:xfrm>
            <a:off x="7657431" y="3444828"/>
            <a:ext cx="938889" cy="450667"/>
            <a:chOff x="9878037" y="4375557"/>
            <a:chExt cx="938889" cy="450667"/>
          </a:xfrm>
        </p:grpSpPr>
        <p:sp>
          <p:nvSpPr>
            <p:cNvPr id="256" name="任意形状 255">
              <a:extLst>
                <a:ext uri="{FF2B5EF4-FFF2-40B4-BE49-F238E27FC236}">
                  <a16:creationId xmlns:a16="http://schemas.microsoft.com/office/drawing/2014/main" id="{D2ABCF15-E753-F8AD-BE13-A1EE38DA748E}"/>
                </a:ext>
              </a:extLst>
            </p:cNvPr>
            <p:cNvSpPr/>
            <p:nvPr/>
          </p:nvSpPr>
          <p:spPr>
            <a:xfrm>
              <a:off x="9878037" y="4375557"/>
              <a:ext cx="938889" cy="450667"/>
            </a:xfrm>
            <a:custGeom>
              <a:avLst/>
              <a:gdLst>
                <a:gd name="csX0" fmla="*/ 58680 w 938889"/>
                <a:gd name="csY0" fmla="*/ 0 h 450667"/>
                <a:gd name="csX1" fmla="*/ 821529 w 938889"/>
                <a:gd name="csY1" fmla="*/ 0 h 450667"/>
                <a:gd name="csX2" fmla="*/ 880210 w 938889"/>
                <a:gd name="csY2" fmla="*/ 28167 h 450667"/>
                <a:gd name="csX3" fmla="*/ 880210 w 938889"/>
                <a:gd name="csY3" fmla="*/ 14083 h 450667"/>
                <a:gd name="csX4" fmla="*/ 909549 w 938889"/>
                <a:gd name="csY4" fmla="*/ 42250 h 450667"/>
                <a:gd name="csX5" fmla="*/ 909549 w 938889"/>
                <a:gd name="csY5" fmla="*/ 28167 h 450667"/>
                <a:gd name="csX6" fmla="*/ 938890 w 938889"/>
                <a:gd name="csY6" fmla="*/ 56333 h 450667"/>
                <a:gd name="csX7" fmla="*/ 938890 w 938889"/>
                <a:gd name="csY7" fmla="*/ 422501 h 450667"/>
                <a:gd name="csX8" fmla="*/ 880210 w 938889"/>
                <a:gd name="csY8" fmla="*/ 450668 h 450667"/>
                <a:gd name="csX9" fmla="*/ 117361 w 938889"/>
                <a:gd name="csY9" fmla="*/ 450668 h 450667"/>
                <a:gd name="csX10" fmla="*/ 58680 w 938889"/>
                <a:gd name="csY10" fmla="*/ 436584 h 450667"/>
                <a:gd name="csX11" fmla="*/ 29341 w 938889"/>
                <a:gd name="csY11" fmla="*/ 422501 h 450667"/>
                <a:gd name="csX12" fmla="*/ 0 w 938889"/>
                <a:gd name="csY12" fmla="*/ 394334 h 450667"/>
                <a:gd name="csX13" fmla="*/ 0 w 938889"/>
                <a:gd name="csY13" fmla="*/ 28167 h 450667"/>
                <a:gd name="csX14" fmla="*/ 58680 w 938889"/>
                <a:gd name="csY14" fmla="*/ 0 h 450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938889" h="450667">
                  <a:moveTo>
                    <a:pt x="58680" y="0"/>
                  </a:moveTo>
                  <a:lnTo>
                    <a:pt x="821529" y="0"/>
                  </a:lnTo>
                  <a:cubicBezTo>
                    <a:pt x="880210" y="0"/>
                    <a:pt x="880210" y="0"/>
                    <a:pt x="880210" y="28167"/>
                  </a:cubicBezTo>
                  <a:lnTo>
                    <a:pt x="880210" y="14083"/>
                  </a:lnTo>
                  <a:cubicBezTo>
                    <a:pt x="909549" y="14083"/>
                    <a:pt x="909549" y="14083"/>
                    <a:pt x="909549" y="42250"/>
                  </a:cubicBezTo>
                  <a:lnTo>
                    <a:pt x="909549" y="28167"/>
                  </a:lnTo>
                  <a:cubicBezTo>
                    <a:pt x="938890" y="28167"/>
                    <a:pt x="938890" y="28167"/>
                    <a:pt x="938890" y="56333"/>
                  </a:cubicBezTo>
                  <a:lnTo>
                    <a:pt x="938890" y="422501"/>
                  </a:lnTo>
                  <a:cubicBezTo>
                    <a:pt x="938890" y="450668"/>
                    <a:pt x="938890" y="450668"/>
                    <a:pt x="880210" y="450668"/>
                  </a:cubicBezTo>
                  <a:lnTo>
                    <a:pt x="117361" y="450668"/>
                  </a:lnTo>
                  <a:cubicBezTo>
                    <a:pt x="58680" y="450668"/>
                    <a:pt x="58680" y="450668"/>
                    <a:pt x="58680" y="436584"/>
                  </a:cubicBezTo>
                  <a:cubicBezTo>
                    <a:pt x="29341" y="436584"/>
                    <a:pt x="29341" y="436584"/>
                    <a:pt x="29341" y="422501"/>
                  </a:cubicBezTo>
                  <a:cubicBezTo>
                    <a:pt x="0" y="422501"/>
                    <a:pt x="0" y="422501"/>
                    <a:pt x="0" y="394334"/>
                  </a:cubicBezTo>
                  <a:lnTo>
                    <a:pt x="0" y="28167"/>
                  </a:lnTo>
                  <a:cubicBezTo>
                    <a:pt x="0" y="0"/>
                    <a:pt x="0" y="0"/>
                    <a:pt x="58680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任意形状 256">
              <a:extLst>
                <a:ext uri="{FF2B5EF4-FFF2-40B4-BE49-F238E27FC236}">
                  <a16:creationId xmlns:a16="http://schemas.microsoft.com/office/drawing/2014/main" id="{504F3685-01C8-5FF9-5CEB-08E737CEC5BD}"/>
                </a:ext>
              </a:extLst>
            </p:cNvPr>
            <p:cNvSpPr/>
            <p:nvPr/>
          </p:nvSpPr>
          <p:spPr>
            <a:xfrm>
              <a:off x="9878037" y="4375557"/>
              <a:ext cx="938889" cy="450667"/>
            </a:xfrm>
            <a:custGeom>
              <a:avLst/>
              <a:gdLst>
                <a:gd name="csX0" fmla="*/ 58680 w 938889"/>
                <a:gd name="csY0" fmla="*/ 0 h 450667"/>
                <a:gd name="csX1" fmla="*/ 821529 w 938889"/>
                <a:gd name="csY1" fmla="*/ 0 h 450667"/>
                <a:gd name="csX2" fmla="*/ 880210 w 938889"/>
                <a:gd name="csY2" fmla="*/ 28167 h 450667"/>
                <a:gd name="csX3" fmla="*/ 880210 w 938889"/>
                <a:gd name="csY3" fmla="*/ 394334 h 450667"/>
                <a:gd name="csX4" fmla="*/ 821529 w 938889"/>
                <a:gd name="csY4" fmla="*/ 422501 h 450667"/>
                <a:gd name="csX5" fmla="*/ 58680 w 938889"/>
                <a:gd name="csY5" fmla="*/ 422501 h 450667"/>
                <a:gd name="csX6" fmla="*/ 0 w 938889"/>
                <a:gd name="csY6" fmla="*/ 394334 h 450667"/>
                <a:gd name="csX7" fmla="*/ 0 w 938889"/>
                <a:gd name="csY7" fmla="*/ 28167 h 450667"/>
                <a:gd name="csX8" fmla="*/ 58680 w 938889"/>
                <a:gd name="csY8" fmla="*/ 0 h 450667"/>
                <a:gd name="csX9" fmla="*/ 880210 w 938889"/>
                <a:gd name="csY9" fmla="*/ 14083 h 450667"/>
                <a:gd name="csX10" fmla="*/ 909549 w 938889"/>
                <a:gd name="csY10" fmla="*/ 42250 h 450667"/>
                <a:gd name="csX11" fmla="*/ 909549 w 938889"/>
                <a:gd name="csY11" fmla="*/ 422501 h 450667"/>
                <a:gd name="csX12" fmla="*/ 850869 w 938889"/>
                <a:gd name="csY12" fmla="*/ 436584 h 450667"/>
                <a:gd name="csX13" fmla="*/ 88021 w 938889"/>
                <a:gd name="csY13" fmla="*/ 436584 h 450667"/>
                <a:gd name="csX14" fmla="*/ 29341 w 938889"/>
                <a:gd name="csY14" fmla="*/ 422501 h 450667"/>
                <a:gd name="csX15" fmla="*/ 909549 w 938889"/>
                <a:gd name="csY15" fmla="*/ 28167 h 450667"/>
                <a:gd name="csX16" fmla="*/ 938890 w 938889"/>
                <a:gd name="csY16" fmla="*/ 56333 h 450667"/>
                <a:gd name="csX17" fmla="*/ 938890 w 938889"/>
                <a:gd name="csY17" fmla="*/ 422501 h 450667"/>
                <a:gd name="csX18" fmla="*/ 880210 w 938889"/>
                <a:gd name="csY18" fmla="*/ 450668 h 450667"/>
                <a:gd name="csX19" fmla="*/ 117361 w 938889"/>
                <a:gd name="csY19" fmla="*/ 450668 h 450667"/>
                <a:gd name="csX20" fmla="*/ 58680 w 938889"/>
                <a:gd name="csY20" fmla="*/ 436584 h 450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938889" h="450667">
                  <a:moveTo>
                    <a:pt x="58680" y="0"/>
                  </a:moveTo>
                  <a:lnTo>
                    <a:pt x="821529" y="0"/>
                  </a:lnTo>
                  <a:cubicBezTo>
                    <a:pt x="880210" y="0"/>
                    <a:pt x="880210" y="0"/>
                    <a:pt x="880210" y="28167"/>
                  </a:cubicBezTo>
                  <a:lnTo>
                    <a:pt x="880210" y="394334"/>
                  </a:lnTo>
                  <a:cubicBezTo>
                    <a:pt x="880210" y="422501"/>
                    <a:pt x="880210" y="422501"/>
                    <a:pt x="821529" y="422501"/>
                  </a:cubicBezTo>
                  <a:lnTo>
                    <a:pt x="58680" y="422501"/>
                  </a:lnTo>
                  <a:cubicBezTo>
                    <a:pt x="0" y="422501"/>
                    <a:pt x="0" y="422501"/>
                    <a:pt x="0" y="394334"/>
                  </a:cubicBezTo>
                  <a:lnTo>
                    <a:pt x="0" y="28167"/>
                  </a:lnTo>
                  <a:cubicBezTo>
                    <a:pt x="0" y="0"/>
                    <a:pt x="0" y="0"/>
                    <a:pt x="58680" y="0"/>
                  </a:cubicBezTo>
                  <a:moveTo>
                    <a:pt x="880210" y="14083"/>
                  </a:moveTo>
                  <a:cubicBezTo>
                    <a:pt x="909549" y="14083"/>
                    <a:pt x="909549" y="14083"/>
                    <a:pt x="909549" y="42250"/>
                  </a:cubicBezTo>
                  <a:lnTo>
                    <a:pt x="909549" y="422501"/>
                  </a:lnTo>
                  <a:cubicBezTo>
                    <a:pt x="909549" y="436584"/>
                    <a:pt x="909549" y="436584"/>
                    <a:pt x="850869" y="436584"/>
                  </a:cubicBezTo>
                  <a:lnTo>
                    <a:pt x="88021" y="436584"/>
                  </a:lnTo>
                  <a:cubicBezTo>
                    <a:pt x="29341" y="436584"/>
                    <a:pt x="29341" y="436584"/>
                    <a:pt x="29341" y="422501"/>
                  </a:cubicBezTo>
                  <a:moveTo>
                    <a:pt x="909549" y="28167"/>
                  </a:moveTo>
                  <a:cubicBezTo>
                    <a:pt x="938890" y="28167"/>
                    <a:pt x="938890" y="28167"/>
                    <a:pt x="938890" y="56333"/>
                  </a:cubicBezTo>
                  <a:lnTo>
                    <a:pt x="938890" y="422501"/>
                  </a:lnTo>
                  <a:cubicBezTo>
                    <a:pt x="938890" y="450668"/>
                    <a:pt x="938890" y="450668"/>
                    <a:pt x="880210" y="450668"/>
                  </a:cubicBezTo>
                  <a:lnTo>
                    <a:pt x="117361" y="450668"/>
                  </a:lnTo>
                  <a:cubicBezTo>
                    <a:pt x="58680" y="450668"/>
                    <a:pt x="58680" y="450668"/>
                    <a:pt x="58680" y="436584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文本框 257">
              <a:extLst>
                <a:ext uri="{FF2B5EF4-FFF2-40B4-BE49-F238E27FC236}">
                  <a16:creationId xmlns:a16="http://schemas.microsoft.com/office/drawing/2014/main" id="{629AEDA1-2329-B30B-5180-E72E49C5FB1A}"/>
                </a:ext>
              </a:extLst>
            </p:cNvPr>
            <p:cNvSpPr txBox="1"/>
            <p:nvPr/>
          </p:nvSpPr>
          <p:spPr>
            <a:xfrm>
              <a:off x="9844941" y="4451178"/>
              <a:ext cx="931047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公交导向巢</a:t>
              </a:r>
            </a:p>
          </p:txBody>
        </p:sp>
      </p:grpSp>
      <p:grpSp>
        <p:nvGrpSpPr>
          <p:cNvPr id="259" name="图形 1">
            <a:extLst>
              <a:ext uri="{FF2B5EF4-FFF2-40B4-BE49-F238E27FC236}">
                <a16:creationId xmlns:a16="http://schemas.microsoft.com/office/drawing/2014/main" id="{1CE65D5A-D739-CA3F-8D79-DA15F267AF7B}"/>
              </a:ext>
            </a:extLst>
          </p:cNvPr>
          <p:cNvGrpSpPr/>
          <p:nvPr/>
        </p:nvGrpSpPr>
        <p:grpSpPr>
          <a:xfrm>
            <a:off x="8943159" y="3153220"/>
            <a:ext cx="715767" cy="397647"/>
            <a:chOff x="11163765" y="4083949"/>
            <a:chExt cx="715767" cy="397647"/>
          </a:xfrm>
        </p:grpSpPr>
        <p:sp>
          <p:nvSpPr>
            <p:cNvPr id="260" name="任意形状 259">
              <a:extLst>
                <a:ext uri="{FF2B5EF4-FFF2-40B4-BE49-F238E27FC236}">
                  <a16:creationId xmlns:a16="http://schemas.microsoft.com/office/drawing/2014/main" id="{5A46FF9C-B5D6-7744-BAEA-5FD130EE26E5}"/>
                </a:ext>
              </a:extLst>
            </p:cNvPr>
            <p:cNvSpPr/>
            <p:nvPr/>
          </p:nvSpPr>
          <p:spPr>
            <a:xfrm>
              <a:off x="11163765" y="4083949"/>
              <a:ext cx="715767" cy="397647"/>
            </a:xfrm>
            <a:custGeom>
              <a:avLst/>
              <a:gdLst>
                <a:gd name="csX0" fmla="*/ 44736 w 715767"/>
                <a:gd name="csY0" fmla="*/ 0 h 397647"/>
                <a:gd name="csX1" fmla="*/ 626296 w 715767"/>
                <a:gd name="csY1" fmla="*/ 0 h 397647"/>
                <a:gd name="csX2" fmla="*/ 671032 w 715767"/>
                <a:gd name="csY2" fmla="*/ 24853 h 397647"/>
                <a:gd name="csX3" fmla="*/ 671032 w 715767"/>
                <a:gd name="csY3" fmla="*/ 12427 h 397647"/>
                <a:gd name="csX4" fmla="*/ 693400 w 715767"/>
                <a:gd name="csY4" fmla="*/ 37280 h 397647"/>
                <a:gd name="csX5" fmla="*/ 693400 w 715767"/>
                <a:gd name="csY5" fmla="*/ 24853 h 397647"/>
                <a:gd name="csX6" fmla="*/ 715767 w 715767"/>
                <a:gd name="csY6" fmla="*/ 49706 h 397647"/>
                <a:gd name="csX7" fmla="*/ 715767 w 715767"/>
                <a:gd name="csY7" fmla="*/ 372795 h 397647"/>
                <a:gd name="csX8" fmla="*/ 671032 w 715767"/>
                <a:gd name="csY8" fmla="*/ 397648 h 397647"/>
                <a:gd name="csX9" fmla="*/ 89472 w 715767"/>
                <a:gd name="csY9" fmla="*/ 397648 h 397647"/>
                <a:gd name="csX10" fmla="*/ 44736 w 715767"/>
                <a:gd name="csY10" fmla="*/ 385222 h 397647"/>
                <a:gd name="csX11" fmla="*/ 22369 w 715767"/>
                <a:gd name="csY11" fmla="*/ 372795 h 397647"/>
                <a:gd name="csX12" fmla="*/ 0 w 715767"/>
                <a:gd name="csY12" fmla="*/ 347942 h 397647"/>
                <a:gd name="csX13" fmla="*/ 0 w 715767"/>
                <a:gd name="csY13" fmla="*/ 24853 h 397647"/>
                <a:gd name="csX14" fmla="*/ 44736 w 715767"/>
                <a:gd name="csY14" fmla="*/ 0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15767" h="397647">
                  <a:moveTo>
                    <a:pt x="44736" y="0"/>
                  </a:moveTo>
                  <a:lnTo>
                    <a:pt x="626296" y="0"/>
                  </a:lnTo>
                  <a:cubicBezTo>
                    <a:pt x="671032" y="0"/>
                    <a:pt x="671032" y="0"/>
                    <a:pt x="671032" y="24853"/>
                  </a:cubicBezTo>
                  <a:lnTo>
                    <a:pt x="671032" y="12427"/>
                  </a:lnTo>
                  <a:cubicBezTo>
                    <a:pt x="693400" y="12427"/>
                    <a:pt x="693400" y="12427"/>
                    <a:pt x="693400" y="37280"/>
                  </a:cubicBezTo>
                  <a:lnTo>
                    <a:pt x="693400" y="24853"/>
                  </a:lnTo>
                  <a:cubicBezTo>
                    <a:pt x="715767" y="24853"/>
                    <a:pt x="715767" y="24853"/>
                    <a:pt x="715767" y="49706"/>
                  </a:cubicBezTo>
                  <a:lnTo>
                    <a:pt x="715767" y="372795"/>
                  </a:lnTo>
                  <a:cubicBezTo>
                    <a:pt x="715767" y="397648"/>
                    <a:pt x="715767" y="397648"/>
                    <a:pt x="671032" y="397648"/>
                  </a:cubicBezTo>
                  <a:lnTo>
                    <a:pt x="89472" y="397648"/>
                  </a:lnTo>
                  <a:cubicBezTo>
                    <a:pt x="44736" y="397648"/>
                    <a:pt x="44736" y="397648"/>
                    <a:pt x="44736" y="385222"/>
                  </a:cubicBezTo>
                  <a:cubicBezTo>
                    <a:pt x="22369" y="385222"/>
                    <a:pt x="22369" y="385222"/>
                    <a:pt x="22369" y="372795"/>
                  </a:cubicBez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6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任意形状 260">
              <a:extLst>
                <a:ext uri="{FF2B5EF4-FFF2-40B4-BE49-F238E27FC236}">
                  <a16:creationId xmlns:a16="http://schemas.microsoft.com/office/drawing/2014/main" id="{F172000B-DA8F-AD2E-8E11-1F4ACB62CFD5}"/>
                </a:ext>
              </a:extLst>
            </p:cNvPr>
            <p:cNvSpPr/>
            <p:nvPr/>
          </p:nvSpPr>
          <p:spPr>
            <a:xfrm>
              <a:off x="11163765" y="4083949"/>
              <a:ext cx="715767" cy="397647"/>
            </a:xfrm>
            <a:custGeom>
              <a:avLst/>
              <a:gdLst>
                <a:gd name="csX0" fmla="*/ 44736 w 715767"/>
                <a:gd name="csY0" fmla="*/ 0 h 397647"/>
                <a:gd name="csX1" fmla="*/ 626296 w 715767"/>
                <a:gd name="csY1" fmla="*/ 0 h 397647"/>
                <a:gd name="csX2" fmla="*/ 671032 w 715767"/>
                <a:gd name="csY2" fmla="*/ 24853 h 397647"/>
                <a:gd name="csX3" fmla="*/ 671032 w 715767"/>
                <a:gd name="csY3" fmla="*/ 347942 h 397647"/>
                <a:gd name="csX4" fmla="*/ 626296 w 715767"/>
                <a:gd name="csY4" fmla="*/ 372795 h 397647"/>
                <a:gd name="csX5" fmla="*/ 44736 w 715767"/>
                <a:gd name="csY5" fmla="*/ 372795 h 397647"/>
                <a:gd name="csX6" fmla="*/ 0 w 715767"/>
                <a:gd name="csY6" fmla="*/ 347942 h 397647"/>
                <a:gd name="csX7" fmla="*/ 0 w 715767"/>
                <a:gd name="csY7" fmla="*/ 24853 h 397647"/>
                <a:gd name="csX8" fmla="*/ 44736 w 715767"/>
                <a:gd name="csY8" fmla="*/ 0 h 397647"/>
                <a:gd name="csX9" fmla="*/ 671032 w 715767"/>
                <a:gd name="csY9" fmla="*/ 12427 h 397647"/>
                <a:gd name="csX10" fmla="*/ 693400 w 715767"/>
                <a:gd name="csY10" fmla="*/ 37280 h 397647"/>
                <a:gd name="csX11" fmla="*/ 693400 w 715767"/>
                <a:gd name="csY11" fmla="*/ 372795 h 397647"/>
                <a:gd name="csX12" fmla="*/ 648663 w 715767"/>
                <a:gd name="csY12" fmla="*/ 385222 h 397647"/>
                <a:gd name="csX13" fmla="*/ 67104 w 715767"/>
                <a:gd name="csY13" fmla="*/ 385222 h 397647"/>
                <a:gd name="csX14" fmla="*/ 22369 w 715767"/>
                <a:gd name="csY14" fmla="*/ 372795 h 397647"/>
                <a:gd name="csX15" fmla="*/ 693400 w 715767"/>
                <a:gd name="csY15" fmla="*/ 24853 h 397647"/>
                <a:gd name="csX16" fmla="*/ 715767 w 715767"/>
                <a:gd name="csY16" fmla="*/ 49706 h 397647"/>
                <a:gd name="csX17" fmla="*/ 715767 w 715767"/>
                <a:gd name="csY17" fmla="*/ 372795 h 397647"/>
                <a:gd name="csX18" fmla="*/ 671032 w 715767"/>
                <a:gd name="csY18" fmla="*/ 397648 h 397647"/>
                <a:gd name="csX19" fmla="*/ 89472 w 715767"/>
                <a:gd name="csY19" fmla="*/ 397648 h 397647"/>
                <a:gd name="csX20" fmla="*/ 44736 w 715767"/>
                <a:gd name="csY20" fmla="*/ 385222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15767" h="397647">
                  <a:moveTo>
                    <a:pt x="44736" y="0"/>
                  </a:moveTo>
                  <a:lnTo>
                    <a:pt x="626296" y="0"/>
                  </a:lnTo>
                  <a:cubicBezTo>
                    <a:pt x="671032" y="0"/>
                    <a:pt x="671032" y="0"/>
                    <a:pt x="671032" y="24853"/>
                  </a:cubicBezTo>
                  <a:lnTo>
                    <a:pt x="671032" y="347942"/>
                  </a:lnTo>
                  <a:cubicBezTo>
                    <a:pt x="671032" y="372795"/>
                    <a:pt x="671032" y="372795"/>
                    <a:pt x="626296" y="372795"/>
                  </a:cubicBezTo>
                  <a:lnTo>
                    <a:pt x="44736" y="372795"/>
                  </a:ln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6" y="0"/>
                  </a:cubicBezTo>
                  <a:moveTo>
                    <a:pt x="671032" y="12427"/>
                  </a:moveTo>
                  <a:cubicBezTo>
                    <a:pt x="693400" y="12427"/>
                    <a:pt x="693400" y="12427"/>
                    <a:pt x="693400" y="37280"/>
                  </a:cubicBezTo>
                  <a:lnTo>
                    <a:pt x="693400" y="372795"/>
                  </a:lnTo>
                  <a:cubicBezTo>
                    <a:pt x="693400" y="385222"/>
                    <a:pt x="693400" y="385222"/>
                    <a:pt x="648663" y="385222"/>
                  </a:cubicBezTo>
                  <a:lnTo>
                    <a:pt x="67104" y="385222"/>
                  </a:lnTo>
                  <a:cubicBezTo>
                    <a:pt x="22369" y="385222"/>
                    <a:pt x="22369" y="385222"/>
                    <a:pt x="22369" y="372795"/>
                  </a:cubicBezTo>
                  <a:moveTo>
                    <a:pt x="693400" y="24853"/>
                  </a:moveTo>
                  <a:cubicBezTo>
                    <a:pt x="715767" y="24853"/>
                    <a:pt x="715767" y="24853"/>
                    <a:pt x="715767" y="49706"/>
                  </a:cubicBezTo>
                  <a:lnTo>
                    <a:pt x="715767" y="372795"/>
                  </a:lnTo>
                  <a:cubicBezTo>
                    <a:pt x="715767" y="397648"/>
                    <a:pt x="715767" y="397648"/>
                    <a:pt x="671032" y="397648"/>
                  </a:cubicBezTo>
                  <a:lnTo>
                    <a:pt x="89472" y="397648"/>
                  </a:lnTo>
                  <a:cubicBezTo>
                    <a:pt x="44736" y="397648"/>
                    <a:pt x="44736" y="397648"/>
                    <a:pt x="44736" y="385222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文本框 261">
              <a:extLst>
                <a:ext uri="{FF2B5EF4-FFF2-40B4-BE49-F238E27FC236}">
                  <a16:creationId xmlns:a16="http://schemas.microsoft.com/office/drawing/2014/main" id="{CFB17961-7DDD-8ABB-11FC-5009BADFB237}"/>
                </a:ext>
              </a:extLst>
            </p:cNvPr>
            <p:cNvSpPr txBox="1"/>
            <p:nvPr/>
          </p:nvSpPr>
          <p:spPr>
            <a:xfrm>
              <a:off x="11103318" y="4135843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公交优先</a:t>
              </a:r>
            </a:p>
          </p:txBody>
        </p:sp>
      </p:grpSp>
      <p:grpSp>
        <p:nvGrpSpPr>
          <p:cNvPr id="263" name="图形 1">
            <a:extLst>
              <a:ext uri="{FF2B5EF4-FFF2-40B4-BE49-F238E27FC236}">
                <a16:creationId xmlns:a16="http://schemas.microsoft.com/office/drawing/2014/main" id="{5576D065-DC68-F0DE-50AE-91EE8E306623}"/>
              </a:ext>
            </a:extLst>
          </p:cNvPr>
          <p:cNvGrpSpPr/>
          <p:nvPr/>
        </p:nvGrpSpPr>
        <p:grpSpPr>
          <a:xfrm>
            <a:off x="8943159" y="3722402"/>
            <a:ext cx="715767" cy="397647"/>
            <a:chOff x="11163765" y="4653131"/>
            <a:chExt cx="715767" cy="397647"/>
          </a:xfrm>
        </p:grpSpPr>
        <p:sp>
          <p:nvSpPr>
            <p:cNvPr id="264" name="任意形状 263">
              <a:extLst>
                <a:ext uri="{FF2B5EF4-FFF2-40B4-BE49-F238E27FC236}">
                  <a16:creationId xmlns:a16="http://schemas.microsoft.com/office/drawing/2014/main" id="{A970E818-2212-8F0A-36F2-3011CE5F76CC}"/>
                </a:ext>
              </a:extLst>
            </p:cNvPr>
            <p:cNvSpPr/>
            <p:nvPr/>
          </p:nvSpPr>
          <p:spPr>
            <a:xfrm>
              <a:off x="11163765" y="4653131"/>
              <a:ext cx="715767" cy="397647"/>
            </a:xfrm>
            <a:custGeom>
              <a:avLst/>
              <a:gdLst>
                <a:gd name="csX0" fmla="*/ 44736 w 715767"/>
                <a:gd name="csY0" fmla="*/ 0 h 397647"/>
                <a:gd name="csX1" fmla="*/ 626296 w 715767"/>
                <a:gd name="csY1" fmla="*/ 0 h 397647"/>
                <a:gd name="csX2" fmla="*/ 671032 w 715767"/>
                <a:gd name="csY2" fmla="*/ 24853 h 397647"/>
                <a:gd name="csX3" fmla="*/ 671032 w 715767"/>
                <a:gd name="csY3" fmla="*/ 12427 h 397647"/>
                <a:gd name="csX4" fmla="*/ 693400 w 715767"/>
                <a:gd name="csY4" fmla="*/ 37280 h 397647"/>
                <a:gd name="csX5" fmla="*/ 693400 w 715767"/>
                <a:gd name="csY5" fmla="*/ 24853 h 397647"/>
                <a:gd name="csX6" fmla="*/ 715767 w 715767"/>
                <a:gd name="csY6" fmla="*/ 49706 h 397647"/>
                <a:gd name="csX7" fmla="*/ 715767 w 715767"/>
                <a:gd name="csY7" fmla="*/ 372795 h 397647"/>
                <a:gd name="csX8" fmla="*/ 671032 w 715767"/>
                <a:gd name="csY8" fmla="*/ 397648 h 397647"/>
                <a:gd name="csX9" fmla="*/ 89472 w 715767"/>
                <a:gd name="csY9" fmla="*/ 397648 h 397647"/>
                <a:gd name="csX10" fmla="*/ 44736 w 715767"/>
                <a:gd name="csY10" fmla="*/ 385222 h 397647"/>
                <a:gd name="csX11" fmla="*/ 22369 w 715767"/>
                <a:gd name="csY11" fmla="*/ 372795 h 397647"/>
                <a:gd name="csX12" fmla="*/ 0 w 715767"/>
                <a:gd name="csY12" fmla="*/ 347942 h 397647"/>
                <a:gd name="csX13" fmla="*/ 0 w 715767"/>
                <a:gd name="csY13" fmla="*/ 24853 h 397647"/>
                <a:gd name="csX14" fmla="*/ 44736 w 715767"/>
                <a:gd name="csY14" fmla="*/ 0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15767" h="397647">
                  <a:moveTo>
                    <a:pt x="44736" y="0"/>
                  </a:moveTo>
                  <a:lnTo>
                    <a:pt x="626296" y="0"/>
                  </a:lnTo>
                  <a:cubicBezTo>
                    <a:pt x="671032" y="0"/>
                    <a:pt x="671032" y="0"/>
                    <a:pt x="671032" y="24853"/>
                  </a:cubicBezTo>
                  <a:lnTo>
                    <a:pt x="671032" y="12427"/>
                  </a:lnTo>
                  <a:cubicBezTo>
                    <a:pt x="693400" y="12427"/>
                    <a:pt x="693400" y="12427"/>
                    <a:pt x="693400" y="37280"/>
                  </a:cubicBezTo>
                  <a:lnTo>
                    <a:pt x="693400" y="24853"/>
                  </a:lnTo>
                  <a:cubicBezTo>
                    <a:pt x="715767" y="24853"/>
                    <a:pt x="715767" y="24853"/>
                    <a:pt x="715767" y="49706"/>
                  </a:cubicBezTo>
                  <a:lnTo>
                    <a:pt x="715767" y="372795"/>
                  </a:lnTo>
                  <a:cubicBezTo>
                    <a:pt x="715767" y="397648"/>
                    <a:pt x="715767" y="397648"/>
                    <a:pt x="671032" y="397648"/>
                  </a:cubicBezTo>
                  <a:lnTo>
                    <a:pt x="89472" y="397648"/>
                  </a:lnTo>
                  <a:cubicBezTo>
                    <a:pt x="44736" y="397648"/>
                    <a:pt x="44736" y="397648"/>
                    <a:pt x="44736" y="385222"/>
                  </a:cubicBezTo>
                  <a:cubicBezTo>
                    <a:pt x="22369" y="385222"/>
                    <a:pt x="22369" y="385222"/>
                    <a:pt x="22369" y="372795"/>
                  </a:cubicBez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6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任意形状 264">
              <a:extLst>
                <a:ext uri="{FF2B5EF4-FFF2-40B4-BE49-F238E27FC236}">
                  <a16:creationId xmlns:a16="http://schemas.microsoft.com/office/drawing/2014/main" id="{5E36B4FB-E929-93F0-5513-9B9A499336A9}"/>
                </a:ext>
              </a:extLst>
            </p:cNvPr>
            <p:cNvSpPr/>
            <p:nvPr/>
          </p:nvSpPr>
          <p:spPr>
            <a:xfrm>
              <a:off x="11163765" y="4653131"/>
              <a:ext cx="715767" cy="397647"/>
            </a:xfrm>
            <a:custGeom>
              <a:avLst/>
              <a:gdLst>
                <a:gd name="csX0" fmla="*/ 44736 w 715767"/>
                <a:gd name="csY0" fmla="*/ 0 h 397647"/>
                <a:gd name="csX1" fmla="*/ 626296 w 715767"/>
                <a:gd name="csY1" fmla="*/ 0 h 397647"/>
                <a:gd name="csX2" fmla="*/ 671032 w 715767"/>
                <a:gd name="csY2" fmla="*/ 24853 h 397647"/>
                <a:gd name="csX3" fmla="*/ 671032 w 715767"/>
                <a:gd name="csY3" fmla="*/ 347942 h 397647"/>
                <a:gd name="csX4" fmla="*/ 626296 w 715767"/>
                <a:gd name="csY4" fmla="*/ 372795 h 397647"/>
                <a:gd name="csX5" fmla="*/ 44736 w 715767"/>
                <a:gd name="csY5" fmla="*/ 372795 h 397647"/>
                <a:gd name="csX6" fmla="*/ 0 w 715767"/>
                <a:gd name="csY6" fmla="*/ 347942 h 397647"/>
                <a:gd name="csX7" fmla="*/ 0 w 715767"/>
                <a:gd name="csY7" fmla="*/ 24853 h 397647"/>
                <a:gd name="csX8" fmla="*/ 44736 w 715767"/>
                <a:gd name="csY8" fmla="*/ 0 h 397647"/>
                <a:gd name="csX9" fmla="*/ 671032 w 715767"/>
                <a:gd name="csY9" fmla="*/ 12427 h 397647"/>
                <a:gd name="csX10" fmla="*/ 693400 w 715767"/>
                <a:gd name="csY10" fmla="*/ 37280 h 397647"/>
                <a:gd name="csX11" fmla="*/ 693400 w 715767"/>
                <a:gd name="csY11" fmla="*/ 372795 h 397647"/>
                <a:gd name="csX12" fmla="*/ 648663 w 715767"/>
                <a:gd name="csY12" fmla="*/ 385222 h 397647"/>
                <a:gd name="csX13" fmla="*/ 67104 w 715767"/>
                <a:gd name="csY13" fmla="*/ 385222 h 397647"/>
                <a:gd name="csX14" fmla="*/ 22369 w 715767"/>
                <a:gd name="csY14" fmla="*/ 372795 h 397647"/>
                <a:gd name="csX15" fmla="*/ 693400 w 715767"/>
                <a:gd name="csY15" fmla="*/ 24853 h 397647"/>
                <a:gd name="csX16" fmla="*/ 715767 w 715767"/>
                <a:gd name="csY16" fmla="*/ 49706 h 397647"/>
                <a:gd name="csX17" fmla="*/ 715767 w 715767"/>
                <a:gd name="csY17" fmla="*/ 372795 h 397647"/>
                <a:gd name="csX18" fmla="*/ 671032 w 715767"/>
                <a:gd name="csY18" fmla="*/ 397648 h 397647"/>
                <a:gd name="csX19" fmla="*/ 89472 w 715767"/>
                <a:gd name="csY19" fmla="*/ 397648 h 397647"/>
                <a:gd name="csX20" fmla="*/ 44736 w 715767"/>
                <a:gd name="csY20" fmla="*/ 385222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15767" h="397647">
                  <a:moveTo>
                    <a:pt x="44736" y="0"/>
                  </a:moveTo>
                  <a:lnTo>
                    <a:pt x="626296" y="0"/>
                  </a:lnTo>
                  <a:cubicBezTo>
                    <a:pt x="671032" y="0"/>
                    <a:pt x="671032" y="0"/>
                    <a:pt x="671032" y="24853"/>
                  </a:cubicBezTo>
                  <a:lnTo>
                    <a:pt x="671032" y="347942"/>
                  </a:lnTo>
                  <a:cubicBezTo>
                    <a:pt x="671032" y="372795"/>
                    <a:pt x="671032" y="372795"/>
                    <a:pt x="626296" y="372795"/>
                  </a:cubicBezTo>
                  <a:lnTo>
                    <a:pt x="44736" y="372795"/>
                  </a:ln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6" y="0"/>
                  </a:cubicBezTo>
                  <a:moveTo>
                    <a:pt x="671032" y="12427"/>
                  </a:moveTo>
                  <a:cubicBezTo>
                    <a:pt x="693400" y="12427"/>
                    <a:pt x="693400" y="12427"/>
                    <a:pt x="693400" y="37280"/>
                  </a:cubicBezTo>
                  <a:lnTo>
                    <a:pt x="693400" y="372795"/>
                  </a:lnTo>
                  <a:cubicBezTo>
                    <a:pt x="693400" y="385222"/>
                    <a:pt x="693400" y="385222"/>
                    <a:pt x="648663" y="385222"/>
                  </a:cubicBezTo>
                  <a:lnTo>
                    <a:pt x="67104" y="385222"/>
                  </a:lnTo>
                  <a:cubicBezTo>
                    <a:pt x="22369" y="385222"/>
                    <a:pt x="22369" y="385222"/>
                    <a:pt x="22369" y="372795"/>
                  </a:cubicBezTo>
                  <a:moveTo>
                    <a:pt x="693400" y="24853"/>
                  </a:moveTo>
                  <a:cubicBezTo>
                    <a:pt x="715767" y="24853"/>
                    <a:pt x="715767" y="24853"/>
                    <a:pt x="715767" y="49706"/>
                  </a:cubicBezTo>
                  <a:lnTo>
                    <a:pt x="715767" y="372795"/>
                  </a:lnTo>
                  <a:cubicBezTo>
                    <a:pt x="715767" y="397648"/>
                    <a:pt x="715767" y="397648"/>
                    <a:pt x="671032" y="397648"/>
                  </a:cubicBezTo>
                  <a:lnTo>
                    <a:pt x="89472" y="397648"/>
                  </a:lnTo>
                  <a:cubicBezTo>
                    <a:pt x="44736" y="397648"/>
                    <a:pt x="44736" y="397648"/>
                    <a:pt x="44736" y="385222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文本框 265">
              <a:extLst>
                <a:ext uri="{FF2B5EF4-FFF2-40B4-BE49-F238E27FC236}">
                  <a16:creationId xmlns:a16="http://schemas.microsoft.com/office/drawing/2014/main" id="{9D346CF1-326A-3A02-62A8-ACE8EA3E294D}"/>
                </a:ext>
              </a:extLst>
            </p:cNvPr>
            <p:cNvSpPr txBox="1"/>
            <p:nvPr/>
          </p:nvSpPr>
          <p:spPr>
            <a:xfrm>
              <a:off x="11101748" y="4705025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地铁畅行</a:t>
              </a:r>
            </a:p>
          </p:txBody>
        </p:sp>
      </p:grpSp>
      <p:grpSp>
        <p:nvGrpSpPr>
          <p:cNvPr id="267" name="图形 1">
            <a:extLst>
              <a:ext uri="{FF2B5EF4-FFF2-40B4-BE49-F238E27FC236}">
                <a16:creationId xmlns:a16="http://schemas.microsoft.com/office/drawing/2014/main" id="{0D2F6980-DC6B-2EED-F42E-8C7427E886F0}"/>
              </a:ext>
            </a:extLst>
          </p:cNvPr>
          <p:cNvGrpSpPr/>
          <p:nvPr/>
        </p:nvGrpSpPr>
        <p:grpSpPr>
          <a:xfrm>
            <a:off x="7762189" y="4853091"/>
            <a:ext cx="715766" cy="397647"/>
            <a:chOff x="9982795" y="5783820"/>
            <a:chExt cx="715766" cy="397647"/>
          </a:xfrm>
        </p:grpSpPr>
        <p:sp>
          <p:nvSpPr>
            <p:cNvPr id="268" name="任意形状 267">
              <a:extLst>
                <a:ext uri="{FF2B5EF4-FFF2-40B4-BE49-F238E27FC236}">
                  <a16:creationId xmlns:a16="http://schemas.microsoft.com/office/drawing/2014/main" id="{CC98F7D5-DC91-FEEF-B312-ED6E0264A4DB}"/>
                </a:ext>
              </a:extLst>
            </p:cNvPr>
            <p:cNvSpPr/>
            <p:nvPr/>
          </p:nvSpPr>
          <p:spPr>
            <a:xfrm>
              <a:off x="9982795" y="5783820"/>
              <a:ext cx="715766" cy="397647"/>
            </a:xfrm>
            <a:custGeom>
              <a:avLst/>
              <a:gdLst>
                <a:gd name="csX0" fmla="*/ 44734 w 715766"/>
                <a:gd name="csY0" fmla="*/ 0 h 397647"/>
                <a:gd name="csX1" fmla="*/ 626294 w 715766"/>
                <a:gd name="csY1" fmla="*/ 0 h 397647"/>
                <a:gd name="csX2" fmla="*/ 671031 w 715766"/>
                <a:gd name="csY2" fmla="*/ 24853 h 397647"/>
                <a:gd name="csX3" fmla="*/ 671031 w 715766"/>
                <a:gd name="csY3" fmla="*/ 12426 h 397647"/>
                <a:gd name="csX4" fmla="*/ 693398 w 715766"/>
                <a:gd name="csY4" fmla="*/ 37279 h 397647"/>
                <a:gd name="csX5" fmla="*/ 693398 w 715766"/>
                <a:gd name="csY5" fmla="*/ 24853 h 397647"/>
                <a:gd name="csX6" fmla="*/ 715766 w 715766"/>
                <a:gd name="csY6" fmla="*/ 49706 h 397647"/>
                <a:gd name="csX7" fmla="*/ 715766 w 715766"/>
                <a:gd name="csY7" fmla="*/ 372795 h 397647"/>
                <a:gd name="csX8" fmla="*/ 671031 w 715766"/>
                <a:gd name="csY8" fmla="*/ 397648 h 397647"/>
                <a:gd name="csX9" fmla="*/ 89470 w 715766"/>
                <a:gd name="csY9" fmla="*/ 397648 h 397647"/>
                <a:gd name="csX10" fmla="*/ 44734 w 715766"/>
                <a:gd name="csY10" fmla="*/ 385221 h 397647"/>
                <a:gd name="csX11" fmla="*/ 22366 w 715766"/>
                <a:gd name="csY11" fmla="*/ 372795 h 397647"/>
                <a:gd name="csX12" fmla="*/ 0 w 715766"/>
                <a:gd name="csY12" fmla="*/ 347942 h 397647"/>
                <a:gd name="csX13" fmla="*/ 0 w 715766"/>
                <a:gd name="csY13" fmla="*/ 24853 h 397647"/>
                <a:gd name="csX14" fmla="*/ 44734 w 715766"/>
                <a:gd name="csY14" fmla="*/ 0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15766" h="397647">
                  <a:moveTo>
                    <a:pt x="44734" y="0"/>
                  </a:moveTo>
                  <a:lnTo>
                    <a:pt x="626294" y="0"/>
                  </a:lnTo>
                  <a:cubicBezTo>
                    <a:pt x="671031" y="0"/>
                    <a:pt x="671031" y="0"/>
                    <a:pt x="671031" y="24853"/>
                  </a:cubicBezTo>
                  <a:lnTo>
                    <a:pt x="671031" y="12426"/>
                  </a:lnTo>
                  <a:cubicBezTo>
                    <a:pt x="693398" y="12426"/>
                    <a:pt x="693398" y="12426"/>
                    <a:pt x="693398" y="37279"/>
                  </a:cubicBezTo>
                  <a:lnTo>
                    <a:pt x="693398" y="24853"/>
                  </a:lnTo>
                  <a:cubicBezTo>
                    <a:pt x="715766" y="24853"/>
                    <a:pt x="715766" y="24853"/>
                    <a:pt x="715766" y="49706"/>
                  </a:cubicBezTo>
                  <a:lnTo>
                    <a:pt x="715766" y="372795"/>
                  </a:lnTo>
                  <a:cubicBezTo>
                    <a:pt x="715766" y="397648"/>
                    <a:pt x="715766" y="397648"/>
                    <a:pt x="671031" y="397648"/>
                  </a:cubicBezTo>
                  <a:lnTo>
                    <a:pt x="89470" y="397648"/>
                  </a:lnTo>
                  <a:cubicBezTo>
                    <a:pt x="44734" y="397648"/>
                    <a:pt x="44734" y="397648"/>
                    <a:pt x="44734" y="385221"/>
                  </a:cubicBezTo>
                  <a:cubicBezTo>
                    <a:pt x="22366" y="385221"/>
                    <a:pt x="22366" y="385221"/>
                    <a:pt x="22366" y="372795"/>
                  </a:cubicBez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4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任意形状 268">
              <a:extLst>
                <a:ext uri="{FF2B5EF4-FFF2-40B4-BE49-F238E27FC236}">
                  <a16:creationId xmlns:a16="http://schemas.microsoft.com/office/drawing/2014/main" id="{4D6FE0EA-3FB0-88C0-F2D7-9B490A81B676}"/>
                </a:ext>
              </a:extLst>
            </p:cNvPr>
            <p:cNvSpPr/>
            <p:nvPr/>
          </p:nvSpPr>
          <p:spPr>
            <a:xfrm>
              <a:off x="9982795" y="5783820"/>
              <a:ext cx="715766" cy="397647"/>
            </a:xfrm>
            <a:custGeom>
              <a:avLst/>
              <a:gdLst>
                <a:gd name="csX0" fmla="*/ 44734 w 715766"/>
                <a:gd name="csY0" fmla="*/ 0 h 397647"/>
                <a:gd name="csX1" fmla="*/ 626294 w 715766"/>
                <a:gd name="csY1" fmla="*/ 0 h 397647"/>
                <a:gd name="csX2" fmla="*/ 671031 w 715766"/>
                <a:gd name="csY2" fmla="*/ 24853 h 397647"/>
                <a:gd name="csX3" fmla="*/ 671031 w 715766"/>
                <a:gd name="csY3" fmla="*/ 347942 h 397647"/>
                <a:gd name="csX4" fmla="*/ 626294 w 715766"/>
                <a:gd name="csY4" fmla="*/ 372795 h 397647"/>
                <a:gd name="csX5" fmla="*/ 44734 w 715766"/>
                <a:gd name="csY5" fmla="*/ 372795 h 397647"/>
                <a:gd name="csX6" fmla="*/ 0 w 715766"/>
                <a:gd name="csY6" fmla="*/ 347942 h 397647"/>
                <a:gd name="csX7" fmla="*/ 0 w 715766"/>
                <a:gd name="csY7" fmla="*/ 24853 h 397647"/>
                <a:gd name="csX8" fmla="*/ 44734 w 715766"/>
                <a:gd name="csY8" fmla="*/ 0 h 397647"/>
                <a:gd name="csX9" fmla="*/ 671031 w 715766"/>
                <a:gd name="csY9" fmla="*/ 12426 h 397647"/>
                <a:gd name="csX10" fmla="*/ 693398 w 715766"/>
                <a:gd name="csY10" fmla="*/ 37279 h 397647"/>
                <a:gd name="csX11" fmla="*/ 693398 w 715766"/>
                <a:gd name="csY11" fmla="*/ 372795 h 397647"/>
                <a:gd name="csX12" fmla="*/ 648662 w 715766"/>
                <a:gd name="csY12" fmla="*/ 385221 h 397647"/>
                <a:gd name="csX13" fmla="*/ 67103 w 715766"/>
                <a:gd name="csY13" fmla="*/ 385221 h 397647"/>
                <a:gd name="csX14" fmla="*/ 22366 w 715766"/>
                <a:gd name="csY14" fmla="*/ 372795 h 397647"/>
                <a:gd name="csX15" fmla="*/ 693398 w 715766"/>
                <a:gd name="csY15" fmla="*/ 24853 h 397647"/>
                <a:gd name="csX16" fmla="*/ 715766 w 715766"/>
                <a:gd name="csY16" fmla="*/ 49706 h 397647"/>
                <a:gd name="csX17" fmla="*/ 715766 w 715766"/>
                <a:gd name="csY17" fmla="*/ 372795 h 397647"/>
                <a:gd name="csX18" fmla="*/ 671031 w 715766"/>
                <a:gd name="csY18" fmla="*/ 397648 h 397647"/>
                <a:gd name="csX19" fmla="*/ 89470 w 715766"/>
                <a:gd name="csY19" fmla="*/ 397648 h 397647"/>
                <a:gd name="csX20" fmla="*/ 44734 w 715766"/>
                <a:gd name="csY20" fmla="*/ 385221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15766" h="397647">
                  <a:moveTo>
                    <a:pt x="44734" y="0"/>
                  </a:moveTo>
                  <a:lnTo>
                    <a:pt x="626294" y="0"/>
                  </a:lnTo>
                  <a:cubicBezTo>
                    <a:pt x="671031" y="0"/>
                    <a:pt x="671031" y="0"/>
                    <a:pt x="671031" y="24853"/>
                  </a:cubicBezTo>
                  <a:lnTo>
                    <a:pt x="671031" y="347942"/>
                  </a:lnTo>
                  <a:cubicBezTo>
                    <a:pt x="671031" y="372795"/>
                    <a:pt x="671031" y="372795"/>
                    <a:pt x="626294" y="372795"/>
                  </a:cubicBezTo>
                  <a:lnTo>
                    <a:pt x="44734" y="372795"/>
                  </a:ln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4" y="0"/>
                  </a:cubicBezTo>
                  <a:moveTo>
                    <a:pt x="671031" y="12426"/>
                  </a:moveTo>
                  <a:cubicBezTo>
                    <a:pt x="693398" y="12426"/>
                    <a:pt x="693398" y="12426"/>
                    <a:pt x="693398" y="37279"/>
                  </a:cubicBezTo>
                  <a:lnTo>
                    <a:pt x="693398" y="372795"/>
                  </a:lnTo>
                  <a:cubicBezTo>
                    <a:pt x="693398" y="385221"/>
                    <a:pt x="693398" y="385221"/>
                    <a:pt x="648662" y="385221"/>
                  </a:cubicBezTo>
                  <a:lnTo>
                    <a:pt x="67103" y="385221"/>
                  </a:lnTo>
                  <a:cubicBezTo>
                    <a:pt x="22366" y="385221"/>
                    <a:pt x="22366" y="385221"/>
                    <a:pt x="22366" y="372795"/>
                  </a:cubicBezTo>
                  <a:moveTo>
                    <a:pt x="693398" y="24853"/>
                  </a:moveTo>
                  <a:cubicBezTo>
                    <a:pt x="715766" y="24853"/>
                    <a:pt x="715766" y="24853"/>
                    <a:pt x="715766" y="49706"/>
                  </a:cubicBezTo>
                  <a:lnTo>
                    <a:pt x="715766" y="372795"/>
                  </a:lnTo>
                  <a:cubicBezTo>
                    <a:pt x="715766" y="397648"/>
                    <a:pt x="715766" y="397648"/>
                    <a:pt x="671031" y="397648"/>
                  </a:cubicBezTo>
                  <a:lnTo>
                    <a:pt x="89470" y="397648"/>
                  </a:lnTo>
                  <a:cubicBezTo>
                    <a:pt x="44734" y="397648"/>
                    <a:pt x="44734" y="397648"/>
                    <a:pt x="44734" y="385221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文本框 269">
              <a:extLst>
                <a:ext uri="{FF2B5EF4-FFF2-40B4-BE49-F238E27FC236}">
                  <a16:creationId xmlns:a16="http://schemas.microsoft.com/office/drawing/2014/main" id="{9EECD586-DD12-BC5D-DD82-91B26C70F935}"/>
                </a:ext>
              </a:extLst>
            </p:cNvPr>
            <p:cNvSpPr txBox="1"/>
            <p:nvPr/>
          </p:nvSpPr>
          <p:spPr>
            <a:xfrm>
              <a:off x="9920722" y="5835714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全能畅行</a:t>
              </a:r>
            </a:p>
          </p:txBody>
        </p:sp>
      </p:grpSp>
      <p:grpSp>
        <p:nvGrpSpPr>
          <p:cNvPr id="271" name="图形 1">
            <a:extLst>
              <a:ext uri="{FF2B5EF4-FFF2-40B4-BE49-F238E27FC236}">
                <a16:creationId xmlns:a16="http://schemas.microsoft.com/office/drawing/2014/main" id="{EAAFEC39-A76E-43B7-23A0-C49FC37C2BED}"/>
              </a:ext>
            </a:extLst>
          </p:cNvPr>
          <p:cNvGrpSpPr/>
          <p:nvPr/>
        </p:nvGrpSpPr>
        <p:grpSpPr>
          <a:xfrm>
            <a:off x="7762189" y="5422273"/>
            <a:ext cx="715766" cy="397647"/>
            <a:chOff x="9982795" y="6353002"/>
            <a:chExt cx="715766" cy="397647"/>
          </a:xfrm>
        </p:grpSpPr>
        <p:sp>
          <p:nvSpPr>
            <p:cNvPr id="272" name="任意形状 271">
              <a:extLst>
                <a:ext uri="{FF2B5EF4-FFF2-40B4-BE49-F238E27FC236}">
                  <a16:creationId xmlns:a16="http://schemas.microsoft.com/office/drawing/2014/main" id="{69241D0A-1326-668A-59F9-FEDCCFFEA81C}"/>
                </a:ext>
              </a:extLst>
            </p:cNvPr>
            <p:cNvSpPr/>
            <p:nvPr/>
          </p:nvSpPr>
          <p:spPr>
            <a:xfrm>
              <a:off x="9982795" y="6353002"/>
              <a:ext cx="715766" cy="397647"/>
            </a:xfrm>
            <a:custGeom>
              <a:avLst/>
              <a:gdLst>
                <a:gd name="csX0" fmla="*/ 44734 w 715766"/>
                <a:gd name="csY0" fmla="*/ 0 h 397647"/>
                <a:gd name="csX1" fmla="*/ 626294 w 715766"/>
                <a:gd name="csY1" fmla="*/ 0 h 397647"/>
                <a:gd name="csX2" fmla="*/ 671031 w 715766"/>
                <a:gd name="csY2" fmla="*/ 24853 h 397647"/>
                <a:gd name="csX3" fmla="*/ 671031 w 715766"/>
                <a:gd name="csY3" fmla="*/ 12426 h 397647"/>
                <a:gd name="csX4" fmla="*/ 693398 w 715766"/>
                <a:gd name="csY4" fmla="*/ 37279 h 397647"/>
                <a:gd name="csX5" fmla="*/ 693398 w 715766"/>
                <a:gd name="csY5" fmla="*/ 24853 h 397647"/>
                <a:gd name="csX6" fmla="*/ 715766 w 715766"/>
                <a:gd name="csY6" fmla="*/ 49705 h 397647"/>
                <a:gd name="csX7" fmla="*/ 715766 w 715766"/>
                <a:gd name="csY7" fmla="*/ 372795 h 397647"/>
                <a:gd name="csX8" fmla="*/ 671031 w 715766"/>
                <a:gd name="csY8" fmla="*/ 397648 h 397647"/>
                <a:gd name="csX9" fmla="*/ 89470 w 715766"/>
                <a:gd name="csY9" fmla="*/ 397648 h 397647"/>
                <a:gd name="csX10" fmla="*/ 44734 w 715766"/>
                <a:gd name="csY10" fmla="*/ 385221 h 397647"/>
                <a:gd name="csX11" fmla="*/ 22366 w 715766"/>
                <a:gd name="csY11" fmla="*/ 372795 h 397647"/>
                <a:gd name="csX12" fmla="*/ 0 w 715766"/>
                <a:gd name="csY12" fmla="*/ 347942 h 397647"/>
                <a:gd name="csX13" fmla="*/ 0 w 715766"/>
                <a:gd name="csY13" fmla="*/ 24853 h 397647"/>
                <a:gd name="csX14" fmla="*/ 44734 w 715766"/>
                <a:gd name="csY14" fmla="*/ 0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15766" h="397647">
                  <a:moveTo>
                    <a:pt x="44734" y="0"/>
                  </a:moveTo>
                  <a:lnTo>
                    <a:pt x="626294" y="0"/>
                  </a:lnTo>
                  <a:cubicBezTo>
                    <a:pt x="671031" y="0"/>
                    <a:pt x="671031" y="0"/>
                    <a:pt x="671031" y="24853"/>
                  </a:cubicBezTo>
                  <a:lnTo>
                    <a:pt x="671031" y="12426"/>
                  </a:lnTo>
                  <a:cubicBezTo>
                    <a:pt x="693398" y="12426"/>
                    <a:pt x="693398" y="12426"/>
                    <a:pt x="693398" y="37279"/>
                  </a:cubicBezTo>
                  <a:lnTo>
                    <a:pt x="693398" y="24853"/>
                  </a:lnTo>
                  <a:cubicBezTo>
                    <a:pt x="715766" y="24853"/>
                    <a:pt x="715766" y="24853"/>
                    <a:pt x="715766" y="49705"/>
                  </a:cubicBezTo>
                  <a:lnTo>
                    <a:pt x="715766" y="372795"/>
                  </a:lnTo>
                  <a:cubicBezTo>
                    <a:pt x="715766" y="397648"/>
                    <a:pt x="715766" y="397648"/>
                    <a:pt x="671031" y="397648"/>
                  </a:cubicBezTo>
                  <a:lnTo>
                    <a:pt x="89470" y="397648"/>
                  </a:lnTo>
                  <a:cubicBezTo>
                    <a:pt x="44734" y="397648"/>
                    <a:pt x="44734" y="397648"/>
                    <a:pt x="44734" y="385221"/>
                  </a:cubicBezTo>
                  <a:cubicBezTo>
                    <a:pt x="22366" y="385221"/>
                    <a:pt x="22366" y="385221"/>
                    <a:pt x="22366" y="372795"/>
                  </a:cubicBez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4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任意形状 272">
              <a:extLst>
                <a:ext uri="{FF2B5EF4-FFF2-40B4-BE49-F238E27FC236}">
                  <a16:creationId xmlns:a16="http://schemas.microsoft.com/office/drawing/2014/main" id="{90AD4D8D-928A-E259-D1D7-F63CBD35719F}"/>
                </a:ext>
              </a:extLst>
            </p:cNvPr>
            <p:cNvSpPr/>
            <p:nvPr/>
          </p:nvSpPr>
          <p:spPr>
            <a:xfrm>
              <a:off x="9982795" y="6353002"/>
              <a:ext cx="715766" cy="397647"/>
            </a:xfrm>
            <a:custGeom>
              <a:avLst/>
              <a:gdLst>
                <a:gd name="csX0" fmla="*/ 44734 w 715766"/>
                <a:gd name="csY0" fmla="*/ 0 h 397647"/>
                <a:gd name="csX1" fmla="*/ 626294 w 715766"/>
                <a:gd name="csY1" fmla="*/ 0 h 397647"/>
                <a:gd name="csX2" fmla="*/ 671031 w 715766"/>
                <a:gd name="csY2" fmla="*/ 24853 h 397647"/>
                <a:gd name="csX3" fmla="*/ 671031 w 715766"/>
                <a:gd name="csY3" fmla="*/ 347942 h 397647"/>
                <a:gd name="csX4" fmla="*/ 626294 w 715766"/>
                <a:gd name="csY4" fmla="*/ 372795 h 397647"/>
                <a:gd name="csX5" fmla="*/ 44734 w 715766"/>
                <a:gd name="csY5" fmla="*/ 372795 h 397647"/>
                <a:gd name="csX6" fmla="*/ 0 w 715766"/>
                <a:gd name="csY6" fmla="*/ 347942 h 397647"/>
                <a:gd name="csX7" fmla="*/ 0 w 715766"/>
                <a:gd name="csY7" fmla="*/ 24853 h 397647"/>
                <a:gd name="csX8" fmla="*/ 44734 w 715766"/>
                <a:gd name="csY8" fmla="*/ 0 h 397647"/>
                <a:gd name="csX9" fmla="*/ 671031 w 715766"/>
                <a:gd name="csY9" fmla="*/ 12426 h 397647"/>
                <a:gd name="csX10" fmla="*/ 693398 w 715766"/>
                <a:gd name="csY10" fmla="*/ 37279 h 397647"/>
                <a:gd name="csX11" fmla="*/ 693398 w 715766"/>
                <a:gd name="csY11" fmla="*/ 372795 h 397647"/>
                <a:gd name="csX12" fmla="*/ 648662 w 715766"/>
                <a:gd name="csY12" fmla="*/ 385221 h 397647"/>
                <a:gd name="csX13" fmla="*/ 67103 w 715766"/>
                <a:gd name="csY13" fmla="*/ 385221 h 397647"/>
                <a:gd name="csX14" fmla="*/ 22366 w 715766"/>
                <a:gd name="csY14" fmla="*/ 372795 h 397647"/>
                <a:gd name="csX15" fmla="*/ 693398 w 715766"/>
                <a:gd name="csY15" fmla="*/ 24853 h 397647"/>
                <a:gd name="csX16" fmla="*/ 715766 w 715766"/>
                <a:gd name="csY16" fmla="*/ 49705 h 397647"/>
                <a:gd name="csX17" fmla="*/ 715766 w 715766"/>
                <a:gd name="csY17" fmla="*/ 372795 h 397647"/>
                <a:gd name="csX18" fmla="*/ 671031 w 715766"/>
                <a:gd name="csY18" fmla="*/ 397648 h 397647"/>
                <a:gd name="csX19" fmla="*/ 89470 w 715766"/>
                <a:gd name="csY19" fmla="*/ 397648 h 397647"/>
                <a:gd name="csX20" fmla="*/ 44734 w 715766"/>
                <a:gd name="csY20" fmla="*/ 385221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15766" h="397647">
                  <a:moveTo>
                    <a:pt x="44734" y="0"/>
                  </a:moveTo>
                  <a:lnTo>
                    <a:pt x="626294" y="0"/>
                  </a:lnTo>
                  <a:cubicBezTo>
                    <a:pt x="671031" y="0"/>
                    <a:pt x="671031" y="0"/>
                    <a:pt x="671031" y="24853"/>
                  </a:cubicBezTo>
                  <a:lnTo>
                    <a:pt x="671031" y="347942"/>
                  </a:lnTo>
                  <a:cubicBezTo>
                    <a:pt x="671031" y="372795"/>
                    <a:pt x="671031" y="372795"/>
                    <a:pt x="626294" y="372795"/>
                  </a:cubicBezTo>
                  <a:lnTo>
                    <a:pt x="44734" y="372795"/>
                  </a:lnTo>
                  <a:cubicBezTo>
                    <a:pt x="0" y="372795"/>
                    <a:pt x="0" y="372795"/>
                    <a:pt x="0" y="347942"/>
                  </a:cubicBezTo>
                  <a:lnTo>
                    <a:pt x="0" y="24853"/>
                  </a:lnTo>
                  <a:cubicBezTo>
                    <a:pt x="0" y="0"/>
                    <a:pt x="0" y="0"/>
                    <a:pt x="44734" y="0"/>
                  </a:cubicBezTo>
                  <a:moveTo>
                    <a:pt x="671031" y="12426"/>
                  </a:moveTo>
                  <a:cubicBezTo>
                    <a:pt x="693398" y="12426"/>
                    <a:pt x="693398" y="12426"/>
                    <a:pt x="693398" y="37279"/>
                  </a:cubicBezTo>
                  <a:lnTo>
                    <a:pt x="693398" y="372795"/>
                  </a:lnTo>
                  <a:cubicBezTo>
                    <a:pt x="693398" y="385221"/>
                    <a:pt x="693398" y="385221"/>
                    <a:pt x="648662" y="385221"/>
                  </a:cubicBezTo>
                  <a:lnTo>
                    <a:pt x="67103" y="385221"/>
                  </a:lnTo>
                  <a:cubicBezTo>
                    <a:pt x="22366" y="385221"/>
                    <a:pt x="22366" y="385221"/>
                    <a:pt x="22366" y="372795"/>
                  </a:cubicBezTo>
                  <a:moveTo>
                    <a:pt x="693398" y="24853"/>
                  </a:moveTo>
                  <a:cubicBezTo>
                    <a:pt x="715766" y="24853"/>
                    <a:pt x="715766" y="24853"/>
                    <a:pt x="715766" y="49705"/>
                  </a:cubicBezTo>
                  <a:lnTo>
                    <a:pt x="715766" y="372795"/>
                  </a:lnTo>
                  <a:cubicBezTo>
                    <a:pt x="715766" y="397648"/>
                    <a:pt x="715766" y="397648"/>
                    <a:pt x="671031" y="397648"/>
                  </a:cubicBezTo>
                  <a:lnTo>
                    <a:pt x="89470" y="397648"/>
                  </a:lnTo>
                  <a:cubicBezTo>
                    <a:pt x="44734" y="397648"/>
                    <a:pt x="44734" y="397648"/>
                    <a:pt x="44734" y="385221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文本框 273">
              <a:extLst>
                <a:ext uri="{FF2B5EF4-FFF2-40B4-BE49-F238E27FC236}">
                  <a16:creationId xmlns:a16="http://schemas.microsoft.com/office/drawing/2014/main" id="{388416FD-270B-467D-94AC-CF45F613C83E}"/>
                </a:ext>
              </a:extLst>
            </p:cNvPr>
            <p:cNvSpPr txBox="1"/>
            <p:nvPr/>
          </p:nvSpPr>
          <p:spPr>
            <a:xfrm>
              <a:off x="9953673" y="6329472"/>
              <a:ext cx="721560" cy="226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8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按次付费</a:t>
              </a:r>
            </a:p>
          </p:txBody>
        </p:sp>
        <p:sp>
          <p:nvSpPr>
            <p:cNvPr id="275" name="文本框 274">
              <a:extLst>
                <a:ext uri="{FF2B5EF4-FFF2-40B4-BE49-F238E27FC236}">
                  <a16:creationId xmlns:a16="http://schemas.microsoft.com/office/drawing/2014/main" id="{EE55B461-85FB-D154-A9FD-BFB1E59CF215}"/>
                </a:ext>
              </a:extLst>
            </p:cNvPr>
            <p:cNvSpPr txBox="1"/>
            <p:nvPr/>
          </p:nvSpPr>
          <p:spPr>
            <a:xfrm>
              <a:off x="9904758" y="6506040"/>
              <a:ext cx="317550" cy="226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8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（</a:t>
              </a:r>
            </a:p>
          </p:txBody>
        </p:sp>
        <p:sp>
          <p:nvSpPr>
            <p:cNvPr id="276" name="文本框 275">
              <a:extLst>
                <a:ext uri="{FF2B5EF4-FFF2-40B4-BE49-F238E27FC236}">
                  <a16:creationId xmlns:a16="http://schemas.microsoft.com/office/drawing/2014/main" id="{EF3F70F3-A483-1634-423A-7058DBDCB22D}"/>
                </a:ext>
              </a:extLst>
            </p:cNvPr>
            <p:cNvSpPr txBox="1"/>
            <p:nvPr/>
          </p:nvSpPr>
          <p:spPr>
            <a:xfrm>
              <a:off x="10040363" y="6501766"/>
              <a:ext cx="524815" cy="240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8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PAYG</a:t>
              </a:r>
            </a:p>
          </p:txBody>
        </p:sp>
        <p:sp>
          <p:nvSpPr>
            <p:cNvPr id="277" name="文本框 276">
              <a:extLst>
                <a:ext uri="{FF2B5EF4-FFF2-40B4-BE49-F238E27FC236}">
                  <a16:creationId xmlns:a16="http://schemas.microsoft.com/office/drawing/2014/main" id="{BD28BC9D-9408-01B1-009D-A866F978A2F1}"/>
                </a:ext>
              </a:extLst>
            </p:cNvPr>
            <p:cNvSpPr txBox="1"/>
            <p:nvPr/>
          </p:nvSpPr>
          <p:spPr>
            <a:xfrm>
              <a:off x="10409405" y="6506040"/>
              <a:ext cx="317550" cy="226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8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）</a:t>
              </a:r>
            </a:p>
          </p:txBody>
        </p:sp>
      </p:grpSp>
      <p:sp>
        <p:nvSpPr>
          <p:cNvPr id="278" name="任意形状 277">
            <a:extLst>
              <a:ext uri="{FF2B5EF4-FFF2-40B4-BE49-F238E27FC236}">
                <a16:creationId xmlns:a16="http://schemas.microsoft.com/office/drawing/2014/main" id="{1E81430A-AE39-FB82-28E2-DAEF1C7143EF}"/>
              </a:ext>
            </a:extLst>
          </p:cNvPr>
          <p:cNvSpPr/>
          <p:nvPr/>
        </p:nvSpPr>
        <p:spPr>
          <a:xfrm>
            <a:off x="8596321" y="3352044"/>
            <a:ext cx="346837" cy="318118"/>
          </a:xfrm>
          <a:custGeom>
            <a:avLst/>
            <a:gdLst>
              <a:gd name="csX0" fmla="*/ 0 w 346837"/>
              <a:gd name="csY0" fmla="*/ 318118 h 318118"/>
              <a:gd name="csX1" fmla="*/ 109146 w 346837"/>
              <a:gd name="csY1" fmla="*/ 318118 h 318118"/>
              <a:gd name="csX2" fmla="*/ 109146 w 346837"/>
              <a:gd name="csY2" fmla="*/ 0 h 318118"/>
              <a:gd name="csX3" fmla="*/ 346838 w 346837"/>
              <a:gd name="csY3" fmla="*/ 0 h 318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6837" h="318118">
                <a:moveTo>
                  <a:pt x="0" y="318118"/>
                </a:moveTo>
                <a:lnTo>
                  <a:pt x="109146" y="318118"/>
                </a:lnTo>
                <a:lnTo>
                  <a:pt x="109146" y="0"/>
                </a:lnTo>
                <a:lnTo>
                  <a:pt x="346838" y="0"/>
                </a:lnTo>
              </a:path>
            </a:pathLst>
          </a:custGeom>
          <a:noFill/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9" name="任意形状 278">
            <a:extLst>
              <a:ext uri="{FF2B5EF4-FFF2-40B4-BE49-F238E27FC236}">
                <a16:creationId xmlns:a16="http://schemas.microsoft.com/office/drawing/2014/main" id="{79846AC4-D21E-7B43-1068-84445F5D0E61}"/>
              </a:ext>
            </a:extLst>
          </p:cNvPr>
          <p:cNvSpPr/>
          <p:nvPr/>
        </p:nvSpPr>
        <p:spPr>
          <a:xfrm>
            <a:off x="8596321" y="3670162"/>
            <a:ext cx="346837" cy="251064"/>
          </a:xfrm>
          <a:custGeom>
            <a:avLst/>
            <a:gdLst>
              <a:gd name="csX0" fmla="*/ 0 w 346837"/>
              <a:gd name="csY0" fmla="*/ 0 h 251064"/>
              <a:gd name="csX1" fmla="*/ 109724 w 346837"/>
              <a:gd name="csY1" fmla="*/ 0 h 251064"/>
              <a:gd name="csX2" fmla="*/ 109724 w 346837"/>
              <a:gd name="csY2" fmla="*/ 251064 h 251064"/>
              <a:gd name="csX3" fmla="*/ 346838 w 346837"/>
              <a:gd name="csY3" fmla="*/ 251064 h 2510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6837" h="251064">
                <a:moveTo>
                  <a:pt x="0" y="0"/>
                </a:moveTo>
                <a:lnTo>
                  <a:pt x="109724" y="0"/>
                </a:lnTo>
                <a:lnTo>
                  <a:pt x="109724" y="251064"/>
                </a:lnTo>
                <a:lnTo>
                  <a:pt x="346838" y="251064"/>
                </a:lnTo>
              </a:path>
            </a:pathLst>
          </a:custGeom>
          <a:noFill/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80" name="图形 1">
            <a:extLst>
              <a:ext uri="{FF2B5EF4-FFF2-40B4-BE49-F238E27FC236}">
                <a16:creationId xmlns:a16="http://schemas.microsoft.com/office/drawing/2014/main" id="{E39B1BBC-BCE8-0475-A3E6-9D16CF7FE7E5}"/>
              </a:ext>
            </a:extLst>
          </p:cNvPr>
          <p:cNvGrpSpPr/>
          <p:nvPr/>
        </p:nvGrpSpPr>
        <p:grpSpPr>
          <a:xfrm>
            <a:off x="7762189" y="4283909"/>
            <a:ext cx="715766" cy="397647"/>
            <a:chOff x="9982795" y="5214638"/>
            <a:chExt cx="715766" cy="397647"/>
          </a:xfrm>
        </p:grpSpPr>
        <p:sp>
          <p:nvSpPr>
            <p:cNvPr id="281" name="任意形状 280">
              <a:extLst>
                <a:ext uri="{FF2B5EF4-FFF2-40B4-BE49-F238E27FC236}">
                  <a16:creationId xmlns:a16="http://schemas.microsoft.com/office/drawing/2014/main" id="{E8573198-9283-4632-86EE-9054C3B0B665}"/>
                </a:ext>
              </a:extLst>
            </p:cNvPr>
            <p:cNvSpPr/>
            <p:nvPr/>
          </p:nvSpPr>
          <p:spPr>
            <a:xfrm>
              <a:off x="9982795" y="5214638"/>
              <a:ext cx="715766" cy="397647"/>
            </a:xfrm>
            <a:custGeom>
              <a:avLst/>
              <a:gdLst>
                <a:gd name="csX0" fmla="*/ 44734 w 715766"/>
                <a:gd name="csY0" fmla="*/ 0 h 397647"/>
                <a:gd name="csX1" fmla="*/ 626294 w 715766"/>
                <a:gd name="csY1" fmla="*/ 0 h 397647"/>
                <a:gd name="csX2" fmla="*/ 671031 w 715766"/>
                <a:gd name="csY2" fmla="*/ 24852 h 397647"/>
                <a:gd name="csX3" fmla="*/ 671031 w 715766"/>
                <a:gd name="csY3" fmla="*/ 12426 h 397647"/>
                <a:gd name="csX4" fmla="*/ 693398 w 715766"/>
                <a:gd name="csY4" fmla="*/ 37279 h 397647"/>
                <a:gd name="csX5" fmla="*/ 693398 w 715766"/>
                <a:gd name="csY5" fmla="*/ 24852 h 397647"/>
                <a:gd name="csX6" fmla="*/ 715766 w 715766"/>
                <a:gd name="csY6" fmla="*/ 49706 h 397647"/>
                <a:gd name="csX7" fmla="*/ 715766 w 715766"/>
                <a:gd name="csY7" fmla="*/ 372795 h 397647"/>
                <a:gd name="csX8" fmla="*/ 671031 w 715766"/>
                <a:gd name="csY8" fmla="*/ 397648 h 397647"/>
                <a:gd name="csX9" fmla="*/ 89470 w 715766"/>
                <a:gd name="csY9" fmla="*/ 397648 h 397647"/>
                <a:gd name="csX10" fmla="*/ 44734 w 715766"/>
                <a:gd name="csY10" fmla="*/ 385221 h 397647"/>
                <a:gd name="csX11" fmla="*/ 22366 w 715766"/>
                <a:gd name="csY11" fmla="*/ 372795 h 397647"/>
                <a:gd name="csX12" fmla="*/ 0 w 715766"/>
                <a:gd name="csY12" fmla="*/ 347942 h 397647"/>
                <a:gd name="csX13" fmla="*/ 0 w 715766"/>
                <a:gd name="csY13" fmla="*/ 24852 h 397647"/>
                <a:gd name="csX14" fmla="*/ 44734 w 715766"/>
                <a:gd name="csY14" fmla="*/ 0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15766" h="397647">
                  <a:moveTo>
                    <a:pt x="44734" y="0"/>
                  </a:moveTo>
                  <a:lnTo>
                    <a:pt x="626294" y="0"/>
                  </a:lnTo>
                  <a:cubicBezTo>
                    <a:pt x="671031" y="0"/>
                    <a:pt x="671031" y="0"/>
                    <a:pt x="671031" y="24852"/>
                  </a:cubicBezTo>
                  <a:lnTo>
                    <a:pt x="671031" y="12426"/>
                  </a:lnTo>
                  <a:cubicBezTo>
                    <a:pt x="693398" y="12426"/>
                    <a:pt x="693398" y="12426"/>
                    <a:pt x="693398" y="37279"/>
                  </a:cubicBezTo>
                  <a:lnTo>
                    <a:pt x="693398" y="24852"/>
                  </a:lnTo>
                  <a:cubicBezTo>
                    <a:pt x="715766" y="24852"/>
                    <a:pt x="715766" y="24852"/>
                    <a:pt x="715766" y="49706"/>
                  </a:cubicBezTo>
                  <a:lnTo>
                    <a:pt x="715766" y="372795"/>
                  </a:lnTo>
                  <a:cubicBezTo>
                    <a:pt x="715766" y="397648"/>
                    <a:pt x="715766" y="397648"/>
                    <a:pt x="671031" y="397648"/>
                  </a:cubicBezTo>
                  <a:lnTo>
                    <a:pt x="89470" y="397648"/>
                  </a:lnTo>
                  <a:cubicBezTo>
                    <a:pt x="44734" y="397648"/>
                    <a:pt x="44734" y="397648"/>
                    <a:pt x="44734" y="385221"/>
                  </a:cubicBezTo>
                  <a:cubicBezTo>
                    <a:pt x="22366" y="385221"/>
                    <a:pt x="22366" y="385221"/>
                    <a:pt x="22366" y="372795"/>
                  </a:cubicBezTo>
                  <a:cubicBezTo>
                    <a:pt x="0" y="372795"/>
                    <a:pt x="0" y="372795"/>
                    <a:pt x="0" y="347942"/>
                  </a:cubicBezTo>
                  <a:lnTo>
                    <a:pt x="0" y="24852"/>
                  </a:lnTo>
                  <a:cubicBezTo>
                    <a:pt x="0" y="0"/>
                    <a:pt x="0" y="0"/>
                    <a:pt x="44734" y="0"/>
                  </a:cubicBezTo>
                  <a:close/>
                </a:path>
              </a:pathLst>
            </a:cu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任意形状 281">
              <a:extLst>
                <a:ext uri="{FF2B5EF4-FFF2-40B4-BE49-F238E27FC236}">
                  <a16:creationId xmlns:a16="http://schemas.microsoft.com/office/drawing/2014/main" id="{5850DC5E-DAAC-59AA-F114-8CF5E81D5D5C}"/>
                </a:ext>
              </a:extLst>
            </p:cNvPr>
            <p:cNvSpPr/>
            <p:nvPr/>
          </p:nvSpPr>
          <p:spPr>
            <a:xfrm>
              <a:off x="9982795" y="5214638"/>
              <a:ext cx="715766" cy="397647"/>
            </a:xfrm>
            <a:custGeom>
              <a:avLst/>
              <a:gdLst>
                <a:gd name="csX0" fmla="*/ 44734 w 715766"/>
                <a:gd name="csY0" fmla="*/ 0 h 397647"/>
                <a:gd name="csX1" fmla="*/ 626294 w 715766"/>
                <a:gd name="csY1" fmla="*/ 0 h 397647"/>
                <a:gd name="csX2" fmla="*/ 671031 w 715766"/>
                <a:gd name="csY2" fmla="*/ 24852 h 397647"/>
                <a:gd name="csX3" fmla="*/ 671031 w 715766"/>
                <a:gd name="csY3" fmla="*/ 347942 h 397647"/>
                <a:gd name="csX4" fmla="*/ 626294 w 715766"/>
                <a:gd name="csY4" fmla="*/ 372795 h 397647"/>
                <a:gd name="csX5" fmla="*/ 44734 w 715766"/>
                <a:gd name="csY5" fmla="*/ 372795 h 397647"/>
                <a:gd name="csX6" fmla="*/ 0 w 715766"/>
                <a:gd name="csY6" fmla="*/ 347942 h 397647"/>
                <a:gd name="csX7" fmla="*/ 0 w 715766"/>
                <a:gd name="csY7" fmla="*/ 24852 h 397647"/>
                <a:gd name="csX8" fmla="*/ 44734 w 715766"/>
                <a:gd name="csY8" fmla="*/ 0 h 397647"/>
                <a:gd name="csX9" fmla="*/ 671031 w 715766"/>
                <a:gd name="csY9" fmla="*/ 12426 h 397647"/>
                <a:gd name="csX10" fmla="*/ 693398 w 715766"/>
                <a:gd name="csY10" fmla="*/ 37279 h 397647"/>
                <a:gd name="csX11" fmla="*/ 693398 w 715766"/>
                <a:gd name="csY11" fmla="*/ 372795 h 397647"/>
                <a:gd name="csX12" fmla="*/ 648662 w 715766"/>
                <a:gd name="csY12" fmla="*/ 385221 h 397647"/>
                <a:gd name="csX13" fmla="*/ 67103 w 715766"/>
                <a:gd name="csY13" fmla="*/ 385221 h 397647"/>
                <a:gd name="csX14" fmla="*/ 22366 w 715766"/>
                <a:gd name="csY14" fmla="*/ 372795 h 397647"/>
                <a:gd name="csX15" fmla="*/ 693398 w 715766"/>
                <a:gd name="csY15" fmla="*/ 24852 h 397647"/>
                <a:gd name="csX16" fmla="*/ 715766 w 715766"/>
                <a:gd name="csY16" fmla="*/ 49706 h 397647"/>
                <a:gd name="csX17" fmla="*/ 715766 w 715766"/>
                <a:gd name="csY17" fmla="*/ 372795 h 397647"/>
                <a:gd name="csX18" fmla="*/ 671031 w 715766"/>
                <a:gd name="csY18" fmla="*/ 397648 h 397647"/>
                <a:gd name="csX19" fmla="*/ 89470 w 715766"/>
                <a:gd name="csY19" fmla="*/ 397648 h 397647"/>
                <a:gd name="csX20" fmla="*/ 44734 w 715766"/>
                <a:gd name="csY20" fmla="*/ 385221 h 39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15766" h="397647">
                  <a:moveTo>
                    <a:pt x="44734" y="0"/>
                  </a:moveTo>
                  <a:lnTo>
                    <a:pt x="626294" y="0"/>
                  </a:lnTo>
                  <a:cubicBezTo>
                    <a:pt x="671031" y="0"/>
                    <a:pt x="671031" y="0"/>
                    <a:pt x="671031" y="24852"/>
                  </a:cubicBezTo>
                  <a:lnTo>
                    <a:pt x="671031" y="347942"/>
                  </a:lnTo>
                  <a:cubicBezTo>
                    <a:pt x="671031" y="372795"/>
                    <a:pt x="671031" y="372795"/>
                    <a:pt x="626294" y="372795"/>
                  </a:cubicBezTo>
                  <a:lnTo>
                    <a:pt x="44734" y="372795"/>
                  </a:lnTo>
                  <a:cubicBezTo>
                    <a:pt x="0" y="372795"/>
                    <a:pt x="0" y="372795"/>
                    <a:pt x="0" y="347942"/>
                  </a:cubicBezTo>
                  <a:lnTo>
                    <a:pt x="0" y="24852"/>
                  </a:lnTo>
                  <a:cubicBezTo>
                    <a:pt x="0" y="0"/>
                    <a:pt x="0" y="0"/>
                    <a:pt x="44734" y="0"/>
                  </a:cubicBezTo>
                  <a:moveTo>
                    <a:pt x="671031" y="12426"/>
                  </a:moveTo>
                  <a:cubicBezTo>
                    <a:pt x="693398" y="12426"/>
                    <a:pt x="693398" y="12426"/>
                    <a:pt x="693398" y="37279"/>
                  </a:cubicBezTo>
                  <a:lnTo>
                    <a:pt x="693398" y="372795"/>
                  </a:lnTo>
                  <a:cubicBezTo>
                    <a:pt x="693398" y="385221"/>
                    <a:pt x="693398" y="385221"/>
                    <a:pt x="648662" y="385221"/>
                  </a:cubicBezTo>
                  <a:lnTo>
                    <a:pt x="67103" y="385221"/>
                  </a:lnTo>
                  <a:cubicBezTo>
                    <a:pt x="22366" y="385221"/>
                    <a:pt x="22366" y="385221"/>
                    <a:pt x="22366" y="372795"/>
                  </a:cubicBezTo>
                  <a:moveTo>
                    <a:pt x="693398" y="24852"/>
                  </a:moveTo>
                  <a:cubicBezTo>
                    <a:pt x="715766" y="24852"/>
                    <a:pt x="715766" y="24852"/>
                    <a:pt x="715766" y="49706"/>
                  </a:cubicBezTo>
                  <a:lnTo>
                    <a:pt x="715766" y="372795"/>
                  </a:lnTo>
                  <a:cubicBezTo>
                    <a:pt x="715766" y="397648"/>
                    <a:pt x="715766" y="397648"/>
                    <a:pt x="671031" y="397648"/>
                  </a:cubicBezTo>
                  <a:lnTo>
                    <a:pt x="89470" y="397648"/>
                  </a:lnTo>
                  <a:cubicBezTo>
                    <a:pt x="44734" y="397648"/>
                    <a:pt x="44734" y="397648"/>
                    <a:pt x="44734" y="385221"/>
                  </a:cubicBezTo>
                </a:path>
              </a:pathLst>
            </a:cu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文本框 282">
              <a:extLst>
                <a:ext uri="{FF2B5EF4-FFF2-40B4-BE49-F238E27FC236}">
                  <a16:creationId xmlns:a16="http://schemas.microsoft.com/office/drawing/2014/main" id="{0F3D0B02-3221-C187-73A7-D1B22C5102E5}"/>
                </a:ext>
              </a:extLst>
            </p:cNvPr>
            <p:cNvSpPr txBox="1"/>
            <p:nvPr/>
          </p:nvSpPr>
          <p:spPr>
            <a:xfrm>
              <a:off x="9927763" y="5266531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优惠出租</a:t>
              </a:r>
            </a:p>
          </p:txBody>
        </p:sp>
      </p:grpSp>
      <p:sp>
        <p:nvSpPr>
          <p:cNvPr id="284" name="任意形状 283">
            <a:extLst>
              <a:ext uri="{FF2B5EF4-FFF2-40B4-BE49-F238E27FC236}">
                <a16:creationId xmlns:a16="http://schemas.microsoft.com/office/drawing/2014/main" id="{5A04F5B7-81F5-2773-E273-3104A4CAFBF1}"/>
              </a:ext>
            </a:extLst>
          </p:cNvPr>
          <p:cNvSpPr/>
          <p:nvPr/>
        </p:nvSpPr>
        <p:spPr>
          <a:xfrm>
            <a:off x="7315765" y="4491968"/>
            <a:ext cx="446423" cy="9352"/>
          </a:xfrm>
          <a:custGeom>
            <a:avLst/>
            <a:gdLst>
              <a:gd name="csX0" fmla="*/ 0 w 446423"/>
              <a:gd name="csY0" fmla="*/ 0 h 9352"/>
              <a:gd name="csX1" fmla="*/ 446424 w 446423"/>
              <a:gd name="csY1" fmla="*/ 0 h 93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46423" h="9352">
                <a:moveTo>
                  <a:pt x="0" y="0"/>
                </a:moveTo>
                <a:lnTo>
                  <a:pt x="446424" y="0"/>
                </a:lnTo>
              </a:path>
            </a:pathLst>
          </a:custGeom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5" name="任意形状 284">
            <a:extLst>
              <a:ext uri="{FF2B5EF4-FFF2-40B4-BE49-F238E27FC236}">
                <a16:creationId xmlns:a16="http://schemas.microsoft.com/office/drawing/2014/main" id="{18851E30-E811-401B-41E2-640B98BD2512}"/>
              </a:ext>
            </a:extLst>
          </p:cNvPr>
          <p:cNvSpPr/>
          <p:nvPr/>
        </p:nvSpPr>
        <p:spPr>
          <a:xfrm>
            <a:off x="7315765" y="3670162"/>
            <a:ext cx="341665" cy="824633"/>
          </a:xfrm>
          <a:custGeom>
            <a:avLst/>
            <a:gdLst>
              <a:gd name="csX0" fmla="*/ 0 w 341665"/>
              <a:gd name="csY0" fmla="*/ 821806 h 824633"/>
              <a:gd name="csX1" fmla="*/ 93521 w 341665"/>
              <a:gd name="csY1" fmla="*/ 821806 h 824633"/>
              <a:gd name="csX2" fmla="*/ 178372 w 341665"/>
              <a:gd name="csY2" fmla="*/ 824633 h 824633"/>
              <a:gd name="csX3" fmla="*/ 174342 w 341665"/>
              <a:gd name="csY3" fmla="*/ 175766 h 824633"/>
              <a:gd name="csX4" fmla="*/ 174342 w 341665"/>
              <a:gd name="csY4" fmla="*/ 0 h 824633"/>
              <a:gd name="csX5" fmla="*/ 341666 w 341665"/>
              <a:gd name="csY5" fmla="*/ 0 h 8246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1665" h="824633">
                <a:moveTo>
                  <a:pt x="0" y="821806"/>
                </a:moveTo>
                <a:lnTo>
                  <a:pt x="93521" y="821806"/>
                </a:lnTo>
                <a:lnTo>
                  <a:pt x="178372" y="824633"/>
                </a:lnTo>
                <a:lnTo>
                  <a:pt x="174342" y="175766"/>
                </a:lnTo>
                <a:lnTo>
                  <a:pt x="174342" y="0"/>
                </a:lnTo>
                <a:lnTo>
                  <a:pt x="341666" y="0"/>
                </a:lnTo>
              </a:path>
            </a:pathLst>
          </a:custGeom>
          <a:noFill/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" name="任意形状 285">
            <a:extLst>
              <a:ext uri="{FF2B5EF4-FFF2-40B4-BE49-F238E27FC236}">
                <a16:creationId xmlns:a16="http://schemas.microsoft.com/office/drawing/2014/main" id="{4DA54124-015F-8662-FEB5-B6CB863E7BEF}"/>
              </a:ext>
            </a:extLst>
          </p:cNvPr>
          <p:cNvSpPr/>
          <p:nvPr/>
        </p:nvSpPr>
        <p:spPr>
          <a:xfrm>
            <a:off x="7315765" y="4491968"/>
            <a:ext cx="446423" cy="559946"/>
          </a:xfrm>
          <a:custGeom>
            <a:avLst/>
            <a:gdLst>
              <a:gd name="csX0" fmla="*/ 0 w 446423"/>
              <a:gd name="csY0" fmla="*/ 0 h 559946"/>
              <a:gd name="csX1" fmla="*/ 179348 w 446423"/>
              <a:gd name="csY1" fmla="*/ 0 h 559946"/>
              <a:gd name="csX2" fmla="*/ 179348 w 446423"/>
              <a:gd name="csY2" fmla="*/ 559947 h 559946"/>
              <a:gd name="csX3" fmla="*/ 446424 w 446423"/>
              <a:gd name="csY3" fmla="*/ 559947 h 559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46423" h="559946">
                <a:moveTo>
                  <a:pt x="0" y="0"/>
                </a:moveTo>
                <a:lnTo>
                  <a:pt x="179348" y="0"/>
                </a:lnTo>
                <a:lnTo>
                  <a:pt x="179348" y="559947"/>
                </a:lnTo>
                <a:lnTo>
                  <a:pt x="446424" y="559947"/>
                </a:lnTo>
              </a:path>
            </a:pathLst>
          </a:custGeom>
          <a:noFill/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7" name="任意形状 286">
            <a:extLst>
              <a:ext uri="{FF2B5EF4-FFF2-40B4-BE49-F238E27FC236}">
                <a16:creationId xmlns:a16="http://schemas.microsoft.com/office/drawing/2014/main" id="{EC94E782-4304-118C-7E0B-7448CCE88F56}"/>
              </a:ext>
            </a:extLst>
          </p:cNvPr>
          <p:cNvSpPr/>
          <p:nvPr/>
        </p:nvSpPr>
        <p:spPr>
          <a:xfrm>
            <a:off x="7315765" y="4488750"/>
            <a:ext cx="446423" cy="1132347"/>
          </a:xfrm>
          <a:custGeom>
            <a:avLst/>
            <a:gdLst>
              <a:gd name="csX0" fmla="*/ 0 w 446423"/>
              <a:gd name="csY0" fmla="*/ 3218 h 1132347"/>
              <a:gd name="csX1" fmla="*/ 93521 w 446423"/>
              <a:gd name="csY1" fmla="*/ 3218 h 1132347"/>
              <a:gd name="csX2" fmla="*/ 180387 w 446423"/>
              <a:gd name="csY2" fmla="*/ 0 h 1132347"/>
              <a:gd name="csX3" fmla="*/ 176357 w 446423"/>
              <a:gd name="csY3" fmla="*/ 933524 h 1132347"/>
              <a:gd name="csX4" fmla="*/ 176357 w 446423"/>
              <a:gd name="csY4" fmla="*/ 1132347 h 1132347"/>
              <a:gd name="csX5" fmla="*/ 446424 w 446423"/>
              <a:gd name="csY5" fmla="*/ 1132347 h 1132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46423" h="1132347">
                <a:moveTo>
                  <a:pt x="0" y="3218"/>
                </a:moveTo>
                <a:lnTo>
                  <a:pt x="93521" y="3218"/>
                </a:lnTo>
                <a:lnTo>
                  <a:pt x="180387" y="0"/>
                </a:lnTo>
                <a:lnTo>
                  <a:pt x="176357" y="933524"/>
                </a:lnTo>
                <a:lnTo>
                  <a:pt x="176357" y="1132347"/>
                </a:lnTo>
                <a:lnTo>
                  <a:pt x="446424" y="1132347"/>
                </a:lnTo>
              </a:path>
            </a:pathLst>
          </a:custGeom>
          <a:noFill/>
          <a:ln w="935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8" name="任意形状 287">
            <a:extLst>
              <a:ext uri="{FF2B5EF4-FFF2-40B4-BE49-F238E27FC236}">
                <a16:creationId xmlns:a16="http://schemas.microsoft.com/office/drawing/2014/main" id="{E47E501A-4A9A-91DD-F013-2FDF5C5BC049}"/>
              </a:ext>
            </a:extLst>
          </p:cNvPr>
          <p:cNvSpPr/>
          <p:nvPr/>
        </p:nvSpPr>
        <p:spPr>
          <a:xfrm>
            <a:off x="6020446" y="2665946"/>
            <a:ext cx="182918" cy="156408"/>
          </a:xfrm>
          <a:custGeom>
            <a:avLst/>
            <a:gdLst>
              <a:gd name="csX0" fmla="*/ 91460 w 182918"/>
              <a:gd name="csY0" fmla="*/ 156409 h 156408"/>
              <a:gd name="csX1" fmla="*/ 0 w 182918"/>
              <a:gd name="csY1" fmla="*/ 120796 h 156408"/>
              <a:gd name="csX2" fmla="*/ 45730 w 182918"/>
              <a:gd name="csY2" fmla="*/ 120796 h 156408"/>
              <a:gd name="csX3" fmla="*/ 45730 w 182918"/>
              <a:gd name="csY3" fmla="*/ 0 h 156408"/>
              <a:gd name="csX4" fmla="*/ 91460 w 182918"/>
              <a:gd name="csY4" fmla="*/ 0 h 156408"/>
              <a:gd name="csX5" fmla="*/ 137189 w 182918"/>
              <a:gd name="csY5" fmla="*/ 0 h 156408"/>
              <a:gd name="csX6" fmla="*/ 137189 w 182918"/>
              <a:gd name="csY6" fmla="*/ 120796 h 156408"/>
              <a:gd name="csX7" fmla="*/ 182918 w 182918"/>
              <a:gd name="csY7" fmla="*/ 120796 h 1564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2918" h="156408">
                <a:moveTo>
                  <a:pt x="91460" y="156409"/>
                </a:moveTo>
                <a:lnTo>
                  <a:pt x="0" y="120796"/>
                </a:lnTo>
                <a:lnTo>
                  <a:pt x="45730" y="120796"/>
                </a:lnTo>
                <a:lnTo>
                  <a:pt x="45730" y="0"/>
                </a:lnTo>
                <a:lnTo>
                  <a:pt x="91460" y="0"/>
                </a:lnTo>
                <a:lnTo>
                  <a:pt x="137189" y="0"/>
                </a:lnTo>
                <a:lnTo>
                  <a:pt x="137189" y="120796"/>
                </a:lnTo>
                <a:lnTo>
                  <a:pt x="182918" y="120796"/>
                </a:lnTo>
                <a:close/>
              </a:path>
            </a:pathLst>
          </a:custGeom>
          <a:solidFill>
            <a:srgbClr val="0000FF"/>
          </a:solidFill>
          <a:ln w="9352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89" name="图形 1">
            <a:extLst>
              <a:ext uri="{FF2B5EF4-FFF2-40B4-BE49-F238E27FC236}">
                <a16:creationId xmlns:a16="http://schemas.microsoft.com/office/drawing/2014/main" id="{3A1F850E-65BC-9F21-68AA-D711A768F568}"/>
              </a:ext>
            </a:extLst>
          </p:cNvPr>
          <p:cNvGrpSpPr/>
          <p:nvPr/>
        </p:nvGrpSpPr>
        <p:grpSpPr>
          <a:xfrm>
            <a:off x="10132127" y="4632978"/>
            <a:ext cx="1868945" cy="1347984"/>
            <a:chOff x="12352733" y="5563707"/>
            <a:chExt cx="1868945" cy="1347984"/>
          </a:xfrm>
        </p:grpSpPr>
        <p:sp>
          <p:nvSpPr>
            <p:cNvPr id="290" name="矩形 289">
              <a:extLst>
                <a:ext uri="{FF2B5EF4-FFF2-40B4-BE49-F238E27FC236}">
                  <a16:creationId xmlns:a16="http://schemas.microsoft.com/office/drawing/2014/main" id="{718BFA92-3A97-2517-0792-C8A244D2F9DD}"/>
                </a:ext>
              </a:extLst>
            </p:cNvPr>
            <p:cNvSpPr/>
            <p:nvPr/>
          </p:nvSpPr>
          <p:spPr>
            <a:xfrm>
              <a:off x="12352733" y="5563707"/>
              <a:ext cx="1868945" cy="1347983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任意形状 290">
              <a:extLst>
                <a:ext uri="{FF2B5EF4-FFF2-40B4-BE49-F238E27FC236}">
                  <a16:creationId xmlns:a16="http://schemas.microsoft.com/office/drawing/2014/main" id="{DED5162E-90D4-2E13-8F50-D5CFAC27E8D0}"/>
                </a:ext>
              </a:extLst>
            </p:cNvPr>
            <p:cNvSpPr/>
            <p:nvPr/>
          </p:nvSpPr>
          <p:spPr>
            <a:xfrm>
              <a:off x="12352733" y="5563707"/>
              <a:ext cx="1868945" cy="1347983"/>
            </a:xfrm>
            <a:custGeom>
              <a:avLst/>
              <a:gdLst>
                <a:gd name="csX0" fmla="*/ 0 w 1868945"/>
                <a:gd name="csY0" fmla="*/ 0 h 1347983"/>
                <a:gd name="csX1" fmla="*/ 1868946 w 1868945"/>
                <a:gd name="csY1" fmla="*/ 0 h 1347983"/>
                <a:gd name="csX2" fmla="*/ 1868946 w 1868945"/>
                <a:gd name="csY2" fmla="*/ 1347984 h 1347983"/>
                <a:gd name="csX3" fmla="*/ 0 w 1868945"/>
                <a:gd name="csY3" fmla="*/ 1347984 h 13479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68945" h="1347983">
                  <a:moveTo>
                    <a:pt x="0" y="0"/>
                  </a:moveTo>
                  <a:lnTo>
                    <a:pt x="1868946" y="0"/>
                  </a:lnTo>
                  <a:lnTo>
                    <a:pt x="1868946" y="1347984"/>
                  </a:lnTo>
                  <a:lnTo>
                    <a:pt x="0" y="1347984"/>
                  </a:lnTo>
                  <a:close/>
                </a:path>
              </a:pathLst>
            </a:custGeom>
            <a:noFill/>
            <a:ln w="9352" cap="rnd">
              <a:solidFill>
                <a:srgbClr val="808080"/>
              </a:solidFill>
              <a:custDash>
                <a:ds d="600000" sp="375000"/>
              </a:custDash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2" name="图形 1">
            <a:extLst>
              <a:ext uri="{FF2B5EF4-FFF2-40B4-BE49-F238E27FC236}">
                <a16:creationId xmlns:a16="http://schemas.microsoft.com/office/drawing/2014/main" id="{685F520B-F76B-824D-F65E-4EF320F3BDB8}"/>
              </a:ext>
            </a:extLst>
          </p:cNvPr>
          <p:cNvGrpSpPr/>
          <p:nvPr/>
        </p:nvGrpSpPr>
        <p:grpSpPr>
          <a:xfrm>
            <a:off x="10209708" y="4725286"/>
            <a:ext cx="1700528" cy="348061"/>
            <a:chOff x="12430314" y="5656015"/>
            <a:chExt cx="1700528" cy="348061"/>
          </a:xfrm>
        </p:grpSpPr>
        <p:sp>
          <p:nvSpPr>
            <p:cNvPr id="293" name="矩形 292">
              <a:extLst>
                <a:ext uri="{FF2B5EF4-FFF2-40B4-BE49-F238E27FC236}">
                  <a16:creationId xmlns:a16="http://schemas.microsoft.com/office/drawing/2014/main" id="{4D80D330-EF22-F7E7-0A3A-559108CA7E8D}"/>
                </a:ext>
              </a:extLst>
            </p:cNvPr>
            <p:cNvSpPr/>
            <p:nvPr/>
          </p:nvSpPr>
          <p:spPr>
            <a:xfrm>
              <a:off x="12430314" y="5656015"/>
              <a:ext cx="1700528" cy="348061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矩形 293">
              <a:extLst>
                <a:ext uri="{FF2B5EF4-FFF2-40B4-BE49-F238E27FC236}">
                  <a16:creationId xmlns:a16="http://schemas.microsoft.com/office/drawing/2014/main" id="{00C852EC-BF7F-559E-E8A6-51605B0BD150}"/>
                </a:ext>
              </a:extLst>
            </p:cNvPr>
            <p:cNvSpPr/>
            <p:nvPr/>
          </p:nvSpPr>
          <p:spPr>
            <a:xfrm>
              <a:off x="12430314" y="5656015"/>
              <a:ext cx="1700528" cy="348061"/>
            </a:xfrm>
            <a:prstGeom prst="rect">
              <a:avLst/>
            </a:pr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文本框 294">
              <a:extLst>
                <a:ext uri="{FF2B5EF4-FFF2-40B4-BE49-F238E27FC236}">
                  <a16:creationId xmlns:a16="http://schemas.microsoft.com/office/drawing/2014/main" id="{5969D9F7-6223-F322-FC11-DBBFA15569C1}"/>
                </a:ext>
              </a:extLst>
            </p:cNvPr>
            <p:cNvSpPr txBox="1"/>
            <p:nvPr/>
          </p:nvSpPr>
          <p:spPr>
            <a:xfrm>
              <a:off x="12664435" y="5710422"/>
              <a:ext cx="609335" cy="233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14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偏好的</a:t>
              </a:r>
            </a:p>
          </p:txBody>
        </p:sp>
        <p:sp>
          <p:nvSpPr>
            <p:cNvPr id="296" name="文本框 295">
              <a:extLst>
                <a:ext uri="{FF2B5EF4-FFF2-40B4-BE49-F238E27FC236}">
                  <a16:creationId xmlns:a16="http://schemas.microsoft.com/office/drawing/2014/main" id="{D5A132C6-0B93-AD07-5EFD-BB4246231C4A}"/>
                </a:ext>
              </a:extLst>
            </p:cNvPr>
            <p:cNvSpPr txBox="1"/>
            <p:nvPr/>
          </p:nvSpPr>
          <p:spPr>
            <a:xfrm>
              <a:off x="13092294" y="5705910"/>
              <a:ext cx="514521" cy="2488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14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MaaS</a:t>
              </a:r>
            </a:p>
          </p:txBody>
        </p:sp>
        <p:sp>
          <p:nvSpPr>
            <p:cNvPr id="297" name="文本框 296">
              <a:extLst>
                <a:ext uri="{FF2B5EF4-FFF2-40B4-BE49-F238E27FC236}">
                  <a16:creationId xmlns:a16="http://schemas.microsoft.com/office/drawing/2014/main" id="{F28325E5-EFB7-188D-BEBA-CCEB19C224F8}"/>
                </a:ext>
              </a:extLst>
            </p:cNvPr>
            <p:cNvSpPr txBox="1"/>
            <p:nvPr/>
          </p:nvSpPr>
          <p:spPr>
            <a:xfrm>
              <a:off x="13424297" y="5710422"/>
              <a:ext cx="467183" cy="233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14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选项</a:t>
              </a:r>
            </a:p>
          </p:txBody>
        </p:sp>
      </p:grpSp>
      <p:grpSp>
        <p:nvGrpSpPr>
          <p:cNvPr id="298" name="图形 1">
            <a:extLst>
              <a:ext uri="{FF2B5EF4-FFF2-40B4-BE49-F238E27FC236}">
                <a16:creationId xmlns:a16="http://schemas.microsoft.com/office/drawing/2014/main" id="{79429EDA-DAAC-6551-F4D9-F3A121AF6AE9}"/>
              </a:ext>
            </a:extLst>
          </p:cNvPr>
          <p:cNvGrpSpPr/>
          <p:nvPr/>
        </p:nvGrpSpPr>
        <p:grpSpPr>
          <a:xfrm>
            <a:off x="10209708" y="5566625"/>
            <a:ext cx="1700528" cy="348061"/>
            <a:chOff x="12430314" y="6497354"/>
            <a:chExt cx="1700528" cy="348061"/>
          </a:xfrm>
        </p:grpSpPr>
        <p:sp>
          <p:nvSpPr>
            <p:cNvPr id="299" name="矩形 298">
              <a:extLst>
                <a:ext uri="{FF2B5EF4-FFF2-40B4-BE49-F238E27FC236}">
                  <a16:creationId xmlns:a16="http://schemas.microsoft.com/office/drawing/2014/main" id="{A498E64F-C3EF-6363-A99E-1100C56F264F}"/>
                </a:ext>
              </a:extLst>
            </p:cNvPr>
            <p:cNvSpPr/>
            <p:nvPr/>
          </p:nvSpPr>
          <p:spPr>
            <a:xfrm>
              <a:off x="12430314" y="6497354"/>
              <a:ext cx="1700528" cy="348061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矩形 299">
              <a:extLst>
                <a:ext uri="{FF2B5EF4-FFF2-40B4-BE49-F238E27FC236}">
                  <a16:creationId xmlns:a16="http://schemas.microsoft.com/office/drawing/2014/main" id="{B168A53A-C274-C6BE-7465-07AA08E072A1}"/>
                </a:ext>
              </a:extLst>
            </p:cNvPr>
            <p:cNvSpPr/>
            <p:nvPr/>
          </p:nvSpPr>
          <p:spPr>
            <a:xfrm>
              <a:off x="12430314" y="6497354"/>
              <a:ext cx="1700528" cy="348061"/>
            </a:xfrm>
            <a:prstGeom prst="rect">
              <a:avLst/>
            </a:pr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文本框 300">
              <a:extLst>
                <a:ext uri="{FF2B5EF4-FFF2-40B4-BE49-F238E27FC236}">
                  <a16:creationId xmlns:a16="http://schemas.microsoft.com/office/drawing/2014/main" id="{26F14AE3-4945-976D-D2A7-0D4A937B1E6E}"/>
                </a:ext>
              </a:extLst>
            </p:cNvPr>
            <p:cNvSpPr txBox="1"/>
            <p:nvPr/>
          </p:nvSpPr>
          <p:spPr>
            <a:xfrm>
              <a:off x="12889597" y="6462661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出行模式</a:t>
              </a:r>
            </a:p>
          </p:txBody>
        </p:sp>
        <p:sp>
          <p:nvSpPr>
            <p:cNvPr id="302" name="文本框 301">
              <a:extLst>
                <a:ext uri="{FF2B5EF4-FFF2-40B4-BE49-F238E27FC236}">
                  <a16:creationId xmlns:a16="http://schemas.microsoft.com/office/drawing/2014/main" id="{F77D4BCB-0C08-7987-501B-8462D108E75D}"/>
                </a:ext>
              </a:extLst>
            </p:cNvPr>
            <p:cNvSpPr txBox="1"/>
            <p:nvPr/>
          </p:nvSpPr>
          <p:spPr>
            <a:xfrm>
              <a:off x="13039231" y="6628003"/>
              <a:ext cx="482146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属性</a:t>
              </a:r>
            </a:p>
          </p:txBody>
        </p:sp>
      </p:grpSp>
      <p:sp>
        <p:nvSpPr>
          <p:cNvPr id="303" name="任意形状 302">
            <a:extLst>
              <a:ext uri="{FF2B5EF4-FFF2-40B4-BE49-F238E27FC236}">
                <a16:creationId xmlns:a16="http://schemas.microsoft.com/office/drawing/2014/main" id="{01BEDD9A-1521-294B-059E-4DF136BAC0C6}"/>
              </a:ext>
            </a:extLst>
          </p:cNvPr>
          <p:cNvSpPr/>
          <p:nvPr/>
        </p:nvSpPr>
        <p:spPr>
          <a:xfrm>
            <a:off x="9834391" y="4507325"/>
            <a:ext cx="297735" cy="799644"/>
          </a:xfrm>
          <a:custGeom>
            <a:avLst/>
            <a:gdLst>
              <a:gd name="csX0" fmla="*/ 166290 w 166289"/>
              <a:gd name="csY0" fmla="*/ 799645 h 799644"/>
              <a:gd name="csX1" fmla="*/ 54062 w 166289"/>
              <a:gd name="csY1" fmla="*/ 799645 h 799644"/>
              <a:gd name="csX2" fmla="*/ 54062 w 166289"/>
              <a:gd name="csY2" fmla="*/ 0 h 799644"/>
              <a:gd name="csX3" fmla="*/ 0 w 166289"/>
              <a:gd name="csY3" fmla="*/ 0 h 7996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6289" h="799644">
                <a:moveTo>
                  <a:pt x="166290" y="799645"/>
                </a:moveTo>
                <a:lnTo>
                  <a:pt x="54062" y="799645"/>
                </a:lnTo>
                <a:lnTo>
                  <a:pt x="54062" y="0"/>
                </a:lnTo>
                <a:lnTo>
                  <a:pt x="0" y="0"/>
                </a:lnTo>
              </a:path>
            </a:pathLst>
          </a:custGeom>
          <a:noFill/>
          <a:ln w="4676" cap="rnd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04" name="图形 1">
            <a:extLst>
              <a:ext uri="{FF2B5EF4-FFF2-40B4-BE49-F238E27FC236}">
                <a16:creationId xmlns:a16="http://schemas.microsoft.com/office/drawing/2014/main" id="{54DE9750-2380-3496-3471-795680D77F6D}"/>
              </a:ext>
            </a:extLst>
          </p:cNvPr>
          <p:cNvGrpSpPr/>
          <p:nvPr/>
        </p:nvGrpSpPr>
        <p:grpSpPr>
          <a:xfrm>
            <a:off x="10209708" y="5132939"/>
            <a:ext cx="1700528" cy="348061"/>
            <a:chOff x="12430314" y="6063668"/>
            <a:chExt cx="1700528" cy="348061"/>
          </a:xfrm>
        </p:grpSpPr>
        <p:sp>
          <p:nvSpPr>
            <p:cNvPr id="305" name="矩形 304">
              <a:extLst>
                <a:ext uri="{FF2B5EF4-FFF2-40B4-BE49-F238E27FC236}">
                  <a16:creationId xmlns:a16="http://schemas.microsoft.com/office/drawing/2014/main" id="{CCF5F225-FD03-3816-A064-4E4563953BB5}"/>
                </a:ext>
              </a:extLst>
            </p:cNvPr>
            <p:cNvSpPr/>
            <p:nvPr/>
          </p:nvSpPr>
          <p:spPr>
            <a:xfrm>
              <a:off x="12430314" y="6063668"/>
              <a:ext cx="1700528" cy="348061"/>
            </a:xfrm>
            <a:prstGeom prst="rect">
              <a:avLst/>
            </a:prstGeom>
            <a:solidFill>
              <a:srgbClr val="FFFFFF"/>
            </a:solidFill>
            <a:ln w="935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矩形 305">
              <a:extLst>
                <a:ext uri="{FF2B5EF4-FFF2-40B4-BE49-F238E27FC236}">
                  <a16:creationId xmlns:a16="http://schemas.microsoft.com/office/drawing/2014/main" id="{832784F0-E036-1405-40EC-9E8D6EC552F2}"/>
                </a:ext>
              </a:extLst>
            </p:cNvPr>
            <p:cNvSpPr/>
            <p:nvPr/>
          </p:nvSpPr>
          <p:spPr>
            <a:xfrm>
              <a:off x="12430314" y="6063668"/>
              <a:ext cx="1700528" cy="348061"/>
            </a:xfrm>
            <a:prstGeom prst="rect">
              <a:avLst/>
            </a:prstGeom>
            <a:noFill/>
            <a:ln w="9352" cap="rnd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文本框 306">
              <a:extLst>
                <a:ext uri="{FF2B5EF4-FFF2-40B4-BE49-F238E27FC236}">
                  <a16:creationId xmlns:a16="http://schemas.microsoft.com/office/drawing/2014/main" id="{15CEA731-9F8A-E210-43C6-6526023D9C0C}"/>
                </a:ext>
              </a:extLst>
            </p:cNvPr>
            <p:cNvSpPr txBox="1"/>
            <p:nvPr/>
          </p:nvSpPr>
          <p:spPr>
            <a:xfrm>
              <a:off x="12897945" y="6028975"/>
              <a:ext cx="781413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社会经济</a:t>
              </a:r>
            </a:p>
          </p:txBody>
        </p:sp>
        <p:sp>
          <p:nvSpPr>
            <p:cNvPr id="308" name="文本框 307">
              <a:extLst>
                <a:ext uri="{FF2B5EF4-FFF2-40B4-BE49-F238E27FC236}">
                  <a16:creationId xmlns:a16="http://schemas.microsoft.com/office/drawing/2014/main" id="{413BE1DD-17B4-D87F-A990-7ECF48A3FAAF}"/>
                </a:ext>
              </a:extLst>
            </p:cNvPr>
            <p:cNvSpPr txBox="1"/>
            <p:nvPr/>
          </p:nvSpPr>
          <p:spPr>
            <a:xfrm>
              <a:off x="13047578" y="6194317"/>
              <a:ext cx="482146" cy="241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宋体"/>
                  <a:ea typeface="宋体"/>
                  <a:sym typeface="宋体"/>
                  <a:rtl val="0"/>
                </a:rPr>
                <a:t>属性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235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717</Words>
  <Application>Microsoft Macintosh PowerPoint</Application>
  <DocSecurity>0</DocSecurity>
  <PresentationFormat>宽屏</PresentationFormat>
  <Paragraphs>296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等线 Light</vt:lpstr>
      <vt:lpstr>宋体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赫 郝</cp:lastModifiedBy>
  <cp:revision>1</cp:revision>
  <dcterms:created xsi:type="dcterms:W3CDTF">2026-08-08T12:54:29Z</dcterms:created>
  <dcterms:modified xsi:type="dcterms:W3CDTF">2026-08-08T15:31:10Z</dcterms:modified>
</cp:coreProperties>
</file>