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e23d8cf40433a" /><Relationship Type="http://schemas.openxmlformats.org/officeDocument/2006/relationships/extended-properties" Target="/docProps/app.xml" Id="Re3b62ab4122740a8" /><Relationship Type="http://schemas.openxmlformats.org/officeDocument/2006/relationships/officeDocument" Target="/ppt/presentation.xml" Id="Rf491daf0063a41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343b9e91248a4"/>
  </p:sldMasterIdLst>
  <p:notesMasterIdLst>
    <p:notesMasterId xmlns:r="http://schemas.openxmlformats.org/officeDocument/2006/relationships" r:id="R4501a12b80ff410e"/>
  </p:notesMasterIdLst>
  <p:sldIdLst>
    <p:sldId xmlns:r="http://schemas.openxmlformats.org/officeDocument/2006/relationships" id="256" r:id="Rce3a0aa6caff49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47148c90f24783" /><Relationship Type="http://schemas.openxmlformats.org/officeDocument/2006/relationships/slideMaster" Target="/ppt/slideMasters/slideMaster1.xml" Id="R210343b9e91248a4" /><Relationship Type="http://schemas.openxmlformats.org/officeDocument/2006/relationships/notesMaster" Target="/ppt/notesMasters/notesMaster1.xml" Id="R4501a12b80ff410e" /><Relationship Type="http://schemas.openxmlformats.org/officeDocument/2006/relationships/presProps" Target="/ppt/presProps.xml" Id="R2a91483e5b8e4861" /><Relationship Type="http://schemas.openxmlformats.org/officeDocument/2006/relationships/viewProps" Target="/ppt/viewProps.xml" Id="R47f4f95cdc774a00" /><Relationship Type="http://schemas.openxmlformats.org/officeDocument/2006/relationships/tableStyles" Target="/ppt/tableStyles.xml" Id="R1f2b5c26c24a46b5" /><Relationship Type="http://schemas.openxmlformats.org/officeDocument/2006/relationships/slide" Target="/ppt/slides/slide1.xml" Id="Rce3a0aa6caff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52a6a1ba22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hxwh44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dc1a847814260" /><Relationship Type="http://schemas.openxmlformats.org/officeDocument/2006/relationships/notesMaster" Target="/ppt/notesMasters/notesMaster1.xml" Id="Rfc778f1a1577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e457ef01248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1b71b549e43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3acf797a346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4d7fd2eb648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6d6ed5e614d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0151e545942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ed3ed21a340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c2660766f4b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0e04ce87d45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c57bc15b2485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5b9133656404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8A8F89-BC71-4E74-8B5D-C1C35D901C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88D02E-1372-46C0-A070-FB704744A2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DD16-F611-42F9-921E-7667467BFC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8A8F022-EF08-4F2E-ABCD-3915F495B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2B6B99-BB45-4B88-AA1B-50230AF2FD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CA2C24-DA94-47A2-A3A6-CD101502F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62784D8-666B-4B29-B718-D3ECCB0155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7F9DFC-9378-43F2-AEB3-B432C740FF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C3B9C2-3008-4C22-AACB-FF7F56048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D03944-F37D-44BF-B43C-70CC35FF87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AF04D9-7642-4D25-B715-D0D298694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7065185-E457-4851-99AB-B516EA604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02A8537-B594-44F8-A3C8-BFA0F197F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B494F6E-3597-4F19-BF32-A490F2895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F4CD85B-A7B0-4239-882C-C6BC6864EC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6A750D4-CF12-4C11-B26F-52A4847EE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A093EA1-DFCA-4272-9DCC-E284D5898D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E27647C-E2A0-468D-B026-F7761249C2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8231A0-C69D-441F-B5B3-6B01BC4532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4CF0377-FB4E-404D-9FF1-86129ACB8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E5CCACA-865C-4003-89C6-581AC50D93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E7D1AC-B4A9-43DE-801D-F35594C61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C6CC862-9EFD-460F-A219-B668807654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C1BD92-68EB-4D4B-944C-B921D05DBB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AF123EC-B062-4EE9-9FCC-1AC8BA0F4E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D250D31-0E04-4B5C-9AE5-AFCECFD9B52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47ED1A1-E85B-40B9-AD7B-06EF318FF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F8D5DB0-8FB6-47F6-A2CB-1B53722195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F832D83-7885-4130-8BC4-3E92A30FF1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ABDF43-F896-41AB-B06C-DC77E1394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CB2123B-12E1-4314-9793-CCBB33F38A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916AA87-AB50-4B51-A6A0-7E21638E2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022D911-3B78-4A6E-AB06-49608D7AF2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4B79BCE-A103-49BA-9395-4B45B18E1C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5491DA-02A6-47BD-B84D-4E047DAD3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579BFBF-B3EB-45FB-8FF7-106BB765D2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9489F0-29F2-41E6-B4B7-E50B582C8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21820B-D697-43A9-9E54-A79DC2FB65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092DDEB-5875-4849-8F8F-43EB277B89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DDED26C-3E6D-49D1-A7C5-DF3348F741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B1EDCF6-B644-459A-8F33-3EE8D449BC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1C8A43C-8082-41E0-8AAE-037DA9B48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49E2CD-0C43-4937-93EA-D8E2D3647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78DB218-7AEF-4FBB-9486-8E35B83A0A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235D63E-CCD8-4BAE-9A32-C96EA8BAC3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6D0A076-A8C0-49C7-B614-B7ACED8CB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3DB0571-6287-4CBC-B87F-DAAEB34894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87B4B56-4486-4434-B0F0-C522AE4D35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D486B5-D603-4C72-A61A-36BE3FFCE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09C108F-C192-4B3F-91B4-5BBB57377C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72C7DE-42F2-469B-867D-A9A8349A7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CD2D43-93F7-401C-9CD8-AAD336EEA1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45DE34-D6DD-450B-AE6A-0AB5643DEA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A77DFC6-AD26-4844-969A-3A0AA9402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A3A8286-16D5-458E-824D-28F002B6C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9E53980-E3F7-4ED2-9B11-AEBA9E29F5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5C3850-8E78-4576-B608-5A40C20F05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F6F0EE-71EE-4C7D-95AD-6E14BA75B2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1e98654ecd47d1" /><Relationship Type="http://schemas.openxmlformats.org/officeDocument/2006/relationships/slideLayout" Target="/ppt/slideLayouts/slideLayout1.xml" Id="R010fcd8b7e344bd6" /><Relationship Type="http://schemas.openxmlformats.org/officeDocument/2006/relationships/slideLayout" Target="/ppt/slideLayouts/slideLayout2.xml" Id="Ra3ff843530fe4c93" /><Relationship Type="http://schemas.openxmlformats.org/officeDocument/2006/relationships/slideLayout" Target="/ppt/slideLayouts/slideLayout3.xml" Id="R88bc47b347c7436f" /><Relationship Type="http://schemas.openxmlformats.org/officeDocument/2006/relationships/slideLayout" Target="/ppt/slideLayouts/slideLayout4.xml" Id="R318dea2babb6411c" /><Relationship Type="http://schemas.openxmlformats.org/officeDocument/2006/relationships/slideLayout" Target="/ppt/slideLayouts/slideLayout5.xml" Id="Rcfaaf43b1c68417f" /><Relationship Type="http://schemas.openxmlformats.org/officeDocument/2006/relationships/slideLayout" Target="/ppt/slideLayouts/slideLayout6.xml" Id="Re84ec7bcbd7f4a34" /><Relationship Type="http://schemas.openxmlformats.org/officeDocument/2006/relationships/slideLayout" Target="/ppt/slideLayouts/slideLayout7.xml" Id="R36ed2108ecf94ac5" /><Relationship Type="http://schemas.openxmlformats.org/officeDocument/2006/relationships/slideLayout" Target="/ppt/slideLayouts/slideLayout8.xml" Id="Rbab5d124c172445c" /><Relationship Type="http://schemas.openxmlformats.org/officeDocument/2006/relationships/slideLayout" Target="/ppt/slideLayouts/slideLayout9.xml" Id="R4e3a574ca2114192" /><Relationship Type="http://schemas.openxmlformats.org/officeDocument/2006/relationships/slideLayout" Target="/ppt/slideLayouts/slideLayout10.xml" Id="R95a8fa5b60684a24" /><Relationship Type="http://schemas.openxmlformats.org/officeDocument/2006/relationships/slideLayout" Target="/ppt/slideLayouts/slideLayout11.xml" Id="R042243ecf8ec43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66CD291-1DCC-489E-BC94-25005C51A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5BDA5EA-45D3-4B01-A7FD-08051FA4D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8E7206-B0A3-44A1-BBCA-2ED01AAFC6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24C71E6-5702-4B14-873B-052D33327DBE}" type="datetimeFigureOut">
              <a:t>2024/6/20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8FE684-95CC-45C5-B4E7-3BE7C15E92B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CC8ECB-2CD9-4A5A-9C95-FEF59A8996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8CE6D54-8AE4-48B7-BC69-75776FCEFB3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fcd8b7e344bd6"/>
    <p:sldLayoutId xmlns:r="http://schemas.openxmlformats.org/officeDocument/2006/relationships" id="2147483650" r:id="Ra3ff843530fe4c93"/>
    <p:sldLayoutId xmlns:r="http://schemas.openxmlformats.org/officeDocument/2006/relationships" id="2147483651" r:id="R88bc47b347c7436f"/>
    <p:sldLayoutId xmlns:r="http://schemas.openxmlformats.org/officeDocument/2006/relationships" id="2147483652" r:id="R318dea2babb6411c"/>
    <p:sldLayoutId xmlns:r="http://schemas.openxmlformats.org/officeDocument/2006/relationships" id="2147483653" r:id="Rcfaaf43b1c68417f"/>
    <p:sldLayoutId xmlns:r="http://schemas.openxmlformats.org/officeDocument/2006/relationships" id="2147483654" r:id="Re84ec7bcbd7f4a34"/>
    <p:sldLayoutId xmlns:r="http://schemas.openxmlformats.org/officeDocument/2006/relationships" id="2147483655" r:id="R36ed2108ecf94ac5"/>
    <p:sldLayoutId xmlns:r="http://schemas.openxmlformats.org/officeDocument/2006/relationships" id="2147483656" r:id="Rbab5d124c172445c"/>
    <p:sldLayoutId xmlns:r="http://schemas.openxmlformats.org/officeDocument/2006/relationships" id="2147483657" r:id="R4e3a574ca2114192"/>
    <p:sldLayoutId xmlns:r="http://schemas.openxmlformats.org/officeDocument/2006/relationships" id="2147483658" r:id="R95a8fa5b60684a24"/>
    <p:sldLayoutId xmlns:r="http://schemas.openxmlformats.org/officeDocument/2006/relationships" id="2147483659" r:id="R042243ecf8ec43b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hxwh44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e2fee66854ae7" /><Relationship Type="http://schemas.openxmlformats.org/officeDocument/2006/relationships/notesSlide" Target="/ppt/notesSlides/notesSlide1.xml" Id="R881e5af155144b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顶角 3">
            <a:extLst xmlns:a="http://schemas.openxmlformats.org/drawingml/2006/main">
              <a:ext uri="{FF2B5EF4-FFF2-40B4-BE49-F238E27FC236}">
                <a16:creationId xmlns:a16="http://schemas.microsoft.com/office/drawing/2014/main" id="{8D0096DD-1648-4DB7-9536-4B31081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715" y="1035083"/>
            <a:ext cx="2151802" cy="1457470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矩形: 圆顶角 4">
            <a:extLst xmlns:a="http://schemas.openxmlformats.org/drawingml/2006/main">
              <a:ext uri="{FF2B5EF4-FFF2-40B4-BE49-F238E27FC236}">
                <a16:creationId xmlns:a16="http://schemas.microsoft.com/office/drawing/2014/main" id="{41D8A18B-A5A7-4622-BD26-55274DA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470716" y="2492553"/>
            <a:ext cx="2151801" cy="2812824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: 圆顶角 7">
            <a:extLst xmlns:a="http://schemas.openxmlformats.org/drawingml/2006/main">
              <a:ext uri="{FF2B5EF4-FFF2-40B4-BE49-F238E27FC236}">
                <a16:creationId xmlns:a16="http://schemas.microsoft.com/office/drawing/2014/main" id="{F8C1F97E-B5C5-46CE-A2D7-B0BC735D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1400" y="1035083"/>
            <a:ext cx="2151802" cy="1457470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: 圆顶角 8">
            <a:extLst xmlns:a="http://schemas.openxmlformats.org/drawingml/2006/main">
              <a:ext uri="{FF2B5EF4-FFF2-40B4-BE49-F238E27FC236}">
                <a16:creationId xmlns:a16="http://schemas.microsoft.com/office/drawing/2014/main" id="{2E90D01A-C986-47AD-BB1B-5203B65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2701401" y="2492553"/>
            <a:ext cx="2151801" cy="2812824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: 圆顶角 10">
            <a:extLst xmlns:a="http://schemas.openxmlformats.org/drawingml/2006/main">
              <a:ext uri="{FF2B5EF4-FFF2-40B4-BE49-F238E27FC236}">
                <a16:creationId xmlns:a16="http://schemas.microsoft.com/office/drawing/2014/main" id="{9F31A840-0E9C-407B-9111-4DAC727F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2084" y="1035083"/>
            <a:ext cx="2151802" cy="1457470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矩形: 圆顶角 13">
            <a:extLst xmlns:a="http://schemas.openxmlformats.org/drawingml/2006/main">
              <a:ext uri="{FF2B5EF4-FFF2-40B4-BE49-F238E27FC236}">
                <a16:creationId xmlns:a16="http://schemas.microsoft.com/office/drawing/2014/main" id="{288C6A08-1D59-4E22-9145-C6CA0FC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2768" y="1035083"/>
            <a:ext cx="2151802" cy="1457470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: 圆顶角 16">
            <a:extLst xmlns:a="http://schemas.openxmlformats.org/drawingml/2006/main">
              <a:ext uri="{FF2B5EF4-FFF2-40B4-BE49-F238E27FC236}">
                <a16:creationId xmlns:a16="http://schemas.microsoft.com/office/drawing/2014/main" id="{B38DB52A-ADF2-4F5F-A2D2-8397B2C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93452" y="1035083"/>
            <a:ext cx="2151802" cy="1457470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iconfont-1191-866878">
            <a:extLst xmlns:a="http://schemas.openxmlformats.org/drawingml/2006/main">
              <a:ext uri="{FF2B5EF4-FFF2-40B4-BE49-F238E27FC236}">
                <a16:creationId xmlns:a16="http://schemas.microsoft.com/office/drawing/2014/main" id="{A597BE1C-4B22-46B1-A2F0-D5D5EBF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617149" y="1294083"/>
            <a:ext cx="717701" cy="939594"/>
          </a:xfrm>
          <a:custGeom xmlns:a="http://schemas.openxmlformats.org/drawingml/2006/main">
            <a:gdLst>
              <a:gd name="T0" fmla="*/ 4967 w 5341"/>
              <a:gd name="T1" fmla="*/ 1831 h 7768"/>
              <a:gd name="T2" fmla="*/ 4967 w 5341"/>
              <a:gd name="T3" fmla="*/ 1276 h 7768"/>
              <a:gd name="T4" fmla="*/ 5341 w 5341"/>
              <a:gd name="T5" fmla="*/ 1276 h 7768"/>
              <a:gd name="T6" fmla="*/ 5341 w 5341"/>
              <a:gd name="T7" fmla="*/ 0 h 7768"/>
              <a:gd name="T8" fmla="*/ 0 w 5341"/>
              <a:gd name="T9" fmla="*/ 0 h 7768"/>
              <a:gd name="T10" fmla="*/ 0 w 5341"/>
              <a:gd name="T11" fmla="*/ 1276 h 7768"/>
              <a:gd name="T12" fmla="*/ 374 w 5341"/>
              <a:gd name="T13" fmla="*/ 1276 h 7768"/>
              <a:gd name="T14" fmla="*/ 374 w 5341"/>
              <a:gd name="T15" fmla="*/ 1831 h 7768"/>
              <a:gd name="T16" fmla="*/ 1495 w 5341"/>
              <a:gd name="T17" fmla="*/ 3884 h 7768"/>
              <a:gd name="T18" fmla="*/ 374 w 5341"/>
              <a:gd name="T19" fmla="*/ 5937 h 7768"/>
              <a:gd name="T20" fmla="*/ 374 w 5341"/>
              <a:gd name="T21" fmla="*/ 6492 h 7768"/>
              <a:gd name="T22" fmla="*/ 0 w 5341"/>
              <a:gd name="T23" fmla="*/ 6492 h 7768"/>
              <a:gd name="T24" fmla="*/ 0 w 5341"/>
              <a:gd name="T25" fmla="*/ 7768 h 7768"/>
              <a:gd name="T26" fmla="*/ 5341 w 5341"/>
              <a:gd name="T27" fmla="*/ 7768 h 7768"/>
              <a:gd name="T28" fmla="*/ 5341 w 5341"/>
              <a:gd name="T29" fmla="*/ 6492 h 7768"/>
              <a:gd name="T30" fmla="*/ 4967 w 5341"/>
              <a:gd name="T31" fmla="*/ 6492 h 7768"/>
              <a:gd name="T32" fmla="*/ 4967 w 5341"/>
              <a:gd name="T33" fmla="*/ 5937 h 7768"/>
              <a:gd name="T34" fmla="*/ 3845 w 5341"/>
              <a:gd name="T35" fmla="*/ 3884 h 7768"/>
              <a:gd name="T36" fmla="*/ 4967 w 5341"/>
              <a:gd name="T37" fmla="*/ 1831 h 7768"/>
              <a:gd name="T38" fmla="*/ 4326 w 5341"/>
              <a:gd name="T39" fmla="*/ 5937 h 7768"/>
              <a:gd name="T40" fmla="*/ 4326 w 5341"/>
              <a:gd name="T41" fmla="*/ 6492 h 7768"/>
              <a:gd name="T42" fmla="*/ 1015 w 5341"/>
              <a:gd name="T43" fmla="*/ 6492 h 7768"/>
              <a:gd name="T44" fmla="*/ 1015 w 5341"/>
              <a:gd name="T45" fmla="*/ 5937 h 7768"/>
              <a:gd name="T46" fmla="*/ 2670 w 5341"/>
              <a:gd name="T47" fmla="*/ 4217 h 7768"/>
              <a:gd name="T48" fmla="*/ 4326 w 5341"/>
              <a:gd name="T49" fmla="*/ 5937 h 7768"/>
              <a:gd name="T50" fmla="*/ 4326 w 5341"/>
              <a:gd name="T51" fmla="*/ 5937 h 7768"/>
              <a:gd name="T52" fmla="*/ 2670 w 5341"/>
              <a:gd name="T53" fmla="*/ 3551 h 7768"/>
              <a:gd name="T54" fmla="*/ 1015 w 5341"/>
              <a:gd name="T55" fmla="*/ 1831 h 7768"/>
              <a:gd name="T56" fmla="*/ 1015 w 5341"/>
              <a:gd name="T57" fmla="*/ 1276 h 7768"/>
              <a:gd name="T58" fmla="*/ 4326 w 5341"/>
              <a:gd name="T59" fmla="*/ 1276 h 7768"/>
              <a:gd name="T60" fmla="*/ 4326 w 5341"/>
              <a:gd name="T61" fmla="*/ 1831 h 7768"/>
              <a:gd name="T62" fmla="*/ 2670 w 5341"/>
              <a:gd name="T63" fmla="*/ 3551 h 7768"/>
              <a:gd name="T64" fmla="*/ 2670 w 5341"/>
              <a:gd name="T65" fmla="*/ 3551 h 7768"/>
            </a:gdLst>
            <a:rect l="0" t="0" r="r" b="b"/>
            <a:pathLst>
              <a:path w="5341" h="7768">
                <a:moveTo>
                  <a:pt x="4967" y="1831"/>
                </a:moveTo>
                <a:lnTo>
                  <a:pt x="4967" y="1276"/>
                </a:lnTo>
                <a:lnTo>
                  <a:pt x="5341" y="1276"/>
                </a:lnTo>
                <a:lnTo>
                  <a:pt x="5341" y="0"/>
                </a:lnTo>
                <a:lnTo>
                  <a:pt x="0" y="0"/>
                </a:lnTo>
                <a:lnTo>
                  <a:pt x="0" y="1276"/>
                </a:lnTo>
                <a:lnTo>
                  <a:pt x="374" y="1276"/>
                </a:lnTo>
                <a:lnTo>
                  <a:pt x="374" y="1831"/>
                </a:lnTo>
                <a:cubicBezTo>
                  <a:pt x="374" y="2719"/>
                  <a:pt x="855" y="3496"/>
                  <a:pt x="1495" y="3884"/>
                </a:cubicBezTo>
                <a:cubicBezTo>
                  <a:pt x="801" y="4328"/>
                  <a:pt x="374" y="5049"/>
                  <a:pt x="374" y="5937"/>
                </a:cubicBezTo>
                <a:lnTo>
                  <a:pt x="374" y="6492"/>
                </a:lnTo>
                <a:lnTo>
                  <a:pt x="0" y="6492"/>
                </a:lnTo>
                <a:lnTo>
                  <a:pt x="0" y="7768"/>
                </a:lnTo>
                <a:lnTo>
                  <a:pt x="5341" y="7768"/>
                </a:lnTo>
                <a:lnTo>
                  <a:pt x="5341" y="6492"/>
                </a:lnTo>
                <a:lnTo>
                  <a:pt x="4967" y="6492"/>
                </a:lnTo>
                <a:lnTo>
                  <a:pt x="4967" y="5937"/>
                </a:lnTo>
                <a:cubicBezTo>
                  <a:pt x="4967" y="5049"/>
                  <a:pt x="4486" y="4272"/>
                  <a:pt x="3845" y="3884"/>
                </a:cubicBezTo>
                <a:cubicBezTo>
                  <a:pt x="4486" y="3440"/>
                  <a:pt x="4967" y="2719"/>
                  <a:pt x="4967" y="1831"/>
                </a:cubicBezTo>
                <a:close/>
                <a:moveTo>
                  <a:pt x="4326" y="5937"/>
                </a:moveTo>
                <a:lnTo>
                  <a:pt x="4326" y="6492"/>
                </a:lnTo>
                <a:lnTo>
                  <a:pt x="1015" y="6492"/>
                </a:lnTo>
                <a:lnTo>
                  <a:pt x="1015" y="5937"/>
                </a:lnTo>
                <a:cubicBezTo>
                  <a:pt x="1015" y="4994"/>
                  <a:pt x="1763" y="4217"/>
                  <a:pt x="2670" y="4217"/>
                </a:cubicBezTo>
                <a:cubicBezTo>
                  <a:pt x="3578" y="4217"/>
                  <a:pt x="4326" y="4994"/>
                  <a:pt x="4326" y="5937"/>
                </a:cubicBezTo>
                <a:lnTo>
                  <a:pt x="4326" y="5937"/>
                </a:lnTo>
                <a:close/>
                <a:moveTo>
                  <a:pt x="2670" y="3551"/>
                </a:moveTo>
                <a:cubicBezTo>
                  <a:pt x="1763" y="3551"/>
                  <a:pt x="1015" y="2774"/>
                  <a:pt x="1015" y="1831"/>
                </a:cubicBezTo>
                <a:lnTo>
                  <a:pt x="1015" y="1276"/>
                </a:lnTo>
                <a:lnTo>
                  <a:pt x="4326" y="1276"/>
                </a:lnTo>
                <a:lnTo>
                  <a:pt x="4326" y="1831"/>
                </a:lnTo>
                <a:cubicBezTo>
                  <a:pt x="4326" y="2774"/>
                  <a:pt x="3578" y="3551"/>
                  <a:pt x="2670" y="3551"/>
                </a:cubicBezTo>
                <a:close/>
                <a:moveTo>
                  <a:pt x="2670" y="3551"/>
                </a:move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iconfont-1191-866874">
            <a:extLst xmlns:a="http://schemas.openxmlformats.org/drawingml/2006/main">
              <a:ext uri="{FF2B5EF4-FFF2-40B4-BE49-F238E27FC236}">
                <a16:creationId xmlns:a16="http://schemas.microsoft.com/office/drawing/2014/main" id="{AECA4721-E6D5-4400-8210-31234FF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81370" y="1286703"/>
            <a:ext cx="930232" cy="943065"/>
          </a:xfrm>
          <a:custGeom xmlns:a="http://schemas.openxmlformats.org/drawingml/2006/main">
            <a:gdLst>
              <a:gd name="T0" fmla="*/ 4574 w 7964"/>
              <a:gd name="T1" fmla="*/ 4840 h 7964"/>
              <a:gd name="T2" fmla="*/ 4466 w 7964"/>
              <a:gd name="T3" fmla="*/ 5252 h 7964"/>
              <a:gd name="T4" fmla="*/ 4896 w 7964"/>
              <a:gd name="T5" fmla="*/ 5355 h 7964"/>
              <a:gd name="T6" fmla="*/ 5004 w 7964"/>
              <a:gd name="T7" fmla="*/ 4943 h 7964"/>
              <a:gd name="T8" fmla="*/ 3390 w 7964"/>
              <a:gd name="T9" fmla="*/ 4119 h 7964"/>
              <a:gd name="T10" fmla="*/ 2960 w 7964"/>
              <a:gd name="T11" fmla="*/ 4222 h 7964"/>
              <a:gd name="T12" fmla="*/ 3068 w 7964"/>
              <a:gd name="T13" fmla="*/ 4634 h 7964"/>
              <a:gd name="T14" fmla="*/ 3498 w 7964"/>
              <a:gd name="T15" fmla="*/ 4531 h 7964"/>
              <a:gd name="T16" fmla="*/ 3390 w 7964"/>
              <a:gd name="T17" fmla="*/ 4119 h 7964"/>
              <a:gd name="T18" fmla="*/ 3821 w 7964"/>
              <a:gd name="T19" fmla="*/ 4119 h 7964"/>
              <a:gd name="T20" fmla="*/ 3713 w 7964"/>
              <a:gd name="T21" fmla="*/ 4531 h 7964"/>
              <a:gd name="T22" fmla="*/ 4143 w 7964"/>
              <a:gd name="T23" fmla="*/ 4634 h 7964"/>
              <a:gd name="T24" fmla="*/ 4251 w 7964"/>
              <a:gd name="T25" fmla="*/ 4222 h 7964"/>
              <a:gd name="T26" fmla="*/ 4143 w 7964"/>
              <a:gd name="T27" fmla="*/ 4840 h 7964"/>
              <a:gd name="T28" fmla="*/ 3713 w 7964"/>
              <a:gd name="T29" fmla="*/ 4943 h 7964"/>
              <a:gd name="T30" fmla="*/ 3821 w 7964"/>
              <a:gd name="T31" fmla="*/ 5355 h 7964"/>
              <a:gd name="T32" fmla="*/ 4251 w 7964"/>
              <a:gd name="T33" fmla="*/ 5252 h 7964"/>
              <a:gd name="T34" fmla="*/ 4143 w 7964"/>
              <a:gd name="T35" fmla="*/ 4840 h 7964"/>
              <a:gd name="T36" fmla="*/ 4574 w 7964"/>
              <a:gd name="T37" fmla="*/ 4119 h 7964"/>
              <a:gd name="T38" fmla="*/ 4466 w 7964"/>
              <a:gd name="T39" fmla="*/ 4531 h 7964"/>
              <a:gd name="T40" fmla="*/ 4896 w 7964"/>
              <a:gd name="T41" fmla="*/ 4634 h 7964"/>
              <a:gd name="T42" fmla="*/ 5004 w 7964"/>
              <a:gd name="T43" fmla="*/ 4222 h 7964"/>
              <a:gd name="T44" fmla="*/ 2960 w 7964"/>
              <a:gd name="T45" fmla="*/ 2575 h 7964"/>
              <a:gd name="T46" fmla="*/ 5004 w 7964"/>
              <a:gd name="T47" fmla="*/ 3776 h 7964"/>
              <a:gd name="T48" fmla="*/ 2960 w 7964"/>
              <a:gd name="T49" fmla="*/ 2575 h 7964"/>
              <a:gd name="T50" fmla="*/ 4141 w 7964"/>
              <a:gd name="T51" fmla="*/ 3113 h 7964"/>
              <a:gd name="T52" fmla="*/ 4000 w 7964"/>
              <a:gd name="T53" fmla="*/ 3666 h 7964"/>
              <a:gd name="T54" fmla="*/ 3840 w 7964"/>
              <a:gd name="T55" fmla="*/ 3259 h 7964"/>
              <a:gd name="T56" fmla="*/ 3627 w 7964"/>
              <a:gd name="T57" fmla="*/ 2944 h 7964"/>
              <a:gd name="T58" fmla="*/ 4336 w 7964"/>
              <a:gd name="T59" fmla="*/ 2705 h 7964"/>
              <a:gd name="T60" fmla="*/ 7651 w 7964"/>
              <a:gd name="T61" fmla="*/ 2432 h 7964"/>
              <a:gd name="T62" fmla="*/ 5532 w 7964"/>
              <a:gd name="T63" fmla="*/ 313 h 7964"/>
              <a:gd name="T64" fmla="*/ 2432 w 7964"/>
              <a:gd name="T65" fmla="*/ 313 h 7964"/>
              <a:gd name="T66" fmla="*/ 313 w 7964"/>
              <a:gd name="T67" fmla="*/ 2432 h 7964"/>
              <a:gd name="T68" fmla="*/ 313 w 7964"/>
              <a:gd name="T69" fmla="*/ 5532 h 7964"/>
              <a:gd name="T70" fmla="*/ 2432 w 7964"/>
              <a:gd name="T71" fmla="*/ 7651 h 7964"/>
              <a:gd name="T72" fmla="*/ 5532 w 7964"/>
              <a:gd name="T73" fmla="*/ 7651 h 7964"/>
              <a:gd name="T74" fmla="*/ 7651 w 7964"/>
              <a:gd name="T75" fmla="*/ 5532 h 7964"/>
              <a:gd name="T76" fmla="*/ 7651 w 7964"/>
              <a:gd name="T77" fmla="*/ 2432 h 7964"/>
              <a:gd name="T78" fmla="*/ 5111 w 7964"/>
              <a:gd name="T79" fmla="*/ 5698 h 7964"/>
              <a:gd name="T80" fmla="*/ 2637 w 7964"/>
              <a:gd name="T81" fmla="*/ 5355 h 7964"/>
              <a:gd name="T82" fmla="*/ 2853 w 7964"/>
              <a:gd name="T83" fmla="*/ 2266 h 7964"/>
              <a:gd name="T84" fmla="*/ 5326 w 7964"/>
              <a:gd name="T85" fmla="*/ 2472 h 7964"/>
              <a:gd name="T86" fmla="*/ 3390 w 7964"/>
              <a:gd name="T87" fmla="*/ 4840 h 7964"/>
              <a:gd name="T88" fmla="*/ 2960 w 7964"/>
              <a:gd name="T89" fmla="*/ 4943 h 7964"/>
              <a:gd name="T90" fmla="*/ 3068 w 7964"/>
              <a:gd name="T91" fmla="*/ 5355 h 7964"/>
              <a:gd name="T92" fmla="*/ 3498 w 7964"/>
              <a:gd name="T93" fmla="*/ 5252 h 7964"/>
              <a:gd name="T94" fmla="*/ 3390 w 7964"/>
              <a:gd name="T95" fmla="*/ 4840 h 7964"/>
            </a:gdLst>
            <a:rect l="0" t="0" r="r" b="b"/>
            <a:pathLst>
              <a:path w="7964" h="7964">
                <a:moveTo>
                  <a:pt x="4896" y="4840"/>
                </a:moveTo>
                <a:lnTo>
                  <a:pt x="4574" y="4840"/>
                </a:lnTo>
                <a:cubicBezTo>
                  <a:pt x="4514" y="4840"/>
                  <a:pt x="4466" y="4886"/>
                  <a:pt x="4466" y="4943"/>
                </a:cubicBezTo>
                <a:lnTo>
                  <a:pt x="4466" y="5252"/>
                </a:lnTo>
                <a:cubicBezTo>
                  <a:pt x="4466" y="5309"/>
                  <a:pt x="4514" y="5355"/>
                  <a:pt x="4574" y="5355"/>
                </a:cubicBezTo>
                <a:lnTo>
                  <a:pt x="4896" y="5355"/>
                </a:lnTo>
                <a:cubicBezTo>
                  <a:pt x="4956" y="5355"/>
                  <a:pt x="5004" y="5309"/>
                  <a:pt x="5004" y="5252"/>
                </a:cubicBezTo>
                <a:lnTo>
                  <a:pt x="5004" y="4943"/>
                </a:lnTo>
                <a:cubicBezTo>
                  <a:pt x="5004" y="4886"/>
                  <a:pt x="4956" y="4840"/>
                  <a:pt x="4896" y="4840"/>
                </a:cubicBezTo>
                <a:close/>
                <a:moveTo>
                  <a:pt x="3390" y="4119"/>
                </a:moveTo>
                <a:lnTo>
                  <a:pt x="3068" y="4119"/>
                </a:lnTo>
                <a:cubicBezTo>
                  <a:pt x="3008" y="4119"/>
                  <a:pt x="2960" y="4165"/>
                  <a:pt x="2960" y="4222"/>
                </a:cubicBezTo>
                <a:lnTo>
                  <a:pt x="2960" y="4531"/>
                </a:lnTo>
                <a:cubicBezTo>
                  <a:pt x="2960" y="4588"/>
                  <a:pt x="3008" y="4634"/>
                  <a:pt x="3068" y="4634"/>
                </a:cubicBezTo>
                <a:lnTo>
                  <a:pt x="3390" y="4634"/>
                </a:lnTo>
                <a:cubicBezTo>
                  <a:pt x="3450" y="4634"/>
                  <a:pt x="3498" y="4588"/>
                  <a:pt x="3498" y="4531"/>
                </a:cubicBezTo>
                <a:lnTo>
                  <a:pt x="3498" y="4222"/>
                </a:lnTo>
                <a:cubicBezTo>
                  <a:pt x="3498" y="4165"/>
                  <a:pt x="3450" y="4119"/>
                  <a:pt x="3390" y="4119"/>
                </a:cubicBezTo>
                <a:close/>
                <a:moveTo>
                  <a:pt x="4143" y="4119"/>
                </a:moveTo>
                <a:lnTo>
                  <a:pt x="3821" y="4119"/>
                </a:lnTo>
                <a:cubicBezTo>
                  <a:pt x="3761" y="4119"/>
                  <a:pt x="3713" y="4165"/>
                  <a:pt x="3713" y="4222"/>
                </a:cubicBezTo>
                <a:lnTo>
                  <a:pt x="3713" y="4531"/>
                </a:lnTo>
                <a:cubicBezTo>
                  <a:pt x="3713" y="4588"/>
                  <a:pt x="3761" y="4634"/>
                  <a:pt x="3821" y="4634"/>
                </a:cubicBezTo>
                <a:lnTo>
                  <a:pt x="4143" y="4634"/>
                </a:lnTo>
                <a:cubicBezTo>
                  <a:pt x="4203" y="4634"/>
                  <a:pt x="4251" y="4588"/>
                  <a:pt x="4251" y="4531"/>
                </a:cubicBezTo>
                <a:lnTo>
                  <a:pt x="4251" y="4222"/>
                </a:lnTo>
                <a:cubicBezTo>
                  <a:pt x="4251" y="4165"/>
                  <a:pt x="4203" y="4119"/>
                  <a:pt x="4143" y="4119"/>
                </a:cubicBezTo>
                <a:close/>
                <a:moveTo>
                  <a:pt x="4143" y="4840"/>
                </a:moveTo>
                <a:lnTo>
                  <a:pt x="3821" y="4840"/>
                </a:lnTo>
                <a:cubicBezTo>
                  <a:pt x="3761" y="4840"/>
                  <a:pt x="3713" y="4886"/>
                  <a:pt x="3713" y="4943"/>
                </a:cubicBezTo>
                <a:lnTo>
                  <a:pt x="3713" y="5252"/>
                </a:lnTo>
                <a:cubicBezTo>
                  <a:pt x="3713" y="5309"/>
                  <a:pt x="3761" y="5355"/>
                  <a:pt x="3821" y="5355"/>
                </a:cubicBezTo>
                <a:lnTo>
                  <a:pt x="4143" y="5355"/>
                </a:lnTo>
                <a:cubicBezTo>
                  <a:pt x="4203" y="5355"/>
                  <a:pt x="4251" y="5309"/>
                  <a:pt x="4251" y="5252"/>
                </a:cubicBezTo>
                <a:lnTo>
                  <a:pt x="4251" y="4943"/>
                </a:lnTo>
                <a:cubicBezTo>
                  <a:pt x="4251" y="4886"/>
                  <a:pt x="4203" y="4840"/>
                  <a:pt x="4143" y="4840"/>
                </a:cubicBezTo>
                <a:close/>
                <a:moveTo>
                  <a:pt x="4896" y="4119"/>
                </a:moveTo>
                <a:lnTo>
                  <a:pt x="4574" y="4119"/>
                </a:lnTo>
                <a:cubicBezTo>
                  <a:pt x="4514" y="4119"/>
                  <a:pt x="4466" y="4165"/>
                  <a:pt x="4466" y="4222"/>
                </a:cubicBezTo>
                <a:lnTo>
                  <a:pt x="4466" y="4531"/>
                </a:lnTo>
                <a:cubicBezTo>
                  <a:pt x="4466" y="4588"/>
                  <a:pt x="4514" y="4634"/>
                  <a:pt x="4574" y="4634"/>
                </a:cubicBezTo>
                <a:lnTo>
                  <a:pt x="4896" y="4634"/>
                </a:lnTo>
                <a:cubicBezTo>
                  <a:pt x="4956" y="4634"/>
                  <a:pt x="5004" y="4588"/>
                  <a:pt x="5004" y="4531"/>
                </a:cubicBezTo>
                <a:lnTo>
                  <a:pt x="5004" y="4222"/>
                </a:lnTo>
                <a:cubicBezTo>
                  <a:pt x="5004" y="4165"/>
                  <a:pt x="4956" y="4119"/>
                  <a:pt x="4896" y="4119"/>
                </a:cubicBezTo>
                <a:close/>
                <a:moveTo>
                  <a:pt x="2960" y="2575"/>
                </a:moveTo>
                <a:lnTo>
                  <a:pt x="2960" y="3776"/>
                </a:lnTo>
                <a:lnTo>
                  <a:pt x="5004" y="3776"/>
                </a:lnTo>
                <a:lnTo>
                  <a:pt x="5004" y="2575"/>
                </a:lnTo>
                <a:lnTo>
                  <a:pt x="2960" y="2575"/>
                </a:lnTo>
                <a:close/>
                <a:moveTo>
                  <a:pt x="4336" y="2930"/>
                </a:moveTo>
                <a:cubicBezTo>
                  <a:pt x="4271" y="2990"/>
                  <a:pt x="4184" y="3043"/>
                  <a:pt x="4141" y="3113"/>
                </a:cubicBezTo>
                <a:cubicBezTo>
                  <a:pt x="4088" y="3197"/>
                  <a:pt x="4079" y="3254"/>
                  <a:pt x="4049" y="3358"/>
                </a:cubicBezTo>
                <a:cubicBezTo>
                  <a:pt x="4025" y="3438"/>
                  <a:pt x="4008" y="3556"/>
                  <a:pt x="4000" y="3666"/>
                </a:cubicBezTo>
                <a:lnTo>
                  <a:pt x="3745" y="3666"/>
                </a:lnTo>
                <a:cubicBezTo>
                  <a:pt x="3765" y="3513"/>
                  <a:pt x="3797" y="3362"/>
                  <a:pt x="3840" y="3259"/>
                </a:cubicBezTo>
                <a:cubicBezTo>
                  <a:pt x="3883" y="3155"/>
                  <a:pt x="3951" y="3063"/>
                  <a:pt x="4044" y="2944"/>
                </a:cubicBezTo>
                <a:lnTo>
                  <a:pt x="3627" y="2944"/>
                </a:lnTo>
                <a:lnTo>
                  <a:pt x="3627" y="2705"/>
                </a:lnTo>
                <a:lnTo>
                  <a:pt x="4336" y="2705"/>
                </a:lnTo>
                <a:lnTo>
                  <a:pt x="4336" y="2930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326" y="5355"/>
                </a:moveTo>
                <a:cubicBezTo>
                  <a:pt x="5326" y="5469"/>
                  <a:pt x="5230" y="5698"/>
                  <a:pt x="5111" y="5698"/>
                </a:cubicBezTo>
                <a:lnTo>
                  <a:pt x="2853" y="5698"/>
                </a:lnTo>
                <a:cubicBezTo>
                  <a:pt x="2734" y="5698"/>
                  <a:pt x="2637" y="5469"/>
                  <a:pt x="2637" y="5355"/>
                </a:cubicBezTo>
                <a:lnTo>
                  <a:pt x="2637" y="2472"/>
                </a:lnTo>
                <a:cubicBezTo>
                  <a:pt x="2637" y="2358"/>
                  <a:pt x="2734" y="2266"/>
                  <a:pt x="2853" y="2266"/>
                </a:cubicBezTo>
                <a:lnTo>
                  <a:pt x="5111" y="2266"/>
                </a:lnTo>
                <a:cubicBezTo>
                  <a:pt x="5230" y="2266"/>
                  <a:pt x="5326" y="2358"/>
                  <a:pt x="5326" y="2472"/>
                </a:cubicBezTo>
                <a:lnTo>
                  <a:pt x="5326" y="5355"/>
                </a:lnTo>
                <a:close/>
                <a:moveTo>
                  <a:pt x="3390" y="4840"/>
                </a:moveTo>
                <a:lnTo>
                  <a:pt x="3068" y="4840"/>
                </a:lnTo>
                <a:cubicBezTo>
                  <a:pt x="3008" y="4840"/>
                  <a:pt x="2960" y="4886"/>
                  <a:pt x="2960" y="4943"/>
                </a:cubicBezTo>
                <a:lnTo>
                  <a:pt x="2960" y="5252"/>
                </a:lnTo>
                <a:cubicBezTo>
                  <a:pt x="2960" y="5309"/>
                  <a:pt x="3008" y="5355"/>
                  <a:pt x="3068" y="5355"/>
                </a:cubicBezTo>
                <a:lnTo>
                  <a:pt x="3390" y="5355"/>
                </a:lnTo>
                <a:cubicBezTo>
                  <a:pt x="3450" y="5355"/>
                  <a:pt x="3498" y="5309"/>
                  <a:pt x="3498" y="5252"/>
                </a:cubicBezTo>
                <a:lnTo>
                  <a:pt x="3498" y="4943"/>
                </a:lnTo>
                <a:cubicBezTo>
                  <a:pt x="3498" y="4886"/>
                  <a:pt x="3450" y="4840"/>
                  <a:pt x="3390" y="4840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building-of-big-houses-style_48771">
            <a:extLst xmlns:a="http://schemas.openxmlformats.org/drawingml/2006/main">
              <a:ext uri="{FF2B5EF4-FFF2-40B4-BE49-F238E27FC236}">
                <a16:creationId xmlns:a16="http://schemas.microsoft.com/office/drawing/2014/main" id="{0D1A1B8A-2E67-4F19-8640-83CB065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295" y="1354920"/>
            <a:ext cx="1192740" cy="836487"/>
          </a:xfrm>
          <a:custGeom xmlns:a="http://schemas.openxmlformats.org/drawingml/2006/main">
            <a:gdLst>
              <a:gd name="connsiteX0" fmla="*/ 156390 w 551492"/>
              <a:gd name="connsiteY0" fmla="*/ 288840 h 375255"/>
              <a:gd name="connsiteX1" fmla="*/ 156390 w 551492"/>
              <a:gd name="connsiteY1" fmla="*/ 317215 h 375255"/>
              <a:gd name="connsiteX2" fmla="*/ 195142 w 551492"/>
              <a:gd name="connsiteY2" fmla="*/ 318505 h 375255"/>
              <a:gd name="connsiteX3" fmla="*/ 195142 w 551492"/>
              <a:gd name="connsiteY3" fmla="*/ 290130 h 375255"/>
              <a:gd name="connsiteX4" fmla="*/ 303647 w 551492"/>
              <a:gd name="connsiteY4" fmla="*/ 287550 h 375255"/>
              <a:gd name="connsiteX5" fmla="*/ 262311 w 551492"/>
              <a:gd name="connsiteY5" fmla="*/ 288840 h 375255"/>
              <a:gd name="connsiteX6" fmla="*/ 262311 w 551492"/>
              <a:gd name="connsiteY6" fmla="*/ 319795 h 375255"/>
              <a:gd name="connsiteX7" fmla="*/ 303647 w 551492"/>
              <a:gd name="connsiteY7" fmla="*/ 317215 h 375255"/>
              <a:gd name="connsiteX8" fmla="*/ 95679 w 551492"/>
              <a:gd name="connsiteY8" fmla="*/ 287550 h 375255"/>
              <a:gd name="connsiteX9" fmla="*/ 95679 w 551492"/>
              <a:gd name="connsiteY9" fmla="*/ 313346 h 375255"/>
              <a:gd name="connsiteX10" fmla="*/ 129264 w 551492"/>
              <a:gd name="connsiteY10" fmla="*/ 315926 h 375255"/>
              <a:gd name="connsiteX11" fmla="*/ 129264 w 551492"/>
              <a:gd name="connsiteY11" fmla="*/ 288840 h 375255"/>
              <a:gd name="connsiteX12" fmla="*/ 326898 w 551492"/>
              <a:gd name="connsiteY12" fmla="*/ 286261 h 375255"/>
              <a:gd name="connsiteX13" fmla="*/ 326898 w 551492"/>
              <a:gd name="connsiteY13" fmla="*/ 315926 h 375255"/>
              <a:gd name="connsiteX14" fmla="*/ 363066 w 551492"/>
              <a:gd name="connsiteY14" fmla="*/ 313346 h 375255"/>
              <a:gd name="connsiteX15" fmla="*/ 363066 w 551492"/>
              <a:gd name="connsiteY15" fmla="*/ 286261 h 375255"/>
              <a:gd name="connsiteX16" fmla="*/ 44010 w 551492"/>
              <a:gd name="connsiteY16" fmla="*/ 286261 h 375255"/>
              <a:gd name="connsiteX17" fmla="*/ 44010 w 551492"/>
              <a:gd name="connsiteY17" fmla="*/ 310766 h 375255"/>
              <a:gd name="connsiteX18" fmla="*/ 73720 w 551492"/>
              <a:gd name="connsiteY18" fmla="*/ 312056 h 375255"/>
              <a:gd name="connsiteX19" fmla="*/ 73720 w 551492"/>
              <a:gd name="connsiteY19" fmla="*/ 287550 h 375255"/>
              <a:gd name="connsiteX20" fmla="*/ 453487 w 551492"/>
              <a:gd name="connsiteY20" fmla="*/ 283681 h 375255"/>
              <a:gd name="connsiteX21" fmla="*/ 453487 w 551492"/>
              <a:gd name="connsiteY21" fmla="*/ 308187 h 375255"/>
              <a:gd name="connsiteX22" fmla="*/ 478030 w 551492"/>
              <a:gd name="connsiteY22" fmla="*/ 306897 h 375255"/>
              <a:gd name="connsiteX23" fmla="*/ 478030 w 551492"/>
              <a:gd name="connsiteY23" fmla="*/ 283681 h 375255"/>
              <a:gd name="connsiteX24" fmla="*/ 514198 w 551492"/>
              <a:gd name="connsiteY24" fmla="*/ 282391 h 375255"/>
              <a:gd name="connsiteX25" fmla="*/ 492238 w 551492"/>
              <a:gd name="connsiteY25" fmla="*/ 283681 h 375255"/>
              <a:gd name="connsiteX26" fmla="*/ 492238 w 551492"/>
              <a:gd name="connsiteY26" fmla="*/ 305607 h 375255"/>
              <a:gd name="connsiteX27" fmla="*/ 514198 w 551492"/>
              <a:gd name="connsiteY27" fmla="*/ 304318 h 375255"/>
              <a:gd name="connsiteX28" fmla="*/ 493530 w 551492"/>
              <a:gd name="connsiteY28" fmla="*/ 244988 h 375255"/>
              <a:gd name="connsiteX29" fmla="*/ 493530 w 551492"/>
              <a:gd name="connsiteY29" fmla="*/ 268204 h 375255"/>
              <a:gd name="connsiteX30" fmla="*/ 515490 w 551492"/>
              <a:gd name="connsiteY30" fmla="*/ 268204 h 375255"/>
              <a:gd name="connsiteX31" fmla="*/ 515490 w 551492"/>
              <a:gd name="connsiteY31" fmla="*/ 246278 h 375255"/>
              <a:gd name="connsiteX32" fmla="*/ 453487 w 551492"/>
              <a:gd name="connsiteY32" fmla="*/ 243698 h 375255"/>
              <a:gd name="connsiteX33" fmla="*/ 453487 w 551492"/>
              <a:gd name="connsiteY33" fmla="*/ 268204 h 375255"/>
              <a:gd name="connsiteX34" fmla="*/ 478030 w 551492"/>
              <a:gd name="connsiteY34" fmla="*/ 268204 h 375255"/>
              <a:gd name="connsiteX35" fmla="*/ 478030 w 551492"/>
              <a:gd name="connsiteY35" fmla="*/ 244988 h 375255"/>
              <a:gd name="connsiteX36" fmla="*/ 72428 w 551492"/>
              <a:gd name="connsiteY36" fmla="*/ 242408 h 375255"/>
              <a:gd name="connsiteX37" fmla="*/ 44010 w 551492"/>
              <a:gd name="connsiteY37" fmla="*/ 243698 h 375255"/>
              <a:gd name="connsiteX38" fmla="*/ 44010 w 551492"/>
              <a:gd name="connsiteY38" fmla="*/ 266914 h 375255"/>
              <a:gd name="connsiteX39" fmla="*/ 72428 w 551492"/>
              <a:gd name="connsiteY39" fmla="*/ 266914 h 375255"/>
              <a:gd name="connsiteX40" fmla="*/ 129264 w 551492"/>
              <a:gd name="connsiteY40" fmla="*/ 239829 h 375255"/>
              <a:gd name="connsiteX41" fmla="*/ 95679 w 551492"/>
              <a:gd name="connsiteY41" fmla="*/ 241119 h 375255"/>
              <a:gd name="connsiteX42" fmla="*/ 95679 w 551492"/>
              <a:gd name="connsiteY42" fmla="*/ 266914 h 375255"/>
              <a:gd name="connsiteX43" fmla="*/ 129264 w 551492"/>
              <a:gd name="connsiteY43" fmla="*/ 266914 h 375255"/>
              <a:gd name="connsiteX44" fmla="*/ 328189 w 551492"/>
              <a:gd name="connsiteY44" fmla="*/ 238539 h 375255"/>
              <a:gd name="connsiteX45" fmla="*/ 328189 w 551492"/>
              <a:gd name="connsiteY45" fmla="*/ 268204 h 375255"/>
              <a:gd name="connsiteX46" fmla="*/ 363066 w 551492"/>
              <a:gd name="connsiteY46" fmla="*/ 268204 h 375255"/>
              <a:gd name="connsiteX47" fmla="*/ 363066 w 551492"/>
              <a:gd name="connsiteY47" fmla="*/ 241119 h 375255"/>
              <a:gd name="connsiteX48" fmla="*/ 262311 w 551492"/>
              <a:gd name="connsiteY48" fmla="*/ 237249 h 375255"/>
              <a:gd name="connsiteX49" fmla="*/ 262311 w 551492"/>
              <a:gd name="connsiteY49" fmla="*/ 268204 h 375255"/>
              <a:gd name="connsiteX50" fmla="*/ 303647 w 551492"/>
              <a:gd name="connsiteY50" fmla="*/ 268204 h 375255"/>
              <a:gd name="connsiteX51" fmla="*/ 303647 w 551492"/>
              <a:gd name="connsiteY51" fmla="*/ 238539 h 375255"/>
              <a:gd name="connsiteX52" fmla="*/ 195142 w 551492"/>
              <a:gd name="connsiteY52" fmla="*/ 237249 h 375255"/>
              <a:gd name="connsiteX53" fmla="*/ 155098 w 551492"/>
              <a:gd name="connsiteY53" fmla="*/ 238539 h 375255"/>
              <a:gd name="connsiteX54" fmla="*/ 155098 w 551492"/>
              <a:gd name="connsiteY54" fmla="*/ 266914 h 375255"/>
              <a:gd name="connsiteX55" fmla="*/ 195142 w 551492"/>
              <a:gd name="connsiteY55" fmla="*/ 265624 h 375255"/>
              <a:gd name="connsiteX56" fmla="*/ 492238 w 551492"/>
              <a:gd name="connsiteY56" fmla="*/ 207585 h 375255"/>
              <a:gd name="connsiteX57" fmla="*/ 492238 w 551492"/>
              <a:gd name="connsiteY57" fmla="*/ 229511 h 375255"/>
              <a:gd name="connsiteX58" fmla="*/ 514198 w 551492"/>
              <a:gd name="connsiteY58" fmla="*/ 230801 h 375255"/>
              <a:gd name="connsiteX59" fmla="*/ 514198 w 551492"/>
              <a:gd name="connsiteY59" fmla="*/ 210164 h 375255"/>
              <a:gd name="connsiteX60" fmla="*/ 453487 w 551492"/>
              <a:gd name="connsiteY60" fmla="*/ 203715 h 375255"/>
              <a:gd name="connsiteX61" fmla="*/ 453487 w 551492"/>
              <a:gd name="connsiteY61" fmla="*/ 226931 h 375255"/>
              <a:gd name="connsiteX62" fmla="*/ 478030 w 551492"/>
              <a:gd name="connsiteY62" fmla="*/ 229511 h 375255"/>
              <a:gd name="connsiteX63" fmla="*/ 478030 w 551492"/>
              <a:gd name="connsiteY63" fmla="*/ 206295 h 375255"/>
              <a:gd name="connsiteX64" fmla="*/ 72428 w 551492"/>
              <a:gd name="connsiteY64" fmla="*/ 197266 h 375255"/>
              <a:gd name="connsiteX65" fmla="*/ 44010 w 551492"/>
              <a:gd name="connsiteY65" fmla="*/ 201136 h 375255"/>
              <a:gd name="connsiteX66" fmla="*/ 44010 w 551492"/>
              <a:gd name="connsiteY66" fmla="*/ 224352 h 375255"/>
              <a:gd name="connsiteX67" fmla="*/ 72428 w 551492"/>
              <a:gd name="connsiteY67" fmla="*/ 223062 h 375255"/>
              <a:gd name="connsiteX68" fmla="*/ 129264 w 551492"/>
              <a:gd name="connsiteY68" fmla="*/ 192107 h 375255"/>
              <a:gd name="connsiteX69" fmla="*/ 95679 w 551492"/>
              <a:gd name="connsiteY69" fmla="*/ 195977 h 375255"/>
              <a:gd name="connsiteX70" fmla="*/ 95679 w 551492"/>
              <a:gd name="connsiteY70" fmla="*/ 221772 h 375255"/>
              <a:gd name="connsiteX71" fmla="*/ 129264 w 551492"/>
              <a:gd name="connsiteY71" fmla="*/ 219193 h 375255"/>
              <a:gd name="connsiteX72" fmla="*/ 326898 w 551492"/>
              <a:gd name="connsiteY72" fmla="*/ 190818 h 375255"/>
              <a:gd name="connsiteX73" fmla="*/ 326898 w 551492"/>
              <a:gd name="connsiteY73" fmla="*/ 219193 h 375255"/>
              <a:gd name="connsiteX74" fmla="*/ 361774 w 551492"/>
              <a:gd name="connsiteY74" fmla="*/ 221772 h 375255"/>
              <a:gd name="connsiteX75" fmla="*/ 361774 w 551492"/>
              <a:gd name="connsiteY75" fmla="*/ 194687 h 375255"/>
              <a:gd name="connsiteX76" fmla="*/ 195142 w 551492"/>
              <a:gd name="connsiteY76" fmla="*/ 185658 h 375255"/>
              <a:gd name="connsiteX77" fmla="*/ 155098 w 551492"/>
              <a:gd name="connsiteY77" fmla="*/ 189528 h 375255"/>
              <a:gd name="connsiteX78" fmla="*/ 155098 w 551492"/>
              <a:gd name="connsiteY78" fmla="*/ 216613 h 375255"/>
              <a:gd name="connsiteX79" fmla="*/ 195142 w 551492"/>
              <a:gd name="connsiteY79" fmla="*/ 214034 h 375255"/>
              <a:gd name="connsiteX80" fmla="*/ 261020 w 551492"/>
              <a:gd name="connsiteY80" fmla="*/ 184369 h 375255"/>
              <a:gd name="connsiteX81" fmla="*/ 261020 w 551492"/>
              <a:gd name="connsiteY81" fmla="*/ 215323 h 375255"/>
              <a:gd name="connsiteX82" fmla="*/ 302355 w 551492"/>
              <a:gd name="connsiteY82" fmla="*/ 217903 h 375255"/>
              <a:gd name="connsiteX83" fmla="*/ 302355 w 551492"/>
              <a:gd name="connsiteY83" fmla="*/ 188238 h 375255"/>
              <a:gd name="connsiteX84" fmla="*/ 492238 w 551492"/>
              <a:gd name="connsiteY84" fmla="*/ 170181 h 375255"/>
              <a:gd name="connsiteX85" fmla="*/ 492238 w 551492"/>
              <a:gd name="connsiteY85" fmla="*/ 192107 h 375255"/>
              <a:gd name="connsiteX86" fmla="*/ 514198 w 551492"/>
              <a:gd name="connsiteY86" fmla="*/ 194687 h 375255"/>
              <a:gd name="connsiteX87" fmla="*/ 514198 w 551492"/>
              <a:gd name="connsiteY87" fmla="*/ 174051 h 375255"/>
              <a:gd name="connsiteX88" fmla="*/ 453487 w 551492"/>
              <a:gd name="connsiteY88" fmla="*/ 163732 h 375255"/>
              <a:gd name="connsiteX89" fmla="*/ 453487 w 551492"/>
              <a:gd name="connsiteY89" fmla="*/ 186948 h 375255"/>
              <a:gd name="connsiteX90" fmla="*/ 478030 w 551492"/>
              <a:gd name="connsiteY90" fmla="*/ 190818 h 375255"/>
              <a:gd name="connsiteX91" fmla="*/ 478030 w 551492"/>
              <a:gd name="connsiteY91" fmla="*/ 167602 h 375255"/>
              <a:gd name="connsiteX92" fmla="*/ 72428 w 551492"/>
              <a:gd name="connsiteY92" fmla="*/ 153414 h 375255"/>
              <a:gd name="connsiteX93" fmla="*/ 44010 w 551492"/>
              <a:gd name="connsiteY93" fmla="*/ 157284 h 375255"/>
              <a:gd name="connsiteX94" fmla="*/ 44010 w 551492"/>
              <a:gd name="connsiteY94" fmla="*/ 181789 h 375255"/>
              <a:gd name="connsiteX95" fmla="*/ 72428 w 551492"/>
              <a:gd name="connsiteY95" fmla="*/ 177920 h 375255"/>
              <a:gd name="connsiteX96" fmla="*/ 326898 w 551492"/>
              <a:gd name="connsiteY96" fmla="*/ 143096 h 375255"/>
              <a:gd name="connsiteX97" fmla="*/ 326898 w 551492"/>
              <a:gd name="connsiteY97" fmla="*/ 171471 h 375255"/>
              <a:gd name="connsiteX98" fmla="*/ 363066 w 551492"/>
              <a:gd name="connsiteY98" fmla="*/ 175340 h 375255"/>
              <a:gd name="connsiteX99" fmla="*/ 363066 w 551492"/>
              <a:gd name="connsiteY99" fmla="*/ 148255 h 375255"/>
              <a:gd name="connsiteX100" fmla="*/ 129264 w 551492"/>
              <a:gd name="connsiteY100" fmla="*/ 143096 h 375255"/>
              <a:gd name="connsiteX101" fmla="*/ 95679 w 551492"/>
              <a:gd name="connsiteY101" fmla="*/ 149545 h 375255"/>
              <a:gd name="connsiteX102" fmla="*/ 95679 w 551492"/>
              <a:gd name="connsiteY102" fmla="*/ 175340 h 375255"/>
              <a:gd name="connsiteX103" fmla="*/ 129264 w 551492"/>
              <a:gd name="connsiteY103" fmla="*/ 170181 h 375255"/>
              <a:gd name="connsiteX104" fmla="*/ 262311 w 551492"/>
              <a:gd name="connsiteY104" fmla="*/ 132778 h 375255"/>
              <a:gd name="connsiteX105" fmla="*/ 262311 w 551492"/>
              <a:gd name="connsiteY105" fmla="*/ 163732 h 375255"/>
              <a:gd name="connsiteX106" fmla="*/ 303647 w 551492"/>
              <a:gd name="connsiteY106" fmla="*/ 168891 h 375255"/>
              <a:gd name="connsiteX107" fmla="*/ 303647 w 551492"/>
              <a:gd name="connsiteY107" fmla="*/ 139227 h 375255"/>
              <a:gd name="connsiteX108" fmla="*/ 195142 w 551492"/>
              <a:gd name="connsiteY108" fmla="*/ 132778 h 375255"/>
              <a:gd name="connsiteX109" fmla="*/ 155098 w 551492"/>
              <a:gd name="connsiteY109" fmla="*/ 139227 h 375255"/>
              <a:gd name="connsiteX110" fmla="*/ 155098 w 551492"/>
              <a:gd name="connsiteY110" fmla="*/ 167602 h 375255"/>
              <a:gd name="connsiteX111" fmla="*/ 195142 w 551492"/>
              <a:gd name="connsiteY111" fmla="*/ 162443 h 375255"/>
              <a:gd name="connsiteX112" fmla="*/ 470279 w 551492"/>
              <a:gd name="connsiteY112" fmla="*/ 104403 h 375255"/>
              <a:gd name="connsiteX113" fmla="*/ 470279 w 551492"/>
              <a:gd name="connsiteY113" fmla="*/ 132778 h 375255"/>
              <a:gd name="connsiteX114" fmla="*/ 488363 w 551492"/>
              <a:gd name="connsiteY114" fmla="*/ 136647 h 375255"/>
              <a:gd name="connsiteX115" fmla="*/ 488363 w 551492"/>
              <a:gd name="connsiteY115" fmla="*/ 109562 h 375255"/>
              <a:gd name="connsiteX116" fmla="*/ 282979 w 551492"/>
              <a:gd name="connsiteY116" fmla="*/ 60551 h 375255"/>
              <a:gd name="connsiteX117" fmla="*/ 282979 w 551492"/>
              <a:gd name="connsiteY117" fmla="*/ 97954 h 375255"/>
              <a:gd name="connsiteX118" fmla="*/ 312689 w 551492"/>
              <a:gd name="connsiteY118" fmla="*/ 104403 h 375255"/>
              <a:gd name="connsiteX119" fmla="*/ 312689 w 551492"/>
              <a:gd name="connsiteY119" fmla="*/ 68289 h 375255"/>
              <a:gd name="connsiteX120" fmla="*/ 292021 w 551492"/>
              <a:gd name="connsiteY120" fmla="*/ 24437 h 375255"/>
              <a:gd name="connsiteX121" fmla="*/ 377275 w 551492"/>
              <a:gd name="connsiteY121" fmla="*/ 127619 h 375255"/>
              <a:gd name="connsiteX122" fmla="*/ 435403 w 551492"/>
              <a:gd name="connsiteY122" fmla="*/ 134068 h 375255"/>
              <a:gd name="connsiteX123" fmla="*/ 479321 w 551492"/>
              <a:gd name="connsiteY123" fmla="*/ 68289 h 375255"/>
              <a:gd name="connsiteX124" fmla="*/ 530990 w 551492"/>
              <a:gd name="connsiteY124" fmla="*/ 155994 h 375255"/>
              <a:gd name="connsiteX125" fmla="*/ 530990 w 551492"/>
              <a:gd name="connsiteY125" fmla="*/ 346880 h 375255"/>
              <a:gd name="connsiteX126" fmla="*/ 470279 w 551492"/>
              <a:gd name="connsiteY126" fmla="*/ 353329 h 375255"/>
              <a:gd name="connsiteX127" fmla="*/ 437986 w 551492"/>
              <a:gd name="connsiteY127" fmla="*/ 355908 h 375255"/>
              <a:gd name="connsiteX128" fmla="*/ 437986 w 551492"/>
              <a:gd name="connsiteY128" fmla="*/ 243698 h 375255"/>
              <a:gd name="connsiteX129" fmla="*/ 383734 w 551492"/>
              <a:gd name="connsiteY129" fmla="*/ 241119 h 375255"/>
              <a:gd name="connsiteX130" fmla="*/ 383734 w 551492"/>
              <a:gd name="connsiteY130" fmla="*/ 359778 h 375255"/>
              <a:gd name="connsiteX131" fmla="*/ 360483 w 551492"/>
              <a:gd name="connsiteY131" fmla="*/ 361068 h 375255"/>
              <a:gd name="connsiteX132" fmla="*/ 224851 w 551492"/>
              <a:gd name="connsiteY132" fmla="*/ 375255 h 375255"/>
              <a:gd name="connsiteX133" fmla="*/ 19467 w 551492"/>
              <a:gd name="connsiteY133" fmla="*/ 352039 h 375255"/>
              <a:gd name="connsiteX134" fmla="*/ 19467 w 551492"/>
              <a:gd name="connsiteY134" fmla="*/ 143096 h 375255"/>
              <a:gd name="connsiteX135" fmla="*/ 226143 w 551492"/>
              <a:gd name="connsiteY135" fmla="*/ 101823 h 375255"/>
              <a:gd name="connsiteX136" fmla="*/ 295765 w 551492"/>
              <a:gd name="connsiteY136" fmla="*/ 0 h 375255"/>
              <a:gd name="connsiteX137" fmla="*/ 351302 w 551492"/>
              <a:gd name="connsiteY137" fmla="*/ 65767 h 375255"/>
              <a:gd name="connsiteX138" fmla="*/ 485623 w 551492"/>
              <a:gd name="connsiteY138" fmla="*/ 43845 h 375255"/>
              <a:gd name="connsiteX139" fmla="*/ 551492 w 551492"/>
              <a:gd name="connsiteY139" fmla="*/ 153457 h 375255"/>
              <a:gd name="connsiteX140" fmla="*/ 535994 w 551492"/>
              <a:gd name="connsiteY140" fmla="*/ 153457 h 375255"/>
              <a:gd name="connsiteX141" fmla="*/ 479165 w 551492"/>
              <a:gd name="connsiteY141" fmla="*/ 58030 h 375255"/>
              <a:gd name="connsiteX142" fmla="*/ 432670 w 551492"/>
              <a:gd name="connsiteY142" fmla="*/ 128955 h 375255"/>
              <a:gd name="connsiteX143" fmla="*/ 381008 w 551492"/>
              <a:gd name="connsiteY143" fmla="*/ 122508 h 375255"/>
              <a:gd name="connsiteX144" fmla="*/ 291891 w 551492"/>
              <a:gd name="connsiteY144" fmla="*/ 15475 h 375255"/>
              <a:gd name="connsiteX145" fmla="*/ 223438 w 551492"/>
              <a:gd name="connsiteY145" fmla="*/ 96717 h 375255"/>
              <a:gd name="connsiteX146" fmla="*/ 0 w 551492"/>
              <a:gd name="connsiteY146" fmla="*/ 140561 h 375255"/>
              <a:gd name="connsiteX147" fmla="*/ 0 w 551492"/>
              <a:gd name="connsiteY147" fmla="*/ 128955 h 375255"/>
              <a:gd name="connsiteX148" fmla="*/ 52954 w 551492"/>
              <a:gd name="connsiteY148" fmla="*/ 68346 h 375255"/>
            </a:gdLst>
            <a:rect l="l" t="t" r="r" b="b"/>
            <a:pathLst>
              <a:path w="551492" h="375255">
                <a:moveTo>
                  <a:pt x="156390" y="288840"/>
                </a:moveTo>
                <a:lnTo>
                  <a:pt x="156390" y="317215"/>
                </a:lnTo>
                <a:lnTo>
                  <a:pt x="195142" y="318505"/>
                </a:lnTo>
                <a:lnTo>
                  <a:pt x="195142" y="290130"/>
                </a:lnTo>
                <a:close/>
                <a:moveTo>
                  <a:pt x="303647" y="287550"/>
                </a:moveTo>
                <a:lnTo>
                  <a:pt x="262311" y="288840"/>
                </a:lnTo>
                <a:lnTo>
                  <a:pt x="262311" y="319795"/>
                </a:lnTo>
                <a:lnTo>
                  <a:pt x="303647" y="317215"/>
                </a:lnTo>
                <a:close/>
                <a:moveTo>
                  <a:pt x="95679" y="287550"/>
                </a:moveTo>
                <a:lnTo>
                  <a:pt x="95679" y="313346"/>
                </a:lnTo>
                <a:lnTo>
                  <a:pt x="129264" y="315926"/>
                </a:lnTo>
                <a:lnTo>
                  <a:pt x="129264" y="288840"/>
                </a:lnTo>
                <a:close/>
                <a:moveTo>
                  <a:pt x="326898" y="286261"/>
                </a:moveTo>
                <a:lnTo>
                  <a:pt x="326898" y="315926"/>
                </a:lnTo>
                <a:lnTo>
                  <a:pt x="363066" y="313346"/>
                </a:lnTo>
                <a:lnTo>
                  <a:pt x="363066" y="286261"/>
                </a:lnTo>
                <a:close/>
                <a:moveTo>
                  <a:pt x="44010" y="286261"/>
                </a:moveTo>
                <a:lnTo>
                  <a:pt x="44010" y="310766"/>
                </a:lnTo>
                <a:lnTo>
                  <a:pt x="73720" y="312056"/>
                </a:lnTo>
                <a:lnTo>
                  <a:pt x="73720" y="287550"/>
                </a:lnTo>
                <a:close/>
                <a:moveTo>
                  <a:pt x="453487" y="283681"/>
                </a:moveTo>
                <a:lnTo>
                  <a:pt x="453487" y="308187"/>
                </a:lnTo>
                <a:lnTo>
                  <a:pt x="478030" y="306897"/>
                </a:lnTo>
                <a:lnTo>
                  <a:pt x="478030" y="283681"/>
                </a:lnTo>
                <a:close/>
                <a:moveTo>
                  <a:pt x="514198" y="282391"/>
                </a:moveTo>
                <a:lnTo>
                  <a:pt x="492238" y="283681"/>
                </a:lnTo>
                <a:lnTo>
                  <a:pt x="492238" y="305607"/>
                </a:lnTo>
                <a:lnTo>
                  <a:pt x="514198" y="304318"/>
                </a:lnTo>
                <a:close/>
                <a:moveTo>
                  <a:pt x="493530" y="244988"/>
                </a:moveTo>
                <a:lnTo>
                  <a:pt x="493530" y="268204"/>
                </a:lnTo>
                <a:lnTo>
                  <a:pt x="515490" y="268204"/>
                </a:lnTo>
                <a:lnTo>
                  <a:pt x="515490" y="246278"/>
                </a:lnTo>
                <a:close/>
                <a:moveTo>
                  <a:pt x="453487" y="243698"/>
                </a:moveTo>
                <a:lnTo>
                  <a:pt x="453487" y="268204"/>
                </a:lnTo>
                <a:lnTo>
                  <a:pt x="478030" y="268204"/>
                </a:lnTo>
                <a:lnTo>
                  <a:pt x="478030" y="244988"/>
                </a:lnTo>
                <a:close/>
                <a:moveTo>
                  <a:pt x="72428" y="242408"/>
                </a:moveTo>
                <a:lnTo>
                  <a:pt x="44010" y="243698"/>
                </a:lnTo>
                <a:lnTo>
                  <a:pt x="44010" y="266914"/>
                </a:lnTo>
                <a:lnTo>
                  <a:pt x="72428" y="266914"/>
                </a:lnTo>
                <a:close/>
                <a:moveTo>
                  <a:pt x="129264" y="239829"/>
                </a:moveTo>
                <a:lnTo>
                  <a:pt x="95679" y="241119"/>
                </a:lnTo>
                <a:lnTo>
                  <a:pt x="95679" y="266914"/>
                </a:lnTo>
                <a:lnTo>
                  <a:pt x="129264" y="266914"/>
                </a:lnTo>
                <a:close/>
                <a:moveTo>
                  <a:pt x="328189" y="238539"/>
                </a:moveTo>
                <a:lnTo>
                  <a:pt x="328189" y="268204"/>
                </a:lnTo>
                <a:lnTo>
                  <a:pt x="363066" y="268204"/>
                </a:lnTo>
                <a:lnTo>
                  <a:pt x="363066" y="241119"/>
                </a:lnTo>
                <a:close/>
                <a:moveTo>
                  <a:pt x="262311" y="237249"/>
                </a:moveTo>
                <a:lnTo>
                  <a:pt x="262311" y="268204"/>
                </a:lnTo>
                <a:lnTo>
                  <a:pt x="303647" y="268204"/>
                </a:lnTo>
                <a:lnTo>
                  <a:pt x="303647" y="238539"/>
                </a:lnTo>
                <a:close/>
                <a:moveTo>
                  <a:pt x="195142" y="237249"/>
                </a:moveTo>
                <a:lnTo>
                  <a:pt x="155098" y="238539"/>
                </a:lnTo>
                <a:lnTo>
                  <a:pt x="155098" y="266914"/>
                </a:lnTo>
                <a:lnTo>
                  <a:pt x="195142" y="265624"/>
                </a:lnTo>
                <a:close/>
                <a:moveTo>
                  <a:pt x="492238" y="207585"/>
                </a:moveTo>
                <a:lnTo>
                  <a:pt x="492238" y="229511"/>
                </a:lnTo>
                <a:lnTo>
                  <a:pt x="514198" y="230801"/>
                </a:lnTo>
                <a:lnTo>
                  <a:pt x="514198" y="210164"/>
                </a:lnTo>
                <a:close/>
                <a:moveTo>
                  <a:pt x="453487" y="203715"/>
                </a:moveTo>
                <a:lnTo>
                  <a:pt x="453487" y="226931"/>
                </a:lnTo>
                <a:lnTo>
                  <a:pt x="478030" y="229511"/>
                </a:lnTo>
                <a:lnTo>
                  <a:pt x="478030" y="206295"/>
                </a:lnTo>
                <a:close/>
                <a:moveTo>
                  <a:pt x="72428" y="197266"/>
                </a:moveTo>
                <a:lnTo>
                  <a:pt x="44010" y="201136"/>
                </a:lnTo>
                <a:lnTo>
                  <a:pt x="44010" y="224352"/>
                </a:lnTo>
                <a:lnTo>
                  <a:pt x="72428" y="223062"/>
                </a:lnTo>
                <a:close/>
                <a:moveTo>
                  <a:pt x="129264" y="192107"/>
                </a:moveTo>
                <a:lnTo>
                  <a:pt x="95679" y="195977"/>
                </a:lnTo>
                <a:lnTo>
                  <a:pt x="95679" y="221772"/>
                </a:lnTo>
                <a:lnTo>
                  <a:pt x="129264" y="219193"/>
                </a:lnTo>
                <a:close/>
                <a:moveTo>
                  <a:pt x="326898" y="190818"/>
                </a:moveTo>
                <a:lnTo>
                  <a:pt x="326898" y="219193"/>
                </a:lnTo>
                <a:lnTo>
                  <a:pt x="361774" y="221772"/>
                </a:lnTo>
                <a:lnTo>
                  <a:pt x="361774" y="194687"/>
                </a:lnTo>
                <a:close/>
                <a:moveTo>
                  <a:pt x="195142" y="185658"/>
                </a:moveTo>
                <a:lnTo>
                  <a:pt x="155098" y="189528"/>
                </a:lnTo>
                <a:lnTo>
                  <a:pt x="155098" y="216613"/>
                </a:lnTo>
                <a:lnTo>
                  <a:pt x="195142" y="214034"/>
                </a:lnTo>
                <a:close/>
                <a:moveTo>
                  <a:pt x="261020" y="184369"/>
                </a:moveTo>
                <a:lnTo>
                  <a:pt x="261020" y="215323"/>
                </a:lnTo>
                <a:lnTo>
                  <a:pt x="302355" y="217903"/>
                </a:lnTo>
                <a:lnTo>
                  <a:pt x="302355" y="188238"/>
                </a:lnTo>
                <a:close/>
                <a:moveTo>
                  <a:pt x="492238" y="170181"/>
                </a:moveTo>
                <a:lnTo>
                  <a:pt x="492238" y="192107"/>
                </a:lnTo>
                <a:lnTo>
                  <a:pt x="514198" y="194687"/>
                </a:lnTo>
                <a:lnTo>
                  <a:pt x="514198" y="174051"/>
                </a:lnTo>
                <a:close/>
                <a:moveTo>
                  <a:pt x="453487" y="163732"/>
                </a:moveTo>
                <a:lnTo>
                  <a:pt x="453487" y="186948"/>
                </a:lnTo>
                <a:lnTo>
                  <a:pt x="478030" y="190818"/>
                </a:lnTo>
                <a:lnTo>
                  <a:pt x="478030" y="167602"/>
                </a:lnTo>
                <a:close/>
                <a:moveTo>
                  <a:pt x="72428" y="153414"/>
                </a:moveTo>
                <a:lnTo>
                  <a:pt x="44010" y="157284"/>
                </a:lnTo>
                <a:lnTo>
                  <a:pt x="44010" y="181789"/>
                </a:lnTo>
                <a:lnTo>
                  <a:pt x="72428" y="177920"/>
                </a:lnTo>
                <a:close/>
                <a:moveTo>
                  <a:pt x="326898" y="143096"/>
                </a:moveTo>
                <a:lnTo>
                  <a:pt x="326898" y="171471"/>
                </a:lnTo>
                <a:lnTo>
                  <a:pt x="363066" y="175340"/>
                </a:lnTo>
                <a:lnTo>
                  <a:pt x="363066" y="148255"/>
                </a:lnTo>
                <a:close/>
                <a:moveTo>
                  <a:pt x="129264" y="143096"/>
                </a:moveTo>
                <a:lnTo>
                  <a:pt x="95679" y="149545"/>
                </a:lnTo>
                <a:lnTo>
                  <a:pt x="95679" y="175340"/>
                </a:lnTo>
                <a:lnTo>
                  <a:pt x="129264" y="170181"/>
                </a:lnTo>
                <a:close/>
                <a:moveTo>
                  <a:pt x="262311" y="132778"/>
                </a:moveTo>
                <a:lnTo>
                  <a:pt x="262311" y="163732"/>
                </a:lnTo>
                <a:lnTo>
                  <a:pt x="303647" y="168891"/>
                </a:lnTo>
                <a:lnTo>
                  <a:pt x="303647" y="139227"/>
                </a:lnTo>
                <a:close/>
                <a:moveTo>
                  <a:pt x="195142" y="132778"/>
                </a:moveTo>
                <a:lnTo>
                  <a:pt x="155098" y="139227"/>
                </a:lnTo>
                <a:lnTo>
                  <a:pt x="155098" y="167602"/>
                </a:lnTo>
                <a:lnTo>
                  <a:pt x="195142" y="162443"/>
                </a:lnTo>
                <a:close/>
                <a:moveTo>
                  <a:pt x="470279" y="104403"/>
                </a:moveTo>
                <a:lnTo>
                  <a:pt x="470279" y="132778"/>
                </a:lnTo>
                <a:lnTo>
                  <a:pt x="488363" y="136647"/>
                </a:lnTo>
                <a:lnTo>
                  <a:pt x="488363" y="109562"/>
                </a:lnTo>
                <a:close/>
                <a:moveTo>
                  <a:pt x="282979" y="60551"/>
                </a:moveTo>
                <a:lnTo>
                  <a:pt x="282979" y="97954"/>
                </a:lnTo>
                <a:lnTo>
                  <a:pt x="312689" y="104403"/>
                </a:lnTo>
                <a:lnTo>
                  <a:pt x="312689" y="68289"/>
                </a:lnTo>
                <a:close/>
                <a:moveTo>
                  <a:pt x="292021" y="24437"/>
                </a:moveTo>
                <a:lnTo>
                  <a:pt x="377275" y="127619"/>
                </a:lnTo>
                <a:lnTo>
                  <a:pt x="435403" y="134068"/>
                </a:lnTo>
                <a:lnTo>
                  <a:pt x="479321" y="68289"/>
                </a:lnTo>
                <a:lnTo>
                  <a:pt x="530990" y="155994"/>
                </a:lnTo>
                <a:lnTo>
                  <a:pt x="530990" y="346880"/>
                </a:lnTo>
                <a:lnTo>
                  <a:pt x="470279" y="353329"/>
                </a:lnTo>
                <a:lnTo>
                  <a:pt x="437986" y="355908"/>
                </a:lnTo>
                <a:lnTo>
                  <a:pt x="437986" y="243698"/>
                </a:lnTo>
                <a:lnTo>
                  <a:pt x="383734" y="241119"/>
                </a:lnTo>
                <a:lnTo>
                  <a:pt x="383734" y="359778"/>
                </a:lnTo>
                <a:lnTo>
                  <a:pt x="360483" y="361068"/>
                </a:lnTo>
                <a:lnTo>
                  <a:pt x="224851" y="375255"/>
                </a:lnTo>
                <a:lnTo>
                  <a:pt x="19467" y="352039"/>
                </a:lnTo>
                <a:lnTo>
                  <a:pt x="19467" y="143096"/>
                </a:lnTo>
                <a:lnTo>
                  <a:pt x="226143" y="101823"/>
                </a:lnTo>
                <a:close/>
                <a:moveTo>
                  <a:pt x="295765" y="0"/>
                </a:moveTo>
                <a:lnTo>
                  <a:pt x="351302" y="65767"/>
                </a:lnTo>
                <a:lnTo>
                  <a:pt x="485623" y="43845"/>
                </a:lnTo>
                <a:lnTo>
                  <a:pt x="551492" y="153457"/>
                </a:lnTo>
                <a:lnTo>
                  <a:pt x="535994" y="153457"/>
                </a:lnTo>
                <a:lnTo>
                  <a:pt x="479165" y="58030"/>
                </a:lnTo>
                <a:lnTo>
                  <a:pt x="432670" y="128955"/>
                </a:lnTo>
                <a:lnTo>
                  <a:pt x="381008" y="122508"/>
                </a:lnTo>
                <a:lnTo>
                  <a:pt x="291891" y="15475"/>
                </a:lnTo>
                <a:lnTo>
                  <a:pt x="223438" y="96717"/>
                </a:lnTo>
                <a:lnTo>
                  <a:pt x="0" y="140561"/>
                </a:lnTo>
                <a:lnTo>
                  <a:pt x="0" y="128955"/>
                </a:lnTo>
                <a:lnTo>
                  <a:pt x="52954" y="68346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rain-station-sign_78138">
            <a:extLst xmlns:a="http://schemas.openxmlformats.org/drawingml/2006/main">
              <a:ext uri="{FF2B5EF4-FFF2-40B4-BE49-F238E27FC236}">
                <a16:creationId xmlns:a16="http://schemas.microsoft.com/office/drawing/2014/main" id="{440ECEE7-36D1-45E4-8C9C-37B957FB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8138" y="1286703"/>
            <a:ext cx="974356" cy="972919"/>
          </a:xfrm>
          <a:custGeom xmlns:a="http://schemas.openxmlformats.org/drawingml/2006/main">
            <a:gdLst>
              <a:gd name="T0" fmla="*/ 621 w 627"/>
              <a:gd name="T1" fmla="*/ 705 h 738"/>
              <a:gd name="T2" fmla="*/ 542 w 627"/>
              <a:gd name="T3" fmla="*/ 567 h 738"/>
              <a:gd name="T4" fmla="*/ 542 w 627"/>
              <a:gd name="T5" fmla="*/ 218 h 738"/>
              <a:gd name="T6" fmla="*/ 413 w 627"/>
              <a:gd name="T7" fmla="*/ 89 h 738"/>
              <a:gd name="T8" fmla="*/ 214 w 627"/>
              <a:gd name="T9" fmla="*/ 89 h 738"/>
              <a:gd name="T10" fmla="*/ 85 w 627"/>
              <a:gd name="T11" fmla="*/ 218 h 738"/>
              <a:gd name="T12" fmla="*/ 85 w 627"/>
              <a:gd name="T13" fmla="*/ 567 h 738"/>
              <a:gd name="T14" fmla="*/ 6 w 627"/>
              <a:gd name="T15" fmla="*/ 705 h 738"/>
              <a:gd name="T16" fmla="*/ 13 w 627"/>
              <a:gd name="T17" fmla="*/ 732 h 738"/>
              <a:gd name="T18" fmla="*/ 40 w 627"/>
              <a:gd name="T19" fmla="*/ 725 h 738"/>
              <a:gd name="T20" fmla="*/ 118 w 627"/>
              <a:gd name="T21" fmla="*/ 590 h 738"/>
              <a:gd name="T22" fmla="*/ 509 w 627"/>
              <a:gd name="T23" fmla="*/ 590 h 738"/>
              <a:gd name="T24" fmla="*/ 587 w 627"/>
              <a:gd name="T25" fmla="*/ 725 h 738"/>
              <a:gd name="T26" fmla="*/ 604 w 627"/>
              <a:gd name="T27" fmla="*/ 735 h 738"/>
              <a:gd name="T28" fmla="*/ 614 w 627"/>
              <a:gd name="T29" fmla="*/ 732 h 738"/>
              <a:gd name="T30" fmla="*/ 621 w 627"/>
              <a:gd name="T31" fmla="*/ 705 h 738"/>
              <a:gd name="T32" fmla="*/ 125 w 627"/>
              <a:gd name="T33" fmla="*/ 550 h 738"/>
              <a:gd name="T34" fmla="*/ 125 w 627"/>
              <a:gd name="T35" fmla="*/ 218 h 738"/>
              <a:gd name="T36" fmla="*/ 214 w 627"/>
              <a:gd name="T37" fmla="*/ 129 h 738"/>
              <a:gd name="T38" fmla="*/ 413 w 627"/>
              <a:gd name="T39" fmla="*/ 129 h 738"/>
              <a:gd name="T40" fmla="*/ 502 w 627"/>
              <a:gd name="T41" fmla="*/ 218 h 738"/>
              <a:gd name="T42" fmla="*/ 502 w 627"/>
              <a:gd name="T43" fmla="*/ 550 h 738"/>
              <a:gd name="T44" fmla="*/ 125 w 627"/>
              <a:gd name="T45" fmla="*/ 550 h 738"/>
              <a:gd name="T46" fmla="*/ 468 w 627"/>
              <a:gd name="T47" fmla="*/ 218 h 738"/>
              <a:gd name="T48" fmla="*/ 468 w 627"/>
              <a:gd name="T49" fmla="*/ 389 h 738"/>
              <a:gd name="T50" fmla="*/ 159 w 627"/>
              <a:gd name="T51" fmla="*/ 389 h 738"/>
              <a:gd name="T52" fmla="*/ 159 w 627"/>
              <a:gd name="T53" fmla="*/ 218 h 738"/>
              <a:gd name="T54" fmla="*/ 214 w 627"/>
              <a:gd name="T55" fmla="*/ 163 h 738"/>
              <a:gd name="T56" fmla="*/ 413 w 627"/>
              <a:gd name="T57" fmla="*/ 163 h 738"/>
              <a:gd name="T58" fmla="*/ 468 w 627"/>
              <a:gd name="T59" fmla="*/ 218 h 738"/>
              <a:gd name="T60" fmla="*/ 192 w 627"/>
              <a:gd name="T61" fmla="*/ 36 h 738"/>
              <a:gd name="T62" fmla="*/ 228 w 627"/>
              <a:gd name="T63" fmla="*/ 0 h 738"/>
              <a:gd name="T64" fmla="*/ 264 w 627"/>
              <a:gd name="T65" fmla="*/ 36 h 738"/>
              <a:gd name="T66" fmla="*/ 228 w 627"/>
              <a:gd name="T67" fmla="*/ 72 h 738"/>
              <a:gd name="T68" fmla="*/ 192 w 627"/>
              <a:gd name="T69" fmla="*/ 36 h 738"/>
              <a:gd name="T70" fmla="*/ 277 w 627"/>
              <a:gd name="T71" fmla="*/ 36 h 738"/>
              <a:gd name="T72" fmla="*/ 313 w 627"/>
              <a:gd name="T73" fmla="*/ 0 h 738"/>
              <a:gd name="T74" fmla="*/ 350 w 627"/>
              <a:gd name="T75" fmla="*/ 36 h 738"/>
              <a:gd name="T76" fmla="*/ 313 w 627"/>
              <a:gd name="T77" fmla="*/ 72 h 738"/>
              <a:gd name="T78" fmla="*/ 277 w 627"/>
              <a:gd name="T79" fmla="*/ 36 h 738"/>
              <a:gd name="T80" fmla="*/ 363 w 627"/>
              <a:gd name="T81" fmla="*/ 36 h 738"/>
              <a:gd name="T82" fmla="*/ 399 w 627"/>
              <a:gd name="T83" fmla="*/ 0 h 738"/>
              <a:gd name="T84" fmla="*/ 435 w 627"/>
              <a:gd name="T85" fmla="*/ 36 h 738"/>
              <a:gd name="T86" fmla="*/ 399 w 627"/>
              <a:gd name="T87" fmla="*/ 72 h 738"/>
              <a:gd name="T88" fmla="*/ 363 w 627"/>
              <a:gd name="T89" fmla="*/ 36 h 738"/>
              <a:gd name="T90" fmla="*/ 264 w 627"/>
              <a:gd name="T91" fmla="*/ 468 h 738"/>
              <a:gd name="T92" fmla="*/ 228 w 627"/>
              <a:gd name="T93" fmla="*/ 504 h 738"/>
              <a:gd name="T94" fmla="*/ 192 w 627"/>
              <a:gd name="T95" fmla="*/ 468 h 738"/>
              <a:gd name="T96" fmla="*/ 228 w 627"/>
              <a:gd name="T97" fmla="*/ 432 h 738"/>
              <a:gd name="T98" fmla="*/ 264 w 627"/>
              <a:gd name="T99" fmla="*/ 468 h 738"/>
              <a:gd name="T100" fmla="*/ 435 w 627"/>
              <a:gd name="T101" fmla="*/ 468 h 738"/>
              <a:gd name="T102" fmla="*/ 399 w 627"/>
              <a:gd name="T103" fmla="*/ 504 h 738"/>
              <a:gd name="T104" fmla="*/ 363 w 627"/>
              <a:gd name="T105" fmla="*/ 468 h 738"/>
              <a:gd name="T106" fmla="*/ 399 w 627"/>
              <a:gd name="T107" fmla="*/ 432 h 738"/>
              <a:gd name="T108" fmla="*/ 435 w 627"/>
              <a:gd name="T109" fmla="*/ 468 h 738"/>
            </a:gdLst>
            <a:rect l="0" t="0" r="r" b="b"/>
            <a:pathLst>
              <a:path w="627" h="738">
                <a:moveTo>
                  <a:pt x="621" y="705"/>
                </a:moveTo>
                <a:lnTo>
                  <a:pt x="542" y="567"/>
                </a:lnTo>
                <a:lnTo>
                  <a:pt x="542" y="218"/>
                </a:lnTo>
                <a:cubicBezTo>
                  <a:pt x="542" y="147"/>
                  <a:pt x="484" y="89"/>
                  <a:pt x="413" y="89"/>
                </a:cubicBezTo>
                <a:lnTo>
                  <a:pt x="214" y="89"/>
                </a:lnTo>
                <a:cubicBezTo>
                  <a:pt x="143" y="89"/>
                  <a:pt x="85" y="147"/>
                  <a:pt x="85" y="218"/>
                </a:cubicBezTo>
                <a:lnTo>
                  <a:pt x="85" y="567"/>
                </a:lnTo>
                <a:lnTo>
                  <a:pt x="6" y="705"/>
                </a:lnTo>
                <a:cubicBezTo>
                  <a:pt x="0" y="715"/>
                  <a:pt x="3" y="727"/>
                  <a:pt x="13" y="732"/>
                </a:cubicBezTo>
                <a:cubicBezTo>
                  <a:pt x="23" y="738"/>
                  <a:pt x="35" y="735"/>
                  <a:pt x="40" y="725"/>
                </a:cubicBezTo>
                <a:lnTo>
                  <a:pt x="118" y="590"/>
                </a:lnTo>
                <a:lnTo>
                  <a:pt x="509" y="590"/>
                </a:lnTo>
                <a:lnTo>
                  <a:pt x="587" y="725"/>
                </a:lnTo>
                <a:cubicBezTo>
                  <a:pt x="590" y="731"/>
                  <a:pt x="597" y="735"/>
                  <a:pt x="604" y="735"/>
                </a:cubicBezTo>
                <a:cubicBezTo>
                  <a:pt x="607" y="735"/>
                  <a:pt x="611" y="734"/>
                  <a:pt x="614" y="732"/>
                </a:cubicBezTo>
                <a:cubicBezTo>
                  <a:pt x="624" y="727"/>
                  <a:pt x="627" y="715"/>
                  <a:pt x="621" y="705"/>
                </a:cubicBezTo>
                <a:close/>
                <a:moveTo>
                  <a:pt x="125" y="550"/>
                </a:moveTo>
                <a:lnTo>
                  <a:pt x="125" y="218"/>
                </a:lnTo>
                <a:cubicBezTo>
                  <a:pt x="125" y="169"/>
                  <a:pt x="165" y="129"/>
                  <a:pt x="214" y="129"/>
                </a:cubicBezTo>
                <a:lnTo>
                  <a:pt x="413" y="129"/>
                </a:lnTo>
                <a:cubicBezTo>
                  <a:pt x="462" y="129"/>
                  <a:pt x="502" y="169"/>
                  <a:pt x="502" y="218"/>
                </a:cubicBezTo>
                <a:lnTo>
                  <a:pt x="502" y="550"/>
                </a:lnTo>
                <a:lnTo>
                  <a:pt x="125" y="550"/>
                </a:lnTo>
                <a:close/>
                <a:moveTo>
                  <a:pt x="468" y="218"/>
                </a:moveTo>
                <a:lnTo>
                  <a:pt x="468" y="389"/>
                </a:lnTo>
                <a:lnTo>
                  <a:pt x="159" y="389"/>
                </a:lnTo>
                <a:lnTo>
                  <a:pt x="159" y="218"/>
                </a:lnTo>
                <a:cubicBezTo>
                  <a:pt x="159" y="187"/>
                  <a:pt x="183" y="163"/>
                  <a:pt x="214" y="163"/>
                </a:cubicBezTo>
                <a:lnTo>
                  <a:pt x="413" y="163"/>
                </a:lnTo>
                <a:cubicBezTo>
                  <a:pt x="444" y="163"/>
                  <a:pt x="468" y="187"/>
                  <a:pt x="468" y="218"/>
                </a:cubicBezTo>
                <a:close/>
                <a:moveTo>
                  <a:pt x="192" y="36"/>
                </a:moveTo>
                <a:cubicBezTo>
                  <a:pt x="192" y="16"/>
                  <a:pt x="208" y="0"/>
                  <a:pt x="228" y="0"/>
                </a:cubicBezTo>
                <a:cubicBezTo>
                  <a:pt x="247" y="0"/>
                  <a:pt x="264" y="16"/>
                  <a:pt x="264" y="36"/>
                </a:cubicBezTo>
                <a:cubicBezTo>
                  <a:pt x="264" y="56"/>
                  <a:pt x="247" y="72"/>
                  <a:pt x="228" y="72"/>
                </a:cubicBezTo>
                <a:cubicBezTo>
                  <a:pt x="208" y="72"/>
                  <a:pt x="192" y="56"/>
                  <a:pt x="192" y="36"/>
                </a:cubicBezTo>
                <a:close/>
                <a:moveTo>
                  <a:pt x="277" y="36"/>
                </a:moveTo>
                <a:cubicBezTo>
                  <a:pt x="277" y="16"/>
                  <a:pt x="294" y="0"/>
                  <a:pt x="313" y="0"/>
                </a:cubicBezTo>
                <a:cubicBezTo>
                  <a:pt x="333" y="0"/>
                  <a:pt x="350" y="16"/>
                  <a:pt x="350" y="36"/>
                </a:cubicBezTo>
                <a:cubicBezTo>
                  <a:pt x="350" y="56"/>
                  <a:pt x="333" y="72"/>
                  <a:pt x="313" y="72"/>
                </a:cubicBezTo>
                <a:cubicBezTo>
                  <a:pt x="294" y="72"/>
                  <a:pt x="277" y="56"/>
                  <a:pt x="277" y="36"/>
                </a:cubicBezTo>
                <a:close/>
                <a:moveTo>
                  <a:pt x="363" y="36"/>
                </a:moveTo>
                <a:cubicBezTo>
                  <a:pt x="363" y="16"/>
                  <a:pt x="380" y="0"/>
                  <a:pt x="399" y="0"/>
                </a:cubicBezTo>
                <a:cubicBezTo>
                  <a:pt x="419" y="0"/>
                  <a:pt x="435" y="16"/>
                  <a:pt x="435" y="36"/>
                </a:cubicBezTo>
                <a:cubicBezTo>
                  <a:pt x="435" y="56"/>
                  <a:pt x="419" y="72"/>
                  <a:pt x="399" y="72"/>
                </a:cubicBezTo>
                <a:cubicBezTo>
                  <a:pt x="380" y="72"/>
                  <a:pt x="363" y="56"/>
                  <a:pt x="363" y="36"/>
                </a:cubicBezTo>
                <a:close/>
                <a:moveTo>
                  <a:pt x="264" y="468"/>
                </a:moveTo>
                <a:cubicBezTo>
                  <a:pt x="264" y="488"/>
                  <a:pt x="247" y="504"/>
                  <a:pt x="228" y="504"/>
                </a:cubicBezTo>
                <a:cubicBezTo>
                  <a:pt x="208" y="504"/>
                  <a:pt x="192" y="488"/>
                  <a:pt x="192" y="468"/>
                </a:cubicBezTo>
                <a:cubicBezTo>
                  <a:pt x="192" y="448"/>
                  <a:pt x="208" y="432"/>
                  <a:pt x="228" y="432"/>
                </a:cubicBezTo>
                <a:cubicBezTo>
                  <a:pt x="247" y="432"/>
                  <a:pt x="264" y="448"/>
                  <a:pt x="264" y="468"/>
                </a:cubicBezTo>
                <a:close/>
                <a:moveTo>
                  <a:pt x="435" y="468"/>
                </a:moveTo>
                <a:cubicBezTo>
                  <a:pt x="435" y="488"/>
                  <a:pt x="419" y="504"/>
                  <a:pt x="399" y="504"/>
                </a:cubicBezTo>
                <a:cubicBezTo>
                  <a:pt x="380" y="504"/>
                  <a:pt x="363" y="488"/>
                  <a:pt x="363" y="468"/>
                </a:cubicBezTo>
                <a:cubicBezTo>
                  <a:pt x="363" y="448"/>
                  <a:pt x="380" y="432"/>
                  <a:pt x="399" y="432"/>
                </a:cubicBezTo>
                <a:cubicBezTo>
                  <a:pt x="419" y="432"/>
                  <a:pt x="435" y="448"/>
                  <a:pt x="435" y="468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stack-of-coins-and-dollar_66032">
            <a:extLst xmlns:a="http://schemas.openxmlformats.org/drawingml/2006/main">
              <a:ext uri="{FF2B5EF4-FFF2-40B4-BE49-F238E27FC236}">
                <a16:creationId xmlns:a16="http://schemas.microsoft.com/office/drawing/2014/main" id="{0273A5D7-1B4D-4C85-B10A-703BAD4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2935" y="1308681"/>
            <a:ext cx="879254" cy="882726"/>
          </a:xfrm>
          <a:custGeom xmlns:a="http://schemas.openxmlformats.org/drawingml/2006/main">
            <a:gdLst>
              <a:gd name="connsiteX0" fmla="*/ 25829 w 578320"/>
              <a:gd name="connsiteY0" fmla="*/ 524911 h 577432"/>
              <a:gd name="connsiteX1" fmla="*/ 220466 w 578320"/>
              <a:gd name="connsiteY1" fmla="*/ 524911 h 577432"/>
              <a:gd name="connsiteX2" fmla="*/ 247217 w 578320"/>
              <a:gd name="connsiteY2" fmla="*/ 550711 h 577432"/>
              <a:gd name="connsiteX3" fmla="*/ 220466 w 578320"/>
              <a:gd name="connsiteY3" fmla="*/ 577432 h 577432"/>
              <a:gd name="connsiteX4" fmla="*/ 25829 w 578320"/>
              <a:gd name="connsiteY4" fmla="*/ 577432 h 577432"/>
              <a:gd name="connsiteX5" fmla="*/ 0 w 578320"/>
              <a:gd name="connsiteY5" fmla="*/ 550711 h 577432"/>
              <a:gd name="connsiteX6" fmla="*/ 25829 w 578320"/>
              <a:gd name="connsiteY6" fmla="*/ 524911 h 577432"/>
              <a:gd name="connsiteX7" fmla="*/ 25820 w 578320"/>
              <a:gd name="connsiteY7" fmla="*/ 458632 h 577432"/>
              <a:gd name="connsiteX8" fmla="*/ 165988 w 578320"/>
              <a:gd name="connsiteY8" fmla="*/ 458632 h 577432"/>
              <a:gd name="connsiteX9" fmla="*/ 245294 w 578320"/>
              <a:gd name="connsiteY9" fmla="*/ 493646 h 577432"/>
              <a:gd name="connsiteX10" fmla="*/ 220396 w 578320"/>
              <a:gd name="connsiteY10" fmla="*/ 511153 h 577432"/>
              <a:gd name="connsiteX11" fmla="*/ 25820 w 578320"/>
              <a:gd name="connsiteY11" fmla="*/ 511153 h 577432"/>
              <a:gd name="connsiteX12" fmla="*/ 0 w 578320"/>
              <a:gd name="connsiteY12" fmla="*/ 484432 h 577432"/>
              <a:gd name="connsiteX13" fmla="*/ 25820 w 578320"/>
              <a:gd name="connsiteY13" fmla="*/ 458632 h 577432"/>
              <a:gd name="connsiteX14" fmla="*/ 468575 w 578320"/>
              <a:gd name="connsiteY14" fmla="*/ 396938 h 577432"/>
              <a:gd name="connsiteX15" fmla="*/ 551576 w 578320"/>
              <a:gd name="connsiteY15" fmla="*/ 396938 h 577432"/>
              <a:gd name="connsiteX16" fmla="*/ 578320 w 578320"/>
              <a:gd name="connsiteY16" fmla="*/ 422738 h 577432"/>
              <a:gd name="connsiteX17" fmla="*/ 551576 w 578320"/>
              <a:gd name="connsiteY17" fmla="*/ 449459 h 577432"/>
              <a:gd name="connsiteX18" fmla="*/ 424308 w 578320"/>
              <a:gd name="connsiteY18" fmla="*/ 449459 h 577432"/>
              <a:gd name="connsiteX19" fmla="*/ 468575 w 578320"/>
              <a:gd name="connsiteY19" fmla="*/ 396938 h 577432"/>
              <a:gd name="connsiteX20" fmla="*/ 25826 w 578320"/>
              <a:gd name="connsiteY20" fmla="*/ 392352 h 577432"/>
              <a:gd name="connsiteX21" fmla="*/ 106996 w 578320"/>
              <a:gd name="connsiteY21" fmla="*/ 392352 h 577432"/>
              <a:gd name="connsiteX22" fmla="*/ 149425 w 578320"/>
              <a:gd name="connsiteY22" fmla="*/ 444725 h 577432"/>
              <a:gd name="connsiteX23" fmla="*/ 25826 w 578320"/>
              <a:gd name="connsiteY23" fmla="*/ 444725 h 577432"/>
              <a:gd name="connsiteX24" fmla="*/ 0 w 578320"/>
              <a:gd name="connsiteY24" fmla="*/ 418998 h 577432"/>
              <a:gd name="connsiteX25" fmla="*/ 25826 w 578320"/>
              <a:gd name="connsiteY25" fmla="*/ 392352 h 577432"/>
              <a:gd name="connsiteX26" fmla="*/ 495311 w 578320"/>
              <a:gd name="connsiteY26" fmla="*/ 330659 h 577432"/>
              <a:gd name="connsiteX27" fmla="*/ 551573 w 578320"/>
              <a:gd name="connsiteY27" fmla="*/ 330659 h 577432"/>
              <a:gd name="connsiteX28" fmla="*/ 578320 w 578320"/>
              <a:gd name="connsiteY28" fmla="*/ 357305 h 577432"/>
              <a:gd name="connsiteX29" fmla="*/ 551573 w 578320"/>
              <a:gd name="connsiteY29" fmla="*/ 383032 h 577432"/>
              <a:gd name="connsiteX30" fmla="*/ 475942 w 578320"/>
              <a:gd name="connsiteY30" fmla="*/ 383032 h 577432"/>
              <a:gd name="connsiteX31" fmla="*/ 495311 w 578320"/>
              <a:gd name="connsiteY31" fmla="*/ 330659 h 577432"/>
              <a:gd name="connsiteX32" fmla="*/ 25814 w 578320"/>
              <a:gd name="connsiteY32" fmla="*/ 325924 h 577432"/>
              <a:gd name="connsiteX33" fmla="*/ 82051 w 578320"/>
              <a:gd name="connsiteY33" fmla="*/ 325924 h 577432"/>
              <a:gd name="connsiteX34" fmla="*/ 99568 w 578320"/>
              <a:gd name="connsiteY34" fmla="*/ 378445 h 577432"/>
              <a:gd name="connsiteX35" fmla="*/ 25814 w 578320"/>
              <a:gd name="connsiteY35" fmla="*/ 378445 h 577432"/>
              <a:gd name="connsiteX36" fmla="*/ 0 w 578320"/>
              <a:gd name="connsiteY36" fmla="*/ 352645 h 577432"/>
              <a:gd name="connsiteX37" fmla="*/ 25814 w 578320"/>
              <a:gd name="connsiteY37" fmla="*/ 325924 h 577432"/>
              <a:gd name="connsiteX38" fmla="*/ 297074 w 578320"/>
              <a:gd name="connsiteY38" fmla="*/ 302072 h 577432"/>
              <a:gd name="connsiteX39" fmla="*/ 297074 w 578320"/>
              <a:gd name="connsiteY39" fmla="*/ 349966 h 577432"/>
              <a:gd name="connsiteX40" fmla="*/ 326589 w 578320"/>
              <a:gd name="connsiteY40" fmla="*/ 326019 h 577432"/>
              <a:gd name="connsiteX41" fmla="*/ 297074 w 578320"/>
              <a:gd name="connsiteY41" fmla="*/ 302072 h 577432"/>
              <a:gd name="connsiteX42" fmla="*/ 498167 w 578320"/>
              <a:gd name="connsiteY42" fmla="*/ 264231 h 577432"/>
              <a:gd name="connsiteX43" fmla="*/ 551603 w 578320"/>
              <a:gd name="connsiteY43" fmla="*/ 264231 h 577432"/>
              <a:gd name="connsiteX44" fmla="*/ 578320 w 578320"/>
              <a:gd name="connsiteY44" fmla="*/ 290952 h 577432"/>
              <a:gd name="connsiteX45" fmla="*/ 551603 w 578320"/>
              <a:gd name="connsiteY45" fmla="*/ 316752 h 577432"/>
              <a:gd name="connsiteX46" fmla="*/ 497246 w 578320"/>
              <a:gd name="connsiteY46" fmla="*/ 316752 h 577432"/>
              <a:gd name="connsiteX47" fmla="*/ 499089 w 578320"/>
              <a:gd name="connsiteY47" fmla="*/ 288188 h 577432"/>
              <a:gd name="connsiteX48" fmla="*/ 498167 w 578320"/>
              <a:gd name="connsiteY48" fmla="*/ 264231 h 577432"/>
              <a:gd name="connsiteX49" fmla="*/ 25843 w 578320"/>
              <a:gd name="connsiteY49" fmla="*/ 259645 h 577432"/>
              <a:gd name="connsiteX50" fmla="*/ 81222 w 578320"/>
              <a:gd name="connsiteY50" fmla="*/ 259645 h 577432"/>
              <a:gd name="connsiteX51" fmla="*/ 78453 w 578320"/>
              <a:gd name="connsiteY51" fmla="*/ 288209 h 577432"/>
              <a:gd name="connsiteX52" fmla="*/ 80299 w 578320"/>
              <a:gd name="connsiteY52" fmla="*/ 312166 h 577432"/>
              <a:gd name="connsiteX53" fmla="*/ 25843 w 578320"/>
              <a:gd name="connsiteY53" fmla="*/ 312166 h 577432"/>
              <a:gd name="connsiteX54" fmla="*/ 0 w 578320"/>
              <a:gd name="connsiteY54" fmla="*/ 286366 h 577432"/>
              <a:gd name="connsiteX55" fmla="*/ 25843 w 578320"/>
              <a:gd name="connsiteY55" fmla="*/ 259645 h 577432"/>
              <a:gd name="connsiteX56" fmla="*/ 282316 w 578320"/>
              <a:gd name="connsiteY56" fmla="*/ 225625 h 577432"/>
              <a:gd name="connsiteX57" fmla="*/ 255567 w 578320"/>
              <a:gd name="connsiteY57" fmla="*/ 245888 h 577432"/>
              <a:gd name="connsiteX58" fmla="*/ 282316 w 578320"/>
              <a:gd name="connsiteY58" fmla="*/ 267993 h 577432"/>
              <a:gd name="connsiteX59" fmla="*/ 478752 w 578320"/>
              <a:gd name="connsiteY59" fmla="*/ 197951 h 577432"/>
              <a:gd name="connsiteX60" fmla="*/ 551584 w 578320"/>
              <a:gd name="connsiteY60" fmla="*/ 197951 h 577432"/>
              <a:gd name="connsiteX61" fmla="*/ 578320 w 578320"/>
              <a:gd name="connsiteY61" fmla="*/ 224672 h 577432"/>
              <a:gd name="connsiteX62" fmla="*/ 551584 w 578320"/>
              <a:gd name="connsiteY62" fmla="*/ 250472 h 577432"/>
              <a:gd name="connsiteX63" fmla="*/ 495347 w 578320"/>
              <a:gd name="connsiteY63" fmla="*/ 250472 h 577432"/>
              <a:gd name="connsiteX64" fmla="*/ 478752 w 578320"/>
              <a:gd name="connsiteY64" fmla="*/ 197951 h 577432"/>
              <a:gd name="connsiteX65" fmla="*/ 25834 w 578320"/>
              <a:gd name="connsiteY65" fmla="*/ 194253 h 577432"/>
              <a:gd name="connsiteX66" fmla="*/ 101491 w 578320"/>
              <a:gd name="connsiteY66" fmla="*/ 194253 h 577432"/>
              <a:gd name="connsiteX67" fmla="*/ 83038 w 578320"/>
              <a:gd name="connsiteY67" fmla="*/ 246774 h 577432"/>
              <a:gd name="connsiteX68" fmla="*/ 25834 w 578320"/>
              <a:gd name="connsiteY68" fmla="*/ 246774 h 577432"/>
              <a:gd name="connsiteX69" fmla="*/ 0 w 578320"/>
              <a:gd name="connsiteY69" fmla="*/ 220053 h 577432"/>
              <a:gd name="connsiteX70" fmla="*/ 25834 w 578320"/>
              <a:gd name="connsiteY70" fmla="*/ 194253 h 577432"/>
              <a:gd name="connsiteX71" fmla="*/ 289695 w 578320"/>
              <a:gd name="connsiteY71" fmla="*/ 180494 h 577432"/>
              <a:gd name="connsiteX72" fmla="*/ 297074 w 578320"/>
              <a:gd name="connsiteY72" fmla="*/ 188784 h 577432"/>
              <a:gd name="connsiteX73" fmla="*/ 297074 w 578320"/>
              <a:gd name="connsiteY73" fmla="*/ 200757 h 577432"/>
              <a:gd name="connsiteX74" fmla="*/ 353338 w 578320"/>
              <a:gd name="connsiteY74" fmla="*/ 236678 h 577432"/>
              <a:gd name="connsiteX75" fmla="*/ 338580 w 578320"/>
              <a:gd name="connsiteY75" fmla="*/ 251415 h 577432"/>
              <a:gd name="connsiteX76" fmla="*/ 297074 w 578320"/>
              <a:gd name="connsiteY76" fmla="*/ 225625 h 577432"/>
              <a:gd name="connsiteX77" fmla="*/ 297074 w 578320"/>
              <a:gd name="connsiteY77" fmla="*/ 270756 h 577432"/>
              <a:gd name="connsiteX78" fmla="*/ 356105 w 578320"/>
              <a:gd name="connsiteY78" fmla="*/ 323256 h 577432"/>
              <a:gd name="connsiteX79" fmla="*/ 297074 w 578320"/>
              <a:gd name="connsiteY79" fmla="*/ 373913 h 577432"/>
              <a:gd name="connsiteX80" fmla="*/ 297074 w 578320"/>
              <a:gd name="connsiteY80" fmla="*/ 388650 h 577432"/>
              <a:gd name="connsiteX81" fmla="*/ 289695 w 578320"/>
              <a:gd name="connsiteY81" fmla="*/ 396939 h 577432"/>
              <a:gd name="connsiteX82" fmla="*/ 282316 w 578320"/>
              <a:gd name="connsiteY82" fmla="*/ 388650 h 577432"/>
              <a:gd name="connsiteX83" fmla="*/ 282316 w 578320"/>
              <a:gd name="connsiteY83" fmla="*/ 373913 h 577432"/>
              <a:gd name="connsiteX84" fmla="*/ 222362 w 578320"/>
              <a:gd name="connsiteY84" fmla="*/ 329703 h 577432"/>
              <a:gd name="connsiteX85" fmla="*/ 237120 w 578320"/>
              <a:gd name="connsiteY85" fmla="*/ 314966 h 577432"/>
              <a:gd name="connsiteX86" fmla="*/ 282316 w 578320"/>
              <a:gd name="connsiteY86" fmla="*/ 349966 h 577432"/>
              <a:gd name="connsiteX87" fmla="*/ 282316 w 578320"/>
              <a:gd name="connsiteY87" fmla="*/ 299309 h 577432"/>
              <a:gd name="connsiteX88" fmla="*/ 225129 w 578320"/>
              <a:gd name="connsiteY88" fmla="*/ 251415 h 577432"/>
              <a:gd name="connsiteX89" fmla="*/ 282316 w 578320"/>
              <a:gd name="connsiteY89" fmla="*/ 200757 h 577432"/>
              <a:gd name="connsiteX90" fmla="*/ 282316 w 578320"/>
              <a:gd name="connsiteY90" fmla="*/ 188784 h 577432"/>
              <a:gd name="connsiteX91" fmla="*/ 289695 w 578320"/>
              <a:gd name="connsiteY91" fmla="*/ 180494 h 577432"/>
              <a:gd name="connsiteX92" fmla="*/ 288699 w 578320"/>
              <a:gd name="connsiteY92" fmla="*/ 157519 h 577432"/>
              <a:gd name="connsiteX93" fmla="*/ 157752 w 578320"/>
              <a:gd name="connsiteY93" fmla="*/ 288255 h 577432"/>
              <a:gd name="connsiteX94" fmla="*/ 288699 w 578320"/>
              <a:gd name="connsiteY94" fmla="*/ 419912 h 577432"/>
              <a:gd name="connsiteX95" fmla="*/ 420567 w 578320"/>
              <a:gd name="connsiteY95" fmla="*/ 288255 h 577432"/>
              <a:gd name="connsiteX96" fmla="*/ 288699 w 578320"/>
              <a:gd name="connsiteY96" fmla="*/ 157519 h 577432"/>
              <a:gd name="connsiteX97" fmla="*/ 428895 w 578320"/>
              <a:gd name="connsiteY97" fmla="*/ 132559 h 577432"/>
              <a:gd name="connsiteX98" fmla="*/ 551571 w 578320"/>
              <a:gd name="connsiteY98" fmla="*/ 132559 h 577432"/>
              <a:gd name="connsiteX99" fmla="*/ 578320 w 578320"/>
              <a:gd name="connsiteY99" fmla="*/ 158359 h 577432"/>
              <a:gd name="connsiteX100" fmla="*/ 551571 w 578320"/>
              <a:gd name="connsiteY100" fmla="*/ 185080 h 577432"/>
              <a:gd name="connsiteX101" fmla="*/ 471324 w 578320"/>
              <a:gd name="connsiteY101" fmla="*/ 185080 h 577432"/>
              <a:gd name="connsiteX102" fmla="*/ 428895 w 578320"/>
              <a:gd name="connsiteY102" fmla="*/ 132559 h 577432"/>
              <a:gd name="connsiteX103" fmla="*/ 25822 w 578320"/>
              <a:gd name="connsiteY103" fmla="*/ 127973 h 577432"/>
              <a:gd name="connsiteX104" fmla="*/ 154012 w 578320"/>
              <a:gd name="connsiteY104" fmla="*/ 127973 h 577432"/>
              <a:gd name="connsiteX105" fmla="*/ 108823 w 578320"/>
              <a:gd name="connsiteY105" fmla="*/ 180494 h 577432"/>
              <a:gd name="connsiteX106" fmla="*/ 25822 w 578320"/>
              <a:gd name="connsiteY106" fmla="*/ 180494 h 577432"/>
              <a:gd name="connsiteX107" fmla="*/ 0 w 578320"/>
              <a:gd name="connsiteY107" fmla="*/ 153773 h 577432"/>
              <a:gd name="connsiteX108" fmla="*/ 25822 w 578320"/>
              <a:gd name="connsiteY108" fmla="*/ 127973 h 577432"/>
              <a:gd name="connsiteX109" fmla="*/ 288699 w 578320"/>
              <a:gd name="connsiteY109" fmla="*/ 105041 h 577432"/>
              <a:gd name="connsiteX110" fmla="*/ 473130 w 578320"/>
              <a:gd name="connsiteY110" fmla="*/ 288255 h 577432"/>
              <a:gd name="connsiteX111" fmla="*/ 288699 w 578320"/>
              <a:gd name="connsiteY111" fmla="*/ 472390 h 577432"/>
              <a:gd name="connsiteX112" fmla="*/ 105189 w 578320"/>
              <a:gd name="connsiteY112" fmla="*/ 288255 h 577432"/>
              <a:gd name="connsiteX113" fmla="*/ 288699 w 578320"/>
              <a:gd name="connsiteY113" fmla="*/ 105041 h 577432"/>
              <a:gd name="connsiteX114" fmla="*/ 357002 w 578320"/>
              <a:gd name="connsiteY114" fmla="*/ 66280 h 577432"/>
              <a:gd name="connsiteX115" fmla="*/ 551578 w 578320"/>
              <a:gd name="connsiteY115" fmla="*/ 66280 h 577432"/>
              <a:gd name="connsiteX116" fmla="*/ 578320 w 578320"/>
              <a:gd name="connsiteY116" fmla="*/ 92080 h 577432"/>
              <a:gd name="connsiteX117" fmla="*/ 551578 w 578320"/>
              <a:gd name="connsiteY117" fmla="*/ 118801 h 577432"/>
              <a:gd name="connsiteX118" fmla="*/ 411410 w 578320"/>
              <a:gd name="connsiteY118" fmla="*/ 118801 h 577432"/>
              <a:gd name="connsiteX119" fmla="*/ 333026 w 578320"/>
              <a:gd name="connsiteY119" fmla="*/ 82865 h 577432"/>
              <a:gd name="connsiteX120" fmla="*/ 357002 w 578320"/>
              <a:gd name="connsiteY120" fmla="*/ 66280 h 577432"/>
              <a:gd name="connsiteX121" fmla="*/ 356932 w 578320"/>
              <a:gd name="connsiteY121" fmla="*/ 0 h 577432"/>
              <a:gd name="connsiteX122" fmla="*/ 551569 w 578320"/>
              <a:gd name="connsiteY122" fmla="*/ 0 h 577432"/>
              <a:gd name="connsiteX123" fmla="*/ 578320 w 578320"/>
              <a:gd name="connsiteY123" fmla="*/ 25800 h 577432"/>
              <a:gd name="connsiteX124" fmla="*/ 551569 w 578320"/>
              <a:gd name="connsiteY124" fmla="*/ 52521 h 577432"/>
              <a:gd name="connsiteX125" fmla="*/ 356932 w 578320"/>
              <a:gd name="connsiteY125" fmla="*/ 52521 h 577432"/>
              <a:gd name="connsiteX126" fmla="*/ 331103 w 578320"/>
              <a:gd name="connsiteY126" fmla="*/ 25800 h 577432"/>
              <a:gd name="connsiteX127" fmla="*/ 356932 w 578320"/>
              <a:gd name="connsiteY127" fmla="*/ 0 h 577432"/>
            </a:gdLst>
            <a:rect l="l" t="t" r="r" b="b"/>
            <a:pathLst>
              <a:path w="578320" h="577432">
                <a:moveTo>
                  <a:pt x="25829" y="524911"/>
                </a:moveTo>
                <a:lnTo>
                  <a:pt x="220466" y="524911"/>
                </a:lnTo>
                <a:cubicBezTo>
                  <a:pt x="235225" y="524911"/>
                  <a:pt x="247217" y="535968"/>
                  <a:pt x="247217" y="550711"/>
                </a:cubicBezTo>
                <a:cubicBezTo>
                  <a:pt x="247217" y="565454"/>
                  <a:pt x="235225" y="577432"/>
                  <a:pt x="220466" y="577432"/>
                </a:cubicBezTo>
                <a:lnTo>
                  <a:pt x="25829" y="577432"/>
                </a:lnTo>
                <a:cubicBezTo>
                  <a:pt x="11992" y="577432"/>
                  <a:pt x="0" y="565454"/>
                  <a:pt x="0" y="550711"/>
                </a:cubicBezTo>
                <a:cubicBezTo>
                  <a:pt x="0" y="535968"/>
                  <a:pt x="11992" y="524911"/>
                  <a:pt x="25829" y="524911"/>
                </a:cubicBezTo>
                <a:close/>
                <a:moveTo>
                  <a:pt x="25820" y="458632"/>
                </a:moveTo>
                <a:lnTo>
                  <a:pt x="165988" y="458632"/>
                </a:lnTo>
                <a:cubicBezTo>
                  <a:pt x="189042" y="475218"/>
                  <a:pt x="215785" y="488118"/>
                  <a:pt x="245294" y="493646"/>
                </a:cubicBezTo>
                <a:cubicBezTo>
                  <a:pt x="241606" y="503782"/>
                  <a:pt x="232384" y="511153"/>
                  <a:pt x="220396" y="511153"/>
                </a:cubicBezTo>
                <a:lnTo>
                  <a:pt x="25820" y="511153"/>
                </a:lnTo>
                <a:cubicBezTo>
                  <a:pt x="11988" y="511153"/>
                  <a:pt x="0" y="499175"/>
                  <a:pt x="0" y="484432"/>
                </a:cubicBezTo>
                <a:cubicBezTo>
                  <a:pt x="0" y="470611"/>
                  <a:pt x="11988" y="458632"/>
                  <a:pt x="25820" y="458632"/>
                </a:cubicBezTo>
                <a:close/>
                <a:moveTo>
                  <a:pt x="468575" y="396938"/>
                </a:moveTo>
                <a:lnTo>
                  <a:pt x="551576" y="396938"/>
                </a:lnTo>
                <a:cubicBezTo>
                  <a:pt x="566331" y="396938"/>
                  <a:pt x="578320" y="408917"/>
                  <a:pt x="578320" y="422738"/>
                </a:cubicBezTo>
                <a:cubicBezTo>
                  <a:pt x="578320" y="437481"/>
                  <a:pt x="566331" y="449459"/>
                  <a:pt x="551576" y="449459"/>
                </a:cubicBezTo>
                <a:lnTo>
                  <a:pt x="424308" y="449459"/>
                </a:lnTo>
                <a:cubicBezTo>
                  <a:pt x="441830" y="434717"/>
                  <a:pt x="456586" y="416288"/>
                  <a:pt x="468575" y="396938"/>
                </a:cubicBezTo>
                <a:close/>
                <a:moveTo>
                  <a:pt x="25826" y="392352"/>
                </a:moveTo>
                <a:lnTo>
                  <a:pt x="106996" y="392352"/>
                </a:lnTo>
                <a:cubicBezTo>
                  <a:pt x="118064" y="412566"/>
                  <a:pt x="131900" y="430024"/>
                  <a:pt x="149425" y="444725"/>
                </a:cubicBezTo>
                <a:lnTo>
                  <a:pt x="25826" y="444725"/>
                </a:lnTo>
                <a:cubicBezTo>
                  <a:pt x="11991" y="444725"/>
                  <a:pt x="0" y="432781"/>
                  <a:pt x="0" y="418998"/>
                </a:cubicBezTo>
                <a:cubicBezTo>
                  <a:pt x="0" y="404297"/>
                  <a:pt x="11991" y="392352"/>
                  <a:pt x="25826" y="392352"/>
                </a:cubicBezTo>
                <a:close/>
                <a:moveTo>
                  <a:pt x="495311" y="330659"/>
                </a:moveTo>
                <a:lnTo>
                  <a:pt x="551573" y="330659"/>
                </a:lnTo>
                <a:cubicBezTo>
                  <a:pt x="566330" y="330659"/>
                  <a:pt x="578320" y="342604"/>
                  <a:pt x="578320" y="357305"/>
                </a:cubicBezTo>
                <a:cubicBezTo>
                  <a:pt x="578320" y="371088"/>
                  <a:pt x="566330" y="383032"/>
                  <a:pt x="551573" y="383032"/>
                </a:cubicBezTo>
                <a:lnTo>
                  <a:pt x="475942" y="383032"/>
                </a:lnTo>
                <a:cubicBezTo>
                  <a:pt x="485165" y="366493"/>
                  <a:pt x="490699" y="349036"/>
                  <a:pt x="495311" y="330659"/>
                </a:cubicBezTo>
                <a:close/>
                <a:moveTo>
                  <a:pt x="25814" y="325924"/>
                </a:moveTo>
                <a:lnTo>
                  <a:pt x="82051" y="325924"/>
                </a:lnTo>
                <a:cubicBezTo>
                  <a:pt x="85739" y="344353"/>
                  <a:pt x="91271" y="361860"/>
                  <a:pt x="99568" y="378445"/>
                </a:cubicBezTo>
                <a:lnTo>
                  <a:pt x="25814" y="378445"/>
                </a:lnTo>
                <a:cubicBezTo>
                  <a:pt x="11985" y="378445"/>
                  <a:pt x="0" y="367388"/>
                  <a:pt x="0" y="352645"/>
                </a:cubicBezTo>
                <a:cubicBezTo>
                  <a:pt x="0" y="337903"/>
                  <a:pt x="11985" y="325924"/>
                  <a:pt x="25814" y="325924"/>
                </a:cubicBezTo>
                <a:close/>
                <a:moveTo>
                  <a:pt x="297074" y="302072"/>
                </a:moveTo>
                <a:lnTo>
                  <a:pt x="297074" y="349966"/>
                </a:lnTo>
                <a:cubicBezTo>
                  <a:pt x="310909" y="349045"/>
                  <a:pt x="326589" y="341677"/>
                  <a:pt x="326589" y="326019"/>
                </a:cubicBezTo>
                <a:cubicBezTo>
                  <a:pt x="326589" y="310361"/>
                  <a:pt x="309987" y="304835"/>
                  <a:pt x="297074" y="302072"/>
                </a:cubicBezTo>
                <a:close/>
                <a:moveTo>
                  <a:pt x="498167" y="264231"/>
                </a:moveTo>
                <a:lnTo>
                  <a:pt x="551603" y="264231"/>
                </a:lnTo>
                <a:cubicBezTo>
                  <a:pt x="566343" y="264231"/>
                  <a:pt x="578320" y="276210"/>
                  <a:pt x="578320" y="290952"/>
                </a:cubicBezTo>
                <a:cubicBezTo>
                  <a:pt x="578320" y="304774"/>
                  <a:pt x="566343" y="316752"/>
                  <a:pt x="551603" y="316752"/>
                </a:cubicBezTo>
                <a:lnTo>
                  <a:pt x="497246" y="316752"/>
                </a:lnTo>
                <a:cubicBezTo>
                  <a:pt x="498167" y="307538"/>
                  <a:pt x="499089" y="298324"/>
                  <a:pt x="499089" y="288188"/>
                </a:cubicBezTo>
                <a:cubicBezTo>
                  <a:pt x="499089" y="279895"/>
                  <a:pt x="499089" y="272524"/>
                  <a:pt x="498167" y="264231"/>
                </a:cubicBezTo>
                <a:close/>
                <a:moveTo>
                  <a:pt x="25843" y="259645"/>
                </a:moveTo>
                <a:lnTo>
                  <a:pt x="81222" y="259645"/>
                </a:lnTo>
                <a:cubicBezTo>
                  <a:pt x="79376" y="269781"/>
                  <a:pt x="78453" y="278995"/>
                  <a:pt x="78453" y="288209"/>
                </a:cubicBezTo>
                <a:cubicBezTo>
                  <a:pt x="78453" y="296502"/>
                  <a:pt x="79376" y="304795"/>
                  <a:pt x="80299" y="312166"/>
                </a:cubicBezTo>
                <a:lnTo>
                  <a:pt x="25843" y="312166"/>
                </a:lnTo>
                <a:cubicBezTo>
                  <a:pt x="11999" y="312166"/>
                  <a:pt x="0" y="301109"/>
                  <a:pt x="0" y="286366"/>
                </a:cubicBezTo>
                <a:cubicBezTo>
                  <a:pt x="0" y="271624"/>
                  <a:pt x="11999" y="259645"/>
                  <a:pt x="25843" y="259645"/>
                </a:cubicBezTo>
                <a:close/>
                <a:moveTo>
                  <a:pt x="282316" y="225625"/>
                </a:moveTo>
                <a:cubicBezTo>
                  <a:pt x="265713" y="225625"/>
                  <a:pt x="255567" y="235757"/>
                  <a:pt x="255567" y="245888"/>
                </a:cubicBezTo>
                <a:cubicBezTo>
                  <a:pt x="255567" y="257862"/>
                  <a:pt x="264791" y="264309"/>
                  <a:pt x="282316" y="267993"/>
                </a:cubicBezTo>
                <a:close/>
                <a:moveTo>
                  <a:pt x="478752" y="197951"/>
                </a:moveTo>
                <a:lnTo>
                  <a:pt x="551584" y="197951"/>
                </a:lnTo>
                <a:cubicBezTo>
                  <a:pt x="566335" y="197951"/>
                  <a:pt x="578320" y="209930"/>
                  <a:pt x="578320" y="224672"/>
                </a:cubicBezTo>
                <a:cubicBezTo>
                  <a:pt x="578320" y="239415"/>
                  <a:pt x="566335" y="250472"/>
                  <a:pt x="551584" y="250472"/>
                </a:cubicBezTo>
                <a:lnTo>
                  <a:pt x="495347" y="250472"/>
                </a:lnTo>
                <a:cubicBezTo>
                  <a:pt x="492581" y="232044"/>
                  <a:pt x="486128" y="214537"/>
                  <a:pt x="478752" y="197951"/>
                </a:cubicBezTo>
                <a:close/>
                <a:moveTo>
                  <a:pt x="25834" y="194253"/>
                </a:moveTo>
                <a:lnTo>
                  <a:pt x="101491" y="194253"/>
                </a:lnTo>
                <a:cubicBezTo>
                  <a:pt x="93187" y="209917"/>
                  <a:pt x="86729" y="228346"/>
                  <a:pt x="83038" y="246774"/>
                </a:cubicBezTo>
                <a:lnTo>
                  <a:pt x="25834" y="246774"/>
                </a:lnTo>
                <a:cubicBezTo>
                  <a:pt x="11994" y="246774"/>
                  <a:pt x="0" y="234796"/>
                  <a:pt x="0" y="220053"/>
                </a:cubicBezTo>
                <a:cubicBezTo>
                  <a:pt x="0" y="205310"/>
                  <a:pt x="11994" y="194253"/>
                  <a:pt x="25834" y="194253"/>
                </a:cubicBezTo>
                <a:close/>
                <a:moveTo>
                  <a:pt x="289695" y="180494"/>
                </a:moveTo>
                <a:cubicBezTo>
                  <a:pt x="293384" y="180494"/>
                  <a:pt x="297074" y="184178"/>
                  <a:pt x="297074" y="188784"/>
                </a:cubicBezTo>
                <a:lnTo>
                  <a:pt x="297074" y="200757"/>
                </a:lnTo>
                <a:cubicBezTo>
                  <a:pt x="315521" y="201678"/>
                  <a:pt x="353338" y="213652"/>
                  <a:pt x="353338" y="236678"/>
                </a:cubicBezTo>
                <a:cubicBezTo>
                  <a:pt x="353338" y="245888"/>
                  <a:pt x="346881" y="251415"/>
                  <a:pt x="338580" y="251415"/>
                </a:cubicBezTo>
                <a:cubicBezTo>
                  <a:pt x="322900" y="251415"/>
                  <a:pt x="322900" y="225625"/>
                  <a:pt x="297074" y="225625"/>
                </a:cubicBezTo>
                <a:lnTo>
                  <a:pt x="297074" y="270756"/>
                </a:lnTo>
                <a:cubicBezTo>
                  <a:pt x="328434" y="277204"/>
                  <a:pt x="356105" y="286414"/>
                  <a:pt x="356105" y="323256"/>
                </a:cubicBezTo>
                <a:cubicBezTo>
                  <a:pt x="356105" y="355492"/>
                  <a:pt x="332124" y="372071"/>
                  <a:pt x="297074" y="373913"/>
                </a:cubicBezTo>
                <a:lnTo>
                  <a:pt x="297074" y="388650"/>
                </a:lnTo>
                <a:cubicBezTo>
                  <a:pt x="297074" y="392334"/>
                  <a:pt x="293384" y="396939"/>
                  <a:pt x="289695" y="396939"/>
                </a:cubicBezTo>
                <a:cubicBezTo>
                  <a:pt x="285083" y="396939"/>
                  <a:pt x="282316" y="392334"/>
                  <a:pt x="282316" y="388650"/>
                </a:cubicBezTo>
                <a:lnTo>
                  <a:pt x="282316" y="373913"/>
                </a:lnTo>
                <a:cubicBezTo>
                  <a:pt x="241732" y="372992"/>
                  <a:pt x="222362" y="349045"/>
                  <a:pt x="222362" y="329703"/>
                </a:cubicBezTo>
                <a:cubicBezTo>
                  <a:pt x="222362" y="320493"/>
                  <a:pt x="227896" y="314966"/>
                  <a:pt x="237120" y="314966"/>
                </a:cubicBezTo>
                <a:cubicBezTo>
                  <a:pt x="263869" y="314966"/>
                  <a:pt x="242654" y="348124"/>
                  <a:pt x="282316" y="349966"/>
                </a:cubicBezTo>
                <a:lnTo>
                  <a:pt x="282316" y="299309"/>
                </a:lnTo>
                <a:cubicBezTo>
                  <a:pt x="247266" y="292861"/>
                  <a:pt x="225129" y="278125"/>
                  <a:pt x="225129" y="251415"/>
                </a:cubicBezTo>
                <a:cubicBezTo>
                  <a:pt x="225129" y="219178"/>
                  <a:pt x="252800" y="201678"/>
                  <a:pt x="282316" y="200757"/>
                </a:cubicBezTo>
                <a:lnTo>
                  <a:pt x="282316" y="188784"/>
                </a:lnTo>
                <a:cubicBezTo>
                  <a:pt x="282316" y="184178"/>
                  <a:pt x="285083" y="180494"/>
                  <a:pt x="289695" y="180494"/>
                </a:cubicBezTo>
                <a:close/>
                <a:moveTo>
                  <a:pt x="288699" y="157519"/>
                </a:moveTo>
                <a:cubicBezTo>
                  <a:pt x="216770" y="157519"/>
                  <a:pt x="157752" y="216443"/>
                  <a:pt x="157752" y="288255"/>
                </a:cubicBezTo>
                <a:cubicBezTo>
                  <a:pt x="157752" y="360989"/>
                  <a:pt x="216770" y="419912"/>
                  <a:pt x="288699" y="419912"/>
                </a:cubicBezTo>
                <a:cubicBezTo>
                  <a:pt x="361549" y="419912"/>
                  <a:pt x="420567" y="360989"/>
                  <a:pt x="420567" y="288255"/>
                </a:cubicBezTo>
                <a:cubicBezTo>
                  <a:pt x="420567" y="216443"/>
                  <a:pt x="361549" y="157519"/>
                  <a:pt x="288699" y="157519"/>
                </a:cubicBezTo>
                <a:close/>
                <a:moveTo>
                  <a:pt x="428895" y="132559"/>
                </a:moveTo>
                <a:lnTo>
                  <a:pt x="551571" y="132559"/>
                </a:lnTo>
                <a:cubicBezTo>
                  <a:pt x="566329" y="132559"/>
                  <a:pt x="578320" y="143616"/>
                  <a:pt x="578320" y="158359"/>
                </a:cubicBezTo>
                <a:cubicBezTo>
                  <a:pt x="578320" y="173101"/>
                  <a:pt x="566329" y="185080"/>
                  <a:pt x="551571" y="185080"/>
                </a:cubicBezTo>
                <a:lnTo>
                  <a:pt x="471324" y="185080"/>
                </a:lnTo>
                <a:cubicBezTo>
                  <a:pt x="460256" y="164808"/>
                  <a:pt x="445498" y="147301"/>
                  <a:pt x="428895" y="132559"/>
                </a:cubicBezTo>
                <a:close/>
                <a:moveTo>
                  <a:pt x="25822" y="127973"/>
                </a:moveTo>
                <a:lnTo>
                  <a:pt x="154012" y="127973"/>
                </a:lnTo>
                <a:cubicBezTo>
                  <a:pt x="136490" y="142715"/>
                  <a:pt x="121734" y="160222"/>
                  <a:pt x="108823" y="180494"/>
                </a:cubicBezTo>
                <a:lnTo>
                  <a:pt x="25822" y="180494"/>
                </a:lnTo>
                <a:cubicBezTo>
                  <a:pt x="11989" y="180494"/>
                  <a:pt x="0" y="168515"/>
                  <a:pt x="0" y="153773"/>
                </a:cubicBezTo>
                <a:cubicBezTo>
                  <a:pt x="0" y="139951"/>
                  <a:pt x="11989" y="127973"/>
                  <a:pt x="25822" y="127973"/>
                </a:cubicBezTo>
                <a:close/>
                <a:moveTo>
                  <a:pt x="288699" y="105041"/>
                </a:moveTo>
                <a:cubicBezTo>
                  <a:pt x="390136" y="105041"/>
                  <a:pt x="473130" y="186981"/>
                  <a:pt x="473130" y="288255"/>
                </a:cubicBezTo>
                <a:cubicBezTo>
                  <a:pt x="473130" y="389530"/>
                  <a:pt x="390136" y="472390"/>
                  <a:pt x="288699" y="472390"/>
                </a:cubicBezTo>
                <a:cubicBezTo>
                  <a:pt x="187261" y="472390"/>
                  <a:pt x="105189" y="389530"/>
                  <a:pt x="105189" y="288255"/>
                </a:cubicBezTo>
                <a:cubicBezTo>
                  <a:pt x="105189" y="186981"/>
                  <a:pt x="187261" y="105041"/>
                  <a:pt x="288699" y="105041"/>
                </a:cubicBezTo>
                <a:close/>
                <a:moveTo>
                  <a:pt x="357002" y="66280"/>
                </a:moveTo>
                <a:lnTo>
                  <a:pt x="551578" y="66280"/>
                </a:lnTo>
                <a:cubicBezTo>
                  <a:pt x="566332" y="66280"/>
                  <a:pt x="578320" y="78258"/>
                  <a:pt x="578320" y="92080"/>
                </a:cubicBezTo>
                <a:cubicBezTo>
                  <a:pt x="578320" y="106822"/>
                  <a:pt x="566332" y="118801"/>
                  <a:pt x="551578" y="118801"/>
                </a:cubicBezTo>
                <a:lnTo>
                  <a:pt x="411410" y="118801"/>
                </a:lnTo>
                <a:cubicBezTo>
                  <a:pt x="388356" y="102215"/>
                  <a:pt x="361613" y="89315"/>
                  <a:pt x="333026" y="82865"/>
                </a:cubicBezTo>
                <a:cubicBezTo>
                  <a:pt x="336715" y="73651"/>
                  <a:pt x="345936" y="66280"/>
                  <a:pt x="357002" y="66280"/>
                </a:cubicBezTo>
                <a:close/>
                <a:moveTo>
                  <a:pt x="356932" y="0"/>
                </a:moveTo>
                <a:lnTo>
                  <a:pt x="551569" y="0"/>
                </a:lnTo>
                <a:cubicBezTo>
                  <a:pt x="566328" y="0"/>
                  <a:pt x="578320" y="11978"/>
                  <a:pt x="578320" y="25800"/>
                </a:cubicBezTo>
                <a:cubicBezTo>
                  <a:pt x="578320" y="40542"/>
                  <a:pt x="566328" y="52521"/>
                  <a:pt x="551569" y="52521"/>
                </a:cubicBezTo>
                <a:lnTo>
                  <a:pt x="356932" y="52521"/>
                </a:lnTo>
                <a:cubicBezTo>
                  <a:pt x="343095" y="52521"/>
                  <a:pt x="331103" y="40542"/>
                  <a:pt x="331103" y="25800"/>
                </a:cubicBezTo>
                <a:cubicBezTo>
                  <a:pt x="331103" y="11978"/>
                  <a:pt x="343095" y="0"/>
                  <a:pt x="356932" y="0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87ADF33-20F5-4E17-9976-1EA5A5F2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052" y="2576101"/>
            <a:ext cx="1545661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公交优先</a:t>
            </a:r>
            <a:endParaRPr b="1" i="1">
              <a:solidFill>
                <a:srgbClr val="002060"/>
              </a:solidFill>
            </a:endParaR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F529934F-0837-4CF7-BBD4-75D24AF5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786" y="3348978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不限次公交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9F87B6A-EAEC-45A1-831D-FFFC4E17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94" y="3609049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地铁：10次/月</a:t>
            </a:r>
            <a:endParaRPr sz="1200"/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086C432-BF31-4553-8CCB-5A4526E9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865" y="2968873"/>
            <a:ext cx="2010182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   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64元/月</a:t>
            </a:r>
            <a:endParaRPr sz="1400">
              <a:solidFill>
                <a:schemeClr val="accent1">
                  <a:lumMod val="50000"/>
                </a:schemeClr>
              </a:solidFill>
              <a:latin typeface="Tw Cen MT Condensed Extra Bold"/>
              <a:ea typeface="Tw Cen MT Condensed Extra Bold"/>
              <a:cs typeface="Tw Cen MT Condensed Extra Bold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514DEA6-00F7-708B-B864-F82D1D6A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538" y="3871007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不限次共享单车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12941E8-C74E-A231-F771-C0990B12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33" y="4173774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共享电动自行车：0次/月</a:t>
            </a:r>
            <a:endParaRPr sz="12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607339-422A-9F8A-914F-83C19032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744" y="4476541"/>
            <a:ext cx="2316273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出租/网约车：</a:t>
            </a:r>
          </a:p>
          <a:p xmlns:a="http://schemas.openxmlformats.org/drawingml/2006/main">
            <a:r>
              <a:rPr sz="1200"/>
              <a:t> </a:t>
            </a:r>
            <a:r>
              <a:rPr sz="1200"/>
              <a:t>0 km/月</a:t>
            </a:r>
            <a:endParaRPr sz="1200"/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2576CA2E-B0C6-936C-0B5E-1C06C21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7428" y="2574732"/>
            <a:ext cx="1545661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地铁畅行</a:t>
            </a:r>
            <a:endParaRPr b="1" i="1">
              <a:solidFill>
                <a:srgbClr val="002060"/>
              </a:solidFill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EC04142F-595B-C1E9-EFFF-E5F6BDA3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162" y="3347609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不限次公交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21482562-A6D0-6F17-B40B-5578ABD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33370" y="3607680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地铁：60次/月</a:t>
            </a:r>
            <a:endParaRPr sz="1200"/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9611338-0376-B74C-F7EC-C6E3913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1400" y="2967504"/>
            <a:ext cx="2056517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   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184元/月</a:t>
            </a:r>
            <a:endParaRPr sz="1400">
              <a:solidFill>
                <a:schemeClr val="accent1">
                  <a:lumMod val="50000"/>
                </a:schemeClr>
              </a:solidFill>
              <a:latin typeface="Tw Cen MT Condensed Extra Bold"/>
              <a:ea typeface="Tw Cen MT Condensed Extra Bold"/>
              <a:cs typeface="Tw Cen MT Condensed Extra Bold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B8198FA-A6A8-25FB-6871-E7E0A70D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6914" y="3869638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不限次共享单车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09345C71-82AB-3BF0-9E79-3D55E407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18609" y="4172405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共享电动自行车：0次/月</a:t>
            </a:r>
            <a:endParaRPr sz="1200"/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A0074792-0EC9-4A79-1F60-CC652E75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2120" y="4475172"/>
            <a:ext cx="2316273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出租/网约车：</a:t>
            </a:r>
          </a:p>
          <a:p xmlns:a="http://schemas.openxmlformats.org/drawingml/2006/main">
            <a:r>
              <a:rPr sz="1200"/>
              <a:t> </a:t>
            </a:r>
            <a:r>
              <a:rPr sz="1200"/>
              <a:t>0 km/月</a:t>
            </a:r>
            <a:endParaRPr sz="1200"/>
          </a:p>
        </p:txBody>
      </p:sp>
      <p:sp>
        <p:nvSpPr>
          <p:cNvPr id="47" name="矩形: 圆顶角 46">
            <a:extLst xmlns:a="http://schemas.openxmlformats.org/drawingml/2006/main">
              <a:ext uri="{FF2B5EF4-FFF2-40B4-BE49-F238E27FC236}">
                <a16:creationId xmlns:a16="http://schemas.microsoft.com/office/drawing/2014/main" id="{C561229B-04B4-2C83-E9D6-C3BABFE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4934485" y="2493486"/>
            <a:ext cx="2151801" cy="2812824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DFED90E6-F5D1-F4FB-E9E5-1166806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0512" y="2575665"/>
            <a:ext cx="1545661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优惠出租</a:t>
            </a:r>
            <a:endParaRPr b="1" i="1">
              <a:solidFill>
                <a:srgbClr val="002060"/>
              </a:solidFill>
            </a:endParaR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A401E3B-D6F5-C75C-0139-18DADE3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1246" y="3348542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不限次公交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8725F86-8A02-CD7F-8934-1C18BCA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6454" y="3608613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地铁：30次/月</a:t>
            </a:r>
            <a:endParaRPr sz="1200"/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D7DAD34-B3AF-EA19-062E-4739248C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747" y="2968872"/>
            <a:ext cx="2151801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   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768元/月</a:t>
            </a:r>
            <a:endParaRPr sz="1400">
              <a:solidFill>
                <a:schemeClr val="accent1">
                  <a:lumMod val="50000"/>
                </a:schemeClr>
              </a:solidFill>
              <a:latin typeface="Tw Cen MT Condensed Extra Bold"/>
              <a:ea typeface="Tw Cen MT Condensed Extra Bold"/>
              <a:cs typeface="Tw Cen MT Condensed Extra Bold"/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BED3EDBB-21A6-D47A-B46A-3CBBAECF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9998" y="3870571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不限次共享单车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6487160E-E2D0-417C-A815-62AC3C3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1693" y="4173338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共享电动自行车：12次/月</a:t>
            </a:r>
            <a:endParaRPr sz="1200"/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6D10011A-7415-B2A0-D9A4-2117737C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5204" y="4476105"/>
            <a:ext cx="2316273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出租/网约车：</a:t>
            </a:r>
          </a:p>
          <a:p xmlns:a="http://schemas.openxmlformats.org/drawingml/2006/main">
            <a:r>
              <a:rPr sz="1200"/>
              <a:t> </a:t>
            </a:r>
            <a:r>
              <a:rPr sz="1200"/>
              <a:t>350 km/月</a:t>
            </a:r>
            <a:endParaRPr sz="1200"/>
          </a:p>
        </p:txBody>
      </p:sp>
      <p:sp>
        <p:nvSpPr>
          <p:cNvPr id="55" name="矩形: 圆顶角 54">
            <a:extLst xmlns:a="http://schemas.openxmlformats.org/drawingml/2006/main">
              <a:ext uri="{FF2B5EF4-FFF2-40B4-BE49-F238E27FC236}">
                <a16:creationId xmlns:a16="http://schemas.microsoft.com/office/drawing/2014/main" id="{B93635D9-2208-F2B1-9DDC-CD1E0E8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7162769" y="2492553"/>
            <a:ext cx="2151801" cy="2812824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F72D2840-48C8-042E-E2A9-9A1ED7CF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6832" y="2562245"/>
            <a:ext cx="275848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全能畅行</a:t>
            </a:r>
            <a:endParaRPr b="1" i="1">
              <a:solidFill>
                <a:srgbClr val="002060"/>
              </a:solidFill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73AFE87-C3A7-E97B-6B1B-7F9F1B16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9530" y="3347609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不限次公交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A759259F-9ADF-7A8F-A409-14E514D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4738" y="3607680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地铁：90次/月</a:t>
            </a:r>
            <a:endParaRPr sz="1200"/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1822EA38-2CA8-0A72-F2C0-CBB15AC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5023" y="2967504"/>
            <a:ext cx="2212402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   </a:t>
            </a: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1245元/月</a:t>
            </a:r>
            <a:endParaRPr sz="1400">
              <a:solidFill>
                <a:schemeClr val="accent1">
                  <a:lumMod val="50000"/>
                </a:schemeClr>
              </a:solidFill>
              <a:latin typeface="Tw Cen MT Condensed Extra Bold"/>
              <a:ea typeface="Tw Cen MT Condensed Extra Bold"/>
              <a:cs typeface="Tw Cen MT Condensed Extra Bold"/>
            </a:endParaRPr>
          </a:p>
        </p:txBody>
      </p:sp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777DB6BB-806C-6877-E0EA-BA7B867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8282" y="3869638"/>
            <a:ext cx="1726687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defRPr>
            </a:lvl1pPr>
          </a:lstStyle>
          <a:p xmlns:a="http://schemas.openxmlformats.org/drawingml/2006/main">
            <a:r>
              <a:rPr sz="1200">
                <a:latin typeface="Tw Cen MT"/>
                <a:ea typeface="Tw Cen MT"/>
                <a:cs typeface="Tw Cen MT"/>
              </a:rPr>
              <a:t>不限次共享单车</a:t>
            </a:r>
            <a:endParaRPr sz="1200">
              <a:latin typeface="Tw Cen MT"/>
              <a:ea typeface="Tw Cen MT"/>
              <a:cs typeface="Tw Cen MT"/>
            </a:endParaRPr>
          </a:p>
        </p:txBody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2F11C2DD-48E6-27AA-7182-0DADDE1C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9977" y="4172405"/>
            <a:ext cx="2316273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共享电动自行车：24次/月</a:t>
            </a:r>
            <a:endParaRPr sz="1200"/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7E6043D6-AFE6-D680-1012-8CB37DF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3488" y="4475172"/>
            <a:ext cx="2316273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accent1">
                    <a:lumMod val="50000"/>
                  </a:schemeClr>
                </a:solidFill>
                <a:latin typeface="Tw Cen MT"/>
                <a:ea typeface="Tw Cen MT"/>
                <a:cs typeface="Tw Cen MT"/>
              </a:defRPr>
            </a:lvl1pPr>
          </a:lstStyle>
          <a:p xmlns:a="http://schemas.openxmlformats.org/drawingml/2006/main">
            <a:r>
              <a:rPr sz="1200"/>
              <a:t>出租/网约车：</a:t>
            </a:r>
          </a:p>
          <a:p xmlns:a="http://schemas.openxmlformats.org/drawingml/2006/main">
            <a:r>
              <a:rPr sz="1200"/>
              <a:t> </a:t>
            </a:r>
            <a:r>
              <a:rPr sz="1200"/>
              <a:t>520 km/月</a:t>
            </a:r>
            <a:endParaRPr sz="1200"/>
          </a:p>
        </p:txBody>
      </p:sp>
      <p:sp>
        <p:nvSpPr>
          <p:cNvPr id="63" name="矩形: 圆顶角 62">
            <a:extLst xmlns:a="http://schemas.openxmlformats.org/drawingml/2006/main">
              <a:ext uri="{FF2B5EF4-FFF2-40B4-BE49-F238E27FC236}">
                <a16:creationId xmlns:a16="http://schemas.microsoft.com/office/drawing/2014/main" id="{8700A922-3383-1B09-2EC8-126AAB7F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9385726" y="2492553"/>
            <a:ext cx="2151801" cy="2812824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585FB7AC-837C-D35E-A911-84ADE35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2795" y="2574732"/>
            <a:ext cx="2007382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按次付费</a:t>
            </a:r>
            <a:endParaRPr b="1" i="1">
              <a:solidFill>
                <a:srgbClr val="002060"/>
              </a:solidFill>
            </a:endParaRP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217F7546-8C7B-7F1F-EDA2-100CFFEE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99656" y="3561861"/>
            <a:ext cx="193939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1">
                    <a:lumMod val="50000"/>
                  </a:schemeClr>
                </a:solidFill>
                <a:latin typeface="Tw Cen MT Condensed Extra Bold"/>
                <a:ea typeface="Tw Cen MT Condensed Extra Bold"/>
                <a:cs typeface="Tw Cen MT Condensed Extra Bold"/>
              </a:rPr>
              <a:t>出行后付费</a:t>
            </a:r>
            <a:endParaRPr sz="1400">
              <a:solidFill>
                <a:schemeClr val="accent1">
                  <a:lumMod val="50000"/>
                </a:schemeClr>
              </a:solidFill>
              <a:latin typeface="Tw Cen MT Condensed Extra Bold"/>
              <a:ea typeface="Tw Cen MT Condensed Extra Bold"/>
              <a:cs typeface="Tw Cen MT Condensed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52404478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hxwh44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2026-08-08T02:51:17.2740000Z</dcterms:created>
  <dcterms:modified xsi:type="dcterms:W3CDTF">2026-08-08T02:51:17.2740000Z</dcterms:modified>
</coreProperties>
</file>