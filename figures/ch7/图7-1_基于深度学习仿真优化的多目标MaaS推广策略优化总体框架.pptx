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934950" cy="110394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7E66B0"/>
    <a:srgbClr val="4F9151"/>
    <a:srgbClr val="C87B0E"/>
    <a:srgbClr val="F1EDF9"/>
    <a:srgbClr val="EEF8EE"/>
    <a:srgbClr val="FFF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2B5C2-D8BC-CF48-80B1-1FC3E3FA1648}" v="146" dt="2026-08-12T14:21:38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/>
    <p:restoredTop sz="94658"/>
  </p:normalViewPr>
  <p:slideViewPr>
    <p:cSldViewPr snapToGrid="0">
      <p:cViewPr>
        <p:scale>
          <a:sx n="113" d="100"/>
          <a:sy n="113" d="100"/>
        </p:scale>
        <p:origin x="-464" y="-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addSld modSld">
      <pc:chgData name="赫 郝" userId="eac1196edf7977d1" providerId="LiveId" clId="{06512E50-0563-545E-8A2D-AA85B947D58D}" dt="2026-08-12T14:21:44.308" v="3209" actId="1036"/>
      <pc:docMkLst>
        <pc:docMk/>
      </pc:docMkLst>
      <pc:sldChg chg="addSp delSp modSp mod">
        <pc:chgData name="赫 郝" userId="eac1196edf7977d1" providerId="LiveId" clId="{06512E50-0563-545E-8A2D-AA85B947D58D}" dt="2026-08-12T14:21:44.308" v="3209" actId="1036"/>
        <pc:sldMkLst>
          <pc:docMk/>
          <pc:sldMk cId="1726992209" sldId="256"/>
        </pc:sldMkLst>
        <pc:spChg chg="del">
          <ac:chgData name="赫 郝" userId="eac1196edf7977d1" providerId="LiveId" clId="{06512E50-0563-545E-8A2D-AA85B947D58D}" dt="2026-08-11T09:28:42.457" v="66" actId="478"/>
          <ac:spMkLst>
            <pc:docMk/>
            <pc:sldMk cId="1726992209" sldId="256"/>
            <ac:spMk id="2" creationId="{F1143366-7627-487A-AE13-6466813703AE}"/>
          </ac:spMkLst>
        </pc:spChg>
        <pc:spChg chg="mod">
          <ac:chgData name="赫 郝" userId="eac1196edf7977d1" providerId="LiveId" clId="{06512E50-0563-545E-8A2D-AA85B947D58D}" dt="2026-08-11T09:30:59.087" v="134" actId="403"/>
          <ac:spMkLst>
            <pc:docMk/>
            <pc:sldMk cId="1726992209" sldId="256"/>
            <ac:spMk id="3" creationId="{D098BA0E-85E4-4344-B10B-12CF2D15EB02}"/>
          </ac:spMkLst>
        </pc:spChg>
        <pc:spChg chg="del mod">
          <ac:chgData name="赫 郝" userId="eac1196edf7977d1" providerId="LiveId" clId="{06512E50-0563-545E-8A2D-AA85B947D58D}" dt="2026-08-11T09:31:36.222" v="141" actId="478"/>
          <ac:spMkLst>
            <pc:docMk/>
            <pc:sldMk cId="1726992209" sldId="256"/>
            <ac:spMk id="4" creationId="{AD054279-F75B-48EC-BB41-5EACCB6DB6EA}"/>
          </ac:spMkLst>
        </pc:spChg>
        <pc:spChg chg="mod">
          <ac:chgData name="赫 郝" userId="eac1196edf7977d1" providerId="LiveId" clId="{06512E50-0563-545E-8A2D-AA85B947D58D}" dt="2026-08-11T09:30:59.087" v="134" actId="403"/>
          <ac:spMkLst>
            <pc:docMk/>
            <pc:sldMk cId="1726992209" sldId="256"/>
            <ac:spMk id="5" creationId="{C5659811-6F07-48F2-81EA-192517CC9CC4}"/>
          </ac:spMkLst>
        </pc:spChg>
        <pc:spChg chg="del mod">
          <ac:chgData name="赫 郝" userId="eac1196edf7977d1" providerId="LiveId" clId="{06512E50-0563-545E-8A2D-AA85B947D58D}" dt="2026-08-11T09:31:57.169" v="149" actId="478"/>
          <ac:spMkLst>
            <pc:docMk/>
            <pc:sldMk cId="1726992209" sldId="256"/>
            <ac:spMk id="6" creationId="{2682BD9C-1E76-4F40-8B38-8C19820DEBA1}"/>
          </ac:spMkLst>
        </pc:spChg>
        <pc:spChg chg="mod">
          <ac:chgData name="赫 郝" userId="eac1196edf7977d1" providerId="LiveId" clId="{06512E50-0563-545E-8A2D-AA85B947D58D}" dt="2026-08-11T09:30:59.087" v="134" actId="403"/>
          <ac:spMkLst>
            <pc:docMk/>
            <pc:sldMk cId="1726992209" sldId="256"/>
            <ac:spMk id="7" creationId="{FB92340E-0F9B-4AE8-98A4-813D88CC696C}"/>
          </ac:spMkLst>
        </pc:spChg>
        <pc:spChg chg="del mod">
          <ac:chgData name="赫 郝" userId="eac1196edf7977d1" providerId="LiveId" clId="{06512E50-0563-545E-8A2D-AA85B947D58D}" dt="2026-08-11T09:32:13.087" v="156" actId="478"/>
          <ac:spMkLst>
            <pc:docMk/>
            <pc:sldMk cId="1726992209" sldId="256"/>
            <ac:spMk id="8" creationId="{9FBC101A-0511-48EF-A1BC-F080F7EC49DF}"/>
          </ac:spMkLst>
        </pc:spChg>
        <pc:spChg chg="mod">
          <ac:chgData name="赫 郝" userId="eac1196edf7977d1" providerId="LiveId" clId="{06512E50-0563-545E-8A2D-AA85B947D58D}" dt="2026-08-11T10:06:24.513" v="1195" actId="20577"/>
          <ac:spMkLst>
            <pc:docMk/>
            <pc:sldMk cId="1726992209" sldId="256"/>
            <ac:spMk id="9" creationId="{53FB77F3-819F-4AB2-906D-A520483BC39A}"/>
          </ac:spMkLst>
        </pc:spChg>
        <pc:spChg chg="del mod">
          <ac:chgData name="赫 郝" userId="eac1196edf7977d1" providerId="LiveId" clId="{06512E50-0563-545E-8A2D-AA85B947D58D}" dt="2026-08-11T09:32:13.087" v="156" actId="478"/>
          <ac:spMkLst>
            <pc:docMk/>
            <pc:sldMk cId="1726992209" sldId="256"/>
            <ac:spMk id="10" creationId="{0928A9ED-6C3F-4BD6-AE9C-41584B70AE68}"/>
          </ac:spMkLst>
        </pc:spChg>
        <pc:spChg chg="mod">
          <ac:chgData name="赫 郝" userId="eac1196edf7977d1" providerId="LiveId" clId="{06512E50-0563-545E-8A2D-AA85B947D58D}" dt="2026-08-11T09:30:59.087" v="134" actId="403"/>
          <ac:spMkLst>
            <pc:docMk/>
            <pc:sldMk cId="1726992209" sldId="256"/>
            <ac:spMk id="11" creationId="{A70029B9-D810-4EF7-AF96-C8183E9D59A2}"/>
          </ac:spMkLst>
        </pc:spChg>
        <pc:spChg chg="mod">
          <ac:chgData name="赫 郝" userId="eac1196edf7977d1" providerId="LiveId" clId="{06512E50-0563-545E-8A2D-AA85B947D58D}" dt="2026-08-11T09:55:40.769" v="924" actId="1076"/>
          <ac:spMkLst>
            <pc:docMk/>
            <pc:sldMk cId="1726992209" sldId="256"/>
            <ac:spMk id="14" creationId="{EE8FD98F-308C-4B96-80B1-00F0F9F507FF}"/>
          </ac:spMkLst>
        </pc:spChg>
        <pc:spChg chg="mod">
          <ac:chgData name="赫 郝" userId="eac1196edf7977d1" providerId="LiveId" clId="{06512E50-0563-545E-8A2D-AA85B947D58D}" dt="2026-08-11T09:30:08.162" v="113" actId="207"/>
          <ac:spMkLst>
            <pc:docMk/>
            <pc:sldMk cId="1726992209" sldId="256"/>
            <ac:spMk id="17" creationId="{5CE29F7A-0AA1-4277-BB24-E2F9BB8CEB0B}"/>
          </ac:spMkLst>
        </pc:spChg>
        <pc:spChg chg="del mod">
          <ac:chgData name="赫 郝" userId="eac1196edf7977d1" providerId="LiveId" clId="{06512E50-0563-545E-8A2D-AA85B947D58D}" dt="2026-08-11T09:34:42.873" v="229" actId="478"/>
          <ac:spMkLst>
            <pc:docMk/>
            <pc:sldMk cId="1726992209" sldId="256"/>
            <ac:spMk id="18" creationId="{A886B4F8-13D5-48E8-927B-DEAB19D5B5C8}"/>
          </ac:spMkLst>
        </pc:spChg>
        <pc:spChg chg="mod">
          <ac:chgData name="赫 郝" userId="eac1196edf7977d1" providerId="LiveId" clId="{06512E50-0563-545E-8A2D-AA85B947D58D}" dt="2026-08-11T09:30:11.882" v="114" actId="207"/>
          <ac:spMkLst>
            <pc:docMk/>
            <pc:sldMk cId="1726992209" sldId="256"/>
            <ac:spMk id="20" creationId="{86C770E8-099F-471C-957F-1F23B5677AE2}"/>
          </ac:spMkLst>
        </pc:spChg>
        <pc:spChg chg="del">
          <ac:chgData name="赫 郝" userId="eac1196edf7977d1" providerId="LiveId" clId="{06512E50-0563-545E-8A2D-AA85B947D58D}" dt="2026-08-11T09:34:47.945" v="230" actId="478"/>
          <ac:spMkLst>
            <pc:docMk/>
            <pc:sldMk cId="1726992209" sldId="256"/>
            <ac:spMk id="21" creationId="{7A3F4DEB-8D54-45C5-82DF-BEBDEC1229F1}"/>
          </ac:spMkLst>
        </pc:spChg>
        <pc:spChg chg="mod">
          <ac:chgData name="赫 郝" userId="eac1196edf7977d1" providerId="LiveId" clId="{06512E50-0563-545E-8A2D-AA85B947D58D}" dt="2026-08-11T09:29:05.244" v="73" actId="14100"/>
          <ac:spMkLst>
            <pc:docMk/>
            <pc:sldMk cId="1726992209" sldId="256"/>
            <ac:spMk id="22" creationId="{0E8C4DFA-7B82-4A83-B1F2-2F7AD15F46AC}"/>
          </ac:spMkLst>
        </pc:spChg>
        <pc:spChg chg="mod">
          <ac:chgData name="赫 郝" userId="eac1196edf7977d1" providerId="LiveId" clId="{06512E50-0563-545E-8A2D-AA85B947D58D}" dt="2026-08-11T09:30:13.498" v="115" actId="207"/>
          <ac:spMkLst>
            <pc:docMk/>
            <pc:sldMk cId="1726992209" sldId="256"/>
            <ac:spMk id="23" creationId="{1038FB47-09B4-4DDA-A283-DB76B310F430}"/>
          </ac:spMkLst>
        </pc:spChg>
        <pc:spChg chg="del mod">
          <ac:chgData name="赫 郝" userId="eac1196edf7977d1" providerId="LiveId" clId="{06512E50-0563-545E-8A2D-AA85B947D58D}" dt="2026-08-11T09:36:44.753" v="336" actId="478"/>
          <ac:spMkLst>
            <pc:docMk/>
            <pc:sldMk cId="1726992209" sldId="256"/>
            <ac:spMk id="24" creationId="{D8DCFF71-9951-47B1-92EB-E3A3B598F8C9}"/>
          </ac:spMkLst>
        </pc:spChg>
        <pc:spChg chg="add del mod">
          <ac:chgData name="赫 郝" userId="eac1196edf7977d1" providerId="LiveId" clId="{06512E50-0563-545E-8A2D-AA85B947D58D}" dt="2026-08-11T09:45:45.474" v="406" actId="207"/>
          <ac:spMkLst>
            <pc:docMk/>
            <pc:sldMk cId="1726992209" sldId="256"/>
            <ac:spMk id="25" creationId="{F1C1A14B-E725-4FAF-BF37-E8CB82428301}"/>
          </ac:spMkLst>
        </pc:spChg>
        <pc:spChg chg="mod">
          <ac:chgData name="赫 郝" userId="eac1196edf7977d1" providerId="LiveId" clId="{06512E50-0563-545E-8A2D-AA85B947D58D}" dt="2026-08-11T09:53:56.772" v="803" actId="207"/>
          <ac:spMkLst>
            <pc:docMk/>
            <pc:sldMk cId="1726992209" sldId="256"/>
            <ac:spMk id="26" creationId="{831248C5-892D-4583-AF7B-0F87143DDF83}"/>
          </ac:spMkLst>
        </pc:spChg>
        <pc:spChg chg="del">
          <ac:chgData name="赫 郝" userId="eac1196edf7977d1" providerId="LiveId" clId="{06512E50-0563-545E-8A2D-AA85B947D58D}" dt="2026-08-11T09:45:47.553" v="407" actId="478"/>
          <ac:spMkLst>
            <pc:docMk/>
            <pc:sldMk cId="1726992209" sldId="256"/>
            <ac:spMk id="27" creationId="{65E5CCB1-E247-4D27-8813-2B7319786BFC}"/>
          </ac:spMkLst>
        </pc:spChg>
        <pc:spChg chg="del">
          <ac:chgData name="赫 郝" userId="eac1196edf7977d1" providerId="LiveId" clId="{06512E50-0563-545E-8A2D-AA85B947D58D}" dt="2026-08-12T14:17:42.613" v="3088" actId="478"/>
          <ac:spMkLst>
            <pc:docMk/>
            <pc:sldMk cId="1726992209" sldId="256"/>
            <ac:spMk id="28" creationId="{01062CD4-AD33-4316-B76B-0806E75F61A7}"/>
          </ac:spMkLst>
        </pc:spChg>
        <pc:spChg chg="mod">
          <ac:chgData name="赫 郝" userId="eac1196edf7977d1" providerId="LiveId" clId="{06512E50-0563-545E-8A2D-AA85B947D58D}" dt="2026-08-11T09:54:07.318" v="804" actId="207"/>
          <ac:spMkLst>
            <pc:docMk/>
            <pc:sldMk cId="1726992209" sldId="256"/>
            <ac:spMk id="30" creationId="{142E411F-5919-4AFF-BDCA-50CB2BFB2699}"/>
          </ac:spMkLst>
        </pc:spChg>
        <pc:spChg chg="del">
          <ac:chgData name="赫 郝" userId="eac1196edf7977d1" providerId="LiveId" clId="{06512E50-0563-545E-8A2D-AA85B947D58D}" dt="2026-08-11T09:47:06.037" v="474" actId="478"/>
          <ac:spMkLst>
            <pc:docMk/>
            <pc:sldMk cId="1726992209" sldId="256"/>
            <ac:spMk id="31" creationId="{1CF84837-84EE-4D3D-8587-AF3B80FD4A36}"/>
          </ac:spMkLst>
        </pc:spChg>
        <pc:spChg chg="del">
          <ac:chgData name="赫 郝" userId="eac1196edf7977d1" providerId="LiveId" clId="{06512E50-0563-545E-8A2D-AA85B947D58D}" dt="2026-08-11T09:47:25.578" v="479" actId="478"/>
          <ac:spMkLst>
            <pc:docMk/>
            <pc:sldMk cId="1726992209" sldId="256"/>
            <ac:spMk id="32" creationId="{C25E5B0D-387D-4291-9BB0-FF7CF097BE88}"/>
          </ac:spMkLst>
        </pc:spChg>
        <pc:spChg chg="mod">
          <ac:chgData name="赫 郝" userId="eac1196edf7977d1" providerId="LiveId" clId="{06512E50-0563-545E-8A2D-AA85B947D58D}" dt="2026-08-11T09:54:10.685" v="805" actId="207"/>
          <ac:spMkLst>
            <pc:docMk/>
            <pc:sldMk cId="1726992209" sldId="256"/>
            <ac:spMk id="34" creationId="{9FA08CEA-6557-429F-B9AD-B8F128092C63}"/>
          </ac:spMkLst>
        </pc:spChg>
        <pc:spChg chg="del">
          <ac:chgData name="赫 郝" userId="eac1196edf7977d1" providerId="LiveId" clId="{06512E50-0563-545E-8A2D-AA85B947D58D}" dt="2026-08-11T09:48:48.555" v="581" actId="478"/>
          <ac:spMkLst>
            <pc:docMk/>
            <pc:sldMk cId="1726992209" sldId="256"/>
            <ac:spMk id="35" creationId="{E277376C-0D57-436D-8767-D5456A571C6D}"/>
          </ac:spMkLst>
        </pc:spChg>
        <pc:spChg chg="del">
          <ac:chgData name="赫 郝" userId="eac1196edf7977d1" providerId="LiveId" clId="{06512E50-0563-545E-8A2D-AA85B947D58D}" dt="2026-08-12T14:17:44.467" v="3089" actId="478"/>
          <ac:spMkLst>
            <pc:docMk/>
            <pc:sldMk cId="1726992209" sldId="256"/>
            <ac:spMk id="36" creationId="{A8897D20-D15A-45B3-8505-C2FEDCF6E58C}"/>
          </ac:spMkLst>
        </pc:spChg>
        <pc:spChg chg="mod">
          <ac:chgData name="赫 郝" userId="eac1196edf7977d1" providerId="LiveId" clId="{06512E50-0563-545E-8A2D-AA85B947D58D}" dt="2026-08-11T09:51:47.300" v="741" actId="108"/>
          <ac:spMkLst>
            <pc:docMk/>
            <pc:sldMk cId="1726992209" sldId="256"/>
            <ac:spMk id="37" creationId="{B45F1DF0-1AEC-48B9-A676-DE2E5DEAD031}"/>
          </ac:spMkLst>
        </pc:spChg>
        <pc:spChg chg="mod">
          <ac:chgData name="赫 郝" userId="eac1196edf7977d1" providerId="LiveId" clId="{06512E50-0563-545E-8A2D-AA85B947D58D}" dt="2026-08-11T09:54:12.156" v="806" actId="207"/>
          <ac:spMkLst>
            <pc:docMk/>
            <pc:sldMk cId="1726992209" sldId="256"/>
            <ac:spMk id="38" creationId="{37CD6CA1-D6CF-4D19-AA22-6348FEF9FAA7}"/>
          </ac:spMkLst>
        </pc:spChg>
        <pc:spChg chg="del">
          <ac:chgData name="赫 郝" userId="eac1196edf7977d1" providerId="LiveId" clId="{06512E50-0563-545E-8A2D-AA85B947D58D}" dt="2026-08-11T09:49:49.402" v="655" actId="478"/>
          <ac:spMkLst>
            <pc:docMk/>
            <pc:sldMk cId="1726992209" sldId="256"/>
            <ac:spMk id="39" creationId="{A5F9536D-AE78-442B-A1D8-52EC6A143BA6}"/>
          </ac:spMkLst>
        </pc:spChg>
        <pc:spChg chg="mod">
          <ac:chgData name="赫 郝" userId="eac1196edf7977d1" providerId="LiveId" clId="{06512E50-0563-545E-8A2D-AA85B947D58D}" dt="2026-08-11T09:55:58.953" v="931" actId="14100"/>
          <ac:spMkLst>
            <pc:docMk/>
            <pc:sldMk cId="1726992209" sldId="256"/>
            <ac:spMk id="40" creationId="{BC3DC5D9-C275-4C3A-BF33-9575F65E572D}"/>
          </ac:spMkLst>
        </pc:spChg>
        <pc:spChg chg="mod">
          <ac:chgData name="赫 郝" userId="eac1196edf7977d1" providerId="LiveId" clId="{06512E50-0563-545E-8A2D-AA85B947D58D}" dt="2026-08-11T09:54:26.347" v="807" actId="207"/>
          <ac:spMkLst>
            <pc:docMk/>
            <pc:sldMk cId="1726992209" sldId="256"/>
            <ac:spMk id="41" creationId="{4AC82DCB-0E3C-44BC-AA18-DAE8E9F45EB0}"/>
          </ac:spMkLst>
        </pc:spChg>
        <pc:spChg chg="del">
          <ac:chgData name="赫 郝" userId="eac1196edf7977d1" providerId="LiveId" clId="{06512E50-0563-545E-8A2D-AA85B947D58D}" dt="2026-08-11T09:54:46.567" v="808" actId="478"/>
          <ac:spMkLst>
            <pc:docMk/>
            <pc:sldMk cId="1726992209" sldId="256"/>
            <ac:spMk id="42" creationId="{8D4E16BC-8A24-4828-8D47-ED5C492B6788}"/>
          </ac:spMkLst>
        </pc:spChg>
        <pc:spChg chg="del mod">
          <ac:chgData name="赫 郝" userId="eac1196edf7977d1" providerId="LiveId" clId="{06512E50-0563-545E-8A2D-AA85B947D58D}" dt="2026-08-12T14:19:47.206" v="3155" actId="478"/>
          <ac:spMkLst>
            <pc:docMk/>
            <pc:sldMk cId="1726992209" sldId="256"/>
            <ac:spMk id="43" creationId="{8DE3F59B-2DFC-42BD-88BC-F371F0242615}"/>
          </ac:spMkLst>
        </pc:spChg>
        <pc:spChg chg="mod">
          <ac:chgData name="赫 郝" userId="eac1196edf7977d1" providerId="LiveId" clId="{06512E50-0563-545E-8A2D-AA85B947D58D}" dt="2026-08-11T09:58:23.515" v="1146" actId="14100"/>
          <ac:spMkLst>
            <pc:docMk/>
            <pc:sldMk cId="1726992209" sldId="256"/>
            <ac:spMk id="44" creationId="{2FA42F61-862A-4FFC-A6A3-6E59BDF02CDF}"/>
          </ac:spMkLst>
        </pc:spChg>
        <pc:spChg chg="mod">
          <ac:chgData name="赫 郝" userId="eac1196edf7977d1" providerId="LiveId" clId="{06512E50-0563-545E-8A2D-AA85B947D58D}" dt="2026-08-11T09:57:03.471" v="965" actId="1076"/>
          <ac:spMkLst>
            <pc:docMk/>
            <pc:sldMk cId="1726992209" sldId="256"/>
            <ac:spMk id="45" creationId="{13668193-B2C7-45F4-825C-BA965D86BC9B}"/>
          </ac:spMkLst>
        </pc:spChg>
        <pc:spChg chg="del mod">
          <ac:chgData name="赫 郝" userId="eac1196edf7977d1" providerId="LiveId" clId="{06512E50-0563-545E-8A2D-AA85B947D58D}" dt="2026-08-11T09:57:15.828" v="968" actId="478"/>
          <ac:spMkLst>
            <pc:docMk/>
            <pc:sldMk cId="1726992209" sldId="256"/>
            <ac:spMk id="46" creationId="{8DD670F1-D2BB-4209-BC34-82216A7D5AAC}"/>
          </ac:spMkLst>
        </pc:spChg>
        <pc:spChg chg="del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47" creationId="{54D8AC59-2ED9-4FC0-AFC8-B0E30360FA73}"/>
          </ac:spMkLst>
        </pc:spChg>
        <pc:spChg chg="del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48" creationId="{060488A2-9F5D-4313-B4A7-DD6953EFA125}"/>
          </ac:spMkLst>
        </pc:spChg>
        <pc:spChg chg="del mod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49" creationId="{41B89ADC-00E7-4377-BC46-727799A2A8D8}"/>
          </ac:spMkLst>
        </pc:spChg>
        <pc:spChg chg="del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50" creationId="{2FA4CC8B-3D7C-49D3-876C-8F018C1CDFCE}"/>
          </ac:spMkLst>
        </pc:spChg>
        <pc:spChg chg="del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51" creationId="{3CE5530A-C388-43F5-B5F2-17D1B785CC28}"/>
          </ac:spMkLst>
        </pc:spChg>
        <pc:spChg chg="del">
          <ac:chgData name="赫 郝" userId="eac1196edf7977d1" providerId="LiveId" clId="{06512E50-0563-545E-8A2D-AA85B947D58D}" dt="2026-08-11T09:55:33.669" v="922" actId="478"/>
          <ac:spMkLst>
            <pc:docMk/>
            <pc:sldMk cId="1726992209" sldId="256"/>
            <ac:spMk id="52" creationId="{63539091-4012-4D16-B9F1-5CB3C2D018BE}"/>
          </ac:spMkLst>
        </pc:spChg>
        <pc:spChg chg="mod">
          <ac:chgData name="赫 郝" userId="eac1196edf7977d1" providerId="LiveId" clId="{06512E50-0563-545E-8A2D-AA85B947D58D}" dt="2026-08-11T10:06:42.265" v="1234" actId="20577"/>
          <ac:spMkLst>
            <pc:docMk/>
            <pc:sldMk cId="1726992209" sldId="256"/>
            <ac:spMk id="54" creationId="{6D8B6BF8-B074-4087-A78E-1D99B9AE16DE}"/>
          </ac:spMkLst>
        </pc:spChg>
        <pc:spChg chg="del mod">
          <ac:chgData name="赫 郝" userId="eac1196edf7977d1" providerId="LiveId" clId="{06512E50-0563-545E-8A2D-AA85B947D58D}" dt="2026-08-11T09:59:21.514" v="1177" actId="478"/>
          <ac:spMkLst>
            <pc:docMk/>
            <pc:sldMk cId="1726992209" sldId="256"/>
            <ac:spMk id="55" creationId="{AC5FEC42-5FF6-48A5-AEDE-3B76FFEB6EC6}"/>
          </ac:spMkLst>
        </pc:spChg>
        <pc:spChg chg="del">
          <ac:chgData name="赫 郝" userId="eac1196edf7977d1" providerId="LiveId" clId="{06512E50-0563-545E-8A2D-AA85B947D58D}" dt="2026-08-12T14:20:27.607" v="3174" actId="478"/>
          <ac:spMkLst>
            <pc:docMk/>
            <pc:sldMk cId="1726992209" sldId="256"/>
            <ac:spMk id="56" creationId="{ADC5000B-3997-4184-8FED-08F0D24E1C1F}"/>
          </ac:spMkLst>
        </pc:spChg>
        <pc:spChg chg="mod">
          <ac:chgData name="赫 郝" userId="eac1196edf7977d1" providerId="LiveId" clId="{06512E50-0563-545E-8A2D-AA85B947D58D}" dt="2026-08-12T13:31:15.253" v="1788" actId="20577"/>
          <ac:spMkLst>
            <pc:docMk/>
            <pc:sldMk cId="1726992209" sldId="256"/>
            <ac:spMk id="58" creationId="{D6AF43BF-C8D0-49C5-8730-FE4C60AC5DF2}"/>
          </ac:spMkLst>
        </pc:spChg>
        <pc:spChg chg="del">
          <ac:chgData name="赫 郝" userId="eac1196edf7977d1" providerId="LiveId" clId="{06512E50-0563-545E-8A2D-AA85B947D58D}" dt="2026-08-11T10:07:07.969" v="1281" actId="478"/>
          <ac:spMkLst>
            <pc:docMk/>
            <pc:sldMk cId="1726992209" sldId="256"/>
            <ac:spMk id="59" creationId="{A711EE74-4D21-43D6-9D10-4C3A9767BD03}"/>
          </ac:spMkLst>
        </pc:spChg>
        <pc:spChg chg="del">
          <ac:chgData name="赫 郝" userId="eac1196edf7977d1" providerId="LiveId" clId="{06512E50-0563-545E-8A2D-AA85B947D58D}" dt="2026-08-12T14:20:28.777" v="3175" actId="478"/>
          <ac:spMkLst>
            <pc:docMk/>
            <pc:sldMk cId="1726992209" sldId="256"/>
            <ac:spMk id="60" creationId="{606E7C0C-68A7-4495-9E9B-15B9DEB50935}"/>
          </ac:spMkLst>
        </pc:spChg>
        <pc:spChg chg="mod">
          <ac:chgData name="赫 郝" userId="eac1196edf7977d1" providerId="LiveId" clId="{06512E50-0563-545E-8A2D-AA85B947D58D}" dt="2026-08-11T09:59:34.372" v="1194" actId="20577"/>
          <ac:spMkLst>
            <pc:docMk/>
            <pc:sldMk cId="1726992209" sldId="256"/>
            <ac:spMk id="62" creationId="{18A5FA46-3645-43C6-9699-AA87955C4BE3}"/>
          </ac:spMkLst>
        </pc:spChg>
        <pc:spChg chg="del mod">
          <ac:chgData name="赫 郝" userId="eac1196edf7977d1" providerId="LiveId" clId="{06512E50-0563-545E-8A2D-AA85B947D58D}" dt="2026-08-11T10:08:00.992" v="1379" actId="478"/>
          <ac:spMkLst>
            <pc:docMk/>
            <pc:sldMk cId="1726992209" sldId="256"/>
            <ac:spMk id="63" creationId="{8337BA43-3F83-4D47-943F-597624768CFA}"/>
          </ac:spMkLst>
        </pc:spChg>
        <pc:spChg chg="del">
          <ac:chgData name="赫 郝" userId="eac1196edf7977d1" providerId="LiveId" clId="{06512E50-0563-545E-8A2D-AA85B947D58D}" dt="2026-08-12T14:20:30.487" v="3176" actId="478"/>
          <ac:spMkLst>
            <pc:docMk/>
            <pc:sldMk cId="1726992209" sldId="256"/>
            <ac:spMk id="64" creationId="{819440C1-30E6-4F31-9766-AD9DEC2AD6D7}"/>
          </ac:spMkLst>
        </pc:spChg>
        <pc:spChg chg="mod">
          <ac:chgData name="赫 郝" userId="eac1196edf7977d1" providerId="LiveId" clId="{06512E50-0563-545E-8A2D-AA85B947D58D}" dt="2026-08-11T09:54:26.347" v="807" actId="207"/>
          <ac:spMkLst>
            <pc:docMk/>
            <pc:sldMk cId="1726992209" sldId="256"/>
            <ac:spMk id="66" creationId="{68D2805C-9F8B-4D4C-8579-567109228747}"/>
          </ac:spMkLst>
        </pc:spChg>
        <pc:spChg chg="del">
          <ac:chgData name="赫 郝" userId="eac1196edf7977d1" providerId="LiveId" clId="{06512E50-0563-545E-8A2D-AA85B947D58D}" dt="2026-08-11T10:08:04.647" v="1380" actId="478"/>
          <ac:spMkLst>
            <pc:docMk/>
            <pc:sldMk cId="1726992209" sldId="256"/>
            <ac:spMk id="67" creationId="{0A329191-6DFA-475F-9530-9A3F806BA6EC}"/>
          </ac:spMkLst>
        </pc:spChg>
        <pc:spChg chg="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68" creationId="{1F2CF5A9-5A12-424E-B96E-D0B3FF7781AA}"/>
          </ac:spMkLst>
        </pc:spChg>
        <pc:spChg chg="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69" creationId="{FB1C08C6-8EBB-4E38-AD76-0CC9942D83FA}"/>
          </ac:spMkLst>
        </pc:spChg>
        <pc:spChg chg="del">
          <ac:chgData name="赫 郝" userId="eac1196edf7977d1" providerId="LiveId" clId="{06512E50-0563-545E-8A2D-AA85B947D58D}" dt="2026-08-11T10:14:47.649" v="1429" actId="478"/>
          <ac:spMkLst>
            <pc:docMk/>
            <pc:sldMk cId="1726992209" sldId="256"/>
            <ac:spMk id="70" creationId="{2BD4AAE2-871B-4C78-A34F-8C50A2E6ED3A}"/>
          </ac:spMkLst>
        </pc:spChg>
        <pc:spChg chg="mod">
          <ac:chgData name="赫 郝" userId="eac1196edf7977d1" providerId="LiveId" clId="{06512E50-0563-545E-8A2D-AA85B947D58D}" dt="2026-08-11T10:21:52.437" v="1706" actId="14100"/>
          <ac:spMkLst>
            <pc:docMk/>
            <pc:sldMk cId="1726992209" sldId="256"/>
            <ac:spMk id="71" creationId="{79F4F6AF-0E8D-4D26-AC1F-21AF119A5FDB}"/>
          </ac:spMkLst>
        </pc:spChg>
        <pc:spChg chg="mod">
          <ac:chgData name="赫 郝" userId="eac1196edf7977d1" providerId="LiveId" clId="{06512E50-0563-545E-8A2D-AA85B947D58D}" dt="2026-08-11T10:21:45.054" v="1705" actId="1076"/>
          <ac:spMkLst>
            <pc:docMk/>
            <pc:sldMk cId="1726992209" sldId="256"/>
            <ac:spMk id="72" creationId="{B83E30B0-8BB4-4105-84FF-1082A811CEA7}"/>
          </ac:spMkLst>
        </pc:spChg>
        <pc:spChg chg="del">
          <ac:chgData name="赫 郝" userId="eac1196edf7977d1" providerId="LiveId" clId="{06512E50-0563-545E-8A2D-AA85B947D58D}" dt="2026-08-11T10:14:49.495" v="1430" actId="478"/>
          <ac:spMkLst>
            <pc:docMk/>
            <pc:sldMk cId="1726992209" sldId="256"/>
            <ac:spMk id="73" creationId="{5AA29AF4-26D7-4A0F-8812-D99EFDAD46A1}"/>
          </ac:spMkLst>
        </pc:spChg>
        <pc:spChg chg="del">
          <ac:chgData name="赫 郝" userId="eac1196edf7977d1" providerId="LiveId" clId="{06512E50-0563-545E-8A2D-AA85B947D58D}" dt="2026-08-11T10:14:59.538" v="1431" actId="478"/>
          <ac:spMkLst>
            <pc:docMk/>
            <pc:sldMk cId="1726992209" sldId="256"/>
            <ac:spMk id="74" creationId="{94404E9C-54A2-4804-8BA2-E17520BA50AC}"/>
          </ac:spMkLst>
        </pc:spChg>
        <pc:spChg chg="del mod">
          <ac:chgData name="赫 郝" userId="eac1196edf7977d1" providerId="LiveId" clId="{06512E50-0563-545E-8A2D-AA85B947D58D}" dt="2026-08-11T10:14:59.538" v="1431" actId="478"/>
          <ac:spMkLst>
            <pc:docMk/>
            <pc:sldMk cId="1726992209" sldId="256"/>
            <ac:spMk id="75" creationId="{757C2037-1BA9-4235-8436-9CC2B94C0AC1}"/>
          </ac:spMkLst>
        </pc:spChg>
        <pc:spChg chg="del">
          <ac:chgData name="赫 郝" userId="eac1196edf7977d1" providerId="LiveId" clId="{06512E50-0563-545E-8A2D-AA85B947D58D}" dt="2026-08-11T10:14:59.538" v="1431" actId="478"/>
          <ac:spMkLst>
            <pc:docMk/>
            <pc:sldMk cId="1726992209" sldId="256"/>
            <ac:spMk id="76" creationId="{AF2BAFE9-AA1B-44FD-9EAA-F620337F2B41}"/>
          </ac:spMkLst>
        </pc:spChg>
        <pc:spChg chg="del">
          <ac:chgData name="赫 郝" userId="eac1196edf7977d1" providerId="LiveId" clId="{06512E50-0563-545E-8A2D-AA85B947D58D}" dt="2026-08-11T09:22:20.210" v="18" actId="478"/>
          <ac:spMkLst>
            <pc:docMk/>
            <pc:sldMk cId="1726992209" sldId="256"/>
            <ac:spMk id="77" creationId="{B5FCC40D-90FF-43A9-9B3B-6339530E6CEC}"/>
          </ac:spMkLst>
        </pc:spChg>
        <pc:spChg chg="del">
          <ac:chgData name="赫 郝" userId="eac1196edf7977d1" providerId="LiveId" clId="{06512E50-0563-545E-8A2D-AA85B947D58D}" dt="2026-08-11T09:22:20.210" v="18" actId="478"/>
          <ac:spMkLst>
            <pc:docMk/>
            <pc:sldMk cId="1726992209" sldId="256"/>
            <ac:spMk id="78" creationId="{B3464CEB-E365-456C-B5C1-D941871BBEDF}"/>
          </ac:spMkLst>
        </pc:spChg>
        <pc:spChg chg="del">
          <ac:chgData name="赫 郝" userId="eac1196edf7977d1" providerId="LiveId" clId="{06512E50-0563-545E-8A2D-AA85B947D58D}" dt="2026-08-11T09:22:10.106" v="17" actId="478"/>
          <ac:spMkLst>
            <pc:docMk/>
            <pc:sldMk cId="1726992209" sldId="256"/>
            <ac:spMk id="79" creationId="{4326F5CD-6FAC-452C-92D4-31FD6528802A}"/>
          </ac:spMkLst>
        </pc:spChg>
        <pc:spChg chg="del">
          <ac:chgData name="赫 郝" userId="eac1196edf7977d1" providerId="LiveId" clId="{06512E50-0563-545E-8A2D-AA85B947D58D}" dt="2026-08-11T09:22:06.974" v="16" actId="478"/>
          <ac:spMkLst>
            <pc:docMk/>
            <pc:sldMk cId="1726992209" sldId="256"/>
            <ac:spMk id="80" creationId="{6638935F-5344-432F-814F-7404D2571DFF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1" creationId="{6C0C19A7-26FA-4E4B-BBF7-E21A2FB7DA7C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3" creationId="{F8AD235F-BC5E-48B7-94A2-AD2FEB6C579B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4" creationId="{8570BA45-27EA-483A-8BAC-74BB39742099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5" creationId="{5A795F96-BE38-41FA-9EC9-E5C0C4060FA0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6" creationId="{1D488770-90B8-40DA-A55D-CFE36A34E1BE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7" creationId="{07E1476E-DB58-49E6-9020-763B98868704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89" creationId="{5861644B-BC79-4A42-B07F-B6D45C442752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91" creationId="{FAAC8D2D-51E8-494E-94EC-5F32398FCF3A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93" creationId="{DF63B8BC-00D8-4E4E-B35D-2A87ED7E9CF1}"/>
          </ac:spMkLst>
        </pc:spChg>
        <pc:spChg chg="del">
          <ac:chgData name="赫 郝" userId="eac1196edf7977d1" providerId="LiveId" clId="{06512E50-0563-545E-8A2D-AA85B947D58D}" dt="2026-08-11T09:22:02.200" v="15" actId="478"/>
          <ac:spMkLst>
            <pc:docMk/>
            <pc:sldMk cId="1726992209" sldId="256"/>
            <ac:spMk id="95" creationId="{77DD95D1-862B-4668-A168-5B1F3D566857}"/>
          </ac:spMkLst>
        </pc:spChg>
        <pc:spChg chg="del">
          <ac:chgData name="赫 郝" userId="eac1196edf7977d1" providerId="LiveId" clId="{06512E50-0563-545E-8A2D-AA85B947D58D}" dt="2026-08-11T09:21:52.123" v="4" actId="478"/>
          <ac:spMkLst>
            <pc:docMk/>
            <pc:sldMk cId="1726992209" sldId="256"/>
            <ac:spMk id="96" creationId="{886539D2-578E-4F72-B0BB-E275381ECCBA}"/>
          </ac:spMkLst>
        </pc:spChg>
        <pc:spChg chg="add mod">
          <ac:chgData name="赫 郝" userId="eac1196edf7977d1" providerId="LiveId" clId="{06512E50-0563-545E-8A2D-AA85B947D58D}" dt="2026-08-11T09:29:08.016" v="74" actId="14100"/>
          <ac:spMkLst>
            <pc:docMk/>
            <pc:sldMk cId="1726992209" sldId="256"/>
            <ac:spMk id="105" creationId="{0F506526-5BCE-6541-F716-57212BAA81FF}"/>
          </ac:spMkLst>
        </pc:spChg>
        <pc:spChg chg="add mod">
          <ac:chgData name="赫 郝" userId="eac1196edf7977d1" providerId="LiveId" clId="{06512E50-0563-545E-8A2D-AA85B947D58D}" dt="2026-08-11T09:31:52.036" v="148" actId="14100"/>
          <ac:spMkLst>
            <pc:docMk/>
            <pc:sldMk cId="1726992209" sldId="256"/>
            <ac:spMk id="106" creationId="{F4999EE5-EB51-C42F-35EC-294D0C1E057B}"/>
          </ac:spMkLst>
        </pc:spChg>
        <pc:spChg chg="add mod">
          <ac:chgData name="赫 郝" userId="eac1196edf7977d1" providerId="LiveId" clId="{06512E50-0563-545E-8A2D-AA85B947D58D}" dt="2026-08-11T09:56:56.656" v="964" actId="1076"/>
          <ac:spMkLst>
            <pc:docMk/>
            <pc:sldMk cId="1726992209" sldId="256"/>
            <ac:spMk id="107" creationId="{3D4E01C7-E4DE-27B4-FE7C-8D371F9DE5C2}"/>
          </ac:spMkLst>
        </pc:spChg>
        <pc:spChg chg="add mod">
          <ac:chgData name="赫 郝" userId="eac1196edf7977d1" providerId="LiveId" clId="{06512E50-0563-545E-8A2D-AA85B947D58D}" dt="2026-08-11T09:32:29.489" v="161" actId="14100"/>
          <ac:spMkLst>
            <pc:docMk/>
            <pc:sldMk cId="1726992209" sldId="256"/>
            <ac:spMk id="108" creationId="{5314F004-60E3-ECDC-C786-BCD113484D8E}"/>
          </ac:spMkLst>
        </pc:spChg>
        <pc:spChg chg="add mod">
          <ac:chgData name="赫 郝" userId="eac1196edf7977d1" providerId="LiveId" clId="{06512E50-0563-545E-8A2D-AA85B947D58D}" dt="2026-08-11T09:32:38.159" v="164" actId="14100"/>
          <ac:spMkLst>
            <pc:docMk/>
            <pc:sldMk cId="1726992209" sldId="256"/>
            <ac:spMk id="109" creationId="{399D8242-516A-C09C-7CE8-34DC2A0776EC}"/>
          </ac:spMkLst>
        </pc:spChg>
        <pc:spChg chg="add mod">
          <ac:chgData name="赫 郝" userId="eac1196edf7977d1" providerId="LiveId" clId="{06512E50-0563-545E-8A2D-AA85B947D58D}" dt="2026-08-11T09:45:50.990" v="409" actId="14100"/>
          <ac:spMkLst>
            <pc:docMk/>
            <pc:sldMk cId="1726992209" sldId="256"/>
            <ac:spMk id="110" creationId="{4E3CCFAA-24FB-BB4D-87CE-35E4660E58CA}"/>
          </ac:spMkLst>
        </pc:spChg>
        <pc:spChg chg="add del mod">
          <ac:chgData name="赫 郝" userId="eac1196edf7977d1" providerId="LiveId" clId="{06512E50-0563-545E-8A2D-AA85B947D58D}" dt="2026-08-11T09:33:45.453" v="173" actId="478"/>
          <ac:spMkLst>
            <pc:docMk/>
            <pc:sldMk cId="1726992209" sldId="256"/>
            <ac:spMk id="111" creationId="{F4D69604-8383-FDF8-AF56-1444986D1938}"/>
          </ac:spMkLst>
        </pc:spChg>
        <pc:spChg chg="add mod">
          <ac:chgData name="赫 郝" userId="eac1196edf7977d1" providerId="LiveId" clId="{06512E50-0563-545E-8A2D-AA85B947D58D}" dt="2026-08-11T09:34:26.141" v="213" actId="20577"/>
          <ac:spMkLst>
            <pc:docMk/>
            <pc:sldMk cId="1726992209" sldId="256"/>
            <ac:spMk id="112" creationId="{344479CE-7755-155C-223E-EAB509768812}"/>
          </ac:spMkLst>
        </pc:spChg>
        <pc:spChg chg="add mod">
          <ac:chgData name="赫 郝" userId="eac1196edf7977d1" providerId="LiveId" clId="{06512E50-0563-545E-8A2D-AA85B947D58D}" dt="2026-08-11T09:34:31.933" v="227" actId="20577"/>
          <ac:spMkLst>
            <pc:docMk/>
            <pc:sldMk cId="1726992209" sldId="256"/>
            <ac:spMk id="113" creationId="{2FC6284D-7B2D-A889-6E0E-F9C8C852763E}"/>
          </ac:spMkLst>
        </pc:spChg>
        <pc:spChg chg="add mod">
          <ac:chgData name="赫 郝" userId="eac1196edf7977d1" providerId="LiveId" clId="{06512E50-0563-545E-8A2D-AA85B947D58D}" dt="2026-08-11T09:45:11.295" v="403" actId="1076"/>
          <ac:spMkLst>
            <pc:docMk/>
            <pc:sldMk cId="1726992209" sldId="256"/>
            <ac:spMk id="114" creationId="{D7310B3D-27E8-6B0A-6807-8F8F5C024AE0}"/>
          </ac:spMkLst>
        </pc:spChg>
        <pc:spChg chg="add mod">
          <ac:chgData name="赫 郝" userId="eac1196edf7977d1" providerId="LiveId" clId="{06512E50-0563-545E-8A2D-AA85B947D58D}" dt="2026-08-11T09:35:00.474" v="235" actId="571"/>
          <ac:spMkLst>
            <pc:docMk/>
            <pc:sldMk cId="1726992209" sldId="256"/>
            <ac:spMk id="115" creationId="{21246854-B93E-075B-D011-1ADC4692EAEE}"/>
          </ac:spMkLst>
        </pc:spChg>
        <pc:spChg chg="add mod">
          <ac:chgData name="赫 郝" userId="eac1196edf7977d1" providerId="LiveId" clId="{06512E50-0563-545E-8A2D-AA85B947D58D}" dt="2026-08-11T09:52:29.349" v="779" actId="242"/>
          <ac:spMkLst>
            <pc:docMk/>
            <pc:sldMk cId="1726992209" sldId="256"/>
            <ac:spMk id="116" creationId="{780A07AD-9C6E-5ED9-659A-9F71E55BCE8B}"/>
          </ac:spMkLst>
        </pc:spChg>
        <pc:spChg chg="add del mod">
          <ac:chgData name="赫 郝" userId="eac1196edf7977d1" providerId="LiveId" clId="{06512E50-0563-545E-8A2D-AA85B947D58D}" dt="2026-08-11T09:52:30.777" v="780" actId="478"/>
          <ac:spMkLst>
            <pc:docMk/>
            <pc:sldMk cId="1726992209" sldId="256"/>
            <ac:spMk id="117" creationId="{D0E23EF5-5E3D-A615-5FB2-308462A1AFC9}"/>
          </ac:spMkLst>
        </pc:spChg>
        <pc:spChg chg="add mod">
          <ac:chgData name="赫 郝" userId="eac1196edf7977d1" providerId="LiveId" clId="{06512E50-0563-545E-8A2D-AA85B947D58D}" dt="2026-08-11T09:46:40.334" v="433" actId="14100"/>
          <ac:spMkLst>
            <pc:docMk/>
            <pc:sldMk cId="1726992209" sldId="256"/>
            <ac:spMk id="118" creationId="{7278F6A5-FDE4-D414-F3F8-4FC172DD8771}"/>
          </ac:spMkLst>
        </pc:spChg>
        <pc:spChg chg="add mod">
          <ac:chgData name="赫 郝" userId="eac1196edf7977d1" providerId="LiveId" clId="{06512E50-0563-545E-8A2D-AA85B947D58D}" dt="2026-08-11T09:46:51.501" v="444" actId="20577"/>
          <ac:spMkLst>
            <pc:docMk/>
            <pc:sldMk cId="1726992209" sldId="256"/>
            <ac:spMk id="119" creationId="{E55032D9-3C2D-0004-3AF6-34B65D268137}"/>
          </ac:spMkLst>
        </pc:spChg>
        <pc:spChg chg="add mod">
          <ac:chgData name="赫 郝" userId="eac1196edf7977d1" providerId="LiveId" clId="{06512E50-0563-545E-8A2D-AA85B947D58D}" dt="2026-08-11T09:46:57.963" v="460" actId="20577"/>
          <ac:spMkLst>
            <pc:docMk/>
            <pc:sldMk cId="1726992209" sldId="256"/>
            <ac:spMk id="120" creationId="{A0017047-E64D-F56B-9E2A-4D9DF1812C04}"/>
          </ac:spMkLst>
        </pc:spChg>
        <pc:spChg chg="add mod">
          <ac:chgData name="赫 郝" userId="eac1196edf7977d1" providerId="LiveId" clId="{06512E50-0563-545E-8A2D-AA85B947D58D}" dt="2026-08-11T09:47:00.793" v="473" actId="20577"/>
          <ac:spMkLst>
            <pc:docMk/>
            <pc:sldMk cId="1726992209" sldId="256"/>
            <ac:spMk id="121" creationId="{CE5AE8B2-0CD5-422A-4A24-4E3DEA38C205}"/>
          </ac:spMkLst>
        </pc:spChg>
        <pc:spChg chg="add mod">
          <ac:chgData name="赫 郝" userId="eac1196edf7977d1" providerId="LiveId" clId="{06512E50-0563-545E-8A2D-AA85B947D58D}" dt="2026-08-11T09:47:58.668" v="512" actId="20577"/>
          <ac:spMkLst>
            <pc:docMk/>
            <pc:sldMk cId="1726992209" sldId="256"/>
            <ac:spMk id="122" creationId="{84FDF533-E935-A35D-D615-6DB72C50FAC9}"/>
          </ac:spMkLst>
        </pc:spChg>
        <pc:spChg chg="add mod">
          <ac:chgData name="赫 郝" userId="eac1196edf7977d1" providerId="LiveId" clId="{06512E50-0563-545E-8A2D-AA85B947D58D}" dt="2026-08-11T09:47:43.291" v="488" actId="1038"/>
          <ac:spMkLst>
            <pc:docMk/>
            <pc:sldMk cId="1726992209" sldId="256"/>
            <ac:spMk id="123" creationId="{5B0FF27A-C0D9-84D8-B1FF-EAADFF38FBC0}"/>
          </ac:spMkLst>
        </pc:spChg>
        <pc:spChg chg="add mod">
          <ac:chgData name="赫 郝" userId="eac1196edf7977d1" providerId="LiveId" clId="{06512E50-0563-545E-8A2D-AA85B947D58D}" dt="2026-08-11T09:48:30.355" v="568" actId="1037"/>
          <ac:spMkLst>
            <pc:docMk/>
            <pc:sldMk cId="1726992209" sldId="256"/>
            <ac:spMk id="124" creationId="{97C12ADD-FFF9-1872-2291-200DF77E6454}"/>
          </ac:spMkLst>
        </pc:spChg>
        <pc:spChg chg="add mod">
          <ac:chgData name="赫 郝" userId="eac1196edf7977d1" providerId="LiveId" clId="{06512E50-0563-545E-8A2D-AA85B947D58D}" dt="2026-08-11T09:48:32.789" v="572" actId="1037"/>
          <ac:spMkLst>
            <pc:docMk/>
            <pc:sldMk cId="1726992209" sldId="256"/>
            <ac:spMk id="125" creationId="{1CB3D5FF-EFB7-6601-3AC3-53B0979C478A}"/>
          </ac:spMkLst>
        </pc:spChg>
        <pc:spChg chg="add mod">
          <ac:chgData name="赫 郝" userId="eac1196edf7977d1" providerId="LiveId" clId="{06512E50-0563-545E-8A2D-AA85B947D58D}" dt="2026-08-11T09:48:37.052" v="580" actId="1037"/>
          <ac:spMkLst>
            <pc:docMk/>
            <pc:sldMk cId="1726992209" sldId="256"/>
            <ac:spMk id="126" creationId="{13C1576C-5530-72D4-6C29-33A8FC462E06}"/>
          </ac:spMkLst>
        </pc:spChg>
        <pc:spChg chg="add mod">
          <ac:chgData name="赫 郝" userId="eac1196edf7977d1" providerId="LiveId" clId="{06512E50-0563-545E-8A2D-AA85B947D58D}" dt="2026-08-11T09:49:54.037" v="657" actId="14100"/>
          <ac:spMkLst>
            <pc:docMk/>
            <pc:sldMk cId="1726992209" sldId="256"/>
            <ac:spMk id="127" creationId="{DFF8E8E5-ABBA-FD40-D6BC-1A6E783485F9}"/>
          </ac:spMkLst>
        </pc:spChg>
        <pc:spChg chg="add mod">
          <ac:chgData name="赫 郝" userId="eac1196edf7977d1" providerId="LiveId" clId="{06512E50-0563-545E-8A2D-AA85B947D58D}" dt="2026-08-11T09:49:42.914" v="654" actId="1038"/>
          <ac:spMkLst>
            <pc:docMk/>
            <pc:sldMk cId="1726992209" sldId="256"/>
            <ac:spMk id="128" creationId="{417F31B0-8BEC-ED49-9F75-EF951A8597F0}"/>
          </ac:spMkLst>
        </pc:spChg>
        <pc:spChg chg="add mod">
          <ac:chgData name="赫 郝" userId="eac1196edf7977d1" providerId="LiveId" clId="{06512E50-0563-545E-8A2D-AA85B947D58D}" dt="2026-08-11T09:49:37.743" v="650" actId="1076"/>
          <ac:spMkLst>
            <pc:docMk/>
            <pc:sldMk cId="1726992209" sldId="256"/>
            <ac:spMk id="129" creationId="{1C604ECD-8705-17E6-AD75-FA29C76EC13F}"/>
          </ac:spMkLst>
        </pc:spChg>
        <pc:spChg chg="add mod">
          <ac:chgData name="赫 郝" userId="eac1196edf7977d1" providerId="LiveId" clId="{06512E50-0563-545E-8A2D-AA85B947D58D}" dt="2026-08-11T09:49:35.464" v="649" actId="1076"/>
          <ac:spMkLst>
            <pc:docMk/>
            <pc:sldMk cId="1726992209" sldId="256"/>
            <ac:spMk id="130" creationId="{4767AC8B-E602-CE85-FCB6-C212FF4FCD4C}"/>
          </ac:spMkLst>
        </pc:spChg>
        <pc:spChg chg="add mod">
          <ac:chgData name="赫 郝" userId="eac1196edf7977d1" providerId="LiveId" clId="{06512E50-0563-545E-8A2D-AA85B947D58D}" dt="2026-08-11T09:49:33.087" v="648" actId="1076"/>
          <ac:spMkLst>
            <pc:docMk/>
            <pc:sldMk cId="1726992209" sldId="256"/>
            <ac:spMk id="131" creationId="{03A42BD0-FD0A-BB55-DF77-35B9BEBCA580}"/>
          </ac:spMkLst>
        </pc:spChg>
        <pc:spChg chg="add mod">
          <ac:chgData name="赫 郝" userId="eac1196edf7977d1" providerId="LiveId" clId="{06512E50-0563-545E-8A2D-AA85B947D58D}" dt="2026-08-12T14:19:13.614" v="3142" actId="1035"/>
          <ac:spMkLst>
            <pc:docMk/>
            <pc:sldMk cId="1726992209" sldId="256"/>
            <ac:spMk id="132" creationId="{6B41BA43-F6E4-C453-388A-F31F2FE5140D}"/>
          </ac:spMkLst>
        </pc:spChg>
        <pc:spChg chg="add mod">
          <ac:chgData name="赫 郝" userId="eac1196edf7977d1" providerId="LiveId" clId="{06512E50-0563-545E-8A2D-AA85B947D58D}" dt="2026-08-12T14:19:13.614" v="3142" actId="1035"/>
          <ac:spMkLst>
            <pc:docMk/>
            <pc:sldMk cId="1726992209" sldId="256"/>
            <ac:spMk id="133" creationId="{ABE752B3-AA2F-256B-391C-6D6F442B0767}"/>
          </ac:spMkLst>
        </pc:spChg>
        <pc:spChg chg="add mod">
          <ac:chgData name="赫 郝" userId="eac1196edf7977d1" providerId="LiveId" clId="{06512E50-0563-545E-8A2D-AA85B947D58D}" dt="2026-08-11T09:51:29.941" v="714" actId="20577"/>
          <ac:spMkLst>
            <pc:docMk/>
            <pc:sldMk cId="1726992209" sldId="256"/>
            <ac:spMk id="134" creationId="{A096CA81-D121-8EE5-EBE2-F22898B1EB03}"/>
          </ac:spMkLst>
        </pc:spChg>
        <pc:spChg chg="add mod">
          <ac:chgData name="赫 郝" userId="eac1196edf7977d1" providerId="LiveId" clId="{06512E50-0563-545E-8A2D-AA85B947D58D}" dt="2026-08-11T09:50:26.612" v="698" actId="571"/>
          <ac:spMkLst>
            <pc:docMk/>
            <pc:sldMk cId="1726992209" sldId="256"/>
            <ac:spMk id="135" creationId="{CDB2DF9F-64D4-EF4B-86D3-C47452035738}"/>
          </ac:spMkLst>
        </pc:spChg>
        <pc:spChg chg="add mod">
          <ac:chgData name="赫 郝" userId="eac1196edf7977d1" providerId="LiveId" clId="{06512E50-0563-545E-8A2D-AA85B947D58D}" dt="2026-08-11T09:51:34.284" v="725" actId="20577"/>
          <ac:spMkLst>
            <pc:docMk/>
            <pc:sldMk cId="1726992209" sldId="256"/>
            <ac:spMk id="136" creationId="{6E2E0780-F9B3-1718-116A-ED5CFE655E86}"/>
          </ac:spMkLst>
        </pc:spChg>
        <pc:spChg chg="add mod">
          <ac:chgData name="赫 郝" userId="eac1196edf7977d1" providerId="LiveId" clId="{06512E50-0563-545E-8A2D-AA85B947D58D}" dt="2026-08-11T09:51:36.511" v="736" actId="20577"/>
          <ac:spMkLst>
            <pc:docMk/>
            <pc:sldMk cId="1726992209" sldId="256"/>
            <ac:spMk id="137" creationId="{18553B03-AFD9-DF92-A40A-9F9EEF882BEF}"/>
          </ac:spMkLst>
        </pc:spChg>
        <pc:spChg chg="add mod">
          <ac:chgData name="赫 郝" userId="eac1196edf7977d1" providerId="LiveId" clId="{06512E50-0563-545E-8A2D-AA85B947D58D}" dt="2026-08-11T09:52:23.814" v="777" actId="571"/>
          <ac:spMkLst>
            <pc:docMk/>
            <pc:sldMk cId="1726992209" sldId="256"/>
            <ac:spMk id="138" creationId="{B32DD6C2-F76C-B892-A875-DE7CFCAA501D}"/>
          </ac:spMkLst>
        </pc:spChg>
        <pc:spChg chg="add mod">
          <ac:chgData name="赫 郝" userId="eac1196edf7977d1" providerId="LiveId" clId="{06512E50-0563-545E-8A2D-AA85B947D58D}" dt="2026-08-11T09:52:40.226" v="802" actId="20577"/>
          <ac:spMkLst>
            <pc:docMk/>
            <pc:sldMk cId="1726992209" sldId="256"/>
            <ac:spMk id="139" creationId="{81405FBA-23E4-DAD0-FC34-546108648296}"/>
          </ac:spMkLst>
        </pc:spChg>
        <pc:spChg chg="add mod">
          <ac:chgData name="赫 郝" userId="eac1196edf7977d1" providerId="LiveId" clId="{06512E50-0563-545E-8A2D-AA85B947D58D}" dt="2026-08-11T09:55:08.205" v="868" actId="1076"/>
          <ac:spMkLst>
            <pc:docMk/>
            <pc:sldMk cId="1726992209" sldId="256"/>
            <ac:spMk id="140" creationId="{4532601F-4447-43D1-92A0-216568909A40}"/>
          </ac:spMkLst>
        </pc:spChg>
        <pc:spChg chg="add mod">
          <ac:chgData name="赫 郝" userId="eac1196edf7977d1" providerId="LiveId" clId="{06512E50-0563-545E-8A2D-AA85B947D58D}" dt="2026-08-11T09:55:21.478" v="921" actId="20577"/>
          <ac:spMkLst>
            <pc:docMk/>
            <pc:sldMk cId="1726992209" sldId="256"/>
            <ac:spMk id="141" creationId="{2EB766B0-4B61-8E03-0836-EE7153C2D18A}"/>
          </ac:spMkLst>
        </pc:spChg>
        <pc:spChg chg="add mod">
          <ac:chgData name="赫 郝" userId="eac1196edf7977d1" providerId="LiveId" clId="{06512E50-0563-545E-8A2D-AA85B947D58D}" dt="2026-08-11T09:56:45.561" v="961" actId="20577"/>
          <ac:spMkLst>
            <pc:docMk/>
            <pc:sldMk cId="1726992209" sldId="256"/>
            <ac:spMk id="142" creationId="{2C7C56E7-2AE5-ADCD-3515-D744C94A4DCC}"/>
          </ac:spMkLst>
        </pc:spChg>
        <pc:spChg chg="add mod">
          <ac:chgData name="赫 郝" userId="eac1196edf7977d1" providerId="LiveId" clId="{06512E50-0563-545E-8A2D-AA85B947D58D}" dt="2026-08-11T09:57:33.018" v="1005" actId="20577"/>
          <ac:spMkLst>
            <pc:docMk/>
            <pc:sldMk cId="1726992209" sldId="256"/>
            <ac:spMk id="143" creationId="{30FC1F9A-6186-CDC5-4C13-614048AEA051}"/>
          </ac:spMkLst>
        </pc:spChg>
        <pc:spChg chg="add mod">
          <ac:chgData name="赫 郝" userId="eac1196edf7977d1" providerId="LiveId" clId="{06512E50-0563-545E-8A2D-AA85B947D58D}" dt="2026-08-11T09:57:43.929" v="1044" actId="20577"/>
          <ac:spMkLst>
            <pc:docMk/>
            <pc:sldMk cId="1726992209" sldId="256"/>
            <ac:spMk id="144" creationId="{F091DF25-BA62-1B11-5759-3D5A00D41582}"/>
          </ac:spMkLst>
        </pc:spChg>
        <pc:spChg chg="add mod">
          <ac:chgData name="赫 郝" userId="eac1196edf7977d1" providerId="LiveId" clId="{06512E50-0563-545E-8A2D-AA85B947D58D}" dt="2026-08-12T14:20:17.722" v="3173" actId="1038"/>
          <ac:spMkLst>
            <pc:docMk/>
            <pc:sldMk cId="1726992209" sldId="256"/>
            <ac:spMk id="145" creationId="{CDE465AE-30AD-2EC9-BEB7-EA58882A350F}"/>
          </ac:spMkLst>
        </pc:spChg>
        <pc:spChg chg="add mod">
          <ac:chgData name="赫 郝" userId="eac1196edf7977d1" providerId="LiveId" clId="{06512E50-0563-545E-8A2D-AA85B947D58D}" dt="2026-08-11T09:58:21.438" v="1145" actId="14100"/>
          <ac:spMkLst>
            <pc:docMk/>
            <pc:sldMk cId="1726992209" sldId="256"/>
            <ac:spMk id="146" creationId="{15EF98ED-4679-B05B-CE22-4C21902FB4F0}"/>
          </ac:spMkLst>
        </pc:spChg>
        <pc:spChg chg="add mod">
          <ac:chgData name="赫 郝" userId="eac1196edf7977d1" providerId="LiveId" clId="{06512E50-0563-545E-8A2D-AA85B947D58D}" dt="2026-08-12T14:20:11.747" v="3170" actId="1036"/>
          <ac:spMkLst>
            <pc:docMk/>
            <pc:sldMk cId="1726992209" sldId="256"/>
            <ac:spMk id="147" creationId="{5FED9721-DB9F-7999-92A2-B96B44287EB0}"/>
          </ac:spMkLst>
        </pc:spChg>
        <pc:spChg chg="add mod">
          <ac:chgData name="赫 郝" userId="eac1196edf7977d1" providerId="LiveId" clId="{06512E50-0563-545E-8A2D-AA85B947D58D}" dt="2026-08-11T10:06:59.212" v="1264" actId="20577"/>
          <ac:spMkLst>
            <pc:docMk/>
            <pc:sldMk cId="1726992209" sldId="256"/>
            <ac:spMk id="148" creationId="{57FA95C6-E145-1451-B952-CD603F2055D2}"/>
          </ac:spMkLst>
        </pc:spChg>
        <pc:spChg chg="add mod">
          <ac:chgData name="赫 郝" userId="eac1196edf7977d1" providerId="LiveId" clId="{06512E50-0563-545E-8A2D-AA85B947D58D}" dt="2026-08-12T14:20:51.032" v="3183" actId="1037"/>
          <ac:spMkLst>
            <pc:docMk/>
            <pc:sldMk cId="1726992209" sldId="256"/>
            <ac:spMk id="149" creationId="{70BD1DAA-EE02-48C9-EEF0-FB4460403E9F}"/>
          </ac:spMkLst>
        </pc:spChg>
        <pc:spChg chg="add mod">
          <ac:chgData name="赫 郝" userId="eac1196edf7977d1" providerId="LiveId" clId="{06512E50-0563-545E-8A2D-AA85B947D58D}" dt="2026-08-11T10:07:18.798" v="1308" actId="20577"/>
          <ac:spMkLst>
            <pc:docMk/>
            <pc:sldMk cId="1726992209" sldId="256"/>
            <ac:spMk id="150" creationId="{B4587CBF-2BE3-3DAE-E834-2477C4D9F233}"/>
          </ac:spMkLst>
        </pc:spChg>
        <pc:spChg chg="add mod">
          <ac:chgData name="赫 郝" userId="eac1196edf7977d1" providerId="LiveId" clId="{06512E50-0563-545E-8A2D-AA85B947D58D}" dt="2026-08-11T10:07:28.618" v="1337" actId="14100"/>
          <ac:spMkLst>
            <pc:docMk/>
            <pc:sldMk cId="1726992209" sldId="256"/>
            <ac:spMk id="151" creationId="{67333DCD-8836-85BF-AFAC-D078EF993F86}"/>
          </ac:spMkLst>
        </pc:spChg>
        <pc:spChg chg="add mod">
          <ac:chgData name="赫 郝" userId="eac1196edf7977d1" providerId="LiveId" clId="{06512E50-0563-545E-8A2D-AA85B947D58D}" dt="2026-08-11T10:07:50.307" v="1365" actId="14100"/>
          <ac:spMkLst>
            <pc:docMk/>
            <pc:sldMk cId="1726992209" sldId="256"/>
            <ac:spMk id="152" creationId="{57F050A6-1F1D-3C19-04CB-0F57450A8E5D}"/>
          </ac:spMkLst>
        </pc:spChg>
        <pc:spChg chg="add mod">
          <ac:chgData name="赫 郝" userId="eac1196edf7977d1" providerId="LiveId" clId="{06512E50-0563-545E-8A2D-AA85B947D58D}" dt="2026-08-12T14:21:15.169" v="3196" actId="1038"/>
          <ac:spMkLst>
            <pc:docMk/>
            <pc:sldMk cId="1726992209" sldId="256"/>
            <ac:spMk id="153" creationId="{4FF70A9F-6029-2C3B-6351-5C979CED5498}"/>
          </ac:spMkLst>
        </pc:spChg>
        <pc:spChg chg="add mod">
          <ac:chgData name="赫 郝" userId="eac1196edf7977d1" providerId="LiveId" clId="{06512E50-0563-545E-8A2D-AA85B947D58D}" dt="2026-08-11T10:09:07.125" v="1404" actId="20577"/>
          <ac:spMkLst>
            <pc:docMk/>
            <pc:sldMk cId="1726992209" sldId="256"/>
            <ac:spMk id="154" creationId="{2367E730-E4A0-2C46-5C59-3D670509274A}"/>
          </ac:spMkLst>
        </pc:spChg>
        <pc:spChg chg="add mod">
          <ac:chgData name="赫 郝" userId="eac1196edf7977d1" providerId="LiveId" clId="{06512E50-0563-545E-8A2D-AA85B947D58D}" dt="2026-08-12T14:21:44.308" v="3209" actId="1036"/>
          <ac:spMkLst>
            <pc:docMk/>
            <pc:sldMk cId="1726992209" sldId="256"/>
            <ac:spMk id="155" creationId="{F22252DC-6842-BBD6-BE3C-042033F17F41}"/>
          </ac:spMkLst>
        </pc:spChg>
        <pc:spChg chg="add 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156" creationId="{CC6C7B5F-923C-5DA6-A4FB-2E903533B03E}"/>
          </ac:spMkLst>
        </pc:spChg>
        <pc:spChg chg="add 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157" creationId="{80F9CA5B-F20D-AC0B-2115-DD1EEEC0AC55}"/>
          </ac:spMkLst>
        </pc:spChg>
        <pc:spChg chg="add 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158" creationId="{5F3EAD39-C71E-4184-292C-8F28ED41229E}"/>
          </ac:spMkLst>
        </pc:spChg>
        <pc:spChg chg="add mod">
          <ac:chgData name="赫 郝" userId="eac1196edf7977d1" providerId="LiveId" clId="{06512E50-0563-545E-8A2D-AA85B947D58D}" dt="2026-08-11T10:21:33.235" v="1702" actId="1035"/>
          <ac:spMkLst>
            <pc:docMk/>
            <pc:sldMk cId="1726992209" sldId="256"/>
            <ac:spMk id="159" creationId="{1F07E648-9BD6-282F-A0E0-48935B4CA4CE}"/>
          </ac:spMkLst>
        </pc:spChg>
        <pc:spChg chg="add mod">
          <ac:chgData name="赫 郝" userId="eac1196edf7977d1" providerId="LiveId" clId="{06512E50-0563-545E-8A2D-AA85B947D58D}" dt="2026-08-11T10:21:45.054" v="1705" actId="1076"/>
          <ac:spMkLst>
            <pc:docMk/>
            <pc:sldMk cId="1726992209" sldId="256"/>
            <ac:spMk id="160" creationId="{3007681F-88CF-1DFE-384D-D9FDE92F9686}"/>
          </ac:spMkLst>
        </pc:spChg>
        <pc:spChg chg="add mod">
          <ac:chgData name="赫 郝" userId="eac1196edf7977d1" providerId="LiveId" clId="{06512E50-0563-545E-8A2D-AA85B947D58D}" dt="2026-08-11T10:21:45.054" v="1705" actId="1076"/>
          <ac:spMkLst>
            <pc:docMk/>
            <pc:sldMk cId="1726992209" sldId="256"/>
            <ac:spMk id="161" creationId="{DA358BB5-1AE6-6BDE-6EB4-50C48E04405C}"/>
          </ac:spMkLst>
        </pc:spChg>
        <pc:spChg chg="add mod">
          <ac:chgData name="赫 郝" userId="eac1196edf7977d1" providerId="LiveId" clId="{06512E50-0563-545E-8A2D-AA85B947D58D}" dt="2026-08-11T10:21:45.054" v="1705" actId="1076"/>
          <ac:spMkLst>
            <pc:docMk/>
            <pc:sldMk cId="1726992209" sldId="256"/>
            <ac:spMk id="162" creationId="{D28CC8BA-2592-E676-44AB-940DB4A754F4}"/>
          </ac:spMkLst>
        </pc:spChg>
        <pc:spChg chg="add mod">
          <ac:chgData name="赫 郝" userId="eac1196edf7977d1" providerId="LiveId" clId="{06512E50-0563-545E-8A2D-AA85B947D58D}" dt="2026-08-11T10:21:45.054" v="1705" actId="1076"/>
          <ac:spMkLst>
            <pc:docMk/>
            <pc:sldMk cId="1726992209" sldId="256"/>
            <ac:spMk id="163" creationId="{08EA9777-17BD-30F7-D5EC-53DDF2068F65}"/>
          </ac:spMkLst>
        </pc:spChg>
        <pc:spChg chg="add mod">
          <ac:chgData name="赫 郝" userId="eac1196edf7977d1" providerId="LiveId" clId="{06512E50-0563-545E-8A2D-AA85B947D58D}" dt="2026-08-12T14:19:13.614" v="3142" actId="1035"/>
          <ac:spMkLst>
            <pc:docMk/>
            <pc:sldMk cId="1726992209" sldId="256"/>
            <ac:spMk id="181" creationId="{DDD859B4-DFF9-E713-DD0F-B759610CF4DC}"/>
          </ac:spMkLst>
        </pc:spChg>
        <pc:cxnChg chg="add del mod">
          <ac:chgData name="赫 郝" userId="eac1196edf7977d1" providerId="LiveId" clId="{06512E50-0563-545E-8A2D-AA85B947D58D}" dt="2026-08-11T10:14:40.189" v="1428" actId="478"/>
          <ac:cxnSpMkLst>
            <pc:docMk/>
            <pc:sldMk cId="1726992209" sldId="256"/>
            <ac:cxnSpMk id="98" creationId="{24F1242C-9B6C-4EDF-55D0-F9260A2255DB}"/>
          </ac:cxnSpMkLst>
        </pc:cxnChg>
        <pc:cxnChg chg="add mod">
          <ac:chgData name="赫 郝" userId="eac1196edf7977d1" providerId="LiveId" clId="{06512E50-0563-545E-8A2D-AA85B947D58D}" dt="2026-08-12T14:17:52.340" v="3092" actId="14100"/>
          <ac:cxnSpMkLst>
            <pc:docMk/>
            <pc:sldMk cId="1726992209" sldId="256"/>
            <ac:cxnSpMk id="164" creationId="{E3E4790A-0CDB-4402-D974-3D4B4635D853}"/>
          </ac:cxnSpMkLst>
        </pc:cxnChg>
        <pc:cxnChg chg="add mod">
          <ac:chgData name="赫 郝" userId="eac1196edf7977d1" providerId="LiveId" clId="{06512E50-0563-545E-8A2D-AA85B947D58D}" dt="2026-08-12T14:18:00.613" v="3095" actId="14100"/>
          <ac:cxnSpMkLst>
            <pc:docMk/>
            <pc:sldMk cId="1726992209" sldId="256"/>
            <ac:cxnSpMk id="167" creationId="{6FC28D91-1405-83B5-CC45-C25767E09671}"/>
          </ac:cxnSpMkLst>
        </pc:cxnChg>
        <pc:cxnChg chg="add mod">
          <ac:chgData name="赫 郝" userId="eac1196edf7977d1" providerId="LiveId" clId="{06512E50-0563-545E-8A2D-AA85B947D58D}" dt="2026-08-12T14:19:22.775" v="3145" actId="14100"/>
          <ac:cxnSpMkLst>
            <pc:docMk/>
            <pc:sldMk cId="1726992209" sldId="256"/>
            <ac:cxnSpMk id="170" creationId="{43DEBF9F-9D89-CCE2-AE6C-1ECD821FF77B}"/>
          </ac:cxnSpMkLst>
        </pc:cxnChg>
        <pc:cxnChg chg="add mod">
          <ac:chgData name="赫 郝" userId="eac1196edf7977d1" providerId="LiveId" clId="{06512E50-0563-545E-8A2D-AA85B947D58D}" dt="2026-08-12T14:19:17.682" v="3143" actId="14100"/>
          <ac:cxnSpMkLst>
            <pc:docMk/>
            <pc:sldMk cId="1726992209" sldId="256"/>
            <ac:cxnSpMk id="173" creationId="{BAA71F71-1CD3-813D-3AEB-DB88D3A310D8}"/>
          </ac:cxnSpMkLst>
        </pc:cxnChg>
        <pc:cxnChg chg="add mod">
          <ac:chgData name="赫 郝" userId="eac1196edf7977d1" providerId="LiveId" clId="{06512E50-0563-545E-8A2D-AA85B947D58D}" dt="2026-08-12T14:19:20.296" v="3144" actId="14100"/>
          <ac:cxnSpMkLst>
            <pc:docMk/>
            <pc:sldMk cId="1726992209" sldId="256"/>
            <ac:cxnSpMk id="178" creationId="{672E6A80-A1BF-1ADB-CBED-588CA22FAE59}"/>
          </ac:cxnSpMkLst>
        </pc:cxnChg>
        <pc:cxnChg chg="add mod">
          <ac:chgData name="赫 郝" userId="eac1196edf7977d1" providerId="LiveId" clId="{06512E50-0563-545E-8A2D-AA85B947D58D}" dt="2026-08-12T14:19:35.558" v="3148" actId="14100"/>
          <ac:cxnSpMkLst>
            <pc:docMk/>
            <pc:sldMk cId="1726992209" sldId="256"/>
            <ac:cxnSpMk id="185" creationId="{915BB183-1E6D-F6A8-821C-94A02623C9FC}"/>
          </ac:cxnSpMkLst>
        </pc:cxnChg>
        <pc:cxnChg chg="add mod">
          <ac:chgData name="赫 郝" userId="eac1196edf7977d1" providerId="LiveId" clId="{06512E50-0563-545E-8A2D-AA85B947D58D}" dt="2026-08-12T14:19:40.429" v="3151" actId="14100"/>
          <ac:cxnSpMkLst>
            <pc:docMk/>
            <pc:sldMk cId="1726992209" sldId="256"/>
            <ac:cxnSpMk id="188" creationId="{B9199173-EF90-FC25-230F-444949BB835A}"/>
          </ac:cxnSpMkLst>
        </pc:cxnChg>
        <pc:cxnChg chg="add mod">
          <ac:chgData name="赫 郝" userId="eac1196edf7977d1" providerId="LiveId" clId="{06512E50-0563-545E-8A2D-AA85B947D58D}" dt="2026-08-12T14:19:45.658" v="3154" actId="14100"/>
          <ac:cxnSpMkLst>
            <pc:docMk/>
            <pc:sldMk cId="1726992209" sldId="256"/>
            <ac:cxnSpMk id="191" creationId="{A8C61330-6D12-7F2B-5594-8B4E4E292D6B}"/>
          </ac:cxnSpMkLst>
        </pc:cxnChg>
        <pc:cxnChg chg="add mod">
          <ac:chgData name="赫 郝" userId="eac1196edf7977d1" providerId="LiveId" clId="{06512E50-0563-545E-8A2D-AA85B947D58D}" dt="2026-08-12T14:19:53.010" v="3158" actId="14100"/>
          <ac:cxnSpMkLst>
            <pc:docMk/>
            <pc:sldMk cId="1726992209" sldId="256"/>
            <ac:cxnSpMk id="194" creationId="{1BC88A38-9F76-C33E-585A-58A7C3C2AAC2}"/>
          </ac:cxnSpMkLst>
        </pc:cxnChg>
        <pc:cxnChg chg="add mod">
          <ac:chgData name="赫 郝" userId="eac1196edf7977d1" providerId="LiveId" clId="{06512E50-0563-545E-8A2D-AA85B947D58D}" dt="2026-08-12T14:20:17.722" v="3173" actId="1038"/>
          <ac:cxnSpMkLst>
            <pc:docMk/>
            <pc:sldMk cId="1726992209" sldId="256"/>
            <ac:cxnSpMk id="197" creationId="{4AC7467A-C5B8-A5D3-A313-7754226D5D53}"/>
          </ac:cxnSpMkLst>
        </pc:cxnChg>
        <pc:cxnChg chg="add mod">
          <ac:chgData name="赫 郝" userId="eac1196edf7977d1" providerId="LiveId" clId="{06512E50-0563-545E-8A2D-AA85B947D58D}" dt="2026-08-12T14:20:17.722" v="3173" actId="1038"/>
          <ac:cxnSpMkLst>
            <pc:docMk/>
            <pc:sldMk cId="1726992209" sldId="256"/>
            <ac:cxnSpMk id="200" creationId="{E0464ECE-D8D2-65E1-6675-AC51094A6939}"/>
          </ac:cxnSpMkLst>
        </pc:cxnChg>
        <pc:cxnChg chg="add mod">
          <ac:chgData name="赫 郝" userId="eac1196edf7977d1" providerId="LiveId" clId="{06512E50-0563-545E-8A2D-AA85B947D58D}" dt="2026-08-12T14:20:11.747" v="3170" actId="1036"/>
          <ac:cxnSpMkLst>
            <pc:docMk/>
            <pc:sldMk cId="1726992209" sldId="256"/>
            <ac:cxnSpMk id="203" creationId="{1173993C-468D-4565-721A-05648FD83802}"/>
          </ac:cxnSpMkLst>
        </pc:cxnChg>
        <pc:cxnChg chg="add mod">
          <ac:chgData name="赫 郝" userId="eac1196edf7977d1" providerId="LiveId" clId="{06512E50-0563-545E-8A2D-AA85B947D58D}" dt="2026-08-12T14:20:32.249" v="3177"/>
          <ac:cxnSpMkLst>
            <pc:docMk/>
            <pc:sldMk cId="1726992209" sldId="256"/>
            <ac:cxnSpMk id="206" creationId="{ED95D7DF-67AA-E518-6EC4-6099292883DB}"/>
          </ac:cxnSpMkLst>
        </pc:cxnChg>
        <pc:cxnChg chg="add mod">
          <ac:chgData name="赫 郝" userId="eac1196edf7977d1" providerId="LiveId" clId="{06512E50-0563-545E-8A2D-AA85B947D58D}" dt="2026-08-12T14:20:51.032" v="3183" actId="1037"/>
          <ac:cxnSpMkLst>
            <pc:docMk/>
            <pc:sldMk cId="1726992209" sldId="256"/>
            <ac:cxnSpMk id="207" creationId="{17EAA7A8-3D5D-C33A-DE2A-82F70660C237}"/>
          </ac:cxnSpMkLst>
        </pc:cxnChg>
        <pc:cxnChg chg="add mod">
          <ac:chgData name="赫 郝" userId="eac1196edf7977d1" providerId="LiveId" clId="{06512E50-0563-545E-8A2D-AA85B947D58D}" dt="2026-08-12T14:20:58.117" v="3186" actId="14100"/>
          <ac:cxnSpMkLst>
            <pc:docMk/>
            <pc:sldMk cId="1726992209" sldId="256"/>
            <ac:cxnSpMk id="211" creationId="{6865F1CE-0C95-5044-8F23-06FF56349003}"/>
          </ac:cxnSpMkLst>
        </pc:cxnChg>
        <pc:cxnChg chg="add mod">
          <ac:chgData name="赫 郝" userId="eac1196edf7977d1" providerId="LiveId" clId="{06512E50-0563-545E-8A2D-AA85B947D58D}" dt="2026-08-12T14:21:02.950" v="3189" actId="14100"/>
          <ac:cxnSpMkLst>
            <pc:docMk/>
            <pc:sldMk cId="1726992209" sldId="256"/>
            <ac:cxnSpMk id="214" creationId="{34274658-DD16-1B4F-A44E-0E6F94970C41}"/>
          </ac:cxnSpMkLst>
        </pc:cxnChg>
        <pc:cxnChg chg="add mod">
          <ac:chgData name="赫 郝" userId="eac1196edf7977d1" providerId="LiveId" clId="{06512E50-0563-545E-8A2D-AA85B947D58D}" dt="2026-08-12T14:21:07.079" v="3192" actId="14100"/>
          <ac:cxnSpMkLst>
            <pc:docMk/>
            <pc:sldMk cId="1726992209" sldId="256"/>
            <ac:cxnSpMk id="217" creationId="{B08E4CE7-96D9-F4F5-724A-EA36E91B5633}"/>
          </ac:cxnSpMkLst>
        </pc:cxnChg>
        <pc:cxnChg chg="add mod">
          <ac:chgData name="赫 郝" userId="eac1196edf7977d1" providerId="LiveId" clId="{06512E50-0563-545E-8A2D-AA85B947D58D}" dt="2026-08-12T14:21:15.169" v="3196" actId="1038"/>
          <ac:cxnSpMkLst>
            <pc:docMk/>
            <pc:sldMk cId="1726992209" sldId="256"/>
            <ac:cxnSpMk id="220" creationId="{DC06487C-0EC8-2314-08C7-8193FDDCF252}"/>
          </ac:cxnSpMkLst>
        </pc:cxnChg>
        <pc:cxnChg chg="add mod">
          <ac:chgData name="赫 郝" userId="eac1196edf7977d1" providerId="LiveId" clId="{06512E50-0563-545E-8A2D-AA85B947D58D}" dt="2026-08-12T14:21:37.411" v="3199" actId="14100"/>
          <ac:cxnSpMkLst>
            <pc:docMk/>
            <pc:sldMk cId="1726992209" sldId="256"/>
            <ac:cxnSpMk id="223" creationId="{5176F5C6-DAD8-6AA8-6EDB-E1717A867FAF}"/>
          </ac:cxnSpMkLst>
        </pc:cxnChg>
        <pc:cxnChg chg="add mod">
          <ac:chgData name="赫 郝" userId="eac1196edf7977d1" providerId="LiveId" clId="{06512E50-0563-545E-8A2D-AA85B947D58D}" dt="2026-08-12T14:21:44.308" v="3209" actId="1036"/>
          <ac:cxnSpMkLst>
            <pc:docMk/>
            <pc:sldMk cId="1726992209" sldId="256"/>
            <ac:cxnSpMk id="226" creationId="{5C245462-7D42-4B23-9107-9F3834288339}"/>
          </ac:cxnSpMkLst>
        </pc:cxnChg>
      </pc:sldChg>
      <pc:sldChg chg="addSp delSp modSp mod">
        <pc:chgData name="赫 郝" userId="eac1196edf7977d1" providerId="LiveId" clId="{06512E50-0563-545E-8A2D-AA85B947D58D}" dt="2026-08-12T14:17:30.818" v="3087" actId="14100"/>
        <pc:sldMkLst>
          <pc:docMk/>
          <pc:sldMk cId="1609975808" sldId="257"/>
        </pc:sldMkLst>
        <pc:spChg chg="del">
          <ac:chgData name="赫 郝" userId="eac1196edf7977d1" providerId="LiveId" clId="{06512E50-0563-545E-8A2D-AA85B947D58D}" dt="2026-08-11T09:41:24.840" v="340" actId="478"/>
          <ac:spMkLst>
            <pc:docMk/>
            <pc:sldMk cId="1609975808" sldId="257"/>
            <ac:spMk id="2" creationId="{E5FB919A-B68B-48F5-839B-6490F6E16E97}"/>
          </ac:spMkLst>
        </pc:spChg>
        <pc:spChg chg="mod">
          <ac:chgData name="赫 郝" userId="eac1196edf7977d1" providerId="LiveId" clId="{06512E50-0563-545E-8A2D-AA85B947D58D}" dt="2026-08-12T14:15:12.218" v="3040" actId="1076"/>
          <ac:spMkLst>
            <pc:docMk/>
            <pc:sldMk cId="1609975808" sldId="257"/>
            <ac:spMk id="3" creationId="{C45D489F-CB53-4E76-9C23-DB569808C6F6}"/>
          </ac:spMkLst>
        </pc:spChg>
        <pc:spChg chg="del">
          <ac:chgData name="赫 郝" userId="eac1196edf7977d1" providerId="LiveId" clId="{06512E50-0563-545E-8A2D-AA85B947D58D}" dt="2026-08-12T03:57:28.746" v="1710" actId="478"/>
          <ac:spMkLst>
            <pc:docMk/>
            <pc:sldMk cId="1609975808" sldId="257"/>
            <ac:spMk id="4" creationId="{7F9BFA27-655D-4A6B-BA65-7C47EDEFE146}"/>
          </ac:spMkLst>
        </pc:spChg>
        <pc:spChg chg="mod">
          <ac:chgData name="赫 郝" userId="eac1196edf7977d1" providerId="LiveId" clId="{06512E50-0563-545E-8A2D-AA85B947D58D}" dt="2026-08-12T13:43:37.693" v="2141" actId="1076"/>
          <ac:spMkLst>
            <pc:docMk/>
            <pc:sldMk cId="1609975808" sldId="257"/>
            <ac:spMk id="5" creationId="{AE1527AD-0F89-4F02-B41B-F6F7F081FC2B}"/>
          </ac:spMkLst>
        </pc:spChg>
        <pc:spChg chg="del">
          <ac:chgData name="赫 郝" userId="eac1196edf7977d1" providerId="LiveId" clId="{06512E50-0563-545E-8A2D-AA85B947D58D}" dt="2026-08-12T03:58:16.125" v="1724" actId="478"/>
          <ac:spMkLst>
            <pc:docMk/>
            <pc:sldMk cId="1609975808" sldId="257"/>
            <ac:spMk id="6" creationId="{5630E8F9-5B8E-43BD-9D1E-7A1B5DC811B8}"/>
          </ac:spMkLst>
        </pc:spChg>
        <pc:spChg chg="mod">
          <ac:chgData name="赫 郝" userId="eac1196edf7977d1" providerId="LiveId" clId="{06512E50-0563-545E-8A2D-AA85B947D58D}" dt="2026-08-12T13:58:47.812" v="2515" actId="207"/>
          <ac:spMkLst>
            <pc:docMk/>
            <pc:sldMk cId="1609975808" sldId="257"/>
            <ac:spMk id="7" creationId="{0C94E29C-371B-44F9-9F47-6E531696A856}"/>
          </ac:spMkLst>
        </pc:spChg>
        <pc:spChg chg="mod">
          <ac:chgData name="赫 郝" userId="eac1196edf7977d1" providerId="LiveId" clId="{06512E50-0563-545E-8A2D-AA85B947D58D}" dt="2026-08-12T13:39:39.808" v="2031" actId="1076"/>
          <ac:spMkLst>
            <pc:docMk/>
            <pc:sldMk cId="1609975808" sldId="257"/>
            <ac:spMk id="8" creationId="{C0B3487B-2FDD-4AAB-9899-536549180DD5}"/>
          </ac:spMkLst>
        </pc:spChg>
        <pc:spChg chg="mod">
          <ac:chgData name="赫 郝" userId="eac1196edf7977d1" providerId="LiveId" clId="{06512E50-0563-545E-8A2D-AA85B947D58D}" dt="2026-08-12T14:14:57.370" v="3034" actId="108"/>
          <ac:spMkLst>
            <pc:docMk/>
            <pc:sldMk cId="1609975808" sldId="257"/>
            <ac:spMk id="9" creationId="{10B565BC-0D2B-4CE4-87C1-1427942D1A97}"/>
          </ac:spMkLst>
        </pc:spChg>
        <pc:spChg chg="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10" creationId="{E0F0943F-93A9-4C33-B0A8-5E2172A3E97F}"/>
          </ac:spMkLst>
        </pc:spChg>
        <pc:spChg chg="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11" creationId="{3B8674D6-B9CB-4B4A-9638-51F87AFF3DC4}"/>
          </ac:spMkLst>
        </pc:spChg>
        <pc:spChg chg="del">
          <ac:chgData name="赫 郝" userId="eac1196edf7977d1" providerId="LiveId" clId="{06512E50-0563-545E-8A2D-AA85B947D58D}" dt="2026-08-12T13:34:43.118" v="1909" actId="478"/>
          <ac:spMkLst>
            <pc:docMk/>
            <pc:sldMk cId="1609975808" sldId="257"/>
            <ac:spMk id="12" creationId="{07C9FA46-7C2C-4227-8D79-C2360E1EDFB0}"/>
          </ac:spMkLst>
        </pc:spChg>
        <pc:spChg chg="del">
          <ac:chgData name="赫 郝" userId="eac1196edf7977d1" providerId="LiveId" clId="{06512E50-0563-545E-8A2D-AA85B947D58D}" dt="2026-08-12T13:36:31.310" v="1925" actId="478"/>
          <ac:spMkLst>
            <pc:docMk/>
            <pc:sldMk cId="1609975808" sldId="257"/>
            <ac:spMk id="13" creationId="{945D26FA-474A-47CD-B3B2-F5F68DD7045A}"/>
          </ac:spMkLst>
        </pc:spChg>
        <pc:spChg chg="del mod">
          <ac:chgData name="赫 郝" userId="eac1196edf7977d1" providerId="LiveId" clId="{06512E50-0563-545E-8A2D-AA85B947D58D}" dt="2026-08-12T13:36:31.310" v="1925" actId="478"/>
          <ac:spMkLst>
            <pc:docMk/>
            <pc:sldMk cId="1609975808" sldId="257"/>
            <ac:spMk id="14" creationId="{CE61816F-E2AA-4149-81FD-20FEAFA13EBA}"/>
          </ac:spMkLst>
        </pc:spChg>
        <pc:spChg chg="del">
          <ac:chgData name="赫 郝" userId="eac1196edf7977d1" providerId="LiveId" clId="{06512E50-0563-545E-8A2D-AA85B947D58D}" dt="2026-08-12T13:36:31.310" v="1925" actId="478"/>
          <ac:spMkLst>
            <pc:docMk/>
            <pc:sldMk cId="1609975808" sldId="257"/>
            <ac:spMk id="15" creationId="{4121A263-77AB-4C62-82EA-411984D61710}"/>
          </ac:spMkLst>
        </pc:spChg>
        <pc:spChg chg="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16" creationId="{C0C0D034-36D6-4A87-9A17-FB3A9DC09F43}"/>
          </ac:spMkLst>
        </pc:spChg>
        <pc:spChg chg="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17" creationId="{49379866-C10F-486C-B76F-16CC02DBCB06}"/>
          </ac:spMkLst>
        </pc:spChg>
        <pc:spChg chg="mod">
          <ac:chgData name="赫 郝" userId="eac1196edf7977d1" providerId="LiveId" clId="{06512E50-0563-545E-8A2D-AA85B947D58D}" dt="2026-08-12T13:53:48.121" v="2375" actId="1076"/>
          <ac:spMkLst>
            <pc:docMk/>
            <pc:sldMk cId="1609975808" sldId="257"/>
            <ac:spMk id="18" creationId="{6DFC900F-36CC-4C5F-9EBF-7B770D5CDE69}"/>
          </ac:spMkLst>
        </pc:spChg>
        <pc:spChg chg="mod">
          <ac:chgData name="赫 郝" userId="eac1196edf7977d1" providerId="LiveId" clId="{06512E50-0563-545E-8A2D-AA85B947D58D}" dt="2026-08-12T13:43:01.635" v="2065" actId="14100"/>
          <ac:spMkLst>
            <pc:docMk/>
            <pc:sldMk cId="1609975808" sldId="257"/>
            <ac:spMk id="19" creationId="{513CC7B2-1789-49F8-8FCA-6D0F364277B4}"/>
          </ac:spMkLst>
        </pc:spChg>
        <pc:spChg chg="mod">
          <ac:chgData name="赫 郝" userId="eac1196edf7977d1" providerId="LiveId" clId="{06512E50-0563-545E-8A2D-AA85B947D58D}" dt="2026-08-12T13:42:57.713" v="2063" actId="1076"/>
          <ac:spMkLst>
            <pc:docMk/>
            <pc:sldMk cId="1609975808" sldId="257"/>
            <ac:spMk id="20" creationId="{A4E548D5-9E8D-4218-944B-BA6C7127E23A}"/>
          </ac:spMkLst>
        </pc:spChg>
        <pc:spChg chg="mod">
          <ac:chgData name="赫 郝" userId="eac1196edf7977d1" providerId="LiveId" clId="{06512E50-0563-545E-8A2D-AA85B947D58D}" dt="2026-08-12T13:39:49.158" v="2034" actId="1076"/>
          <ac:spMkLst>
            <pc:docMk/>
            <pc:sldMk cId="1609975808" sldId="257"/>
            <ac:spMk id="21" creationId="{94E1F29E-4A98-4779-A5A5-C50B3AA820F4}"/>
          </ac:spMkLst>
        </pc:spChg>
        <pc:spChg chg="mod">
          <ac:chgData name="赫 郝" userId="eac1196edf7977d1" providerId="LiveId" clId="{06512E50-0563-545E-8A2D-AA85B947D58D}" dt="2026-08-12T13:39:39.808" v="2031" actId="1076"/>
          <ac:spMkLst>
            <pc:docMk/>
            <pc:sldMk cId="1609975808" sldId="257"/>
            <ac:spMk id="22" creationId="{BA577BCA-814C-48EE-8E79-85BB04655708}"/>
          </ac:spMkLst>
        </pc:spChg>
        <pc:spChg chg="mod">
          <ac:chgData name="赫 郝" userId="eac1196edf7977d1" providerId="LiveId" clId="{06512E50-0563-545E-8A2D-AA85B947D58D}" dt="2026-08-12T13:39:59.291" v="2035" actId="1076"/>
          <ac:spMkLst>
            <pc:docMk/>
            <pc:sldMk cId="1609975808" sldId="257"/>
            <ac:spMk id="23" creationId="{F23393A4-EC27-46A0-B89B-597E306C89C6}"/>
          </ac:spMkLst>
        </pc:spChg>
        <pc:spChg chg="mod">
          <ac:chgData name="赫 郝" userId="eac1196edf7977d1" providerId="LiveId" clId="{06512E50-0563-545E-8A2D-AA85B947D58D}" dt="2026-08-12T13:40:05.717" v="2036" actId="1076"/>
          <ac:spMkLst>
            <pc:docMk/>
            <pc:sldMk cId="1609975808" sldId="257"/>
            <ac:spMk id="24" creationId="{A203EB87-72DA-4201-8993-DB1B23A7F1D4}"/>
          </ac:spMkLst>
        </pc:spChg>
        <pc:spChg chg="mod">
          <ac:chgData name="赫 郝" userId="eac1196edf7977d1" providerId="LiveId" clId="{06512E50-0563-545E-8A2D-AA85B947D58D}" dt="2026-08-12T13:40:13.735" v="2037" actId="1076"/>
          <ac:spMkLst>
            <pc:docMk/>
            <pc:sldMk cId="1609975808" sldId="257"/>
            <ac:spMk id="25" creationId="{5789D593-F3F2-423B-B82E-1810E4862771}"/>
          </ac:spMkLst>
        </pc:spChg>
        <pc:spChg chg="mod">
          <ac:chgData name="赫 郝" userId="eac1196edf7977d1" providerId="LiveId" clId="{06512E50-0563-545E-8A2D-AA85B947D58D}" dt="2026-08-12T13:40:23.292" v="2040" actId="1076"/>
          <ac:spMkLst>
            <pc:docMk/>
            <pc:sldMk cId="1609975808" sldId="257"/>
            <ac:spMk id="26" creationId="{F9395926-3F21-45ED-8400-22373222B47A}"/>
          </ac:spMkLst>
        </pc:spChg>
        <pc:spChg chg="del mod">
          <ac:chgData name="赫 郝" userId="eac1196edf7977d1" providerId="LiveId" clId="{06512E50-0563-545E-8A2D-AA85B947D58D}" dt="2026-08-12T13:40:51.589" v="2044" actId="478"/>
          <ac:spMkLst>
            <pc:docMk/>
            <pc:sldMk cId="1609975808" sldId="257"/>
            <ac:spMk id="27" creationId="{10B9E84C-8D9C-4FD2-9B19-24E412DA3F42}"/>
          </ac:spMkLst>
        </pc:spChg>
        <pc:spChg chg="del mod">
          <ac:chgData name="赫 郝" userId="eac1196edf7977d1" providerId="LiveId" clId="{06512E50-0563-545E-8A2D-AA85B947D58D}" dt="2026-08-12T13:40:51.589" v="2044" actId="478"/>
          <ac:spMkLst>
            <pc:docMk/>
            <pc:sldMk cId="1609975808" sldId="257"/>
            <ac:spMk id="28" creationId="{521E40B6-D48E-45C5-986F-A08991C5AB1D}"/>
          </ac:spMkLst>
        </pc:spChg>
        <pc:spChg chg="del mod">
          <ac:chgData name="赫 郝" userId="eac1196edf7977d1" providerId="LiveId" clId="{06512E50-0563-545E-8A2D-AA85B947D58D}" dt="2026-08-12T13:40:28.202" v="2041" actId="478"/>
          <ac:spMkLst>
            <pc:docMk/>
            <pc:sldMk cId="1609975808" sldId="257"/>
            <ac:spMk id="29" creationId="{1CBEFAB2-918E-42C9-BD50-1FB02816C836}"/>
          </ac:spMkLst>
        </pc:spChg>
        <pc:spChg chg="del mod">
          <ac:chgData name="赫 郝" userId="eac1196edf7977d1" providerId="LiveId" clId="{06512E50-0563-545E-8A2D-AA85B947D58D}" dt="2026-08-12T13:40:51.589" v="2044" actId="478"/>
          <ac:spMkLst>
            <pc:docMk/>
            <pc:sldMk cId="1609975808" sldId="257"/>
            <ac:spMk id="30" creationId="{6E514E68-63AC-48DB-AB99-D207DBFD1C19}"/>
          </ac:spMkLst>
        </pc:spChg>
        <pc:spChg chg="del">
          <ac:chgData name="赫 郝" userId="eac1196edf7977d1" providerId="LiveId" clId="{06512E50-0563-545E-8A2D-AA85B947D58D}" dt="2026-08-12T13:40:51.589" v="2044" actId="478"/>
          <ac:spMkLst>
            <pc:docMk/>
            <pc:sldMk cId="1609975808" sldId="257"/>
            <ac:spMk id="31" creationId="{344E37A0-6ADE-4C2F-A549-747A78BE182D}"/>
          </ac:spMkLst>
        </pc:spChg>
        <pc:spChg chg="del mod">
          <ac:chgData name="赫 郝" userId="eac1196edf7977d1" providerId="LiveId" clId="{06512E50-0563-545E-8A2D-AA85B947D58D}" dt="2026-08-12T13:40:51.589" v="2044" actId="478"/>
          <ac:spMkLst>
            <pc:docMk/>
            <pc:sldMk cId="1609975808" sldId="257"/>
            <ac:spMk id="32" creationId="{DF57F4DA-6331-442C-9B2F-8983C2F300A0}"/>
          </ac:spMkLst>
        </pc:spChg>
        <pc:spChg chg="add mod">
          <ac:chgData name="赫 郝" userId="eac1196edf7977d1" providerId="LiveId" clId="{06512E50-0563-545E-8A2D-AA85B947D58D}" dt="2026-08-12T14:15:23.452" v="3044" actId="14100"/>
          <ac:spMkLst>
            <pc:docMk/>
            <pc:sldMk cId="1609975808" sldId="257"/>
            <ac:spMk id="33" creationId="{B0CE524C-4C01-8DC4-C941-3534D1985125}"/>
          </ac:spMkLst>
        </pc:spChg>
        <pc:spChg chg="add mod">
          <ac:chgData name="赫 郝" userId="eac1196edf7977d1" providerId="LiveId" clId="{06512E50-0563-545E-8A2D-AA85B947D58D}" dt="2026-08-12T14:06:09.083" v="2871" actId="1076"/>
          <ac:spMkLst>
            <pc:docMk/>
            <pc:sldMk cId="1609975808" sldId="257"/>
            <ac:spMk id="34" creationId="{B6F675E9-18A5-35DF-37CA-C5517A75A37F}"/>
          </ac:spMkLst>
        </pc:spChg>
        <pc:spChg chg="del">
          <ac:chgData name="赫 郝" userId="eac1196edf7977d1" providerId="LiveId" clId="{06512E50-0563-545E-8A2D-AA85B947D58D}" dt="2026-08-12T13:38:11.242" v="1989" actId="478"/>
          <ac:spMkLst>
            <pc:docMk/>
            <pc:sldMk cId="1609975808" sldId="257"/>
            <ac:spMk id="35" creationId="{C2CE69C7-03BF-4F0E-9B99-D831CA32F745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36" creationId="{125124FD-0E89-48A0-8F75-4E51FDF40D96}"/>
          </ac:spMkLst>
        </pc:spChg>
        <pc:spChg chg="del mod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37" creationId="{232BD69C-3B20-47DA-AC57-7679259456F9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38" creationId="{C667AE2A-06A8-4C06-9A4F-557860E8F58A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39" creationId="{1DE25EF9-8EEA-458F-BA8D-45AD672E52FD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40" creationId="{F0FBD3FB-9758-4E3B-B465-D5647482C780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41" creationId="{9D2ABA5A-168A-4CDA-B71F-95E95598B6E5}"/>
          </ac:spMkLst>
        </pc:spChg>
        <pc:spChg chg="del mod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42" creationId="{ADA62808-FCC6-4E95-B265-76F7264F7310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43" creationId="{3AA7C436-B803-4493-8807-5DB814E2F1AC}"/>
          </ac:spMkLst>
        </pc:spChg>
        <pc:spChg chg="del">
          <ac:chgData name="赫 郝" userId="eac1196edf7977d1" providerId="LiveId" clId="{06512E50-0563-545E-8A2D-AA85B947D58D}" dt="2026-08-12T13:39:02.676" v="1990" actId="478"/>
          <ac:spMkLst>
            <pc:docMk/>
            <pc:sldMk cId="1609975808" sldId="257"/>
            <ac:spMk id="44" creationId="{B1F6E63D-5C95-456E-87FE-3E0028F627A1}"/>
          </ac:spMkLst>
        </pc:spChg>
        <pc:spChg chg="del">
          <ac:chgData name="赫 郝" userId="eac1196edf7977d1" providerId="LiveId" clId="{06512E50-0563-545E-8A2D-AA85B947D58D}" dt="2026-08-12T03:57:46.353" v="1715" actId="478"/>
          <ac:spMkLst>
            <pc:docMk/>
            <pc:sldMk cId="1609975808" sldId="257"/>
            <ac:spMk id="45" creationId="{EB5BC685-6C50-4F6A-A8B6-60A3ABD8F109}"/>
          </ac:spMkLst>
        </pc:spChg>
        <pc:spChg chg="mod">
          <ac:chgData name="赫 郝" userId="eac1196edf7977d1" providerId="LiveId" clId="{06512E50-0563-545E-8A2D-AA85B947D58D}" dt="2026-08-12T13:57:34.538" v="2499" actId="1076"/>
          <ac:spMkLst>
            <pc:docMk/>
            <pc:sldMk cId="1609975808" sldId="257"/>
            <ac:spMk id="46" creationId="{EAC70C26-CF1E-457D-A768-786FE3185992}"/>
          </ac:spMkLst>
        </pc:spChg>
        <pc:spChg chg="del mod">
          <ac:chgData name="赫 郝" userId="eac1196edf7977d1" providerId="LiveId" clId="{06512E50-0563-545E-8A2D-AA85B947D58D}" dt="2026-08-12T13:50:23.539" v="2341" actId="478"/>
          <ac:spMkLst>
            <pc:docMk/>
            <pc:sldMk cId="1609975808" sldId="257"/>
            <ac:spMk id="47" creationId="{1EE34712-9744-4CDE-9B09-2551CCE4E855}"/>
          </ac:spMkLst>
        </pc:spChg>
        <pc:spChg chg="del mod">
          <ac:chgData name="赫 郝" userId="eac1196edf7977d1" providerId="LiveId" clId="{06512E50-0563-545E-8A2D-AA85B947D58D}" dt="2026-08-12T13:53:36.573" v="2372" actId="478"/>
          <ac:spMkLst>
            <pc:docMk/>
            <pc:sldMk cId="1609975808" sldId="257"/>
            <ac:spMk id="48" creationId="{CFE92027-971B-4543-99E0-094F46AD9904}"/>
          </ac:spMkLst>
        </pc:spChg>
        <pc:spChg chg="del mod">
          <ac:chgData name="赫 郝" userId="eac1196edf7977d1" providerId="LiveId" clId="{06512E50-0563-545E-8A2D-AA85B947D58D}" dt="2026-08-12T13:53:36.573" v="2372" actId="478"/>
          <ac:spMkLst>
            <pc:docMk/>
            <pc:sldMk cId="1609975808" sldId="257"/>
            <ac:spMk id="49" creationId="{BF75717F-2B7B-48D0-93EF-6C2311222041}"/>
          </ac:spMkLst>
        </pc:spChg>
        <pc:spChg chg="del mod">
          <ac:chgData name="赫 郝" userId="eac1196edf7977d1" providerId="LiveId" clId="{06512E50-0563-545E-8A2D-AA85B947D58D}" dt="2026-08-12T13:53:36.573" v="2372" actId="478"/>
          <ac:spMkLst>
            <pc:docMk/>
            <pc:sldMk cId="1609975808" sldId="257"/>
            <ac:spMk id="50" creationId="{D1492A44-C65D-4788-9D72-69D56AE7AE58}"/>
          </ac:spMkLst>
        </pc:spChg>
        <pc:spChg chg="del mod">
          <ac:chgData name="赫 郝" userId="eac1196edf7977d1" providerId="LiveId" clId="{06512E50-0563-545E-8A2D-AA85B947D58D}" dt="2026-08-12T13:53:39.103" v="2373" actId="478"/>
          <ac:spMkLst>
            <pc:docMk/>
            <pc:sldMk cId="1609975808" sldId="257"/>
            <ac:spMk id="51" creationId="{7046D28D-3841-44B5-935B-37B29D0E3E35}"/>
          </ac:spMkLst>
        </pc:spChg>
        <pc:spChg chg="del mod">
          <ac:chgData name="赫 郝" userId="eac1196edf7977d1" providerId="LiveId" clId="{06512E50-0563-545E-8A2D-AA85B947D58D}" dt="2026-08-12T13:53:39.103" v="2373" actId="478"/>
          <ac:spMkLst>
            <pc:docMk/>
            <pc:sldMk cId="1609975808" sldId="257"/>
            <ac:spMk id="52" creationId="{F1BD6AB6-D639-4AC0-AE18-2159AF007042}"/>
          </ac:spMkLst>
        </pc:spChg>
        <pc:spChg chg="del mod">
          <ac:chgData name="赫 郝" userId="eac1196edf7977d1" providerId="LiveId" clId="{06512E50-0563-545E-8A2D-AA85B947D58D}" dt="2026-08-12T13:53:36.573" v="2372" actId="478"/>
          <ac:spMkLst>
            <pc:docMk/>
            <pc:sldMk cId="1609975808" sldId="257"/>
            <ac:spMk id="53" creationId="{4FD3EB18-7890-401C-BFDE-21E03D46C2D0}"/>
          </ac:spMkLst>
        </pc:spChg>
        <pc:spChg chg="mod">
          <ac:chgData name="赫 郝" userId="eac1196edf7977d1" providerId="LiveId" clId="{06512E50-0563-545E-8A2D-AA85B947D58D}" dt="2026-08-12T14:14:30.626" v="3028" actId="1036"/>
          <ac:spMkLst>
            <pc:docMk/>
            <pc:sldMk cId="1609975808" sldId="257"/>
            <ac:spMk id="54" creationId="{4DC83161-45AD-4976-ABFE-D691C0D7A857}"/>
          </ac:spMkLst>
        </pc:spChg>
        <pc:spChg chg="del">
          <ac:chgData name="赫 郝" userId="eac1196edf7977d1" providerId="LiveId" clId="{06512E50-0563-545E-8A2D-AA85B947D58D}" dt="2026-08-12T03:58:01.501" v="1720" actId="478"/>
          <ac:spMkLst>
            <pc:docMk/>
            <pc:sldMk cId="1609975808" sldId="257"/>
            <ac:spMk id="55" creationId="{E105CF10-744E-4B9C-873D-4DD719740506}"/>
          </ac:spMkLst>
        </pc:spChg>
        <pc:spChg chg="mod">
          <ac:chgData name="赫 郝" userId="eac1196edf7977d1" providerId="LiveId" clId="{06512E50-0563-545E-8A2D-AA85B947D58D}" dt="2026-08-12T14:14:17.116" v="3019" actId="1076"/>
          <ac:spMkLst>
            <pc:docMk/>
            <pc:sldMk cId="1609975808" sldId="257"/>
            <ac:spMk id="56" creationId="{201D5C04-23C3-46C4-B980-7946710ED55E}"/>
          </ac:spMkLst>
        </pc:spChg>
        <pc:spChg chg="mod">
          <ac:chgData name="赫 郝" userId="eac1196edf7977d1" providerId="LiveId" clId="{06512E50-0563-545E-8A2D-AA85B947D58D}" dt="2026-08-12T14:14:13.345" v="3018" actId="1076"/>
          <ac:spMkLst>
            <pc:docMk/>
            <pc:sldMk cId="1609975808" sldId="257"/>
            <ac:spMk id="57" creationId="{CB150D80-F0A6-44EB-8AD0-5ECB8C8B0832}"/>
          </ac:spMkLst>
        </pc:spChg>
        <pc:spChg chg="mod">
          <ac:chgData name="赫 郝" userId="eac1196edf7977d1" providerId="LiveId" clId="{06512E50-0563-545E-8A2D-AA85B947D58D}" dt="2026-08-12T14:14:13.345" v="3018" actId="1076"/>
          <ac:spMkLst>
            <pc:docMk/>
            <pc:sldMk cId="1609975808" sldId="257"/>
            <ac:spMk id="58" creationId="{DBACBF55-DC99-4948-8447-A6BB3C10F4CA}"/>
          </ac:spMkLst>
        </pc:spChg>
        <pc:spChg chg="del">
          <ac:chgData name="赫 郝" userId="eac1196edf7977d1" providerId="LiveId" clId="{06512E50-0563-545E-8A2D-AA85B947D58D}" dt="2026-08-12T13:55:13.749" v="2381" actId="478"/>
          <ac:spMkLst>
            <pc:docMk/>
            <pc:sldMk cId="1609975808" sldId="257"/>
            <ac:spMk id="59" creationId="{A267216A-DE42-4A05-9A81-266365A1CDAF}"/>
          </ac:spMkLst>
        </pc:spChg>
        <pc:spChg chg="del">
          <ac:chgData name="赫 郝" userId="eac1196edf7977d1" providerId="LiveId" clId="{06512E50-0563-545E-8A2D-AA85B947D58D}" dt="2026-08-12T13:55:48.743" v="2472" actId="478"/>
          <ac:spMkLst>
            <pc:docMk/>
            <pc:sldMk cId="1609975808" sldId="257"/>
            <ac:spMk id="60" creationId="{A0D814CB-E9BF-47D9-8880-E76A2D14222C}"/>
          </ac:spMkLst>
        </pc:spChg>
        <pc:spChg chg="mod">
          <ac:chgData name="赫 郝" userId="eac1196edf7977d1" providerId="LiveId" clId="{06512E50-0563-545E-8A2D-AA85B947D58D}" dt="2026-08-12T14:14:13.345" v="3018" actId="1076"/>
          <ac:spMkLst>
            <pc:docMk/>
            <pc:sldMk cId="1609975808" sldId="257"/>
            <ac:spMk id="61" creationId="{6920F3CF-1291-40E0-B940-5CE7122785DE}"/>
          </ac:spMkLst>
        </pc:spChg>
        <pc:spChg chg="mod">
          <ac:chgData name="赫 郝" userId="eac1196edf7977d1" providerId="LiveId" clId="{06512E50-0563-545E-8A2D-AA85B947D58D}" dt="2026-08-12T14:14:13.345" v="3018" actId="1076"/>
          <ac:spMkLst>
            <pc:docMk/>
            <pc:sldMk cId="1609975808" sldId="257"/>
            <ac:spMk id="62" creationId="{CE7C9091-6EE9-4224-8553-4A41FED81F41}"/>
          </ac:spMkLst>
        </pc:spChg>
        <pc:spChg chg="del">
          <ac:chgData name="赫 郝" userId="eac1196edf7977d1" providerId="LiveId" clId="{06512E50-0563-545E-8A2D-AA85B947D58D}" dt="2026-08-12T13:56:12.516" v="2477" actId="478"/>
          <ac:spMkLst>
            <pc:docMk/>
            <pc:sldMk cId="1609975808" sldId="257"/>
            <ac:spMk id="63" creationId="{F2CE0B0E-3BE5-43F9-8EE0-B457ACBE35F0}"/>
          </ac:spMkLst>
        </pc:spChg>
        <pc:spChg chg="mod">
          <ac:chgData name="赫 郝" userId="eac1196edf7977d1" providerId="LiveId" clId="{06512E50-0563-545E-8A2D-AA85B947D58D}" dt="2026-08-12T14:14:43.442" v="3031" actId="108"/>
          <ac:spMkLst>
            <pc:docMk/>
            <pc:sldMk cId="1609975808" sldId="257"/>
            <ac:spMk id="64" creationId="{63DDE7E2-CAAA-4349-B30D-DB7FFEDB4172}"/>
          </ac:spMkLst>
        </pc:spChg>
        <pc:spChg chg="mod">
          <ac:chgData name="赫 郝" userId="eac1196edf7977d1" providerId="LiveId" clId="{06512E50-0563-545E-8A2D-AA85B947D58D}" dt="2026-08-12T14:15:54.911" v="3050" actId="14100"/>
          <ac:spMkLst>
            <pc:docMk/>
            <pc:sldMk cId="1609975808" sldId="257"/>
            <ac:spMk id="65" creationId="{E6F64582-1DF4-4F01-BDC1-94EC5334F629}"/>
          </ac:spMkLst>
        </pc:spChg>
        <pc:spChg chg="mod">
          <ac:chgData name="赫 郝" userId="eac1196edf7977d1" providerId="LiveId" clId="{06512E50-0563-545E-8A2D-AA85B947D58D}" dt="2026-08-12T14:15:58.013" v="3055" actId="1035"/>
          <ac:spMkLst>
            <pc:docMk/>
            <pc:sldMk cId="1609975808" sldId="257"/>
            <ac:spMk id="66" creationId="{A0DB3064-2414-49EF-BE2F-50109C3C401C}"/>
          </ac:spMkLst>
        </pc:spChg>
        <pc:spChg chg="del">
          <ac:chgData name="赫 郝" userId="eac1196edf7977d1" providerId="LiveId" clId="{06512E50-0563-545E-8A2D-AA85B947D58D}" dt="2026-08-12T14:00:26.040" v="2594" actId="478"/>
          <ac:spMkLst>
            <pc:docMk/>
            <pc:sldMk cId="1609975808" sldId="257"/>
            <ac:spMk id="67" creationId="{F813E5D2-C698-4381-819C-08D093C657BA}"/>
          </ac:spMkLst>
        </pc:spChg>
        <pc:spChg chg="mod">
          <ac:chgData name="赫 郝" userId="eac1196edf7977d1" providerId="LiveId" clId="{06512E50-0563-545E-8A2D-AA85B947D58D}" dt="2026-08-12T14:11:42.867" v="2931" actId="1076"/>
          <ac:spMkLst>
            <pc:docMk/>
            <pc:sldMk cId="1609975808" sldId="257"/>
            <ac:spMk id="68" creationId="{0642B6F1-4078-4991-93A6-044078862008}"/>
          </ac:spMkLst>
        </pc:spChg>
        <pc:spChg chg="mod">
          <ac:chgData name="赫 郝" userId="eac1196edf7977d1" providerId="LiveId" clId="{06512E50-0563-545E-8A2D-AA85B947D58D}" dt="2026-08-12T14:15:49.117" v="3049" actId="403"/>
          <ac:spMkLst>
            <pc:docMk/>
            <pc:sldMk cId="1609975808" sldId="257"/>
            <ac:spMk id="69" creationId="{A9D9221A-8DDD-4C67-B4BA-AAD66E7BDC4B}"/>
          </ac:spMkLst>
        </pc:spChg>
        <pc:spChg chg="del mod">
          <ac:chgData name="赫 郝" userId="eac1196edf7977d1" providerId="LiveId" clId="{06512E50-0563-545E-8A2D-AA85B947D58D}" dt="2026-08-12T14:11:00.940" v="2906" actId="478"/>
          <ac:spMkLst>
            <pc:docMk/>
            <pc:sldMk cId="1609975808" sldId="257"/>
            <ac:spMk id="70" creationId="{24D05C00-F87E-46A8-A6FE-A536239511D9}"/>
          </ac:spMkLst>
        </pc:spChg>
        <pc:spChg chg="mod">
          <ac:chgData name="赫 郝" userId="eac1196edf7977d1" providerId="LiveId" clId="{06512E50-0563-545E-8A2D-AA85B947D58D}" dt="2026-08-12T14:13:49.143" v="3011" actId="14100"/>
          <ac:spMkLst>
            <pc:docMk/>
            <pc:sldMk cId="1609975808" sldId="257"/>
            <ac:spMk id="71" creationId="{71903ED4-269E-4B2F-A630-A365D790F963}"/>
          </ac:spMkLst>
        </pc:spChg>
        <pc:spChg chg="mod">
          <ac:chgData name="赫 郝" userId="eac1196edf7977d1" providerId="LiveId" clId="{06512E50-0563-545E-8A2D-AA85B947D58D}" dt="2026-08-12T14:15:49.117" v="3049" actId="403"/>
          <ac:spMkLst>
            <pc:docMk/>
            <pc:sldMk cId="1609975808" sldId="257"/>
            <ac:spMk id="72" creationId="{8CA79BFD-BF37-45DA-93E4-746C147A906E}"/>
          </ac:spMkLst>
        </pc:spChg>
        <pc:spChg chg="del mod">
          <ac:chgData name="赫 郝" userId="eac1196edf7977d1" providerId="LiveId" clId="{06512E50-0563-545E-8A2D-AA85B947D58D}" dt="2026-08-12T14:11:55.662" v="2955" actId="478"/>
          <ac:spMkLst>
            <pc:docMk/>
            <pc:sldMk cId="1609975808" sldId="257"/>
            <ac:spMk id="73" creationId="{F6835B3C-14DB-4DFA-AB22-D55D28A3E535}"/>
          </ac:spMkLst>
        </pc:spChg>
        <pc:spChg chg="del">
          <ac:chgData name="赫 郝" userId="eac1196edf7977d1" providerId="LiveId" clId="{06512E50-0563-545E-8A2D-AA85B947D58D}" dt="2026-08-11T09:21:40.678" v="2" actId="478"/>
          <ac:spMkLst>
            <pc:docMk/>
            <pc:sldMk cId="1609975808" sldId="257"/>
            <ac:spMk id="74" creationId="{79BCBFA8-9A3E-422B-8F8D-715488619D6D}"/>
          </ac:spMkLst>
        </pc:spChg>
        <pc:spChg chg="del">
          <ac:chgData name="赫 郝" userId="eac1196edf7977d1" providerId="LiveId" clId="{06512E50-0563-545E-8A2D-AA85B947D58D}" dt="2026-08-11T09:21:40.678" v="2" actId="478"/>
          <ac:spMkLst>
            <pc:docMk/>
            <pc:sldMk cId="1609975808" sldId="257"/>
            <ac:spMk id="75" creationId="{560BFCB9-6573-47FD-B13F-572F276AA92A}"/>
          </ac:spMkLst>
        </pc:spChg>
        <pc:spChg chg="del">
          <ac:chgData name="赫 郝" userId="eac1196edf7977d1" providerId="LiveId" clId="{06512E50-0563-545E-8A2D-AA85B947D58D}" dt="2026-08-11T09:21:42.722" v="3" actId="478"/>
          <ac:spMkLst>
            <pc:docMk/>
            <pc:sldMk cId="1609975808" sldId="257"/>
            <ac:spMk id="76" creationId="{1B891520-A05C-446E-8790-02F8D33F6C44}"/>
          </ac:spMkLst>
        </pc:spChg>
        <pc:spChg chg="add mod">
          <ac:chgData name="赫 郝" userId="eac1196edf7977d1" providerId="LiveId" clId="{06512E50-0563-545E-8A2D-AA85B947D58D}" dt="2026-08-12T14:14:38.031" v="3030" actId="108"/>
          <ac:spMkLst>
            <pc:docMk/>
            <pc:sldMk cId="1609975808" sldId="257"/>
            <ac:spMk id="77" creationId="{F0EDC6CF-B8C3-0430-795E-8B13F18DA7A5}"/>
          </ac:spMkLst>
        </pc:spChg>
        <pc:spChg chg="add mod">
          <ac:chgData name="赫 郝" userId="eac1196edf7977d1" providerId="LiveId" clId="{06512E50-0563-545E-8A2D-AA85B947D58D}" dt="2026-08-12T14:14:52.367" v="3033" actId="108"/>
          <ac:spMkLst>
            <pc:docMk/>
            <pc:sldMk cId="1609975808" sldId="257"/>
            <ac:spMk id="78" creationId="{3E7F13DD-16FD-DD81-AC5E-46AC4DEEAF85}"/>
          </ac:spMkLst>
        </pc:spChg>
        <pc:spChg chg="add mod">
          <ac:chgData name="赫 郝" userId="eac1196edf7977d1" providerId="LiveId" clId="{06512E50-0563-545E-8A2D-AA85B947D58D}" dt="2026-08-12T14:13:51.809" v="3012" actId="14100"/>
          <ac:spMkLst>
            <pc:docMk/>
            <pc:sldMk cId="1609975808" sldId="257"/>
            <ac:spMk id="79" creationId="{91A8C4B2-AEAE-B467-3253-5F1813403BB6}"/>
          </ac:spMkLst>
        </pc:spChg>
        <pc:spChg chg="add mod">
          <ac:chgData name="赫 郝" userId="eac1196edf7977d1" providerId="LiveId" clId="{06512E50-0563-545E-8A2D-AA85B947D58D}" dt="2026-08-12T13:37:03.249" v="1932" actId="1076"/>
          <ac:spMkLst>
            <pc:docMk/>
            <pc:sldMk cId="1609975808" sldId="257"/>
            <ac:spMk id="81" creationId="{F8C61B28-1EEF-F2BD-305D-FC72016B539C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2" creationId="{A93561DF-5DD5-9EF1-FEEB-0C855922E856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3" creationId="{8137E1EF-E6DF-2D09-2829-2970247A045B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4" creationId="{741A9869-27D7-3C1D-A22E-96F18366F6C3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5" creationId="{0830DDC7-847F-564D-6AB1-97695D34DFA3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6" creationId="{85C0E8DB-EFE2-E633-E194-75257755FB9A}"/>
          </ac:spMkLst>
        </pc:spChg>
        <pc:spChg chg="add mod">
          <ac:chgData name="赫 郝" userId="eac1196edf7977d1" providerId="LiveId" clId="{06512E50-0563-545E-8A2D-AA85B947D58D}" dt="2026-08-12T14:15:28.224" v="3045" actId="1076"/>
          <ac:spMkLst>
            <pc:docMk/>
            <pc:sldMk cId="1609975808" sldId="257"/>
            <ac:spMk id="87" creationId="{F1990DEF-10C9-7F12-F6C4-DCB2B80E9141}"/>
          </ac:spMkLst>
        </pc:spChg>
        <pc:spChg chg="add mod">
          <ac:chgData name="赫 郝" userId="eac1196edf7977d1" providerId="LiveId" clId="{06512E50-0563-545E-8A2D-AA85B947D58D}" dt="2026-08-12T13:37:03.249" v="1932" actId="1076"/>
          <ac:spMkLst>
            <pc:docMk/>
            <pc:sldMk cId="1609975808" sldId="257"/>
            <ac:spMk id="88" creationId="{DAA7FC2F-F2BB-CA97-AF41-D18F7EF3694F}"/>
          </ac:spMkLst>
        </pc:spChg>
        <pc:spChg chg="add mod">
          <ac:chgData name="赫 郝" userId="eac1196edf7977d1" providerId="LiveId" clId="{06512E50-0563-545E-8A2D-AA85B947D58D}" dt="2026-08-12T13:37:57.235" v="1988" actId="108"/>
          <ac:spMkLst>
            <pc:docMk/>
            <pc:sldMk cId="1609975808" sldId="257"/>
            <ac:spMk id="89" creationId="{D5DB855B-CB75-52C3-3B39-D1B01C40C629}"/>
          </ac:spMkLst>
        </pc:spChg>
        <pc:spChg chg="add mod">
          <ac:chgData name="赫 郝" userId="eac1196edf7977d1" providerId="LiveId" clId="{06512E50-0563-545E-8A2D-AA85B947D58D}" dt="2026-08-12T13:43:24.896" v="2139" actId="20577"/>
          <ac:spMkLst>
            <pc:docMk/>
            <pc:sldMk cId="1609975808" sldId="257"/>
            <ac:spMk id="112" creationId="{831D7ACA-1C88-5985-7BA0-D58E8EDC92DA}"/>
          </ac:spMkLst>
        </pc:spChg>
        <pc:spChg chg="add mod">
          <ac:chgData name="赫 郝" userId="eac1196edf7977d1" providerId="LiveId" clId="{06512E50-0563-545E-8A2D-AA85B947D58D}" dt="2026-08-12T13:46:12.901" v="2263" actId="20577"/>
          <ac:spMkLst>
            <pc:docMk/>
            <pc:sldMk cId="1609975808" sldId="257"/>
            <ac:spMk id="113" creationId="{01DEB06D-DD1E-76FF-0D18-CA3B2E62FA40}"/>
          </ac:spMkLst>
        </pc:spChg>
        <pc:spChg chg="add mod">
          <ac:chgData name="赫 郝" userId="eac1196edf7977d1" providerId="LiveId" clId="{06512E50-0563-545E-8A2D-AA85B947D58D}" dt="2026-08-12T14:14:07.838" v="3017" actId="1076"/>
          <ac:spMkLst>
            <pc:docMk/>
            <pc:sldMk cId="1609975808" sldId="257"/>
            <ac:spMk id="115" creationId="{171C7FD6-D82C-64E7-D1E7-C10234A5CA21}"/>
          </ac:spMkLst>
        </pc:spChg>
        <pc:spChg chg="add mod">
          <ac:chgData name="赫 郝" userId="eac1196edf7977d1" providerId="LiveId" clId="{06512E50-0563-545E-8A2D-AA85B947D58D}" dt="2026-08-12T14:14:07.838" v="3017" actId="1076"/>
          <ac:spMkLst>
            <pc:docMk/>
            <pc:sldMk cId="1609975808" sldId="257"/>
            <ac:spMk id="116" creationId="{56344785-F5CD-0D4B-0F0F-C4DFC059E15C}"/>
          </ac:spMkLst>
        </pc:spChg>
        <pc:spChg chg="add mod">
          <ac:chgData name="赫 郝" userId="eac1196edf7977d1" providerId="LiveId" clId="{06512E50-0563-545E-8A2D-AA85B947D58D}" dt="2026-08-12T14:14:13.345" v="3018" actId="1076"/>
          <ac:spMkLst>
            <pc:docMk/>
            <pc:sldMk cId="1609975808" sldId="257"/>
            <ac:spMk id="119" creationId="{13452D56-A83F-E4D2-F9ED-452AB904499E}"/>
          </ac:spMkLst>
        </pc:spChg>
        <pc:spChg chg="add del mod">
          <ac:chgData name="赫 郝" userId="eac1196edf7977d1" providerId="LiveId" clId="{06512E50-0563-545E-8A2D-AA85B947D58D}" dt="2026-08-12T14:01:36.312" v="2726" actId="478"/>
          <ac:spMkLst>
            <pc:docMk/>
            <pc:sldMk cId="1609975808" sldId="257"/>
            <ac:spMk id="121" creationId="{2471B9E2-E9A9-428F-1294-C083F0ED6716}"/>
          </ac:spMkLst>
        </pc:spChg>
        <pc:spChg chg="add mod">
          <ac:chgData name="赫 郝" userId="eac1196edf7977d1" providerId="LiveId" clId="{06512E50-0563-545E-8A2D-AA85B947D58D}" dt="2026-08-12T14:16:06.157" v="3062" actId="1035"/>
          <ac:spMkLst>
            <pc:docMk/>
            <pc:sldMk cId="1609975808" sldId="257"/>
            <ac:spMk id="122" creationId="{89434182-9EF5-6B9D-5318-AFF1A09E6407}"/>
          </ac:spMkLst>
        </pc:spChg>
        <pc:spChg chg="add mod">
          <ac:chgData name="赫 郝" userId="eac1196edf7977d1" providerId="LiveId" clId="{06512E50-0563-545E-8A2D-AA85B947D58D}" dt="2026-08-12T14:16:06.157" v="3062" actId="1035"/>
          <ac:spMkLst>
            <pc:docMk/>
            <pc:sldMk cId="1609975808" sldId="257"/>
            <ac:spMk id="123" creationId="{E8197B72-7E8B-CC40-F1F4-9B29C73EC55B}"/>
          </ac:spMkLst>
        </pc:spChg>
        <pc:spChg chg="add mod">
          <ac:chgData name="赫 郝" userId="eac1196edf7977d1" providerId="LiveId" clId="{06512E50-0563-545E-8A2D-AA85B947D58D}" dt="2026-08-12T14:03:49.827" v="2789" actId="571"/>
          <ac:spMkLst>
            <pc:docMk/>
            <pc:sldMk cId="1609975808" sldId="257"/>
            <ac:spMk id="124" creationId="{E4288208-7FBC-D554-31C7-18C38CA6C2A3}"/>
          </ac:spMkLst>
        </pc:spChg>
        <pc:spChg chg="add mod">
          <ac:chgData name="赫 郝" userId="eac1196edf7977d1" providerId="LiveId" clId="{06512E50-0563-545E-8A2D-AA85B947D58D}" dt="2026-08-12T14:16:10.366" v="3065" actId="1036"/>
          <ac:spMkLst>
            <pc:docMk/>
            <pc:sldMk cId="1609975808" sldId="257"/>
            <ac:spMk id="125" creationId="{F2D139F6-91D9-9023-3B9C-6926F7D7D1DC}"/>
          </ac:spMkLst>
        </pc:spChg>
        <pc:spChg chg="add mod">
          <ac:chgData name="赫 郝" userId="eac1196edf7977d1" providerId="LiveId" clId="{06512E50-0563-545E-8A2D-AA85B947D58D}" dt="2026-08-12T14:15:40.022" v="3048" actId="404"/>
          <ac:spMkLst>
            <pc:docMk/>
            <pc:sldMk cId="1609975808" sldId="257"/>
            <ac:spMk id="127" creationId="{691C32A1-3C36-0CF3-5CFC-009BB14D2639}"/>
          </ac:spMkLst>
        </pc:spChg>
        <pc:spChg chg="add del mod">
          <ac:chgData name="赫 郝" userId="eac1196edf7977d1" providerId="LiveId" clId="{06512E50-0563-545E-8A2D-AA85B947D58D}" dt="2026-08-12T14:05:18.777" v="2852"/>
          <ac:spMkLst>
            <pc:docMk/>
            <pc:sldMk cId="1609975808" sldId="257"/>
            <ac:spMk id="129" creationId="{791B0A00-CD9D-3B71-34C4-E515B0275433}"/>
          </ac:spMkLst>
        </pc:spChg>
        <pc:spChg chg="add mod">
          <ac:chgData name="赫 郝" userId="eac1196edf7977d1" providerId="LiveId" clId="{06512E50-0563-545E-8A2D-AA85B947D58D}" dt="2026-08-12T14:05:15.753" v="2850" actId="571"/>
          <ac:spMkLst>
            <pc:docMk/>
            <pc:sldMk cId="1609975808" sldId="257"/>
            <ac:spMk id="130" creationId="{AFAF2BCC-E4F8-3698-0BA9-ADB02DBC0A20}"/>
          </ac:spMkLst>
        </pc:spChg>
        <pc:spChg chg="add mod">
          <ac:chgData name="赫 郝" userId="eac1196edf7977d1" providerId="LiveId" clId="{06512E50-0563-545E-8A2D-AA85B947D58D}" dt="2026-08-12T14:16:10.366" v="3065" actId="1036"/>
          <ac:spMkLst>
            <pc:docMk/>
            <pc:sldMk cId="1609975808" sldId="257"/>
            <ac:spMk id="131" creationId="{23254FE7-D772-8CA5-4D6A-C11DC99CE7BA}"/>
          </ac:spMkLst>
        </pc:spChg>
        <pc:spChg chg="add mod">
          <ac:chgData name="赫 郝" userId="eac1196edf7977d1" providerId="LiveId" clId="{06512E50-0563-545E-8A2D-AA85B947D58D}" dt="2026-08-12T14:07:08.870" v="2892" actId="14100"/>
          <ac:spMkLst>
            <pc:docMk/>
            <pc:sldMk cId="1609975808" sldId="257"/>
            <ac:spMk id="132" creationId="{16E54286-8518-2361-0273-C61AD3EED36A}"/>
          </ac:spMkLst>
        </pc:spChg>
        <pc:spChg chg="add del mod">
          <ac:chgData name="赫 郝" userId="eac1196edf7977d1" providerId="LiveId" clId="{06512E50-0563-545E-8A2D-AA85B947D58D}" dt="2026-08-12T14:06:30.424" v="2883"/>
          <ac:spMkLst>
            <pc:docMk/>
            <pc:sldMk cId="1609975808" sldId="257"/>
            <ac:spMk id="133" creationId="{4A6967B5-ED8F-2E32-B516-C39DED70DDB7}"/>
          </ac:spMkLst>
        </pc:spChg>
        <pc:spChg chg="add mod">
          <ac:chgData name="赫 郝" userId="eac1196edf7977d1" providerId="LiveId" clId="{06512E50-0563-545E-8A2D-AA85B947D58D}" dt="2026-08-12T14:13:43.206" v="3009" actId="1076"/>
          <ac:spMkLst>
            <pc:docMk/>
            <pc:sldMk cId="1609975808" sldId="257"/>
            <ac:spMk id="136" creationId="{E029C5B8-C70E-4309-5948-B45C0A021A1C}"/>
          </ac:spMkLst>
        </pc:spChg>
        <pc:spChg chg="add mod">
          <ac:chgData name="赫 郝" userId="eac1196edf7977d1" providerId="LiveId" clId="{06512E50-0563-545E-8A2D-AA85B947D58D}" dt="2026-08-12T14:15:40.022" v="3048" actId="404"/>
          <ac:spMkLst>
            <pc:docMk/>
            <pc:sldMk cId="1609975808" sldId="257"/>
            <ac:spMk id="137" creationId="{FC5EFAD3-959B-1F1F-3134-DE059489CE10}"/>
          </ac:spMkLst>
        </pc:spChg>
        <pc:spChg chg="add mod">
          <ac:chgData name="赫 郝" userId="eac1196edf7977d1" providerId="LiveId" clId="{06512E50-0563-545E-8A2D-AA85B947D58D}" dt="2026-08-12T14:12:33.903" v="2977" actId="571"/>
          <ac:spMkLst>
            <pc:docMk/>
            <pc:sldMk cId="1609975808" sldId="257"/>
            <ac:spMk id="140" creationId="{4BEA0E76-BE8F-9860-0F62-ACA5EC3BF68A}"/>
          </ac:spMkLst>
        </pc:spChg>
        <pc:spChg chg="add mod">
          <ac:chgData name="赫 郝" userId="eac1196edf7977d1" providerId="LiveId" clId="{06512E50-0563-545E-8A2D-AA85B947D58D}" dt="2026-08-12T14:15:40.022" v="3048" actId="404"/>
          <ac:spMkLst>
            <pc:docMk/>
            <pc:sldMk cId="1609975808" sldId="257"/>
            <ac:spMk id="141" creationId="{DDD4CD60-DBFC-6FC1-2640-B41F9B58E7B1}"/>
          </ac:spMkLst>
        </pc:spChg>
        <pc:spChg chg="add mod">
          <ac:chgData name="赫 郝" userId="eac1196edf7977d1" providerId="LiveId" clId="{06512E50-0563-545E-8A2D-AA85B947D58D}" dt="2026-08-12T14:14:34.332" v="3029" actId="571"/>
          <ac:spMkLst>
            <pc:docMk/>
            <pc:sldMk cId="1609975808" sldId="257"/>
            <ac:spMk id="142" creationId="{43DF02C6-3798-AF0D-172C-CA1F26BC1D0B}"/>
          </ac:spMkLst>
        </pc:spChg>
        <pc:spChg chg="add mod">
          <ac:chgData name="赫 郝" userId="eac1196edf7977d1" providerId="LiveId" clId="{06512E50-0563-545E-8A2D-AA85B947D58D}" dt="2026-08-12T14:14:48.221" v="3032" actId="571"/>
          <ac:spMkLst>
            <pc:docMk/>
            <pc:sldMk cId="1609975808" sldId="257"/>
            <ac:spMk id="143" creationId="{AB693277-B95A-73CA-F00A-F5086A8F7406}"/>
          </ac:spMkLst>
        </pc:spChg>
        <pc:spChg chg="add mod">
          <ac:chgData name="赫 郝" userId="eac1196edf7977d1" providerId="LiveId" clId="{06512E50-0563-545E-8A2D-AA85B947D58D}" dt="2026-08-12T14:15:05.418" v="3037" actId="1076"/>
          <ac:spMkLst>
            <pc:docMk/>
            <pc:sldMk cId="1609975808" sldId="257"/>
            <ac:spMk id="144" creationId="{C51BF424-D22B-45F0-00BE-97544F9048B6}"/>
          </ac:spMkLst>
        </pc:spChg>
        <pc:spChg chg="add del mod">
          <ac:chgData name="赫 郝" userId="eac1196edf7977d1" providerId="LiveId" clId="{06512E50-0563-545E-8A2D-AA85B947D58D}" dt="2026-08-12T14:15:29.742" v="3047"/>
          <ac:spMkLst>
            <pc:docMk/>
            <pc:sldMk cId="1609975808" sldId="257"/>
            <ac:spMk id="145" creationId="{A376B997-FBAF-C268-9466-8B65CF6C0F91}"/>
          </ac:spMkLst>
        </pc:spChg>
        <pc:picChg chg="add del mod">
          <ac:chgData name="赫 郝" userId="eac1196edf7977d1" providerId="LiveId" clId="{06512E50-0563-545E-8A2D-AA85B947D58D}" dt="2026-08-12T04:23:47.882" v="1751" actId="478"/>
          <ac:picMkLst>
            <pc:docMk/>
            <pc:sldMk cId="1609975808" sldId="257"/>
            <ac:picMk id="80" creationId="{228A28FE-6E94-0066-C33E-9C47F3F79BF2}"/>
          </ac:picMkLst>
        </pc:picChg>
        <pc:picChg chg="add mod">
          <ac:chgData name="赫 郝" userId="eac1196edf7977d1" providerId="LiveId" clId="{06512E50-0563-545E-8A2D-AA85B947D58D}" dt="2026-08-12T13:42:53.045" v="2062" actId="1076"/>
          <ac:picMkLst>
            <pc:docMk/>
            <pc:sldMk cId="1609975808" sldId="257"/>
            <ac:picMk id="90" creationId="{D8C6C494-9DF4-8431-15A8-437373FB065A}"/>
          </ac:picMkLst>
        </pc:picChg>
        <pc:picChg chg="add mod">
          <ac:chgData name="赫 郝" userId="eac1196edf7977d1" providerId="LiveId" clId="{06512E50-0563-545E-8A2D-AA85B947D58D}" dt="2026-08-12T14:14:07.838" v="3017" actId="1076"/>
          <ac:picMkLst>
            <pc:docMk/>
            <pc:sldMk cId="1609975808" sldId="257"/>
            <ac:picMk id="114" creationId="{A0675579-6D60-4455-8DC0-9CDE91139449}"/>
          </ac:picMkLst>
        </pc:picChg>
        <pc:picChg chg="add mod">
          <ac:chgData name="赫 郝" userId="eac1196edf7977d1" providerId="LiveId" clId="{06512E50-0563-545E-8A2D-AA85B947D58D}" dt="2026-08-12T14:14:07.838" v="3017" actId="1076"/>
          <ac:picMkLst>
            <pc:docMk/>
            <pc:sldMk cId="1609975808" sldId="257"/>
            <ac:picMk id="117" creationId="{804CE697-D304-F396-2CF6-3E5B35F48BA2}"/>
          </ac:picMkLst>
        </pc:picChg>
        <pc:picChg chg="add mod">
          <ac:chgData name="赫 郝" userId="eac1196edf7977d1" providerId="LiveId" clId="{06512E50-0563-545E-8A2D-AA85B947D58D}" dt="2026-08-12T14:14:13.345" v="3018" actId="1076"/>
          <ac:picMkLst>
            <pc:docMk/>
            <pc:sldMk cId="1609975808" sldId="257"/>
            <ac:picMk id="118" creationId="{2152A95D-1061-C29F-B605-64F378EA4A71}"/>
          </ac:picMkLst>
        </pc:picChg>
        <pc:picChg chg="add mod">
          <ac:chgData name="赫 郝" userId="eac1196edf7977d1" providerId="LiveId" clId="{06512E50-0563-545E-8A2D-AA85B947D58D}" dt="2026-08-12T14:16:06.157" v="3062" actId="1035"/>
          <ac:picMkLst>
            <pc:docMk/>
            <pc:sldMk cId="1609975808" sldId="257"/>
            <ac:picMk id="120" creationId="{E1196AC5-6A64-3F08-AF13-7AFA77CEA1D0}"/>
          </ac:picMkLst>
        </pc:picChg>
        <pc:picChg chg="add mod">
          <ac:chgData name="赫 郝" userId="eac1196edf7977d1" providerId="LiveId" clId="{06512E50-0563-545E-8A2D-AA85B947D58D}" dt="2026-08-12T14:16:10.366" v="3065" actId="1036"/>
          <ac:picMkLst>
            <pc:docMk/>
            <pc:sldMk cId="1609975808" sldId="257"/>
            <ac:picMk id="126" creationId="{F348CB27-0F50-70E0-5918-CC113A79CBEE}"/>
          </ac:picMkLst>
        </pc:picChg>
        <pc:picChg chg="add del mod">
          <ac:chgData name="赫 郝" userId="eac1196edf7977d1" providerId="LiveId" clId="{06512E50-0563-545E-8A2D-AA85B947D58D}" dt="2026-08-12T14:07:37.694" v="2893" actId="478"/>
          <ac:picMkLst>
            <pc:docMk/>
            <pc:sldMk cId="1609975808" sldId="257"/>
            <ac:picMk id="128" creationId="{D1AA867E-175F-6BDF-E4F9-6A425462EF7F}"/>
          </ac:picMkLst>
        </pc:picChg>
        <pc:picChg chg="add mod">
          <ac:chgData name="赫 郝" userId="eac1196edf7977d1" providerId="LiveId" clId="{06512E50-0563-545E-8A2D-AA85B947D58D}" dt="2026-08-12T14:07:51.695" v="2905" actId="1037"/>
          <ac:picMkLst>
            <pc:docMk/>
            <pc:sldMk cId="1609975808" sldId="257"/>
            <ac:picMk id="134" creationId="{8F495DD3-FDB3-A0B9-ACAD-942AFB342D25}"/>
          </ac:picMkLst>
        </pc:picChg>
        <pc:picChg chg="add mod">
          <ac:chgData name="赫 郝" userId="eac1196edf7977d1" providerId="LiveId" clId="{06512E50-0563-545E-8A2D-AA85B947D58D}" dt="2026-08-12T14:11:42.867" v="2931" actId="1076"/>
          <ac:picMkLst>
            <pc:docMk/>
            <pc:sldMk cId="1609975808" sldId="257"/>
            <ac:picMk id="135" creationId="{D29A93FD-E17E-EC8F-FF99-0FBAA2B70AEB}"/>
          </ac:picMkLst>
        </pc:picChg>
        <pc:picChg chg="add del mod">
          <ac:chgData name="赫 郝" userId="eac1196edf7977d1" providerId="LiveId" clId="{06512E50-0563-545E-8A2D-AA85B947D58D}" dt="2026-08-12T14:12:16.913" v="2969" actId="478"/>
          <ac:picMkLst>
            <pc:docMk/>
            <pc:sldMk cId="1609975808" sldId="257"/>
            <ac:picMk id="138" creationId="{74992A39-CBDB-8DEC-4CC1-8B6EE4296763}"/>
          </ac:picMkLst>
        </pc:picChg>
        <pc:picChg chg="add mod">
          <ac:chgData name="赫 郝" userId="eac1196edf7977d1" providerId="LiveId" clId="{06512E50-0563-545E-8A2D-AA85B947D58D}" dt="2026-08-12T14:13:43.206" v="3009" actId="1076"/>
          <ac:picMkLst>
            <pc:docMk/>
            <pc:sldMk cId="1609975808" sldId="257"/>
            <ac:picMk id="139" creationId="{6CD10652-9938-D156-03C1-EEA259B302F5}"/>
          </ac:picMkLst>
        </pc:picChg>
        <pc:cxnChg chg="add mod">
          <ac:chgData name="赫 郝" userId="eac1196edf7977d1" providerId="LiveId" clId="{06512E50-0563-545E-8A2D-AA85B947D58D}" dt="2026-08-12T13:40:42.579" v="2043" actId="13822"/>
          <ac:cxnSpMkLst>
            <pc:docMk/>
            <pc:sldMk cId="1609975808" sldId="257"/>
            <ac:cxnSpMk id="92" creationId="{5BC54B85-3AA7-1FEF-158C-BC6A791B8AA4}"/>
          </ac:cxnSpMkLst>
        </pc:cxnChg>
        <pc:cxnChg chg="add mod">
          <ac:chgData name="赫 郝" userId="eac1196edf7977d1" providerId="LiveId" clId="{06512E50-0563-545E-8A2D-AA85B947D58D}" dt="2026-08-12T13:41:01.948" v="2048" actId="14100"/>
          <ac:cxnSpMkLst>
            <pc:docMk/>
            <pc:sldMk cId="1609975808" sldId="257"/>
            <ac:cxnSpMk id="93" creationId="{3158CAC2-838B-771B-0416-EDF91417C043}"/>
          </ac:cxnSpMkLst>
        </pc:cxnChg>
        <pc:cxnChg chg="add mod">
          <ac:chgData name="赫 郝" userId="eac1196edf7977d1" providerId="LiveId" clId="{06512E50-0563-545E-8A2D-AA85B947D58D}" dt="2026-08-12T13:41:07.680" v="2051" actId="14100"/>
          <ac:cxnSpMkLst>
            <pc:docMk/>
            <pc:sldMk cId="1609975808" sldId="257"/>
            <ac:cxnSpMk id="97" creationId="{F9130C6F-6BDC-9A5C-D1FF-A971191397D5}"/>
          </ac:cxnSpMkLst>
        </pc:cxnChg>
        <pc:cxnChg chg="add mod">
          <ac:chgData name="赫 郝" userId="eac1196edf7977d1" providerId="LiveId" clId="{06512E50-0563-545E-8A2D-AA85B947D58D}" dt="2026-08-12T13:41:15.113" v="2054" actId="14100"/>
          <ac:cxnSpMkLst>
            <pc:docMk/>
            <pc:sldMk cId="1609975808" sldId="257"/>
            <ac:cxnSpMk id="100" creationId="{7E1ACB18-76CF-9576-36E8-39A58B8735EE}"/>
          </ac:cxnSpMkLst>
        </pc:cxnChg>
        <pc:cxnChg chg="add mod">
          <ac:chgData name="赫 郝" userId="eac1196edf7977d1" providerId="LiveId" clId="{06512E50-0563-545E-8A2D-AA85B947D58D}" dt="2026-08-12T13:41:21.233" v="2057" actId="14100"/>
          <ac:cxnSpMkLst>
            <pc:docMk/>
            <pc:sldMk cId="1609975808" sldId="257"/>
            <ac:cxnSpMk id="103" creationId="{2FA1A242-2AF1-B302-8DB0-3D461AC81DE7}"/>
          </ac:cxnSpMkLst>
        </pc:cxnChg>
        <pc:cxnChg chg="add mod">
          <ac:chgData name="赫 郝" userId="eac1196edf7977d1" providerId="LiveId" clId="{06512E50-0563-545E-8A2D-AA85B947D58D}" dt="2026-08-12T13:41:28.450" v="2060" actId="14100"/>
          <ac:cxnSpMkLst>
            <pc:docMk/>
            <pc:sldMk cId="1609975808" sldId="257"/>
            <ac:cxnSpMk id="106" creationId="{935E4485-CA23-9061-F96F-A99D115E5EB0}"/>
          </ac:cxnSpMkLst>
        </pc:cxnChg>
        <pc:cxnChg chg="del mod">
          <ac:chgData name="赫 郝" userId="eac1196edf7977d1" providerId="LiveId" clId="{06512E50-0563-545E-8A2D-AA85B947D58D}" dt="2026-08-12T13:33:53.780" v="1902" actId="478"/>
          <ac:cxnSpMkLst>
            <pc:docMk/>
            <pc:sldMk cId="1609975808" sldId="257"/>
            <ac:cxnSpMk id="108" creationId="{00000000-0000-0000-0000-000000000000}"/>
          </ac:cxnSpMkLst>
        </pc:cxnChg>
        <pc:cxnChg chg="del mod">
          <ac:chgData name="赫 郝" userId="eac1196edf7977d1" providerId="LiveId" clId="{06512E50-0563-545E-8A2D-AA85B947D58D}" dt="2026-08-12T13:34:01.278" v="1905" actId="478"/>
          <ac:cxnSpMkLst>
            <pc:docMk/>
            <pc:sldMk cId="1609975808" sldId="257"/>
            <ac:cxnSpMk id="109" creationId="{00000000-0000-0000-0000-000000000000}"/>
          </ac:cxnSpMkLst>
        </pc:cxnChg>
        <pc:cxnChg chg="add mod">
          <ac:chgData name="赫 郝" userId="eac1196edf7977d1" providerId="LiveId" clId="{06512E50-0563-545E-8A2D-AA85B947D58D}" dt="2026-08-12T13:43:03.836" v="2066"/>
          <ac:cxnSpMkLst>
            <pc:docMk/>
            <pc:sldMk cId="1609975808" sldId="257"/>
            <ac:cxnSpMk id="111" creationId="{43C8022E-7972-9924-384D-474E58390FDE}"/>
          </ac:cxnSpMkLst>
        </pc:cxnChg>
        <pc:cxnChg chg="add mod">
          <ac:chgData name="赫 郝" userId="eac1196edf7977d1" providerId="LiveId" clId="{06512E50-0563-545E-8A2D-AA85B947D58D}" dt="2026-08-12T14:17:00.485" v="3069" actId="14100"/>
          <ac:cxnSpMkLst>
            <pc:docMk/>
            <pc:sldMk cId="1609975808" sldId="257"/>
            <ac:cxnSpMk id="146" creationId="{FEAA065F-6CC7-CCF3-C169-0F85B1C168A4}"/>
          </ac:cxnSpMkLst>
        </pc:cxnChg>
        <pc:cxnChg chg="add mod">
          <ac:chgData name="赫 郝" userId="eac1196edf7977d1" providerId="LiveId" clId="{06512E50-0563-545E-8A2D-AA85B947D58D}" dt="2026-08-12T14:17:05.887" v="3071" actId="1076"/>
          <ac:cxnSpMkLst>
            <pc:docMk/>
            <pc:sldMk cId="1609975808" sldId="257"/>
            <ac:cxnSpMk id="150" creationId="{58429B51-E2E2-5F3B-572E-A836943AC64E}"/>
          </ac:cxnSpMkLst>
        </pc:cxnChg>
        <pc:cxnChg chg="add mod">
          <ac:chgData name="赫 郝" userId="eac1196edf7977d1" providerId="LiveId" clId="{06512E50-0563-545E-8A2D-AA85B947D58D}" dt="2026-08-12T14:17:30.818" v="3087" actId="14100"/>
          <ac:cxnSpMkLst>
            <pc:docMk/>
            <pc:sldMk cId="1609975808" sldId="257"/>
            <ac:cxnSpMk id="151" creationId="{ECF1F051-48D8-EADC-3386-4B6EB4D974E0}"/>
          </ac:cxnSpMkLst>
        </pc:cxnChg>
      </pc:sldChg>
      <pc:sldChg chg="add setBg">
        <pc:chgData name="赫 郝" userId="eac1196edf7977d1" providerId="LiveId" clId="{06512E50-0563-545E-8A2D-AA85B947D58D}" dt="2026-08-11T09:18:20.012" v="0"/>
        <pc:sldMkLst>
          <pc:docMk/>
          <pc:sldMk cId="1787457782" sldId="258"/>
        </pc:sldMkLst>
      </pc:sldChg>
      <pc:sldChg chg="add setBg">
        <pc:chgData name="赫 郝" userId="eac1196edf7977d1" providerId="LiveId" clId="{06512E50-0563-545E-8A2D-AA85B947D58D}" dt="2026-08-11T09:19:31.943" v="1"/>
        <pc:sldMkLst>
          <pc:docMk/>
          <pc:sldMk cId="954293791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用户提供的图7-1参考图。</a:t>
            </a:r>
          </a:p>
          <a:p>
            <a:r>
              <a:t>- 当前第7章方法结构与既有PPT内容。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用户提供的混合解析代理模型参考图。</a:t>
            </a:r>
          </a:p>
          <a:p>
            <a:r>
              <a:t>- 第7章混合解析代理模型方法说明。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put-header">
            <a:extLst>
              <a:ext uri="{FF2B5EF4-FFF2-40B4-BE49-F238E27FC236}">
                <a16:creationId xmlns:a16="http://schemas.microsoft.com/office/drawing/2014/main" id="{D098BA0E-85E4-4344-B10B-12CF2D15EB02}"/>
              </a:ext>
            </a:extLst>
          </p:cNvPr>
          <p:cNvSpPr>
            <a:spLocks noGrp="1"/>
          </p:cNvSpPr>
          <p:nvPr/>
        </p:nvSpPr>
        <p:spPr>
          <a:xfrm>
            <a:off x="114300" y="762000"/>
            <a:ext cx="16573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输入</a:t>
            </a:r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数据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" name="abm-header">
            <a:extLst>
              <a:ext uri="{FF2B5EF4-FFF2-40B4-BE49-F238E27FC236}">
                <a16:creationId xmlns:a16="http://schemas.microsoft.com/office/drawing/2014/main" id="{C5659811-6F07-48F2-81EA-192517CC9CC4}"/>
              </a:ext>
            </a:extLst>
          </p:cNvPr>
          <p:cNvSpPr>
            <a:spLocks noGrp="1"/>
          </p:cNvSpPr>
          <p:nvPr/>
        </p:nvSpPr>
        <p:spPr>
          <a:xfrm>
            <a:off x="2085975" y="762000"/>
            <a:ext cx="37338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MaaS </a:t>
            </a:r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采纳多智能体仿真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" name="proxy-header">
            <a:extLst>
              <a:ext uri="{FF2B5EF4-FFF2-40B4-BE49-F238E27FC236}">
                <a16:creationId xmlns:a16="http://schemas.microsoft.com/office/drawing/2014/main" id="{FB92340E-0F9B-4AE8-98A4-813D88CC696C}"/>
              </a:ext>
            </a:extLst>
          </p:cNvPr>
          <p:cNvSpPr>
            <a:spLocks noGrp="1"/>
          </p:cNvSpPr>
          <p:nvPr/>
        </p:nvSpPr>
        <p:spPr>
          <a:xfrm>
            <a:off x="6134100" y="762000"/>
            <a:ext cx="2257425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仿真代理与反向求解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9" name="optim-header">
            <a:extLst>
              <a:ext uri="{FF2B5EF4-FFF2-40B4-BE49-F238E27FC236}">
                <a16:creationId xmlns:a16="http://schemas.microsoft.com/office/drawing/2014/main" id="{53FB77F3-819F-4AB2-906D-A520483BC39A}"/>
              </a:ext>
            </a:extLst>
          </p:cNvPr>
          <p:cNvSpPr>
            <a:spLocks noGrp="1"/>
          </p:cNvSpPr>
          <p:nvPr/>
        </p:nvSpPr>
        <p:spPr>
          <a:xfrm>
            <a:off x="8705850" y="762000"/>
            <a:ext cx="1971675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多目标优化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" name="cases-header">
            <a:extLst>
              <a:ext uri="{FF2B5EF4-FFF2-40B4-BE49-F238E27FC236}">
                <a16:creationId xmlns:a16="http://schemas.microsoft.com/office/drawing/2014/main" id="{A70029B9-D810-4EF7-AF96-C8183E9D59A2}"/>
              </a:ext>
            </a:extLst>
          </p:cNvPr>
          <p:cNvSpPr>
            <a:spLocks noGrp="1"/>
          </p:cNvSpPr>
          <p:nvPr/>
        </p:nvSpPr>
        <p:spPr>
          <a:xfrm>
            <a:off x="10991850" y="762000"/>
            <a:ext cx="18288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算例验证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2" name="flow-1">
            <a:extLst>
              <a:ext uri="{FF2B5EF4-FFF2-40B4-BE49-F238E27FC236}">
                <a16:creationId xmlns:a16="http://schemas.microsoft.com/office/drawing/2014/main" id="{D49ACAE9-3A34-4F43-BF33-4E3C37CF5D7B}"/>
              </a:ext>
            </a:extLst>
          </p:cNvPr>
          <p:cNvSpPr>
            <a:spLocks noGrp="1"/>
          </p:cNvSpPr>
          <p:nvPr/>
        </p:nvSpPr>
        <p:spPr>
          <a:xfrm>
            <a:off x="1828800" y="4619625"/>
            <a:ext cx="190500" cy="266700"/>
          </a:xfrm>
          <a:prstGeom prst="rightArrow">
            <a:avLst/>
          </a:prstGeom>
          <a:solidFill>
            <a:srgbClr val="65717A"/>
          </a:solidFill>
          <a:ln w="0">
            <a:solidFill>
              <a:srgbClr val="6571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low-2">
            <a:extLst>
              <a:ext uri="{FF2B5EF4-FFF2-40B4-BE49-F238E27FC236}">
                <a16:creationId xmlns:a16="http://schemas.microsoft.com/office/drawing/2014/main" id="{6E5936DC-C21C-4BC3-8999-29C3291A41E1}"/>
              </a:ext>
            </a:extLst>
          </p:cNvPr>
          <p:cNvSpPr>
            <a:spLocks noGrp="1"/>
          </p:cNvSpPr>
          <p:nvPr/>
        </p:nvSpPr>
        <p:spPr>
          <a:xfrm>
            <a:off x="5876925" y="4619625"/>
            <a:ext cx="190500" cy="266700"/>
          </a:xfrm>
          <a:prstGeom prst="rightArrow">
            <a:avLst/>
          </a:prstGeom>
          <a:solidFill>
            <a:srgbClr val="65717A"/>
          </a:solidFill>
          <a:ln w="0">
            <a:solidFill>
              <a:srgbClr val="6571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low-3">
            <a:extLst>
              <a:ext uri="{FF2B5EF4-FFF2-40B4-BE49-F238E27FC236}">
                <a16:creationId xmlns:a16="http://schemas.microsoft.com/office/drawing/2014/main" id="{EE8FD98F-308C-4B96-80B1-00F0F9F507FF}"/>
              </a:ext>
            </a:extLst>
          </p:cNvPr>
          <p:cNvSpPr>
            <a:spLocks noGrp="1"/>
          </p:cNvSpPr>
          <p:nvPr/>
        </p:nvSpPr>
        <p:spPr>
          <a:xfrm>
            <a:off x="8448675" y="4619625"/>
            <a:ext cx="190500" cy="266700"/>
          </a:xfrm>
          <a:prstGeom prst="rightArrow">
            <a:avLst/>
          </a:prstGeom>
          <a:solidFill>
            <a:srgbClr val="65717A"/>
          </a:solidFill>
          <a:ln w="0">
            <a:solidFill>
              <a:srgbClr val="6571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low-4">
            <a:extLst>
              <a:ext uri="{FF2B5EF4-FFF2-40B4-BE49-F238E27FC236}">
                <a16:creationId xmlns:a16="http://schemas.microsoft.com/office/drawing/2014/main" id="{58D98E1E-8DE6-4060-9B74-8B6E37576F96}"/>
              </a:ext>
            </a:extLst>
          </p:cNvPr>
          <p:cNvSpPr>
            <a:spLocks noGrp="1"/>
          </p:cNvSpPr>
          <p:nvPr/>
        </p:nvSpPr>
        <p:spPr>
          <a:xfrm>
            <a:off x="10734675" y="4619625"/>
            <a:ext cx="190500" cy="266700"/>
          </a:xfrm>
          <a:prstGeom prst="rightArrow">
            <a:avLst/>
          </a:prstGeom>
          <a:solidFill>
            <a:srgbClr val="65717A"/>
          </a:solidFill>
          <a:ln w="0">
            <a:solidFill>
              <a:srgbClr val="6571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input-card1">
            <a:extLst>
              <a:ext uri="{FF2B5EF4-FFF2-40B4-BE49-F238E27FC236}">
                <a16:creationId xmlns:a16="http://schemas.microsoft.com/office/drawing/2014/main" id="{D7AEF082-F7EE-452C-82F2-660AEB3700B8}"/>
              </a:ext>
            </a:extLst>
          </p:cNvPr>
          <p:cNvSpPr>
            <a:spLocks noGrp="1"/>
          </p:cNvSpPr>
          <p:nvPr/>
        </p:nvSpPr>
        <p:spPr>
          <a:xfrm>
            <a:off x="171450" y="1362075"/>
            <a:ext cx="1543050" cy="23336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input-card1-title">
            <a:extLst>
              <a:ext uri="{FF2B5EF4-FFF2-40B4-BE49-F238E27FC236}">
                <a16:creationId xmlns:a16="http://schemas.microsoft.com/office/drawing/2014/main" id="{5CE29F7A-0AA1-4277-BB24-E2F9BB8CEB0B}"/>
              </a:ext>
            </a:extLst>
          </p:cNvPr>
          <p:cNvSpPr>
            <a:spLocks noGrp="1"/>
          </p:cNvSpPr>
          <p:nvPr/>
        </p:nvSpPr>
        <p:spPr>
          <a:xfrm>
            <a:off x="190500" y="1381125"/>
            <a:ext cx="1504950" cy="609600"/>
          </a:xfrm>
          <a:prstGeom prst="roundRect">
            <a:avLst>
              <a:gd name="adj" fmla="val 125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第</a:t>
            </a:r>
            <a:r>
              <a:rPr lang="zh-CN" altLang="en-US" sz="1800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三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章</a:t>
            </a:r>
            <a:endParaRPr sz="1800" b="1" dirty="0">
              <a:solidFill>
                <a:srgbClr val="234E7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虚拟人口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9" name="input-card2">
            <a:extLst>
              <a:ext uri="{FF2B5EF4-FFF2-40B4-BE49-F238E27FC236}">
                <a16:creationId xmlns:a16="http://schemas.microsoft.com/office/drawing/2014/main" id="{458A5DC0-1294-4B0E-AE57-74303E8D88B8}"/>
              </a:ext>
            </a:extLst>
          </p:cNvPr>
          <p:cNvSpPr>
            <a:spLocks noGrp="1"/>
          </p:cNvSpPr>
          <p:nvPr/>
        </p:nvSpPr>
        <p:spPr>
          <a:xfrm>
            <a:off x="171450" y="3876675"/>
            <a:ext cx="1543050" cy="23336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input-card2-title">
            <a:extLst>
              <a:ext uri="{FF2B5EF4-FFF2-40B4-BE49-F238E27FC236}">
                <a16:creationId xmlns:a16="http://schemas.microsoft.com/office/drawing/2014/main" id="{86C770E8-099F-471C-957F-1F23B5677AE2}"/>
              </a:ext>
            </a:extLst>
          </p:cNvPr>
          <p:cNvSpPr>
            <a:spLocks noGrp="1"/>
          </p:cNvSpPr>
          <p:nvPr/>
        </p:nvSpPr>
        <p:spPr>
          <a:xfrm>
            <a:off x="190500" y="3895725"/>
            <a:ext cx="1504950" cy="609600"/>
          </a:xfrm>
          <a:prstGeom prst="roundRect">
            <a:avLst>
              <a:gd name="adj" fmla="val 125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第</a:t>
            </a:r>
            <a:r>
              <a:rPr lang="zh-CN" altLang="en-US" sz="1800" b="1" dirty="0">
                <a:solidFill>
                  <a:srgbClr val="234E70"/>
                </a:solidFill>
                <a:latin typeface="Times New Roman"/>
                <a:ea typeface="Times New Roman"/>
                <a:cs typeface="Times New Roman"/>
              </a:rPr>
              <a:t>四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章</a:t>
            </a:r>
            <a:endParaRPr sz="1800" b="1" dirty="0">
              <a:solidFill>
                <a:srgbClr val="234E7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活动</a:t>
            </a:r>
            <a:r>
              <a:rPr lang="zh-CN" altLang="en-US" sz="1800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计划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2" name="input-card3">
            <a:extLst>
              <a:ext uri="{FF2B5EF4-FFF2-40B4-BE49-F238E27FC236}">
                <a16:creationId xmlns:a16="http://schemas.microsoft.com/office/drawing/2014/main" id="{0E8C4DFA-7B82-4A83-B1F2-2F7AD15F46AC}"/>
              </a:ext>
            </a:extLst>
          </p:cNvPr>
          <p:cNvSpPr>
            <a:spLocks noGrp="1"/>
          </p:cNvSpPr>
          <p:nvPr/>
        </p:nvSpPr>
        <p:spPr>
          <a:xfrm>
            <a:off x="171450" y="6391275"/>
            <a:ext cx="1543050" cy="26289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input-card3-title">
            <a:extLst>
              <a:ext uri="{FF2B5EF4-FFF2-40B4-BE49-F238E27FC236}">
                <a16:creationId xmlns:a16="http://schemas.microsoft.com/office/drawing/2014/main" id="{1038FB47-09B4-4DDA-A283-DB76B310F430}"/>
              </a:ext>
            </a:extLst>
          </p:cNvPr>
          <p:cNvSpPr>
            <a:spLocks noGrp="1"/>
          </p:cNvSpPr>
          <p:nvPr/>
        </p:nvSpPr>
        <p:spPr>
          <a:xfrm>
            <a:off x="190500" y="6410325"/>
            <a:ext cx="1504950" cy="609600"/>
          </a:xfrm>
          <a:prstGeom prst="roundRect">
            <a:avLst>
              <a:gd name="adj" fmla="val 125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第</a:t>
            </a:r>
            <a:r>
              <a:rPr lang="zh-CN" altLang="en-US" b="1" dirty="0">
                <a:solidFill>
                  <a:srgbClr val="234E70"/>
                </a:solidFill>
                <a:latin typeface="Times New Roman"/>
                <a:ea typeface="Songti SC"/>
                <a:cs typeface="Times New Roman"/>
              </a:rPr>
              <a:t>五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章</a:t>
            </a:r>
            <a:endParaRPr sz="1800" b="1" dirty="0">
              <a:solidFill>
                <a:srgbClr val="234E7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行为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参数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5" name="abm-card1">
            <a:extLst>
              <a:ext uri="{FF2B5EF4-FFF2-40B4-BE49-F238E27FC236}">
                <a16:creationId xmlns:a16="http://schemas.microsoft.com/office/drawing/2014/main" id="{F1C1A14B-E725-4FAF-BF37-E8CB82428301}"/>
              </a:ext>
            </a:extLst>
          </p:cNvPr>
          <p:cNvSpPr>
            <a:spLocks noGrp="1"/>
          </p:cNvSpPr>
          <p:nvPr/>
        </p:nvSpPr>
        <p:spPr>
          <a:xfrm>
            <a:off x="2171700" y="1362075"/>
            <a:ext cx="3562350" cy="1381125"/>
          </a:xfrm>
          <a:prstGeom prst="roundRect">
            <a:avLst>
              <a:gd name="adj" fmla="val 5517"/>
            </a:avLst>
          </a:prstGeom>
          <a:noFill/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bm-card1-title">
            <a:extLst>
              <a:ext uri="{FF2B5EF4-FFF2-40B4-BE49-F238E27FC236}">
                <a16:creationId xmlns:a16="http://schemas.microsoft.com/office/drawing/2014/main" id="{831248C5-892D-4583-AF7B-0F87143DDF83}"/>
              </a:ext>
            </a:extLst>
          </p:cNvPr>
          <p:cNvSpPr>
            <a:spLocks noGrp="1"/>
          </p:cNvSpPr>
          <p:nvPr/>
        </p:nvSpPr>
        <p:spPr>
          <a:xfrm>
            <a:off x="2190750" y="1381125"/>
            <a:ext cx="3524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推广策略输入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9" name="abm-card2">
            <a:extLst>
              <a:ext uri="{FF2B5EF4-FFF2-40B4-BE49-F238E27FC236}">
                <a16:creationId xmlns:a16="http://schemas.microsoft.com/office/drawing/2014/main" id="{D0E8758A-3552-471F-A838-54B17DC92DDE}"/>
              </a:ext>
            </a:extLst>
          </p:cNvPr>
          <p:cNvSpPr>
            <a:spLocks noGrp="1"/>
          </p:cNvSpPr>
          <p:nvPr/>
        </p:nvSpPr>
        <p:spPr>
          <a:xfrm>
            <a:off x="2171700" y="3067050"/>
            <a:ext cx="35623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bm-card2-title">
            <a:extLst>
              <a:ext uri="{FF2B5EF4-FFF2-40B4-BE49-F238E27FC236}">
                <a16:creationId xmlns:a16="http://schemas.microsoft.com/office/drawing/2014/main" id="{142E411F-5919-4AFF-BDCA-50CB2BFB2699}"/>
              </a:ext>
            </a:extLst>
          </p:cNvPr>
          <p:cNvSpPr>
            <a:spLocks noGrp="1"/>
          </p:cNvSpPr>
          <p:nvPr/>
        </p:nvSpPr>
        <p:spPr>
          <a:xfrm>
            <a:off x="2190750" y="3086100"/>
            <a:ext cx="3524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多阶段采纳决策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3" name="abm-card3">
            <a:extLst>
              <a:ext uri="{FF2B5EF4-FFF2-40B4-BE49-F238E27FC236}">
                <a16:creationId xmlns:a16="http://schemas.microsoft.com/office/drawing/2014/main" id="{E76178BD-F4B1-4C55-A1E6-E9AEBEBBC1FC}"/>
              </a:ext>
            </a:extLst>
          </p:cNvPr>
          <p:cNvSpPr>
            <a:spLocks noGrp="1"/>
          </p:cNvSpPr>
          <p:nvPr/>
        </p:nvSpPr>
        <p:spPr>
          <a:xfrm>
            <a:off x="2171700" y="5010150"/>
            <a:ext cx="35623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abm-card3-title">
            <a:extLst>
              <a:ext uri="{FF2B5EF4-FFF2-40B4-BE49-F238E27FC236}">
                <a16:creationId xmlns:a16="http://schemas.microsoft.com/office/drawing/2014/main" id="{9FA08CEA-6557-429F-B9AD-B8F128092C63}"/>
              </a:ext>
            </a:extLst>
          </p:cNvPr>
          <p:cNvSpPr>
            <a:spLocks noGrp="1"/>
          </p:cNvSpPr>
          <p:nvPr/>
        </p:nvSpPr>
        <p:spPr>
          <a:xfrm>
            <a:off x="2190750" y="5029200"/>
            <a:ext cx="3524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用户状态演化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7" name="abm-card4">
            <a:extLst>
              <a:ext uri="{FF2B5EF4-FFF2-40B4-BE49-F238E27FC236}">
                <a16:creationId xmlns:a16="http://schemas.microsoft.com/office/drawing/2014/main" id="{B45F1DF0-1AEC-48B9-A676-DE2E5DEAD031}"/>
              </a:ext>
            </a:extLst>
          </p:cNvPr>
          <p:cNvSpPr>
            <a:spLocks noGrp="1"/>
          </p:cNvSpPr>
          <p:nvPr/>
        </p:nvSpPr>
        <p:spPr>
          <a:xfrm>
            <a:off x="2171700" y="7048500"/>
            <a:ext cx="3562350" cy="220027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abm-card4-title">
            <a:extLst>
              <a:ext uri="{FF2B5EF4-FFF2-40B4-BE49-F238E27FC236}">
                <a16:creationId xmlns:a16="http://schemas.microsoft.com/office/drawing/2014/main" id="{37CD6CA1-D6CF-4D19-AA22-6348FEF9FAA7}"/>
              </a:ext>
            </a:extLst>
          </p:cNvPr>
          <p:cNvSpPr>
            <a:spLocks noGrp="1"/>
          </p:cNvSpPr>
          <p:nvPr/>
        </p:nvSpPr>
        <p:spPr>
          <a:xfrm>
            <a:off x="2190750" y="7067550"/>
            <a:ext cx="3524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推广效果评价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0" name="proxy-analytical">
            <a:extLst>
              <a:ext uri="{FF2B5EF4-FFF2-40B4-BE49-F238E27FC236}">
                <a16:creationId xmlns:a16="http://schemas.microsoft.com/office/drawing/2014/main" id="{BC3DC5D9-C275-4C3A-BF33-9575F65E572D}"/>
              </a:ext>
            </a:extLst>
          </p:cNvPr>
          <p:cNvSpPr>
            <a:spLocks noGrp="1"/>
          </p:cNvSpPr>
          <p:nvPr/>
        </p:nvSpPr>
        <p:spPr>
          <a:xfrm>
            <a:off x="6210300" y="1362075"/>
            <a:ext cx="2105025" cy="2757538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proxy-analytical-title">
            <a:extLst>
              <a:ext uri="{FF2B5EF4-FFF2-40B4-BE49-F238E27FC236}">
                <a16:creationId xmlns:a16="http://schemas.microsoft.com/office/drawing/2014/main" id="{4AC82DCB-0E3C-44BC-AA18-DAE8E9F45EB0}"/>
              </a:ext>
            </a:extLst>
          </p:cNvPr>
          <p:cNvSpPr>
            <a:spLocks noGrp="1"/>
          </p:cNvSpPr>
          <p:nvPr/>
        </p:nvSpPr>
        <p:spPr>
          <a:xfrm>
            <a:off x="6229350" y="1381125"/>
            <a:ext cx="20669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混合解析代理</a:t>
            </a:r>
          </a:p>
        </p:txBody>
      </p:sp>
      <p:sp>
        <p:nvSpPr>
          <p:cNvPr id="44" name="proxy-dl">
            <a:extLst>
              <a:ext uri="{FF2B5EF4-FFF2-40B4-BE49-F238E27FC236}">
                <a16:creationId xmlns:a16="http://schemas.microsoft.com/office/drawing/2014/main" id="{2FA42F61-862A-4FFC-A6A3-6E59BDF02CDF}"/>
              </a:ext>
            </a:extLst>
          </p:cNvPr>
          <p:cNvSpPr>
            <a:spLocks noGrp="1"/>
          </p:cNvSpPr>
          <p:nvPr/>
        </p:nvSpPr>
        <p:spPr>
          <a:xfrm>
            <a:off x="6210300" y="4655305"/>
            <a:ext cx="2105025" cy="4516044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proxy-dl-title">
            <a:extLst>
              <a:ext uri="{FF2B5EF4-FFF2-40B4-BE49-F238E27FC236}">
                <a16:creationId xmlns:a16="http://schemas.microsoft.com/office/drawing/2014/main" id="{13668193-B2C7-45F4-825C-BA965D86BC9B}"/>
              </a:ext>
            </a:extLst>
          </p:cNvPr>
          <p:cNvSpPr>
            <a:spLocks noGrp="1"/>
          </p:cNvSpPr>
          <p:nvPr/>
        </p:nvSpPr>
        <p:spPr>
          <a:xfrm>
            <a:off x="6229350" y="4674356"/>
            <a:ext cx="20669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深度学习代理</a:t>
            </a:r>
          </a:p>
        </p:txBody>
      </p:sp>
      <p:sp>
        <p:nvSpPr>
          <p:cNvPr id="53" name="optim-card1">
            <a:extLst>
              <a:ext uri="{FF2B5EF4-FFF2-40B4-BE49-F238E27FC236}">
                <a16:creationId xmlns:a16="http://schemas.microsoft.com/office/drawing/2014/main" id="{620F6274-AFB5-4781-842C-2379FA0B7E50}"/>
              </a:ext>
            </a:extLst>
          </p:cNvPr>
          <p:cNvSpPr>
            <a:spLocks noGrp="1"/>
          </p:cNvSpPr>
          <p:nvPr/>
        </p:nvSpPr>
        <p:spPr>
          <a:xfrm>
            <a:off x="8791575" y="1362075"/>
            <a:ext cx="1800225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optim-card1-title">
            <a:extLst>
              <a:ext uri="{FF2B5EF4-FFF2-40B4-BE49-F238E27FC236}">
                <a16:creationId xmlns:a16="http://schemas.microsoft.com/office/drawing/2014/main" id="{6D8B6BF8-B074-4087-A78E-1D99B9AE16DE}"/>
              </a:ext>
            </a:extLst>
          </p:cNvPr>
          <p:cNvSpPr>
            <a:spLocks noGrp="1"/>
          </p:cNvSpPr>
          <p:nvPr/>
        </p:nvSpPr>
        <p:spPr>
          <a:xfrm>
            <a:off x="8810625" y="1381125"/>
            <a:ext cx="17621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初始策略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生成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7" name="optim-card2">
            <a:extLst>
              <a:ext uri="{FF2B5EF4-FFF2-40B4-BE49-F238E27FC236}">
                <a16:creationId xmlns:a16="http://schemas.microsoft.com/office/drawing/2014/main" id="{A2D738B4-DF14-43AF-9CA8-CB834392F316}"/>
              </a:ext>
            </a:extLst>
          </p:cNvPr>
          <p:cNvSpPr>
            <a:spLocks noGrp="1"/>
          </p:cNvSpPr>
          <p:nvPr/>
        </p:nvSpPr>
        <p:spPr>
          <a:xfrm>
            <a:off x="8791575" y="3381375"/>
            <a:ext cx="1800225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optim-card2-title">
            <a:extLst>
              <a:ext uri="{FF2B5EF4-FFF2-40B4-BE49-F238E27FC236}">
                <a16:creationId xmlns:a16="http://schemas.microsoft.com/office/drawing/2014/main" id="{D6AF43BF-C8D0-49C5-8730-FE4C60AC5DF2}"/>
              </a:ext>
            </a:extLst>
          </p:cNvPr>
          <p:cNvSpPr>
            <a:spLocks noGrp="1"/>
          </p:cNvSpPr>
          <p:nvPr/>
        </p:nvSpPr>
        <p:spPr>
          <a:xfrm>
            <a:off x="8810625" y="3400425"/>
            <a:ext cx="17621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策略寻优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1" name="optim-card3">
            <a:extLst>
              <a:ext uri="{FF2B5EF4-FFF2-40B4-BE49-F238E27FC236}">
                <a16:creationId xmlns:a16="http://schemas.microsoft.com/office/drawing/2014/main" id="{4C8F0213-BA45-49F4-9107-9B0A0902DCA9}"/>
              </a:ext>
            </a:extLst>
          </p:cNvPr>
          <p:cNvSpPr>
            <a:spLocks noGrp="1"/>
          </p:cNvSpPr>
          <p:nvPr/>
        </p:nvSpPr>
        <p:spPr>
          <a:xfrm>
            <a:off x="8791575" y="5400675"/>
            <a:ext cx="1800225" cy="180975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optim-card3-title">
            <a:extLst>
              <a:ext uri="{FF2B5EF4-FFF2-40B4-BE49-F238E27FC236}">
                <a16:creationId xmlns:a16="http://schemas.microsoft.com/office/drawing/2014/main" id="{18A5FA46-3645-43C6-9699-AA87955C4BE3}"/>
              </a:ext>
            </a:extLst>
          </p:cNvPr>
          <p:cNvSpPr>
            <a:spLocks noGrp="1"/>
          </p:cNvSpPr>
          <p:nvPr/>
        </p:nvSpPr>
        <p:spPr>
          <a:xfrm>
            <a:off x="8810625" y="5419725"/>
            <a:ext cx="17621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模型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更新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5" name="optim-card4">
            <a:extLst>
              <a:ext uri="{FF2B5EF4-FFF2-40B4-BE49-F238E27FC236}">
                <a16:creationId xmlns:a16="http://schemas.microsoft.com/office/drawing/2014/main" id="{004EABF0-0B71-4AAB-877E-F97F6E5A0CCA}"/>
              </a:ext>
            </a:extLst>
          </p:cNvPr>
          <p:cNvSpPr>
            <a:spLocks noGrp="1"/>
          </p:cNvSpPr>
          <p:nvPr/>
        </p:nvSpPr>
        <p:spPr>
          <a:xfrm>
            <a:off x="8791575" y="7553325"/>
            <a:ext cx="18002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optim-card4-title">
            <a:extLst>
              <a:ext uri="{FF2B5EF4-FFF2-40B4-BE49-F238E27FC236}">
                <a16:creationId xmlns:a16="http://schemas.microsoft.com/office/drawing/2014/main" id="{68D2805C-9F8B-4D4C-8579-567109228747}"/>
              </a:ext>
            </a:extLst>
          </p:cNvPr>
          <p:cNvSpPr>
            <a:spLocks noGrp="1"/>
          </p:cNvSpPr>
          <p:nvPr/>
        </p:nvSpPr>
        <p:spPr>
          <a:xfrm>
            <a:off x="8810625" y="7572375"/>
            <a:ext cx="17621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收敛输出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8" name="case-card1">
            <a:extLst>
              <a:ext uri="{FF2B5EF4-FFF2-40B4-BE49-F238E27FC236}">
                <a16:creationId xmlns:a16="http://schemas.microsoft.com/office/drawing/2014/main" id="{1F2CF5A9-5A12-424E-B96E-D0B3FF7781AA}"/>
              </a:ext>
            </a:extLst>
          </p:cNvPr>
          <p:cNvSpPr>
            <a:spLocks noGrp="1"/>
          </p:cNvSpPr>
          <p:nvPr/>
        </p:nvSpPr>
        <p:spPr>
          <a:xfrm>
            <a:off x="11068050" y="1395333"/>
            <a:ext cx="1676400" cy="40624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case-card1-title">
            <a:extLst>
              <a:ext uri="{FF2B5EF4-FFF2-40B4-BE49-F238E27FC236}">
                <a16:creationId xmlns:a16="http://schemas.microsoft.com/office/drawing/2014/main" id="{FB1C08C6-8EBB-4E38-AD76-0CC9942D83FA}"/>
              </a:ext>
            </a:extLst>
          </p:cNvPr>
          <p:cNvSpPr>
            <a:spLocks noGrp="1"/>
          </p:cNvSpPr>
          <p:nvPr/>
        </p:nvSpPr>
        <p:spPr>
          <a:xfrm>
            <a:off x="11087100" y="1723945"/>
            <a:ext cx="163830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基于居民出行调查的</a:t>
            </a:r>
            <a:r>
              <a:rPr sz="1800" b="1" dirty="0" err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小规模算例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1" name="case-card2">
            <a:extLst>
              <a:ext uri="{FF2B5EF4-FFF2-40B4-BE49-F238E27FC236}">
                <a16:creationId xmlns:a16="http://schemas.microsoft.com/office/drawing/2014/main" id="{79F4F6AF-0E8D-4D26-AC1F-21AF119A5FDB}"/>
              </a:ext>
            </a:extLst>
          </p:cNvPr>
          <p:cNvSpPr>
            <a:spLocks noGrp="1"/>
          </p:cNvSpPr>
          <p:nvPr/>
        </p:nvSpPr>
        <p:spPr>
          <a:xfrm>
            <a:off x="11068050" y="5519737"/>
            <a:ext cx="1676400" cy="372268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case-card2-title">
            <a:extLst>
              <a:ext uri="{FF2B5EF4-FFF2-40B4-BE49-F238E27FC236}">
                <a16:creationId xmlns:a16="http://schemas.microsoft.com/office/drawing/2014/main" id="{B83E30B0-8BB4-4105-84FF-1082A811CEA7}"/>
              </a:ext>
            </a:extLst>
          </p:cNvPr>
          <p:cNvSpPr>
            <a:spLocks noGrp="1"/>
          </p:cNvSpPr>
          <p:nvPr/>
        </p:nvSpPr>
        <p:spPr>
          <a:xfrm>
            <a:off x="11087100" y="5457745"/>
            <a:ext cx="1638300" cy="758988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b="1" dirty="0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基于合成人口的大规模算例</a:t>
            </a:r>
            <a:endParaRPr sz="1800" b="1" dirty="0">
              <a:solidFill>
                <a:srgbClr val="234E7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05" name="mechanism-group-057">
            <a:extLst>
              <a:ext uri="{FF2B5EF4-FFF2-40B4-BE49-F238E27FC236}">
                <a16:creationId xmlns:a16="http://schemas.microsoft.com/office/drawing/2014/main" id="{0F506526-5BCE-6541-F716-57212BAA81FF}"/>
              </a:ext>
            </a:extLst>
          </p:cNvPr>
          <p:cNvSpPr>
            <a:spLocks noGrp="1"/>
          </p:cNvSpPr>
          <p:nvPr/>
        </p:nvSpPr>
        <p:spPr>
          <a:xfrm>
            <a:off x="76201" y="762000"/>
            <a:ext cx="1771650" cy="8480426"/>
          </a:xfrm>
          <a:prstGeom prst="roundRect">
            <a:avLst>
              <a:gd name="adj" fmla="val 6667"/>
            </a:avLst>
          </a:prstGeom>
          <a:noFill/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model-outer-002">
            <a:extLst>
              <a:ext uri="{FF2B5EF4-FFF2-40B4-BE49-F238E27FC236}">
                <a16:creationId xmlns:a16="http://schemas.microsoft.com/office/drawing/2014/main" id="{F4999EE5-EB51-C42F-35EC-294D0C1E057B}"/>
              </a:ext>
            </a:extLst>
          </p:cNvPr>
          <p:cNvSpPr>
            <a:spLocks noGrp="1"/>
          </p:cNvSpPr>
          <p:nvPr/>
        </p:nvSpPr>
        <p:spPr>
          <a:xfrm>
            <a:off x="2057400" y="723900"/>
            <a:ext cx="3762376" cy="8602302"/>
          </a:xfrm>
          <a:prstGeom prst="roundRect">
            <a:avLst>
              <a:gd name="adj" fmla="val 1895"/>
            </a:avLst>
          </a:prstGeom>
          <a:noFill/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model-outer-002">
            <a:extLst>
              <a:ext uri="{FF2B5EF4-FFF2-40B4-BE49-F238E27FC236}">
                <a16:creationId xmlns:a16="http://schemas.microsoft.com/office/drawing/2014/main" id="{3D4E01C7-E4DE-27B4-FE7C-8D371F9DE5C2}"/>
              </a:ext>
            </a:extLst>
          </p:cNvPr>
          <p:cNvSpPr>
            <a:spLocks noGrp="1"/>
          </p:cNvSpPr>
          <p:nvPr/>
        </p:nvSpPr>
        <p:spPr>
          <a:xfrm>
            <a:off x="6029325" y="723900"/>
            <a:ext cx="2419350" cy="8602302"/>
          </a:xfrm>
          <a:prstGeom prst="roundRect">
            <a:avLst>
              <a:gd name="adj" fmla="val 1895"/>
            </a:avLst>
          </a:prstGeom>
          <a:noFill/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model-outer-002">
            <a:extLst>
              <a:ext uri="{FF2B5EF4-FFF2-40B4-BE49-F238E27FC236}">
                <a16:creationId xmlns:a16="http://schemas.microsoft.com/office/drawing/2014/main" id="{5314F004-60E3-ECDC-C786-BCD113484D8E}"/>
              </a:ext>
            </a:extLst>
          </p:cNvPr>
          <p:cNvSpPr>
            <a:spLocks noGrp="1"/>
          </p:cNvSpPr>
          <p:nvPr/>
        </p:nvSpPr>
        <p:spPr>
          <a:xfrm>
            <a:off x="8582025" y="723900"/>
            <a:ext cx="2181225" cy="8602302"/>
          </a:xfrm>
          <a:prstGeom prst="roundRect">
            <a:avLst>
              <a:gd name="adj" fmla="val 1895"/>
            </a:avLst>
          </a:prstGeom>
          <a:noFill/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model-outer-002">
            <a:extLst>
              <a:ext uri="{FF2B5EF4-FFF2-40B4-BE49-F238E27FC236}">
                <a16:creationId xmlns:a16="http://schemas.microsoft.com/office/drawing/2014/main" id="{399D8242-516A-C09C-7CE8-34DC2A0776EC}"/>
              </a:ext>
            </a:extLst>
          </p:cNvPr>
          <p:cNvSpPr>
            <a:spLocks noGrp="1"/>
          </p:cNvSpPr>
          <p:nvPr/>
        </p:nvSpPr>
        <p:spPr>
          <a:xfrm>
            <a:off x="10925175" y="723900"/>
            <a:ext cx="1895475" cy="8602302"/>
          </a:xfrm>
          <a:prstGeom prst="roundRect">
            <a:avLst>
              <a:gd name="adj" fmla="val 1895"/>
            </a:avLst>
          </a:prstGeom>
          <a:noFill/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output-city-111">
            <a:extLst>
              <a:ext uri="{FF2B5EF4-FFF2-40B4-BE49-F238E27FC236}">
                <a16:creationId xmlns:a16="http://schemas.microsoft.com/office/drawing/2014/main" id="{4E3CCFAA-24FB-BB4D-87CE-35E4660E58CA}"/>
              </a:ext>
            </a:extLst>
          </p:cNvPr>
          <p:cNvSpPr>
            <a:spLocks noGrp="1"/>
          </p:cNvSpPr>
          <p:nvPr/>
        </p:nvSpPr>
        <p:spPr>
          <a:xfrm>
            <a:off x="247651" y="2111139"/>
            <a:ext cx="1390650" cy="446323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家庭属性</a:t>
            </a:r>
          </a:p>
        </p:txBody>
      </p:sp>
      <p:sp>
        <p:nvSpPr>
          <p:cNvPr id="112" name="output-city-111">
            <a:extLst>
              <a:ext uri="{FF2B5EF4-FFF2-40B4-BE49-F238E27FC236}">
                <a16:creationId xmlns:a16="http://schemas.microsoft.com/office/drawing/2014/main" id="{344479CE-7755-155C-223E-EAB509768812}"/>
              </a:ext>
            </a:extLst>
          </p:cNvPr>
          <p:cNvSpPr>
            <a:spLocks noGrp="1"/>
          </p:cNvSpPr>
          <p:nvPr/>
        </p:nvSpPr>
        <p:spPr>
          <a:xfrm>
            <a:off x="247650" y="2639777"/>
            <a:ext cx="1390650" cy="446323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个人属性</a:t>
            </a:r>
          </a:p>
        </p:txBody>
      </p:sp>
      <p:sp>
        <p:nvSpPr>
          <p:cNvPr id="113" name="output-city-111">
            <a:extLst>
              <a:ext uri="{FF2B5EF4-FFF2-40B4-BE49-F238E27FC236}">
                <a16:creationId xmlns:a16="http://schemas.microsoft.com/office/drawing/2014/main" id="{2FC6284D-7B2D-A889-6E0E-F9C8C852763E}"/>
              </a:ext>
            </a:extLst>
          </p:cNvPr>
          <p:cNvSpPr>
            <a:spLocks noGrp="1"/>
          </p:cNvSpPr>
          <p:nvPr/>
        </p:nvSpPr>
        <p:spPr>
          <a:xfrm>
            <a:off x="247650" y="3154126"/>
            <a:ext cx="1390650" cy="446323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出行模式</a:t>
            </a:r>
          </a:p>
        </p:txBody>
      </p:sp>
      <p:sp>
        <p:nvSpPr>
          <p:cNvPr id="114" name="output-city-111">
            <a:extLst>
              <a:ext uri="{FF2B5EF4-FFF2-40B4-BE49-F238E27FC236}">
                <a16:creationId xmlns:a16="http://schemas.microsoft.com/office/drawing/2014/main" id="{D7310B3D-27E8-6B0A-6807-8F8F5C024AE0}"/>
              </a:ext>
            </a:extLst>
          </p:cNvPr>
          <p:cNvSpPr>
            <a:spLocks noGrp="1"/>
          </p:cNvSpPr>
          <p:nvPr/>
        </p:nvSpPr>
        <p:spPr>
          <a:xfrm>
            <a:off x="252416" y="4721166"/>
            <a:ext cx="1409700" cy="1206618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出发时间</a:t>
            </a:r>
            <a:endParaRPr lang="en-US" altLang="zh-CN" sz="159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到达时间</a:t>
            </a:r>
            <a:endParaRPr lang="en-US" altLang="zh-CN" sz="159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出行方式</a:t>
            </a:r>
            <a:endParaRPr lang="en-US" altLang="zh-CN" sz="159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目的地</a:t>
            </a:r>
          </a:p>
        </p:txBody>
      </p:sp>
      <p:sp>
        <p:nvSpPr>
          <p:cNvPr id="116" name="output-city-111">
            <a:extLst>
              <a:ext uri="{FF2B5EF4-FFF2-40B4-BE49-F238E27FC236}">
                <a16:creationId xmlns:a16="http://schemas.microsoft.com/office/drawing/2014/main" id="{780A07AD-9C6E-5ED9-659A-9F71E55BCE8B}"/>
              </a:ext>
            </a:extLst>
          </p:cNvPr>
          <p:cNvSpPr>
            <a:spLocks noGrp="1"/>
          </p:cNvSpPr>
          <p:nvPr/>
        </p:nvSpPr>
        <p:spPr>
          <a:xfrm>
            <a:off x="242888" y="7129462"/>
            <a:ext cx="1390650" cy="72176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单次出行下的选择机理</a:t>
            </a:r>
          </a:p>
        </p:txBody>
      </p:sp>
      <p:sp>
        <p:nvSpPr>
          <p:cNvPr id="118" name="output-city-111">
            <a:extLst>
              <a:ext uri="{FF2B5EF4-FFF2-40B4-BE49-F238E27FC236}">
                <a16:creationId xmlns:a16="http://schemas.microsoft.com/office/drawing/2014/main" id="{7278F6A5-FDE4-D414-F3F8-4FC172DD8771}"/>
              </a:ext>
            </a:extLst>
          </p:cNvPr>
          <p:cNvSpPr>
            <a:spLocks noGrp="1"/>
          </p:cNvSpPr>
          <p:nvPr/>
        </p:nvSpPr>
        <p:spPr>
          <a:xfrm>
            <a:off x="2247900" y="1887978"/>
            <a:ext cx="1600200" cy="3429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套餐设计</a:t>
            </a:r>
          </a:p>
        </p:txBody>
      </p:sp>
      <p:sp>
        <p:nvSpPr>
          <p:cNvPr id="119" name="output-city-111">
            <a:extLst>
              <a:ext uri="{FF2B5EF4-FFF2-40B4-BE49-F238E27FC236}">
                <a16:creationId xmlns:a16="http://schemas.microsoft.com/office/drawing/2014/main" id="{E55032D9-3C2D-0004-3AF6-34B65D268137}"/>
              </a:ext>
            </a:extLst>
          </p:cNvPr>
          <p:cNvSpPr>
            <a:spLocks noGrp="1"/>
          </p:cNvSpPr>
          <p:nvPr/>
        </p:nvSpPr>
        <p:spPr>
          <a:xfrm>
            <a:off x="4057650" y="1895476"/>
            <a:ext cx="1600200" cy="3429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套餐定价</a:t>
            </a:r>
          </a:p>
        </p:txBody>
      </p:sp>
      <p:sp>
        <p:nvSpPr>
          <p:cNvPr id="120" name="output-city-111">
            <a:extLst>
              <a:ext uri="{FF2B5EF4-FFF2-40B4-BE49-F238E27FC236}">
                <a16:creationId xmlns:a16="http://schemas.microsoft.com/office/drawing/2014/main" id="{A0017047-E64D-F56B-9E2A-4D9DF1812C04}"/>
              </a:ext>
            </a:extLst>
          </p:cNvPr>
          <p:cNvSpPr>
            <a:spLocks noGrp="1"/>
          </p:cNvSpPr>
          <p:nvPr/>
        </p:nvSpPr>
        <p:spPr>
          <a:xfrm>
            <a:off x="2247900" y="2311518"/>
            <a:ext cx="1600200" cy="3429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营销投放</a:t>
            </a:r>
          </a:p>
        </p:txBody>
      </p:sp>
      <p:sp>
        <p:nvSpPr>
          <p:cNvPr id="121" name="output-city-111">
            <a:extLst>
              <a:ext uri="{FF2B5EF4-FFF2-40B4-BE49-F238E27FC236}">
                <a16:creationId xmlns:a16="http://schemas.microsoft.com/office/drawing/2014/main" id="{CE5AE8B2-0CD5-422A-4A24-4E3DEA38C205}"/>
              </a:ext>
            </a:extLst>
          </p:cNvPr>
          <p:cNvSpPr>
            <a:spLocks noGrp="1"/>
          </p:cNvSpPr>
          <p:nvPr/>
        </p:nvSpPr>
        <p:spPr>
          <a:xfrm>
            <a:off x="4057650" y="2319016"/>
            <a:ext cx="1600200" cy="3429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服务水平</a:t>
            </a:r>
          </a:p>
        </p:txBody>
      </p:sp>
      <p:sp>
        <p:nvSpPr>
          <p:cNvPr id="122" name="output-city-111">
            <a:extLst>
              <a:ext uri="{FF2B5EF4-FFF2-40B4-BE49-F238E27FC236}">
                <a16:creationId xmlns:a16="http://schemas.microsoft.com/office/drawing/2014/main" id="{84FDF533-E935-A35D-D615-6DB72C50FAC9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7195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单次出行试用</a:t>
            </a:r>
          </a:p>
        </p:txBody>
      </p:sp>
      <p:sp>
        <p:nvSpPr>
          <p:cNvPr id="123" name="加号 122">
            <a:extLst>
              <a:ext uri="{FF2B5EF4-FFF2-40B4-BE49-F238E27FC236}">
                <a16:creationId xmlns:a16="http://schemas.microsoft.com/office/drawing/2014/main" id="{5B0FF27A-C0D9-84D8-B1FF-EAADFF38FBC0}"/>
              </a:ext>
            </a:extLst>
          </p:cNvPr>
          <p:cNvSpPr/>
          <p:nvPr/>
        </p:nvSpPr>
        <p:spPr>
          <a:xfrm>
            <a:off x="3776992" y="4674356"/>
            <a:ext cx="332619" cy="332619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91"/>
          </a:p>
        </p:txBody>
      </p:sp>
      <p:sp>
        <p:nvSpPr>
          <p:cNvPr id="124" name="output-city-111">
            <a:extLst>
              <a:ext uri="{FF2B5EF4-FFF2-40B4-BE49-F238E27FC236}">
                <a16:creationId xmlns:a16="http://schemas.microsoft.com/office/drawing/2014/main" id="{97C12ADD-FFF9-1872-2291-200DF77E6454}"/>
              </a:ext>
            </a:extLst>
          </p:cNvPr>
          <p:cNvSpPr>
            <a:spLocks noGrp="1"/>
          </p:cNvSpPr>
          <p:nvPr/>
        </p:nvSpPr>
        <p:spPr>
          <a:xfrm>
            <a:off x="3215680" y="3658054"/>
            <a:ext cx="7195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是否订阅套餐</a:t>
            </a:r>
          </a:p>
        </p:txBody>
      </p:sp>
      <p:sp>
        <p:nvSpPr>
          <p:cNvPr id="125" name="output-city-111">
            <a:extLst>
              <a:ext uri="{FF2B5EF4-FFF2-40B4-BE49-F238E27FC236}">
                <a16:creationId xmlns:a16="http://schemas.microsoft.com/office/drawing/2014/main" id="{1CB3D5FF-EFB7-6601-3AC3-53B0979C478A}"/>
              </a:ext>
            </a:extLst>
          </p:cNvPr>
          <p:cNvSpPr>
            <a:spLocks noGrp="1"/>
          </p:cNvSpPr>
          <p:nvPr/>
        </p:nvSpPr>
        <p:spPr>
          <a:xfrm>
            <a:off x="4109668" y="3673702"/>
            <a:ext cx="7195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套餐选择</a:t>
            </a:r>
          </a:p>
        </p:txBody>
      </p:sp>
      <p:sp>
        <p:nvSpPr>
          <p:cNvPr id="126" name="output-city-111">
            <a:extLst>
              <a:ext uri="{FF2B5EF4-FFF2-40B4-BE49-F238E27FC236}">
                <a16:creationId xmlns:a16="http://schemas.microsoft.com/office/drawing/2014/main" id="{13C1576C-5530-72D4-6C29-33A8FC462E06}"/>
              </a:ext>
            </a:extLst>
          </p:cNvPr>
          <p:cNvSpPr>
            <a:spLocks noGrp="1"/>
          </p:cNvSpPr>
          <p:nvPr/>
        </p:nvSpPr>
        <p:spPr>
          <a:xfrm>
            <a:off x="4968959" y="3690938"/>
            <a:ext cx="7195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是否续订</a:t>
            </a:r>
          </a:p>
        </p:txBody>
      </p:sp>
      <p:sp>
        <p:nvSpPr>
          <p:cNvPr id="127" name="output-city-111">
            <a:extLst>
              <a:ext uri="{FF2B5EF4-FFF2-40B4-BE49-F238E27FC236}">
                <a16:creationId xmlns:a16="http://schemas.microsoft.com/office/drawing/2014/main" id="{DFF8E8E5-ABBA-FD40-D6BC-1A6E783485F9}"/>
              </a:ext>
            </a:extLst>
          </p:cNvPr>
          <p:cNvSpPr>
            <a:spLocks noGrp="1"/>
          </p:cNvSpPr>
          <p:nvPr/>
        </p:nvSpPr>
        <p:spPr>
          <a:xfrm>
            <a:off x="2328496" y="5634038"/>
            <a:ext cx="4909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未认知</a:t>
            </a:r>
          </a:p>
        </p:txBody>
      </p:sp>
      <p:sp>
        <p:nvSpPr>
          <p:cNvPr id="128" name="output-city-111">
            <a:extLst>
              <a:ext uri="{FF2B5EF4-FFF2-40B4-BE49-F238E27FC236}">
                <a16:creationId xmlns:a16="http://schemas.microsoft.com/office/drawing/2014/main" id="{417F31B0-8BEC-ED49-9F75-EF951A8597F0}"/>
              </a:ext>
            </a:extLst>
          </p:cNvPr>
          <p:cNvSpPr>
            <a:spLocks noGrp="1"/>
          </p:cNvSpPr>
          <p:nvPr/>
        </p:nvSpPr>
        <p:spPr>
          <a:xfrm>
            <a:off x="3007426" y="5636035"/>
            <a:ext cx="4909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已认知</a:t>
            </a:r>
          </a:p>
        </p:txBody>
      </p:sp>
      <p:sp>
        <p:nvSpPr>
          <p:cNvPr id="129" name="output-city-111">
            <a:extLst>
              <a:ext uri="{FF2B5EF4-FFF2-40B4-BE49-F238E27FC236}">
                <a16:creationId xmlns:a16="http://schemas.microsoft.com/office/drawing/2014/main" id="{1C604ECD-8705-17E6-AD75-FA29C76EC13F}"/>
              </a:ext>
            </a:extLst>
          </p:cNvPr>
          <p:cNvSpPr>
            <a:spLocks noGrp="1"/>
          </p:cNvSpPr>
          <p:nvPr/>
        </p:nvSpPr>
        <p:spPr>
          <a:xfrm>
            <a:off x="3693136" y="5654675"/>
            <a:ext cx="4909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试用中</a:t>
            </a:r>
          </a:p>
        </p:txBody>
      </p:sp>
      <p:sp>
        <p:nvSpPr>
          <p:cNvPr id="130" name="output-city-111">
            <a:extLst>
              <a:ext uri="{FF2B5EF4-FFF2-40B4-BE49-F238E27FC236}">
                <a16:creationId xmlns:a16="http://schemas.microsoft.com/office/drawing/2014/main" id="{4767AC8B-E602-CE85-FCB6-C212FF4FCD4C}"/>
              </a:ext>
            </a:extLst>
          </p:cNvPr>
          <p:cNvSpPr>
            <a:spLocks noGrp="1"/>
          </p:cNvSpPr>
          <p:nvPr/>
        </p:nvSpPr>
        <p:spPr>
          <a:xfrm>
            <a:off x="4366846" y="5654675"/>
            <a:ext cx="4909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订阅中</a:t>
            </a:r>
          </a:p>
        </p:txBody>
      </p:sp>
      <p:sp>
        <p:nvSpPr>
          <p:cNvPr id="131" name="output-city-111">
            <a:extLst>
              <a:ext uri="{FF2B5EF4-FFF2-40B4-BE49-F238E27FC236}">
                <a16:creationId xmlns:a16="http://schemas.microsoft.com/office/drawing/2014/main" id="{03A42BD0-FD0A-BB55-DF77-35B9BEBCA580}"/>
              </a:ext>
            </a:extLst>
          </p:cNvPr>
          <p:cNvSpPr>
            <a:spLocks noGrp="1"/>
          </p:cNvSpPr>
          <p:nvPr/>
        </p:nvSpPr>
        <p:spPr>
          <a:xfrm>
            <a:off x="5055649" y="5665787"/>
            <a:ext cx="490904" cy="835025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已流失</a:t>
            </a:r>
          </a:p>
        </p:txBody>
      </p:sp>
      <p:sp>
        <p:nvSpPr>
          <p:cNvPr id="132" name="output-city-111">
            <a:extLst>
              <a:ext uri="{FF2B5EF4-FFF2-40B4-BE49-F238E27FC236}">
                <a16:creationId xmlns:a16="http://schemas.microsoft.com/office/drawing/2014/main" id="{6B41BA43-F6E4-C453-388A-F31F2FE5140D}"/>
              </a:ext>
            </a:extLst>
          </p:cNvPr>
          <p:cNvSpPr>
            <a:spLocks noGrp="1"/>
          </p:cNvSpPr>
          <p:nvPr/>
        </p:nvSpPr>
        <p:spPr>
          <a:xfrm>
            <a:off x="2229794" y="7949936"/>
            <a:ext cx="1089066" cy="502227"/>
          </a:xfrm>
          <a:prstGeom prst="roundRect">
            <a:avLst>
              <a:gd name="adj" fmla="val 15094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多阶段</a:t>
            </a:r>
          </a:p>
        </p:txBody>
      </p:sp>
      <p:sp>
        <p:nvSpPr>
          <p:cNvPr id="133" name="output-city-111">
            <a:extLst>
              <a:ext uri="{FF2B5EF4-FFF2-40B4-BE49-F238E27FC236}">
                <a16:creationId xmlns:a16="http://schemas.microsoft.com/office/drawing/2014/main" id="{ABE752B3-AA2F-256B-391C-6D6F442B0767}"/>
              </a:ext>
            </a:extLst>
          </p:cNvPr>
          <p:cNvSpPr>
            <a:spLocks noGrp="1"/>
          </p:cNvSpPr>
          <p:nvPr/>
        </p:nvSpPr>
        <p:spPr>
          <a:xfrm>
            <a:off x="2229794" y="8402256"/>
            <a:ext cx="1089066" cy="502227"/>
          </a:xfrm>
          <a:prstGeom prst="roundRect">
            <a:avLst>
              <a:gd name="adj" fmla="val 15094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多分区</a:t>
            </a:r>
          </a:p>
        </p:txBody>
      </p:sp>
      <p:sp>
        <p:nvSpPr>
          <p:cNvPr id="134" name="output-city-111">
            <a:extLst>
              <a:ext uri="{FF2B5EF4-FFF2-40B4-BE49-F238E27FC236}">
                <a16:creationId xmlns:a16="http://schemas.microsoft.com/office/drawing/2014/main" id="{A096CA81-D121-8EE5-EBE2-F22898B1EB03}"/>
              </a:ext>
            </a:extLst>
          </p:cNvPr>
          <p:cNvSpPr>
            <a:spLocks noGrp="1"/>
          </p:cNvSpPr>
          <p:nvPr/>
        </p:nvSpPr>
        <p:spPr>
          <a:xfrm>
            <a:off x="4057650" y="7539615"/>
            <a:ext cx="1191244" cy="44233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采纳率</a:t>
            </a:r>
          </a:p>
        </p:txBody>
      </p:sp>
      <p:sp>
        <p:nvSpPr>
          <p:cNvPr id="136" name="output-city-111">
            <a:extLst>
              <a:ext uri="{FF2B5EF4-FFF2-40B4-BE49-F238E27FC236}">
                <a16:creationId xmlns:a16="http://schemas.microsoft.com/office/drawing/2014/main" id="{6E2E0780-F9B3-1718-116A-ED5CFE655E86}"/>
              </a:ext>
            </a:extLst>
          </p:cNvPr>
          <p:cNvSpPr>
            <a:spLocks noGrp="1"/>
          </p:cNvSpPr>
          <p:nvPr/>
        </p:nvSpPr>
        <p:spPr>
          <a:xfrm>
            <a:off x="4057650" y="8138607"/>
            <a:ext cx="1191244" cy="44233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净收入</a:t>
            </a:r>
          </a:p>
        </p:txBody>
      </p:sp>
      <p:sp>
        <p:nvSpPr>
          <p:cNvPr id="137" name="output-city-111">
            <a:extLst>
              <a:ext uri="{FF2B5EF4-FFF2-40B4-BE49-F238E27FC236}">
                <a16:creationId xmlns:a16="http://schemas.microsoft.com/office/drawing/2014/main" id="{18553B03-AFD9-DF92-A40A-9F9EEF882BEF}"/>
              </a:ext>
            </a:extLst>
          </p:cNvPr>
          <p:cNvSpPr>
            <a:spLocks noGrp="1"/>
          </p:cNvSpPr>
          <p:nvPr/>
        </p:nvSpPr>
        <p:spPr>
          <a:xfrm>
            <a:off x="4057650" y="8732439"/>
            <a:ext cx="1191244" cy="44233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碳减排</a:t>
            </a:r>
          </a:p>
        </p:txBody>
      </p:sp>
      <p:sp>
        <p:nvSpPr>
          <p:cNvPr id="139" name="output-city-111">
            <a:extLst>
              <a:ext uri="{FF2B5EF4-FFF2-40B4-BE49-F238E27FC236}">
                <a16:creationId xmlns:a16="http://schemas.microsoft.com/office/drawing/2014/main" id="{81405FBA-23E4-DAD0-FC34-546108648296}"/>
              </a:ext>
            </a:extLst>
          </p:cNvPr>
          <p:cNvSpPr>
            <a:spLocks noGrp="1"/>
          </p:cNvSpPr>
          <p:nvPr/>
        </p:nvSpPr>
        <p:spPr>
          <a:xfrm>
            <a:off x="247650" y="8010525"/>
            <a:ext cx="1390650" cy="72176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套餐订阅偏好</a:t>
            </a:r>
          </a:p>
        </p:txBody>
      </p:sp>
      <p:sp>
        <p:nvSpPr>
          <p:cNvPr id="140" name="output-city-111">
            <a:extLst>
              <a:ext uri="{FF2B5EF4-FFF2-40B4-BE49-F238E27FC236}">
                <a16:creationId xmlns:a16="http://schemas.microsoft.com/office/drawing/2014/main" id="{4532601F-4447-43D1-92A0-216568909A40}"/>
              </a:ext>
            </a:extLst>
          </p:cNvPr>
          <p:cNvSpPr>
            <a:spLocks noGrp="1"/>
          </p:cNvSpPr>
          <p:nvPr/>
        </p:nvSpPr>
        <p:spPr>
          <a:xfrm>
            <a:off x="6353175" y="1847850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平均场近似前向递推</a:t>
            </a:r>
          </a:p>
        </p:txBody>
      </p:sp>
      <p:sp>
        <p:nvSpPr>
          <p:cNvPr id="141" name="output-city-111">
            <a:extLst>
              <a:ext uri="{FF2B5EF4-FFF2-40B4-BE49-F238E27FC236}">
                <a16:creationId xmlns:a16="http://schemas.microsoft.com/office/drawing/2014/main" id="{2EB766B0-4B61-8E03-0836-EE7153C2D18A}"/>
              </a:ext>
            </a:extLst>
          </p:cNvPr>
          <p:cNvSpPr>
            <a:spLocks noGrp="1"/>
          </p:cNvSpPr>
          <p:nvPr/>
        </p:nvSpPr>
        <p:spPr>
          <a:xfrm>
            <a:off x="6353175" y="2605390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高斯过程残差校正</a:t>
            </a:r>
          </a:p>
        </p:txBody>
      </p:sp>
      <p:sp>
        <p:nvSpPr>
          <p:cNvPr id="142" name="output-city-111">
            <a:extLst>
              <a:ext uri="{FF2B5EF4-FFF2-40B4-BE49-F238E27FC236}">
                <a16:creationId xmlns:a16="http://schemas.microsoft.com/office/drawing/2014/main" id="{2C7C56E7-2AE5-ADCD-3515-D744C94A4DCC}"/>
              </a:ext>
            </a:extLst>
          </p:cNvPr>
          <p:cNvSpPr>
            <a:spLocks noGrp="1"/>
          </p:cNvSpPr>
          <p:nvPr/>
        </p:nvSpPr>
        <p:spPr>
          <a:xfrm>
            <a:off x="6348412" y="3377287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梯度计算与反向求解</a:t>
            </a:r>
          </a:p>
        </p:txBody>
      </p:sp>
      <p:sp>
        <p:nvSpPr>
          <p:cNvPr id="143" name="output-city-111">
            <a:extLst>
              <a:ext uri="{FF2B5EF4-FFF2-40B4-BE49-F238E27FC236}">
                <a16:creationId xmlns:a16="http://schemas.microsoft.com/office/drawing/2014/main" id="{30FC1F9A-6186-CDC5-4C13-614048AEA051}"/>
              </a:ext>
            </a:extLst>
          </p:cNvPr>
          <p:cNvSpPr>
            <a:spLocks noGrp="1"/>
          </p:cNvSpPr>
          <p:nvPr/>
        </p:nvSpPr>
        <p:spPr>
          <a:xfrm>
            <a:off x="6345848" y="5114800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解析先验预训练</a:t>
            </a:r>
          </a:p>
        </p:txBody>
      </p:sp>
      <p:sp>
        <p:nvSpPr>
          <p:cNvPr id="144" name="output-city-111">
            <a:extLst>
              <a:ext uri="{FF2B5EF4-FFF2-40B4-BE49-F238E27FC236}">
                <a16:creationId xmlns:a16="http://schemas.microsoft.com/office/drawing/2014/main" id="{F091DF25-BA62-1B11-5759-3D5A00D41582}"/>
              </a:ext>
            </a:extLst>
          </p:cNvPr>
          <p:cNvSpPr>
            <a:spLocks noGrp="1"/>
          </p:cNvSpPr>
          <p:nvPr/>
        </p:nvSpPr>
        <p:spPr>
          <a:xfrm>
            <a:off x="6345848" y="5905180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前向预测模型结构设计</a:t>
            </a:r>
          </a:p>
        </p:txBody>
      </p:sp>
      <p:sp>
        <p:nvSpPr>
          <p:cNvPr id="145" name="output-city-111">
            <a:extLst>
              <a:ext uri="{FF2B5EF4-FFF2-40B4-BE49-F238E27FC236}">
                <a16:creationId xmlns:a16="http://schemas.microsoft.com/office/drawing/2014/main" id="{CDE465AE-30AD-2EC9-BEB7-EA58882A350F}"/>
              </a:ext>
            </a:extLst>
          </p:cNvPr>
          <p:cNvSpPr>
            <a:spLocks noGrp="1"/>
          </p:cNvSpPr>
          <p:nvPr/>
        </p:nvSpPr>
        <p:spPr>
          <a:xfrm>
            <a:off x="6345581" y="6676991"/>
            <a:ext cx="181927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模型训练策略制定</a:t>
            </a:r>
          </a:p>
        </p:txBody>
      </p:sp>
      <p:sp>
        <p:nvSpPr>
          <p:cNvPr id="146" name="output-city-111">
            <a:extLst>
              <a:ext uri="{FF2B5EF4-FFF2-40B4-BE49-F238E27FC236}">
                <a16:creationId xmlns:a16="http://schemas.microsoft.com/office/drawing/2014/main" id="{15EF98ED-4679-B05B-CE22-4C21902FB4F0}"/>
              </a:ext>
            </a:extLst>
          </p:cNvPr>
          <p:cNvSpPr>
            <a:spLocks noGrp="1"/>
          </p:cNvSpPr>
          <p:nvPr/>
        </p:nvSpPr>
        <p:spPr>
          <a:xfrm>
            <a:off x="6348412" y="7460915"/>
            <a:ext cx="1819275" cy="843348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用于反向求解的混合整数规划问题构建</a:t>
            </a:r>
          </a:p>
        </p:txBody>
      </p:sp>
      <p:sp>
        <p:nvSpPr>
          <p:cNvPr id="147" name="output-city-111">
            <a:extLst>
              <a:ext uri="{FF2B5EF4-FFF2-40B4-BE49-F238E27FC236}">
                <a16:creationId xmlns:a16="http://schemas.microsoft.com/office/drawing/2014/main" id="{5FED9721-DB9F-7999-92A2-B96B44287EB0}"/>
              </a:ext>
            </a:extLst>
          </p:cNvPr>
          <p:cNvSpPr>
            <a:spLocks noGrp="1"/>
          </p:cNvSpPr>
          <p:nvPr/>
        </p:nvSpPr>
        <p:spPr>
          <a:xfrm>
            <a:off x="6348412" y="8462304"/>
            <a:ext cx="1819275" cy="594942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模型反向求解</a:t>
            </a:r>
          </a:p>
        </p:txBody>
      </p:sp>
      <p:sp>
        <p:nvSpPr>
          <p:cNvPr id="148" name="output-city-111">
            <a:extLst>
              <a:ext uri="{FF2B5EF4-FFF2-40B4-BE49-F238E27FC236}">
                <a16:creationId xmlns:a16="http://schemas.microsoft.com/office/drawing/2014/main" id="{57FA95C6-E145-1451-B952-CD603F2055D2}"/>
              </a:ext>
            </a:extLst>
          </p:cNvPr>
          <p:cNvSpPr>
            <a:spLocks noGrp="1"/>
          </p:cNvSpPr>
          <p:nvPr/>
        </p:nvSpPr>
        <p:spPr>
          <a:xfrm>
            <a:off x="8874126" y="1816100"/>
            <a:ext cx="1647825" cy="604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拉丁超立方体采样</a:t>
            </a:r>
          </a:p>
        </p:txBody>
      </p:sp>
      <p:sp>
        <p:nvSpPr>
          <p:cNvPr id="149" name="output-city-111">
            <a:extLst>
              <a:ext uri="{FF2B5EF4-FFF2-40B4-BE49-F238E27FC236}">
                <a16:creationId xmlns:a16="http://schemas.microsoft.com/office/drawing/2014/main" id="{70BD1DAA-EE02-48C9-EEF0-FB4460403E9F}"/>
              </a:ext>
            </a:extLst>
          </p:cNvPr>
          <p:cNvSpPr>
            <a:spLocks noGrp="1"/>
          </p:cNvSpPr>
          <p:nvPr/>
        </p:nvSpPr>
        <p:spPr>
          <a:xfrm>
            <a:off x="8876696" y="2560519"/>
            <a:ext cx="1647825" cy="366831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效果评估</a:t>
            </a:r>
          </a:p>
        </p:txBody>
      </p:sp>
      <p:sp>
        <p:nvSpPr>
          <p:cNvPr id="150" name="output-city-111">
            <a:extLst>
              <a:ext uri="{FF2B5EF4-FFF2-40B4-BE49-F238E27FC236}">
                <a16:creationId xmlns:a16="http://schemas.microsoft.com/office/drawing/2014/main" id="{B4587CBF-2BE3-3DAE-E834-2477C4D9F233}"/>
              </a:ext>
            </a:extLst>
          </p:cNvPr>
          <p:cNvSpPr>
            <a:spLocks noGrp="1"/>
          </p:cNvSpPr>
          <p:nvPr/>
        </p:nvSpPr>
        <p:spPr>
          <a:xfrm>
            <a:off x="8867774" y="3863975"/>
            <a:ext cx="1647825" cy="366831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目标标量化</a:t>
            </a:r>
          </a:p>
        </p:txBody>
      </p:sp>
      <p:sp>
        <p:nvSpPr>
          <p:cNvPr id="151" name="output-city-111">
            <a:extLst>
              <a:ext uri="{FF2B5EF4-FFF2-40B4-BE49-F238E27FC236}">
                <a16:creationId xmlns:a16="http://schemas.microsoft.com/office/drawing/2014/main" id="{67333DCD-8836-85BF-AFAC-D078EF993F86}"/>
              </a:ext>
            </a:extLst>
          </p:cNvPr>
          <p:cNvSpPr>
            <a:spLocks noGrp="1"/>
          </p:cNvSpPr>
          <p:nvPr/>
        </p:nvSpPr>
        <p:spPr>
          <a:xfrm>
            <a:off x="8867774" y="4407153"/>
            <a:ext cx="1647825" cy="599822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代理模型反向求解</a:t>
            </a:r>
          </a:p>
        </p:txBody>
      </p:sp>
      <p:sp>
        <p:nvSpPr>
          <p:cNvPr id="152" name="output-city-111">
            <a:extLst>
              <a:ext uri="{FF2B5EF4-FFF2-40B4-BE49-F238E27FC236}">
                <a16:creationId xmlns:a16="http://schemas.microsoft.com/office/drawing/2014/main" id="{57F050A6-1F1D-3C19-04CB-0F57450A8E5D}"/>
              </a:ext>
            </a:extLst>
          </p:cNvPr>
          <p:cNvSpPr>
            <a:spLocks noGrp="1"/>
          </p:cNvSpPr>
          <p:nvPr/>
        </p:nvSpPr>
        <p:spPr>
          <a:xfrm>
            <a:off x="8874126" y="5910389"/>
            <a:ext cx="1647825" cy="41738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信赖域更新</a:t>
            </a:r>
          </a:p>
        </p:txBody>
      </p:sp>
      <p:sp>
        <p:nvSpPr>
          <p:cNvPr id="153" name="output-city-111">
            <a:extLst>
              <a:ext uri="{FF2B5EF4-FFF2-40B4-BE49-F238E27FC236}">
                <a16:creationId xmlns:a16="http://schemas.microsoft.com/office/drawing/2014/main" id="{4FF70A9F-6029-2C3B-6351-5C979CED5498}"/>
              </a:ext>
            </a:extLst>
          </p:cNvPr>
          <p:cNvSpPr>
            <a:spLocks noGrp="1"/>
          </p:cNvSpPr>
          <p:nvPr/>
        </p:nvSpPr>
        <p:spPr>
          <a:xfrm>
            <a:off x="8873830" y="6500082"/>
            <a:ext cx="1647825" cy="41738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代理模型更新</a:t>
            </a:r>
          </a:p>
        </p:txBody>
      </p:sp>
      <p:sp>
        <p:nvSpPr>
          <p:cNvPr id="154" name="output-city-111">
            <a:extLst>
              <a:ext uri="{FF2B5EF4-FFF2-40B4-BE49-F238E27FC236}">
                <a16:creationId xmlns:a16="http://schemas.microsoft.com/office/drawing/2014/main" id="{2367E730-E4A0-2C46-5C59-3D670509274A}"/>
              </a:ext>
            </a:extLst>
          </p:cNvPr>
          <p:cNvSpPr>
            <a:spLocks noGrp="1"/>
          </p:cNvSpPr>
          <p:nvPr/>
        </p:nvSpPr>
        <p:spPr>
          <a:xfrm>
            <a:off x="8848724" y="8017732"/>
            <a:ext cx="1647825" cy="41738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超体积演化曲线</a:t>
            </a:r>
          </a:p>
        </p:txBody>
      </p:sp>
      <p:sp>
        <p:nvSpPr>
          <p:cNvPr id="155" name="output-city-111">
            <a:extLst>
              <a:ext uri="{FF2B5EF4-FFF2-40B4-BE49-F238E27FC236}">
                <a16:creationId xmlns:a16="http://schemas.microsoft.com/office/drawing/2014/main" id="{F22252DC-6842-BBD6-BE3C-042033F17F41}"/>
              </a:ext>
            </a:extLst>
          </p:cNvPr>
          <p:cNvSpPr>
            <a:spLocks noGrp="1"/>
          </p:cNvSpPr>
          <p:nvPr/>
        </p:nvSpPr>
        <p:spPr>
          <a:xfrm>
            <a:off x="8848724" y="8582712"/>
            <a:ext cx="1647825" cy="417386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Pareto</a:t>
            </a:r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解集</a:t>
            </a:r>
          </a:p>
        </p:txBody>
      </p:sp>
      <p:sp>
        <p:nvSpPr>
          <p:cNvPr id="156" name="output-city-111">
            <a:extLst>
              <a:ext uri="{FF2B5EF4-FFF2-40B4-BE49-F238E27FC236}">
                <a16:creationId xmlns:a16="http://schemas.microsoft.com/office/drawing/2014/main" id="{CC6C7B5F-923C-5DA6-A4FB-2E903533B03E}"/>
              </a:ext>
            </a:extLst>
          </p:cNvPr>
          <p:cNvSpPr>
            <a:spLocks noGrp="1"/>
          </p:cNvSpPr>
          <p:nvPr/>
        </p:nvSpPr>
        <p:spPr>
          <a:xfrm>
            <a:off x="11096625" y="2482535"/>
            <a:ext cx="1647825" cy="6657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代理模型有效性检验</a:t>
            </a:r>
          </a:p>
        </p:txBody>
      </p:sp>
      <p:sp>
        <p:nvSpPr>
          <p:cNvPr id="157" name="output-city-111">
            <a:extLst>
              <a:ext uri="{FF2B5EF4-FFF2-40B4-BE49-F238E27FC236}">
                <a16:creationId xmlns:a16="http://schemas.microsoft.com/office/drawing/2014/main" id="{80F9CA5B-F20D-AC0B-2115-DD1EEEC0AC55}"/>
              </a:ext>
            </a:extLst>
          </p:cNvPr>
          <p:cNvSpPr>
            <a:spLocks noGrp="1"/>
          </p:cNvSpPr>
          <p:nvPr/>
        </p:nvSpPr>
        <p:spPr>
          <a:xfrm>
            <a:off x="11096625" y="3229375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代理模型性能对比</a:t>
            </a:r>
          </a:p>
        </p:txBody>
      </p:sp>
      <p:sp>
        <p:nvSpPr>
          <p:cNvPr id="158" name="output-city-111">
            <a:extLst>
              <a:ext uri="{FF2B5EF4-FFF2-40B4-BE49-F238E27FC236}">
                <a16:creationId xmlns:a16="http://schemas.microsoft.com/office/drawing/2014/main" id="{5F3EAD39-C71E-4184-292C-8F28ED41229E}"/>
              </a:ext>
            </a:extLst>
          </p:cNvPr>
          <p:cNvSpPr>
            <a:spLocks noGrp="1"/>
          </p:cNvSpPr>
          <p:nvPr/>
        </p:nvSpPr>
        <p:spPr>
          <a:xfrm>
            <a:off x="11096625" y="3957133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多目标优化结果分析</a:t>
            </a:r>
          </a:p>
        </p:txBody>
      </p:sp>
      <p:sp>
        <p:nvSpPr>
          <p:cNvPr id="159" name="output-city-111">
            <a:extLst>
              <a:ext uri="{FF2B5EF4-FFF2-40B4-BE49-F238E27FC236}">
                <a16:creationId xmlns:a16="http://schemas.microsoft.com/office/drawing/2014/main" id="{1F07E648-9BD6-282F-A0E0-48935B4CA4CE}"/>
              </a:ext>
            </a:extLst>
          </p:cNvPr>
          <p:cNvSpPr>
            <a:spLocks noGrp="1"/>
          </p:cNvSpPr>
          <p:nvPr/>
        </p:nvSpPr>
        <p:spPr>
          <a:xfrm>
            <a:off x="11096625" y="4705896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代表策略效果分析</a:t>
            </a:r>
          </a:p>
        </p:txBody>
      </p:sp>
      <p:sp>
        <p:nvSpPr>
          <p:cNvPr id="160" name="output-city-111">
            <a:extLst>
              <a:ext uri="{FF2B5EF4-FFF2-40B4-BE49-F238E27FC236}">
                <a16:creationId xmlns:a16="http://schemas.microsoft.com/office/drawing/2014/main" id="{3007681F-88CF-1DFE-384D-D9FDE92F9686}"/>
              </a:ext>
            </a:extLst>
          </p:cNvPr>
          <p:cNvSpPr>
            <a:spLocks noGrp="1"/>
          </p:cNvSpPr>
          <p:nvPr/>
        </p:nvSpPr>
        <p:spPr>
          <a:xfrm>
            <a:off x="11077575" y="6263934"/>
            <a:ext cx="1647825" cy="665700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代理模型有效性检验</a:t>
            </a:r>
          </a:p>
        </p:txBody>
      </p:sp>
      <p:sp>
        <p:nvSpPr>
          <p:cNvPr id="161" name="output-city-111">
            <a:extLst>
              <a:ext uri="{FF2B5EF4-FFF2-40B4-BE49-F238E27FC236}">
                <a16:creationId xmlns:a16="http://schemas.microsoft.com/office/drawing/2014/main" id="{DA358BB5-1AE6-6BDE-6EB4-50C48E04405C}"/>
              </a:ext>
            </a:extLst>
          </p:cNvPr>
          <p:cNvSpPr>
            <a:spLocks noGrp="1"/>
          </p:cNvSpPr>
          <p:nvPr/>
        </p:nvSpPr>
        <p:spPr>
          <a:xfrm>
            <a:off x="11077575" y="7010774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代理模型性能对比</a:t>
            </a:r>
          </a:p>
        </p:txBody>
      </p:sp>
      <p:sp>
        <p:nvSpPr>
          <p:cNvPr id="162" name="output-city-111">
            <a:extLst>
              <a:ext uri="{FF2B5EF4-FFF2-40B4-BE49-F238E27FC236}">
                <a16:creationId xmlns:a16="http://schemas.microsoft.com/office/drawing/2014/main" id="{D28CC8BA-2592-E676-44AB-940DB4A754F4}"/>
              </a:ext>
            </a:extLst>
          </p:cNvPr>
          <p:cNvSpPr>
            <a:spLocks noGrp="1"/>
          </p:cNvSpPr>
          <p:nvPr/>
        </p:nvSpPr>
        <p:spPr>
          <a:xfrm>
            <a:off x="11077575" y="7738532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多目标优化结果分析</a:t>
            </a:r>
          </a:p>
        </p:txBody>
      </p:sp>
      <p:sp>
        <p:nvSpPr>
          <p:cNvPr id="163" name="output-city-111">
            <a:extLst>
              <a:ext uri="{FF2B5EF4-FFF2-40B4-BE49-F238E27FC236}">
                <a16:creationId xmlns:a16="http://schemas.microsoft.com/office/drawing/2014/main" id="{08EA9777-17BD-30F7-D5EC-53DDF2068F65}"/>
              </a:ext>
            </a:extLst>
          </p:cNvPr>
          <p:cNvSpPr>
            <a:spLocks noGrp="1"/>
          </p:cNvSpPr>
          <p:nvPr/>
        </p:nvSpPr>
        <p:spPr>
          <a:xfrm>
            <a:off x="11077575" y="8487295"/>
            <a:ext cx="1647825" cy="651837"/>
          </a:xfrm>
          <a:prstGeom prst="roundRect">
            <a:avLst>
              <a:gd name="adj" fmla="val 15094"/>
            </a:avLst>
          </a:prstGeom>
          <a:solidFill>
            <a:schemeClr val="bg1">
              <a:lumMod val="95000"/>
            </a:schemeClr>
          </a:solidFill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59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代表策略效果分析</a:t>
            </a:r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E3E4790A-0CDB-4402-D974-3D4B4635D853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3952875" y="2743200"/>
            <a:ext cx="0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线箭头连接符 166">
            <a:extLst>
              <a:ext uri="{FF2B5EF4-FFF2-40B4-BE49-F238E27FC236}">
                <a16:creationId xmlns:a16="http://schemas.microsoft.com/office/drawing/2014/main" id="{6FC28D91-1405-83B5-CC45-C25767E09671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3952875" y="6724650"/>
            <a:ext cx="0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43DEBF9F-9D89-CCE2-AE6C-1ECD821FF77B}"/>
              </a:ext>
            </a:extLst>
          </p:cNvPr>
          <p:cNvCxnSpPr>
            <a:cxnSpLocks/>
            <a:stCxn id="181" idx="3"/>
            <a:endCxn id="134" idx="1"/>
          </p:cNvCxnSpPr>
          <p:nvPr/>
        </p:nvCxnSpPr>
        <p:spPr>
          <a:xfrm flipV="1">
            <a:off x="3197573" y="7760783"/>
            <a:ext cx="860077" cy="666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线箭头连接符 172">
            <a:extLst>
              <a:ext uri="{FF2B5EF4-FFF2-40B4-BE49-F238E27FC236}">
                <a16:creationId xmlns:a16="http://schemas.microsoft.com/office/drawing/2014/main" id="{BAA71F71-1CD3-813D-3AEB-DB88D3A310D8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3215680" y="8359775"/>
            <a:ext cx="841970" cy="4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72E6A80-A1BF-1ADB-CBED-588CA22FAE59}"/>
              </a:ext>
            </a:extLst>
          </p:cNvPr>
          <p:cNvCxnSpPr>
            <a:cxnSpLocks/>
            <a:stCxn id="181" idx="3"/>
            <a:endCxn id="137" idx="1"/>
          </p:cNvCxnSpPr>
          <p:nvPr/>
        </p:nvCxnSpPr>
        <p:spPr>
          <a:xfrm>
            <a:off x="3197573" y="8427210"/>
            <a:ext cx="860077" cy="526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mechanism-group-057">
            <a:extLst>
              <a:ext uri="{FF2B5EF4-FFF2-40B4-BE49-F238E27FC236}">
                <a16:creationId xmlns:a16="http://schemas.microsoft.com/office/drawing/2014/main" id="{DDD859B4-DFF9-E713-DD0F-B759610CF4DC}"/>
              </a:ext>
            </a:extLst>
          </p:cNvPr>
          <p:cNvSpPr>
            <a:spLocks noGrp="1"/>
          </p:cNvSpPr>
          <p:nvPr/>
        </p:nvSpPr>
        <p:spPr>
          <a:xfrm>
            <a:off x="2310390" y="7949936"/>
            <a:ext cx="887183" cy="954548"/>
          </a:xfrm>
          <a:prstGeom prst="roundRect">
            <a:avLst>
              <a:gd name="adj" fmla="val 6667"/>
            </a:avLst>
          </a:prstGeom>
          <a:noFill/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915BB183-1E6D-F6A8-821C-94A02623C9FC}"/>
              </a:ext>
            </a:extLst>
          </p:cNvPr>
          <p:cNvCxnSpPr>
            <a:cxnSpLocks/>
            <a:stCxn id="140" idx="2"/>
            <a:endCxn id="141" idx="0"/>
          </p:cNvCxnSpPr>
          <p:nvPr/>
        </p:nvCxnSpPr>
        <p:spPr>
          <a:xfrm>
            <a:off x="7262813" y="2452687"/>
            <a:ext cx="0" cy="152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B9199173-EF90-FC25-230F-444949BB835A}"/>
              </a:ext>
            </a:extLst>
          </p:cNvPr>
          <p:cNvCxnSpPr>
            <a:cxnSpLocks/>
            <a:stCxn id="141" idx="2"/>
            <a:endCxn id="142" idx="0"/>
          </p:cNvCxnSpPr>
          <p:nvPr/>
        </p:nvCxnSpPr>
        <p:spPr>
          <a:xfrm flipH="1">
            <a:off x="7258050" y="3210227"/>
            <a:ext cx="4763" cy="167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A8C61330-6D12-7F2B-5594-8B4E4E292D6B}"/>
              </a:ext>
            </a:extLst>
          </p:cNvPr>
          <p:cNvCxnSpPr>
            <a:cxnSpLocks/>
            <a:stCxn id="143" idx="2"/>
            <a:endCxn id="144" idx="0"/>
          </p:cNvCxnSpPr>
          <p:nvPr/>
        </p:nvCxnSpPr>
        <p:spPr>
          <a:xfrm>
            <a:off x="7255486" y="5719637"/>
            <a:ext cx="0" cy="185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1BC88A38-9F76-C33E-585A-58A7C3C2AAC2}"/>
              </a:ext>
            </a:extLst>
          </p:cNvPr>
          <p:cNvCxnSpPr>
            <a:cxnSpLocks/>
            <a:stCxn id="40" idx="2"/>
            <a:endCxn id="45" idx="0"/>
          </p:cNvCxnSpPr>
          <p:nvPr/>
        </p:nvCxnSpPr>
        <p:spPr>
          <a:xfrm>
            <a:off x="7262813" y="4119613"/>
            <a:ext cx="0" cy="55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直线箭头连接符 196">
            <a:extLst>
              <a:ext uri="{FF2B5EF4-FFF2-40B4-BE49-F238E27FC236}">
                <a16:creationId xmlns:a16="http://schemas.microsoft.com/office/drawing/2014/main" id="{4AC7467A-C5B8-A5D3-A313-7754226D5D53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 flipH="1">
            <a:off x="7255219" y="6510017"/>
            <a:ext cx="267" cy="16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E0464ECE-D8D2-65E1-6675-AC51094A6939}"/>
              </a:ext>
            </a:extLst>
          </p:cNvPr>
          <p:cNvCxnSpPr>
            <a:cxnSpLocks/>
            <a:stCxn id="145" idx="2"/>
            <a:endCxn id="146" idx="0"/>
          </p:cNvCxnSpPr>
          <p:nvPr/>
        </p:nvCxnSpPr>
        <p:spPr>
          <a:xfrm>
            <a:off x="7255219" y="7281828"/>
            <a:ext cx="2831" cy="179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1173993C-468D-4565-721A-05648FD83802}"/>
              </a:ext>
            </a:extLst>
          </p:cNvPr>
          <p:cNvCxnSpPr>
            <a:cxnSpLocks/>
            <a:stCxn id="146" idx="2"/>
            <a:endCxn id="147" idx="0"/>
          </p:cNvCxnSpPr>
          <p:nvPr/>
        </p:nvCxnSpPr>
        <p:spPr>
          <a:xfrm>
            <a:off x="7258050" y="8304263"/>
            <a:ext cx="0" cy="158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线箭头连接符 206">
            <a:extLst>
              <a:ext uri="{FF2B5EF4-FFF2-40B4-BE49-F238E27FC236}">
                <a16:creationId xmlns:a16="http://schemas.microsoft.com/office/drawing/2014/main" id="{17EAA7A8-3D5D-C33A-DE2A-82F70660C237}"/>
              </a:ext>
            </a:extLst>
          </p:cNvPr>
          <p:cNvCxnSpPr>
            <a:cxnSpLocks/>
            <a:stCxn id="148" idx="2"/>
            <a:endCxn id="149" idx="0"/>
          </p:cNvCxnSpPr>
          <p:nvPr/>
        </p:nvCxnSpPr>
        <p:spPr>
          <a:xfrm>
            <a:off x="9698039" y="2420937"/>
            <a:ext cx="2570" cy="139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6865F1CE-0C95-5044-8F23-06FF56349003}"/>
              </a:ext>
            </a:extLst>
          </p:cNvPr>
          <p:cNvCxnSpPr>
            <a:cxnSpLocks/>
            <a:stCxn id="53" idx="2"/>
            <a:endCxn id="57" idx="0"/>
          </p:cNvCxnSpPr>
          <p:nvPr/>
        </p:nvCxnSpPr>
        <p:spPr>
          <a:xfrm>
            <a:off x="9691688" y="3038475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线箭头连接符 213">
            <a:extLst>
              <a:ext uri="{FF2B5EF4-FFF2-40B4-BE49-F238E27FC236}">
                <a16:creationId xmlns:a16="http://schemas.microsoft.com/office/drawing/2014/main" id="{34274658-DD16-1B4F-A44E-0E6F94970C41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>
            <a:off x="9691687" y="4230806"/>
            <a:ext cx="0" cy="176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B08E4CE7-96D9-F4F5-724A-EA36E91B5633}"/>
              </a:ext>
            </a:extLst>
          </p:cNvPr>
          <p:cNvCxnSpPr>
            <a:cxnSpLocks/>
            <a:stCxn id="57" idx="2"/>
            <a:endCxn id="61" idx="0"/>
          </p:cNvCxnSpPr>
          <p:nvPr/>
        </p:nvCxnSpPr>
        <p:spPr>
          <a:xfrm>
            <a:off x="9691688" y="5057775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DC06487C-0EC8-2314-08C7-8193FDDCF252}"/>
              </a:ext>
            </a:extLst>
          </p:cNvPr>
          <p:cNvCxnSpPr>
            <a:cxnSpLocks/>
            <a:stCxn id="152" idx="2"/>
            <a:endCxn id="153" idx="0"/>
          </p:cNvCxnSpPr>
          <p:nvPr/>
        </p:nvCxnSpPr>
        <p:spPr>
          <a:xfrm flipH="1">
            <a:off x="9697743" y="6327775"/>
            <a:ext cx="296" cy="17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5176F5C6-DAD8-6AA8-6EDB-E1717A867FAF}"/>
              </a:ext>
            </a:extLst>
          </p:cNvPr>
          <p:cNvCxnSpPr>
            <a:cxnSpLocks/>
            <a:stCxn id="61" idx="2"/>
            <a:endCxn id="65" idx="0"/>
          </p:cNvCxnSpPr>
          <p:nvPr/>
        </p:nvCxnSpPr>
        <p:spPr>
          <a:xfrm>
            <a:off x="9691688" y="7210425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直线箭头连接符 225">
            <a:extLst>
              <a:ext uri="{FF2B5EF4-FFF2-40B4-BE49-F238E27FC236}">
                <a16:creationId xmlns:a16="http://schemas.microsoft.com/office/drawing/2014/main" id="{5C245462-7D42-4B23-9107-9F3834288339}"/>
              </a:ext>
            </a:extLst>
          </p:cNvPr>
          <p:cNvCxnSpPr>
            <a:cxnSpLocks/>
            <a:stCxn id="154" idx="2"/>
            <a:endCxn id="155" idx="0"/>
          </p:cNvCxnSpPr>
          <p:nvPr/>
        </p:nvCxnSpPr>
        <p:spPr>
          <a:xfrm>
            <a:off x="9672637" y="8435118"/>
            <a:ext cx="0" cy="147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9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input-outer-001">
            <a:extLst>
              <a:ext uri="{FF2B5EF4-FFF2-40B4-BE49-F238E27FC236}">
                <a16:creationId xmlns:a16="http://schemas.microsoft.com/office/drawing/2014/main" id="{0F5021B6-C120-49C0-9C2F-40AAC550A8A7}"/>
              </a:ext>
            </a:extLst>
          </p:cNvPr>
          <p:cNvSpPr>
            <a:spLocks noGrp="1"/>
          </p:cNvSpPr>
          <p:nvPr/>
        </p:nvSpPr>
        <p:spPr>
          <a:xfrm>
            <a:off x="144049" y="3056127"/>
            <a:ext cx="2351809" cy="505525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145">
            <a:solidFill>
              <a:srgbClr val="4E8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model-outer-002">
            <a:extLst>
              <a:ext uri="{FF2B5EF4-FFF2-40B4-BE49-F238E27FC236}">
                <a16:creationId xmlns:a16="http://schemas.microsoft.com/office/drawing/2014/main" id="{DBDC15C9-6AD8-48EA-AD56-4B074451DD93}"/>
              </a:ext>
            </a:extLst>
          </p:cNvPr>
          <p:cNvSpPr>
            <a:spLocks noGrp="1"/>
          </p:cNvSpPr>
          <p:nvPr/>
        </p:nvSpPr>
        <p:spPr>
          <a:xfrm>
            <a:off x="2822171" y="2862193"/>
            <a:ext cx="7349403" cy="5585547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utput-outer-003">
            <a:extLst>
              <a:ext uri="{FF2B5EF4-FFF2-40B4-BE49-F238E27FC236}">
                <a16:creationId xmlns:a16="http://schemas.microsoft.com/office/drawing/2014/main" id="{87366D55-23CA-46B0-A16E-1335ADDC6BD2}"/>
              </a:ext>
            </a:extLst>
          </p:cNvPr>
          <p:cNvSpPr>
            <a:spLocks noGrp="1"/>
          </p:cNvSpPr>
          <p:nvPr/>
        </p:nvSpPr>
        <p:spPr>
          <a:xfrm>
            <a:off x="10553743" y="3677163"/>
            <a:ext cx="2234219" cy="37947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7145">
            <a:solidFill>
              <a:srgbClr val="65B4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odel-stage-banner-005">
            <a:extLst>
              <a:ext uri="{FF2B5EF4-FFF2-40B4-BE49-F238E27FC236}">
                <a16:creationId xmlns:a16="http://schemas.microsoft.com/office/drawing/2014/main" id="{17A8B6E0-4782-45E4-A0A4-A73FE3FD79B7}"/>
              </a:ext>
            </a:extLst>
          </p:cNvPr>
          <p:cNvSpPr>
            <a:spLocks noGrp="1"/>
          </p:cNvSpPr>
          <p:nvPr/>
        </p:nvSpPr>
        <p:spPr>
          <a:xfrm>
            <a:off x="3027954" y="3218978"/>
            <a:ext cx="6937837" cy="34101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gent-to-simulation-line-011">
            <a:extLst>
              <a:ext uri="{FF2B5EF4-FFF2-40B4-BE49-F238E27FC236}">
                <a16:creationId xmlns:a16="http://schemas.microsoft.com/office/drawing/2014/main" id="{0ADFA9C9-F12E-4F1B-9286-22F709EE37CB}"/>
              </a:ext>
            </a:extLst>
          </p:cNvPr>
          <p:cNvSpPr>
            <a:spLocks noGrp="1"/>
          </p:cNvSpPr>
          <p:nvPr/>
        </p:nvSpPr>
        <p:spPr>
          <a:xfrm>
            <a:off x="6496873" y="6140440"/>
            <a:ext cx="0" cy="120117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gent-to-simulation-head-012">
            <a:extLst>
              <a:ext uri="{FF2B5EF4-FFF2-40B4-BE49-F238E27FC236}">
                <a16:creationId xmlns:a16="http://schemas.microsoft.com/office/drawing/2014/main" id="{1B08936F-F44D-4954-B2C2-B07D7DD17F03}"/>
              </a:ext>
            </a:extLst>
          </p:cNvPr>
          <p:cNvSpPr>
            <a:spLocks noGrp="1"/>
          </p:cNvSpPr>
          <p:nvPr/>
        </p:nvSpPr>
        <p:spPr>
          <a:xfrm rot="10800000">
            <a:off x="6458656" y="6254911"/>
            <a:ext cx="76434" cy="76434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input-title-013">
            <a:extLst>
              <a:ext uri="{FF2B5EF4-FFF2-40B4-BE49-F238E27FC236}">
                <a16:creationId xmlns:a16="http://schemas.microsoft.com/office/drawing/2014/main" id="{BA4032E8-F12A-4E63-A95B-C63FF55DA798}"/>
              </a:ext>
            </a:extLst>
          </p:cNvPr>
          <p:cNvSpPr>
            <a:spLocks noGrp="1"/>
          </p:cNvSpPr>
          <p:nvPr/>
        </p:nvSpPr>
        <p:spPr>
          <a:xfrm>
            <a:off x="252820" y="3159666"/>
            <a:ext cx="2140146" cy="2234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2E66B5"/>
                </a:solidFill>
                <a:latin typeface="Songti SC"/>
                <a:ea typeface="Songti SC"/>
                <a:cs typeface="Songti SC"/>
              </a:defRPr>
            </a:pPr>
            <a:r>
              <a:rPr sz="1728" b="1" dirty="0" err="1">
                <a:solidFill>
                  <a:srgbClr val="2E66B5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模型输入</a:t>
            </a:r>
            <a:endParaRPr sz="1728" b="1" dirty="0">
              <a:solidFill>
                <a:srgbClr val="2E66B5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" name="model-title-014">
            <a:extLst>
              <a:ext uri="{FF2B5EF4-FFF2-40B4-BE49-F238E27FC236}">
                <a16:creationId xmlns:a16="http://schemas.microsoft.com/office/drawing/2014/main" id="{C03DE6BC-DBD1-485D-95C4-6E082706CA77}"/>
              </a:ext>
            </a:extLst>
          </p:cNvPr>
          <p:cNvSpPr>
            <a:spLocks noGrp="1"/>
          </p:cNvSpPr>
          <p:nvPr/>
        </p:nvSpPr>
        <p:spPr>
          <a:xfrm>
            <a:off x="2939761" y="2928920"/>
            <a:ext cx="7114223" cy="270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728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基于多智能体仿真的</a:t>
            </a:r>
            <a:r>
              <a:rPr sz="172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MaaS推广策略</a:t>
            </a:r>
            <a:r>
              <a:rPr lang="zh-CN" altLang="en-US" sz="1728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评估流程</a:t>
            </a:r>
            <a:endParaRPr sz="1728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6" name="output-title-016">
            <a:extLst>
              <a:ext uri="{FF2B5EF4-FFF2-40B4-BE49-F238E27FC236}">
                <a16:creationId xmlns:a16="http://schemas.microsoft.com/office/drawing/2014/main" id="{960E3964-7E18-420F-A35F-F5E4A4702ED6}"/>
              </a:ext>
            </a:extLst>
          </p:cNvPr>
          <p:cNvSpPr>
            <a:spLocks noGrp="1"/>
          </p:cNvSpPr>
          <p:nvPr/>
        </p:nvSpPr>
        <p:spPr>
          <a:xfrm>
            <a:off x="10671334" y="3778276"/>
            <a:ext cx="1999038" cy="2234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3F8521"/>
                </a:solidFill>
                <a:latin typeface="Songti SC"/>
                <a:ea typeface="Songti SC"/>
                <a:cs typeface="Songti SC"/>
              </a:defRPr>
            </a:pPr>
            <a:r>
              <a:rPr sz="1728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推广策略效果</a:t>
            </a:r>
            <a:endParaRPr sz="1728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" name="output-subtitle-017">
            <a:extLst>
              <a:ext uri="{FF2B5EF4-FFF2-40B4-BE49-F238E27FC236}">
                <a16:creationId xmlns:a16="http://schemas.microsoft.com/office/drawing/2014/main" id="{DB61BF0F-ED56-433F-AA33-5A4D0C2E0033}"/>
              </a:ext>
            </a:extLst>
          </p:cNvPr>
          <p:cNvSpPr>
            <a:spLocks noGrp="1"/>
          </p:cNvSpPr>
          <p:nvPr/>
        </p:nvSpPr>
        <p:spPr>
          <a:xfrm>
            <a:off x="10671334" y="4111430"/>
            <a:ext cx="1999038" cy="472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3年</a:t>
            </a:r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仿真期结束后总目标</a:t>
            </a:r>
            <a:endParaRPr lang="en-US" sz="1235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/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各阶段、各分区</a:t>
            </a:r>
            <a:r>
              <a:rPr sz="1235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三目标</a:t>
            </a:r>
            <a:endParaRPr sz="1235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8" name="input-card-1-body-018">
            <a:extLst>
              <a:ext uri="{FF2B5EF4-FFF2-40B4-BE49-F238E27FC236}">
                <a16:creationId xmlns:a16="http://schemas.microsoft.com/office/drawing/2014/main" id="{F0CE1B60-C85C-4339-A134-C2B569102D96}"/>
              </a:ext>
            </a:extLst>
          </p:cNvPr>
          <p:cNvSpPr>
            <a:spLocks noGrp="1"/>
          </p:cNvSpPr>
          <p:nvPr/>
        </p:nvSpPr>
        <p:spPr>
          <a:xfrm>
            <a:off x="335133" y="3533753"/>
            <a:ext cx="1975520" cy="1075733"/>
          </a:xfrm>
          <a:prstGeom prst="roundRect">
            <a:avLst>
              <a:gd name="adj" fmla="val 8571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9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input-card-1-bullets-text-1-021">
            <a:extLst>
              <a:ext uri="{FF2B5EF4-FFF2-40B4-BE49-F238E27FC236}">
                <a16:creationId xmlns:a16="http://schemas.microsoft.com/office/drawing/2014/main" id="{91EB40D1-028A-4D51-842F-9F2545720748}"/>
              </a:ext>
            </a:extLst>
          </p:cNvPr>
          <p:cNvSpPr>
            <a:spLocks noGrp="1"/>
          </p:cNvSpPr>
          <p:nvPr/>
        </p:nvSpPr>
        <p:spPr>
          <a:xfrm>
            <a:off x="505639" y="3808822"/>
            <a:ext cx="1669784" cy="123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数据来源：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合成人口／调查样本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2" name="input-card-1-bullets-dot-2-022">
            <a:extLst>
              <a:ext uri="{FF2B5EF4-FFF2-40B4-BE49-F238E27FC236}">
                <a16:creationId xmlns:a16="http://schemas.microsoft.com/office/drawing/2014/main" id="{802C74E2-CBEB-4E13-97C7-1B20F4461A3A}"/>
              </a:ext>
            </a:extLst>
          </p:cNvPr>
          <p:cNvSpPr>
            <a:spLocks noGrp="1"/>
          </p:cNvSpPr>
          <p:nvPr/>
        </p:nvSpPr>
        <p:spPr>
          <a:xfrm>
            <a:off x="481298" y="409574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input-card-1-bullets-text-2-023">
            <a:extLst>
              <a:ext uri="{FF2B5EF4-FFF2-40B4-BE49-F238E27FC236}">
                <a16:creationId xmlns:a16="http://schemas.microsoft.com/office/drawing/2014/main" id="{2544799D-646F-4C24-99CA-F285C8670355}"/>
              </a:ext>
            </a:extLst>
          </p:cNvPr>
          <p:cNvSpPr>
            <a:spLocks noGrp="1"/>
          </p:cNvSpPr>
          <p:nvPr/>
        </p:nvSpPr>
        <p:spPr>
          <a:xfrm>
            <a:off x="551853" y="4049295"/>
            <a:ext cx="1669784" cy="123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社会经济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属性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与家庭属性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4" name="input-card-1-bullets-dot-3-024">
            <a:extLst>
              <a:ext uri="{FF2B5EF4-FFF2-40B4-BE49-F238E27FC236}">
                <a16:creationId xmlns:a16="http://schemas.microsoft.com/office/drawing/2014/main" id="{8573BB9D-E593-4BC4-82D9-41686AE4628F}"/>
              </a:ext>
            </a:extLst>
          </p:cNvPr>
          <p:cNvSpPr>
            <a:spLocks noGrp="1"/>
          </p:cNvSpPr>
          <p:nvPr/>
        </p:nvSpPr>
        <p:spPr>
          <a:xfrm>
            <a:off x="481298" y="421921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input-card-1-bullets-text-3-025">
            <a:extLst>
              <a:ext uri="{FF2B5EF4-FFF2-40B4-BE49-F238E27FC236}">
                <a16:creationId xmlns:a16="http://schemas.microsoft.com/office/drawing/2014/main" id="{13766AFD-D387-4FE6-B99E-526700331C46}"/>
              </a:ext>
            </a:extLst>
          </p:cNvPr>
          <p:cNvSpPr>
            <a:spLocks noGrp="1"/>
          </p:cNvSpPr>
          <p:nvPr/>
        </p:nvSpPr>
        <p:spPr>
          <a:xfrm>
            <a:off x="551853" y="4172765"/>
            <a:ext cx="1669784" cy="123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每日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活动计划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6" name="input-card-1-bullets-dot-4-026">
            <a:extLst>
              <a:ext uri="{FF2B5EF4-FFF2-40B4-BE49-F238E27FC236}">
                <a16:creationId xmlns:a16="http://schemas.microsoft.com/office/drawing/2014/main" id="{E59F5D04-DB38-47DF-9844-BF2731483392}"/>
              </a:ext>
            </a:extLst>
          </p:cNvPr>
          <p:cNvSpPr>
            <a:spLocks noGrp="1"/>
          </p:cNvSpPr>
          <p:nvPr/>
        </p:nvSpPr>
        <p:spPr>
          <a:xfrm>
            <a:off x="481298" y="434268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input-card-1-bullets-text-4-027">
            <a:extLst>
              <a:ext uri="{FF2B5EF4-FFF2-40B4-BE49-F238E27FC236}">
                <a16:creationId xmlns:a16="http://schemas.microsoft.com/office/drawing/2014/main" id="{D09D35A3-2172-480D-84AF-FCE9267629F5}"/>
              </a:ext>
            </a:extLst>
          </p:cNvPr>
          <p:cNvSpPr>
            <a:spLocks noGrp="1"/>
          </p:cNvSpPr>
          <p:nvPr/>
        </p:nvSpPr>
        <p:spPr>
          <a:xfrm>
            <a:off x="551853" y="4296235"/>
            <a:ext cx="1669784" cy="123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月度出行模式复现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8" name="input-card-2-body-028">
            <a:extLst>
              <a:ext uri="{FF2B5EF4-FFF2-40B4-BE49-F238E27FC236}">
                <a16:creationId xmlns:a16="http://schemas.microsoft.com/office/drawing/2014/main" id="{4D8DE361-9F44-4066-A072-F54E1F3A1D95}"/>
              </a:ext>
            </a:extLst>
          </p:cNvPr>
          <p:cNvSpPr>
            <a:spLocks noGrp="1"/>
          </p:cNvSpPr>
          <p:nvPr/>
        </p:nvSpPr>
        <p:spPr>
          <a:xfrm>
            <a:off x="335133" y="4778816"/>
            <a:ext cx="1975520" cy="1068543"/>
          </a:xfrm>
          <a:prstGeom prst="roundRect">
            <a:avLst>
              <a:gd name="adj" fmla="val 10714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9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input-card-2-bullets-dot-1-030">
            <a:extLst>
              <a:ext uri="{FF2B5EF4-FFF2-40B4-BE49-F238E27FC236}">
                <a16:creationId xmlns:a16="http://schemas.microsoft.com/office/drawing/2014/main" id="{4D6FB6F3-8031-4293-B4AC-4F8491383CF8}"/>
              </a:ext>
            </a:extLst>
          </p:cNvPr>
          <p:cNvSpPr>
            <a:spLocks noGrp="1"/>
          </p:cNvSpPr>
          <p:nvPr/>
        </p:nvSpPr>
        <p:spPr>
          <a:xfrm>
            <a:off x="458603" y="5088760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input-card-2-bullets-text-1-031">
            <a:extLst>
              <a:ext uri="{FF2B5EF4-FFF2-40B4-BE49-F238E27FC236}">
                <a16:creationId xmlns:a16="http://schemas.microsoft.com/office/drawing/2014/main" id="{BF1691C9-99CB-4331-8B03-3EE6861ACBDE}"/>
              </a:ext>
            </a:extLst>
          </p:cNvPr>
          <p:cNvSpPr>
            <a:spLocks noGrp="1"/>
          </p:cNvSpPr>
          <p:nvPr/>
        </p:nvSpPr>
        <p:spPr>
          <a:xfrm>
            <a:off x="559731" y="5113454"/>
            <a:ext cx="1833235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多阶段采纳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意愿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行为模型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标定</a:t>
            </a:r>
            <a:endParaRPr lang="en-US" altLang="zh-CN"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结果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2" name="input-card-2-bullets-dot-2-032">
            <a:extLst>
              <a:ext uri="{FF2B5EF4-FFF2-40B4-BE49-F238E27FC236}">
                <a16:creationId xmlns:a16="http://schemas.microsoft.com/office/drawing/2014/main" id="{ADA19815-A96E-4F1D-AC53-6BBF779FC4D6}"/>
              </a:ext>
            </a:extLst>
          </p:cNvPr>
          <p:cNvSpPr>
            <a:spLocks noGrp="1"/>
          </p:cNvSpPr>
          <p:nvPr/>
        </p:nvSpPr>
        <p:spPr>
          <a:xfrm>
            <a:off x="458603" y="5379872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input-card-2-bullets-text-2-033">
            <a:extLst>
              <a:ext uri="{FF2B5EF4-FFF2-40B4-BE49-F238E27FC236}">
                <a16:creationId xmlns:a16="http://schemas.microsoft.com/office/drawing/2014/main" id="{28B2F497-991A-4FE4-A47F-260D40BCF34A}"/>
              </a:ext>
            </a:extLst>
          </p:cNvPr>
          <p:cNvSpPr>
            <a:spLocks noGrp="1"/>
          </p:cNvSpPr>
          <p:nvPr/>
        </p:nvSpPr>
        <p:spPr>
          <a:xfrm>
            <a:off x="567374" y="5401551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Bass扩散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模型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与空间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人口分布</a:t>
            </a:r>
            <a:endParaRPr lang="en-US" altLang="zh-CN"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权重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4" name="input-card-2-bullets-dot-3-034">
            <a:extLst>
              <a:ext uri="{FF2B5EF4-FFF2-40B4-BE49-F238E27FC236}">
                <a16:creationId xmlns:a16="http://schemas.microsoft.com/office/drawing/2014/main" id="{DC77C102-78EA-42C9-A5FB-D5F95F4CDACE}"/>
              </a:ext>
            </a:extLst>
          </p:cNvPr>
          <p:cNvSpPr>
            <a:spLocks noGrp="1"/>
          </p:cNvSpPr>
          <p:nvPr/>
        </p:nvSpPr>
        <p:spPr>
          <a:xfrm>
            <a:off x="458603" y="5693651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input-card-2-bullets-text-3-035">
            <a:extLst>
              <a:ext uri="{FF2B5EF4-FFF2-40B4-BE49-F238E27FC236}">
                <a16:creationId xmlns:a16="http://schemas.microsoft.com/office/drawing/2014/main" id="{79F1F80E-95AB-48C6-A860-402CA93CE90A}"/>
              </a:ext>
            </a:extLst>
          </p:cNvPr>
          <p:cNvSpPr>
            <a:spLocks noGrp="1"/>
          </p:cNvSpPr>
          <p:nvPr/>
        </p:nvSpPr>
        <p:spPr>
          <a:xfrm>
            <a:off x="529157" y="5650143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月度</a:t>
            </a:r>
            <a:r>
              <a:rPr lang="zh-CN" altLang="en-US"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续订行为参数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6" name="input-card-3-body-036">
            <a:extLst>
              <a:ext uri="{FF2B5EF4-FFF2-40B4-BE49-F238E27FC236}">
                <a16:creationId xmlns:a16="http://schemas.microsoft.com/office/drawing/2014/main" id="{48E22104-DC66-4788-888D-5CC20385ACBC}"/>
              </a:ext>
            </a:extLst>
          </p:cNvPr>
          <p:cNvSpPr>
            <a:spLocks noGrp="1"/>
          </p:cNvSpPr>
          <p:nvPr/>
        </p:nvSpPr>
        <p:spPr>
          <a:xfrm>
            <a:off x="323374" y="6013674"/>
            <a:ext cx="1975520" cy="1123799"/>
          </a:xfrm>
          <a:prstGeom prst="roundRect">
            <a:avLst>
              <a:gd name="adj" fmla="val 7317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9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input-card-3-bullets-dot-1-038">
            <a:extLst>
              <a:ext uri="{FF2B5EF4-FFF2-40B4-BE49-F238E27FC236}">
                <a16:creationId xmlns:a16="http://schemas.microsoft.com/office/drawing/2014/main" id="{FFDCDE98-74A7-4055-975B-4F5FD9E56C53}"/>
              </a:ext>
            </a:extLst>
          </p:cNvPr>
          <p:cNvSpPr>
            <a:spLocks noGrp="1"/>
          </p:cNvSpPr>
          <p:nvPr/>
        </p:nvSpPr>
        <p:spPr>
          <a:xfrm>
            <a:off x="446843" y="631500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input-card-3-bullets-text-1-039">
            <a:extLst>
              <a:ext uri="{FF2B5EF4-FFF2-40B4-BE49-F238E27FC236}">
                <a16:creationId xmlns:a16="http://schemas.microsoft.com/office/drawing/2014/main" id="{D6751820-1099-4C5B-86A6-CD323497D8FF}"/>
              </a:ext>
            </a:extLst>
          </p:cNvPr>
          <p:cNvSpPr>
            <a:spLocks noGrp="1"/>
          </p:cNvSpPr>
          <p:nvPr/>
        </p:nvSpPr>
        <p:spPr>
          <a:xfrm>
            <a:off x="517398" y="6271495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套餐设计（2维）</a:t>
            </a:r>
          </a:p>
        </p:txBody>
      </p:sp>
      <p:sp>
        <p:nvSpPr>
          <p:cNvPr id="40" name="input-card-3-bullets-dot-2-040">
            <a:extLst>
              <a:ext uri="{FF2B5EF4-FFF2-40B4-BE49-F238E27FC236}">
                <a16:creationId xmlns:a16="http://schemas.microsoft.com/office/drawing/2014/main" id="{A91241DC-70B2-4B6F-B6AC-3F8F094EB1E2}"/>
              </a:ext>
            </a:extLst>
          </p:cNvPr>
          <p:cNvSpPr>
            <a:spLocks noGrp="1"/>
          </p:cNvSpPr>
          <p:nvPr/>
        </p:nvSpPr>
        <p:spPr>
          <a:xfrm>
            <a:off x="446843" y="646714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input-card-3-bullets-text-2-041">
            <a:extLst>
              <a:ext uri="{FF2B5EF4-FFF2-40B4-BE49-F238E27FC236}">
                <a16:creationId xmlns:a16="http://schemas.microsoft.com/office/drawing/2014/main" id="{4AE48E20-42B2-48CA-AD92-8506E2868C1B}"/>
              </a:ext>
            </a:extLst>
          </p:cNvPr>
          <p:cNvSpPr>
            <a:spLocks noGrp="1"/>
          </p:cNvSpPr>
          <p:nvPr/>
        </p:nvSpPr>
        <p:spPr>
          <a:xfrm>
            <a:off x="517398" y="6423635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套餐定价（4维）</a:t>
            </a:r>
          </a:p>
        </p:txBody>
      </p:sp>
      <p:sp>
        <p:nvSpPr>
          <p:cNvPr id="42" name="input-card-3-bullets-dot-3-042">
            <a:extLst>
              <a:ext uri="{FF2B5EF4-FFF2-40B4-BE49-F238E27FC236}">
                <a16:creationId xmlns:a16="http://schemas.microsoft.com/office/drawing/2014/main" id="{F9B725F7-31AA-4DCF-8566-20B5743634E3}"/>
              </a:ext>
            </a:extLst>
          </p:cNvPr>
          <p:cNvSpPr>
            <a:spLocks noGrp="1"/>
          </p:cNvSpPr>
          <p:nvPr/>
        </p:nvSpPr>
        <p:spPr>
          <a:xfrm>
            <a:off x="446843" y="663381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input-card-3-bullets-text-3-043">
            <a:extLst>
              <a:ext uri="{FF2B5EF4-FFF2-40B4-BE49-F238E27FC236}">
                <a16:creationId xmlns:a16="http://schemas.microsoft.com/office/drawing/2014/main" id="{C79BCA1D-7CF7-4BE4-9C45-1A5AA5B69DF3}"/>
              </a:ext>
            </a:extLst>
          </p:cNvPr>
          <p:cNvSpPr>
            <a:spLocks noGrp="1"/>
          </p:cNvSpPr>
          <p:nvPr/>
        </p:nvSpPr>
        <p:spPr>
          <a:xfrm>
            <a:off x="517398" y="6590305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营销投放（4维）</a:t>
            </a:r>
          </a:p>
        </p:txBody>
      </p:sp>
      <p:sp>
        <p:nvSpPr>
          <p:cNvPr id="44" name="input-card-3-bullets-dot-4-044">
            <a:extLst>
              <a:ext uri="{FF2B5EF4-FFF2-40B4-BE49-F238E27FC236}">
                <a16:creationId xmlns:a16="http://schemas.microsoft.com/office/drawing/2014/main" id="{BE51AB0C-9938-4A79-B98B-3BD903467E15}"/>
              </a:ext>
            </a:extLst>
          </p:cNvPr>
          <p:cNvSpPr>
            <a:spLocks noGrp="1"/>
          </p:cNvSpPr>
          <p:nvPr/>
        </p:nvSpPr>
        <p:spPr>
          <a:xfrm>
            <a:off x="446843" y="6810303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input-card-3-bullets-text-4-045">
            <a:extLst>
              <a:ext uri="{FF2B5EF4-FFF2-40B4-BE49-F238E27FC236}">
                <a16:creationId xmlns:a16="http://schemas.microsoft.com/office/drawing/2014/main" id="{F31D5A53-1640-4A43-8CC4-AF98DBC5EAC7}"/>
              </a:ext>
            </a:extLst>
          </p:cNvPr>
          <p:cNvSpPr>
            <a:spLocks noGrp="1"/>
          </p:cNvSpPr>
          <p:nvPr/>
        </p:nvSpPr>
        <p:spPr>
          <a:xfrm>
            <a:off x="517398" y="6766795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服务水平（1维）</a:t>
            </a:r>
          </a:p>
        </p:txBody>
      </p:sp>
      <p:sp>
        <p:nvSpPr>
          <p:cNvPr id="46" name="input-card-3-dimension-pill-046">
            <a:extLst>
              <a:ext uri="{FF2B5EF4-FFF2-40B4-BE49-F238E27FC236}">
                <a16:creationId xmlns:a16="http://schemas.microsoft.com/office/drawing/2014/main" id="{B060A6C2-7F52-4B35-B9DE-A33947901C71}"/>
              </a:ext>
            </a:extLst>
          </p:cNvPr>
          <p:cNvSpPr>
            <a:spLocks noGrp="1"/>
          </p:cNvSpPr>
          <p:nvPr/>
        </p:nvSpPr>
        <p:spPr>
          <a:xfrm>
            <a:off x="458603" y="6948433"/>
            <a:ext cx="1705062" cy="146988"/>
          </a:xfrm>
          <a:prstGeom prst="roundRect">
            <a:avLst>
              <a:gd name="adj" fmla="val 48000"/>
            </a:avLst>
          </a:prstGeom>
          <a:solidFill>
            <a:srgbClr val="F1F6FC"/>
          </a:solidFill>
          <a:ln w="9525">
            <a:solidFill>
              <a:srgbClr val="74A0DA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9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input-card-3-dimension-047">
            <a:extLst>
              <a:ext uri="{FF2B5EF4-FFF2-40B4-BE49-F238E27FC236}">
                <a16:creationId xmlns:a16="http://schemas.microsoft.com/office/drawing/2014/main" id="{5D19E566-3C68-4A18-8246-B9A3CE89C305}"/>
              </a:ext>
            </a:extLst>
          </p:cNvPr>
          <p:cNvSpPr>
            <a:spLocks noGrp="1"/>
          </p:cNvSpPr>
          <p:nvPr/>
        </p:nvSpPr>
        <p:spPr>
          <a:xfrm>
            <a:off x="458603" y="6948433"/>
            <a:ext cx="1705062" cy="1469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E66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8" dirty="0">
                <a:solidFill>
                  <a:srgbClr val="2E66B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6阶段 × 5分区 × 11维 = 330维</a:t>
            </a:r>
          </a:p>
        </p:txBody>
      </p:sp>
      <p:sp>
        <p:nvSpPr>
          <p:cNvPr id="48" name="input-card-4-body-048">
            <a:extLst>
              <a:ext uri="{FF2B5EF4-FFF2-40B4-BE49-F238E27FC236}">
                <a16:creationId xmlns:a16="http://schemas.microsoft.com/office/drawing/2014/main" id="{9B5130AA-3A69-4CA9-B4B5-56511F70AAEF}"/>
              </a:ext>
            </a:extLst>
          </p:cNvPr>
          <p:cNvSpPr>
            <a:spLocks noGrp="1"/>
          </p:cNvSpPr>
          <p:nvPr/>
        </p:nvSpPr>
        <p:spPr>
          <a:xfrm>
            <a:off x="335133" y="7303788"/>
            <a:ext cx="1975520" cy="685552"/>
          </a:xfrm>
          <a:prstGeom prst="roundRect">
            <a:avLst>
              <a:gd name="adj" fmla="val 10714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9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input-card-4-bullets-dot-1-050">
            <a:extLst>
              <a:ext uri="{FF2B5EF4-FFF2-40B4-BE49-F238E27FC236}">
                <a16:creationId xmlns:a16="http://schemas.microsoft.com/office/drawing/2014/main" id="{C4530DF2-8EE0-46A5-A7F2-DE44D61C8F00}"/>
              </a:ext>
            </a:extLst>
          </p:cNvPr>
          <p:cNvSpPr>
            <a:spLocks noGrp="1"/>
          </p:cNvSpPr>
          <p:nvPr/>
        </p:nvSpPr>
        <p:spPr>
          <a:xfrm>
            <a:off x="458603" y="7641861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72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input-card-4-bullets-text-1-051">
            <a:extLst>
              <a:ext uri="{FF2B5EF4-FFF2-40B4-BE49-F238E27FC236}">
                <a16:creationId xmlns:a16="http://schemas.microsoft.com/office/drawing/2014/main" id="{53919815-FE3E-4306-ACB7-10FC7CE99DA6}"/>
              </a:ext>
            </a:extLst>
          </p:cNvPr>
          <p:cNvSpPr>
            <a:spLocks noGrp="1"/>
          </p:cNvSpPr>
          <p:nvPr/>
        </p:nvSpPr>
        <p:spPr>
          <a:xfrm>
            <a:off x="529157" y="7589533"/>
            <a:ext cx="1669784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现行票制与服务成本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2" name="input-card-4-bullets-dot-2-052">
            <a:extLst>
              <a:ext uri="{FF2B5EF4-FFF2-40B4-BE49-F238E27FC236}">
                <a16:creationId xmlns:a16="http://schemas.microsoft.com/office/drawing/2014/main" id="{7AE00027-B5EF-4F17-B64D-6B48736843B7}"/>
              </a:ext>
            </a:extLst>
          </p:cNvPr>
          <p:cNvSpPr>
            <a:spLocks noGrp="1"/>
          </p:cNvSpPr>
          <p:nvPr/>
        </p:nvSpPr>
        <p:spPr>
          <a:xfrm>
            <a:off x="458603" y="7841764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72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input-card-4-bullets-text-2-053">
            <a:extLst>
              <a:ext uri="{FF2B5EF4-FFF2-40B4-BE49-F238E27FC236}">
                <a16:creationId xmlns:a16="http://schemas.microsoft.com/office/drawing/2014/main" id="{B5E41775-E905-480F-B15E-A15961B49E30}"/>
              </a:ext>
            </a:extLst>
          </p:cNvPr>
          <p:cNvSpPr>
            <a:spLocks noGrp="1"/>
          </p:cNvSpPr>
          <p:nvPr/>
        </p:nvSpPr>
        <p:spPr>
          <a:xfrm>
            <a:off x="529157" y="7789437"/>
            <a:ext cx="1669784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各出行方式排放因子</a:t>
            </a:r>
            <a:endParaRPr sz="988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5" name="agent-module-055">
            <a:extLst>
              <a:ext uri="{FF2B5EF4-FFF2-40B4-BE49-F238E27FC236}">
                <a16:creationId xmlns:a16="http://schemas.microsoft.com/office/drawing/2014/main" id="{5598CE83-9DC2-45F5-9A36-3F62555C5237}"/>
              </a:ext>
            </a:extLst>
          </p:cNvPr>
          <p:cNvSpPr>
            <a:spLocks noGrp="1"/>
          </p:cNvSpPr>
          <p:nvPr/>
        </p:nvSpPr>
        <p:spPr>
          <a:xfrm>
            <a:off x="2998557" y="3638290"/>
            <a:ext cx="6996632" cy="2504677"/>
          </a:xfrm>
          <a:prstGeom prst="roundRect">
            <a:avLst>
              <a:gd name="adj" fmla="val 4110"/>
            </a:avLst>
          </a:prstGeom>
          <a:solidFill>
            <a:srgbClr val="FBFBFB"/>
          </a:solidFill>
          <a:ln w="1714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gent-module-title-056">
            <a:extLst>
              <a:ext uri="{FF2B5EF4-FFF2-40B4-BE49-F238E27FC236}">
                <a16:creationId xmlns:a16="http://schemas.microsoft.com/office/drawing/2014/main" id="{90B35E52-1B1F-4F5E-A510-B55E4125B714}"/>
              </a:ext>
            </a:extLst>
          </p:cNvPr>
          <p:cNvSpPr>
            <a:spLocks noGrp="1"/>
          </p:cNvSpPr>
          <p:nvPr/>
        </p:nvSpPr>
        <p:spPr>
          <a:xfrm>
            <a:off x="3116147" y="3699042"/>
            <a:ext cx="6761451" cy="21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个体层面：</a:t>
            </a:r>
            <a:r>
              <a:rPr sz="1235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智能体决策与状态演化</a:t>
            </a:r>
            <a:endParaRPr sz="1235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7" name="mechanism-group-057">
            <a:extLst>
              <a:ext uri="{FF2B5EF4-FFF2-40B4-BE49-F238E27FC236}">
                <a16:creationId xmlns:a16="http://schemas.microsoft.com/office/drawing/2014/main" id="{3617E090-B873-47DA-88C0-2B44670154AE}"/>
              </a:ext>
            </a:extLst>
          </p:cNvPr>
          <p:cNvSpPr>
            <a:spLocks noGrp="1"/>
          </p:cNvSpPr>
          <p:nvPr/>
        </p:nvSpPr>
        <p:spPr>
          <a:xfrm>
            <a:off x="3116147" y="4001698"/>
            <a:ext cx="6761451" cy="88192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mechanism-card-1-body-058">
            <a:extLst>
              <a:ext uri="{FF2B5EF4-FFF2-40B4-BE49-F238E27FC236}">
                <a16:creationId xmlns:a16="http://schemas.microsoft.com/office/drawing/2014/main" id="{C716DA19-8CB5-40E3-900A-4011194E46E3}"/>
              </a:ext>
            </a:extLst>
          </p:cNvPr>
          <p:cNvSpPr>
            <a:spLocks noGrp="1"/>
          </p:cNvSpPr>
          <p:nvPr/>
        </p:nvSpPr>
        <p:spPr>
          <a:xfrm>
            <a:off x="3233738" y="4119288"/>
            <a:ext cx="1910845" cy="64674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mechanism-card-1-line-1-060">
            <a:extLst>
              <a:ext uri="{FF2B5EF4-FFF2-40B4-BE49-F238E27FC236}">
                <a16:creationId xmlns:a16="http://schemas.microsoft.com/office/drawing/2014/main" id="{3E856181-B4A0-4D16-8C9A-596C6B404EA4}"/>
              </a:ext>
            </a:extLst>
          </p:cNvPr>
          <p:cNvSpPr>
            <a:spLocks noGrp="1"/>
          </p:cNvSpPr>
          <p:nvPr/>
        </p:nvSpPr>
        <p:spPr>
          <a:xfrm>
            <a:off x="3321931" y="4377987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endParaRPr sz="7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1" name="mechanism-card-1-line-2-061">
            <a:extLst>
              <a:ext uri="{FF2B5EF4-FFF2-40B4-BE49-F238E27FC236}">
                <a16:creationId xmlns:a16="http://schemas.microsoft.com/office/drawing/2014/main" id="{28E9325D-6998-4A97-B4BF-0A3FF2D23786}"/>
              </a:ext>
            </a:extLst>
          </p:cNvPr>
          <p:cNvSpPr>
            <a:spLocks noGrp="1"/>
          </p:cNvSpPr>
          <p:nvPr/>
        </p:nvSpPr>
        <p:spPr>
          <a:xfrm>
            <a:off x="3321931" y="4395626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营销投放与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Bass口碑传播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2" name="mechanism-card-2-body-062">
            <a:extLst>
              <a:ext uri="{FF2B5EF4-FFF2-40B4-BE49-F238E27FC236}">
                <a16:creationId xmlns:a16="http://schemas.microsoft.com/office/drawing/2014/main" id="{CB6883D8-10E2-45C9-87BC-8B5143C7976E}"/>
              </a:ext>
            </a:extLst>
          </p:cNvPr>
          <p:cNvSpPr>
            <a:spLocks noGrp="1"/>
          </p:cNvSpPr>
          <p:nvPr/>
        </p:nvSpPr>
        <p:spPr>
          <a:xfrm>
            <a:off x="5425520" y="4119288"/>
            <a:ext cx="1972566" cy="64674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mechanism-card-2-line-1-064">
            <a:extLst>
              <a:ext uri="{FF2B5EF4-FFF2-40B4-BE49-F238E27FC236}">
                <a16:creationId xmlns:a16="http://schemas.microsoft.com/office/drawing/2014/main" id="{DCD3737B-CD0B-45DF-9A7D-A4509C818065}"/>
              </a:ext>
            </a:extLst>
          </p:cNvPr>
          <p:cNvSpPr>
            <a:spLocks noGrp="1"/>
          </p:cNvSpPr>
          <p:nvPr/>
        </p:nvSpPr>
        <p:spPr>
          <a:xfrm>
            <a:off x="5526752" y="4430903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试用积累</a:t>
            </a:r>
            <a:r>
              <a:rPr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→ 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是否订阅</a:t>
            </a: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→ 四类套餐选择</a:t>
            </a:r>
          </a:p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6" name="mechanism-card-3-body-066">
            <a:extLst>
              <a:ext uri="{FF2B5EF4-FFF2-40B4-BE49-F238E27FC236}">
                <a16:creationId xmlns:a16="http://schemas.microsoft.com/office/drawing/2014/main" id="{0F810C90-9AD3-44F1-B53B-74338D629413}"/>
              </a:ext>
            </a:extLst>
          </p:cNvPr>
          <p:cNvSpPr>
            <a:spLocks noGrp="1"/>
          </p:cNvSpPr>
          <p:nvPr/>
        </p:nvSpPr>
        <p:spPr>
          <a:xfrm>
            <a:off x="7643380" y="4119288"/>
            <a:ext cx="1910845" cy="64674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mechanism-card-3-line-1-068">
            <a:extLst>
              <a:ext uri="{FF2B5EF4-FFF2-40B4-BE49-F238E27FC236}">
                <a16:creationId xmlns:a16="http://schemas.microsoft.com/office/drawing/2014/main" id="{AD81F475-A493-408C-9918-D30DE66AF40D}"/>
              </a:ext>
            </a:extLst>
          </p:cNvPr>
          <p:cNvSpPr>
            <a:spLocks noGrp="1"/>
          </p:cNvSpPr>
          <p:nvPr/>
        </p:nvSpPr>
        <p:spPr>
          <a:xfrm>
            <a:off x="7731573" y="4377987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账期末月度续订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9" name="mechanism-card-3-line-2-069">
            <a:extLst>
              <a:ext uri="{FF2B5EF4-FFF2-40B4-BE49-F238E27FC236}">
                <a16:creationId xmlns:a16="http://schemas.microsoft.com/office/drawing/2014/main" id="{ED58CCEB-2F1C-4B8A-910A-0288C6EF911B}"/>
              </a:ext>
            </a:extLst>
          </p:cNvPr>
          <p:cNvSpPr>
            <a:spLocks noGrp="1"/>
          </p:cNvSpPr>
          <p:nvPr/>
        </p:nvSpPr>
        <p:spPr>
          <a:xfrm>
            <a:off x="7731573" y="4563077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已订阅状态</a:t>
            </a:r>
            <a:r>
              <a:rPr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→ 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已流失</a:t>
            </a: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状态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0" name="mechanism-1-to-2-line-070">
            <a:extLst>
              <a:ext uri="{FF2B5EF4-FFF2-40B4-BE49-F238E27FC236}">
                <a16:creationId xmlns:a16="http://schemas.microsoft.com/office/drawing/2014/main" id="{49022791-648E-4367-A837-DE74967F3CFC}"/>
              </a:ext>
            </a:extLst>
          </p:cNvPr>
          <p:cNvSpPr>
            <a:spLocks noGrp="1"/>
          </p:cNvSpPr>
          <p:nvPr/>
        </p:nvSpPr>
        <p:spPr>
          <a:xfrm>
            <a:off x="5144583" y="4477940"/>
            <a:ext cx="205783" cy="0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mechanism-1-to-2-head-071">
            <a:extLst>
              <a:ext uri="{FF2B5EF4-FFF2-40B4-BE49-F238E27FC236}">
                <a16:creationId xmlns:a16="http://schemas.microsoft.com/office/drawing/2014/main" id="{A631CD86-75EB-45D8-87D0-B014EA59EA95}"/>
              </a:ext>
            </a:extLst>
          </p:cNvPr>
          <p:cNvSpPr>
            <a:spLocks noGrp="1"/>
          </p:cNvSpPr>
          <p:nvPr/>
        </p:nvSpPr>
        <p:spPr>
          <a:xfrm rot="5400000">
            <a:off x="5331447" y="4430903"/>
            <a:ext cx="94072" cy="94072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mechanism-2-to-3-line-072">
            <a:extLst>
              <a:ext uri="{FF2B5EF4-FFF2-40B4-BE49-F238E27FC236}">
                <a16:creationId xmlns:a16="http://schemas.microsoft.com/office/drawing/2014/main" id="{0B1EFB51-BA66-4EFF-BF2C-5A9014376330}"/>
              </a:ext>
            </a:extLst>
          </p:cNvPr>
          <p:cNvSpPr>
            <a:spLocks noGrp="1"/>
          </p:cNvSpPr>
          <p:nvPr/>
        </p:nvSpPr>
        <p:spPr>
          <a:xfrm>
            <a:off x="7398085" y="4477998"/>
            <a:ext cx="203902" cy="0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mechanism-2-to-3-head-073">
            <a:extLst>
              <a:ext uri="{FF2B5EF4-FFF2-40B4-BE49-F238E27FC236}">
                <a16:creationId xmlns:a16="http://schemas.microsoft.com/office/drawing/2014/main" id="{318FB72B-C570-4DE9-B147-BBE300CFBAE8}"/>
              </a:ext>
            </a:extLst>
          </p:cNvPr>
          <p:cNvSpPr>
            <a:spLocks noGrp="1"/>
          </p:cNvSpPr>
          <p:nvPr/>
        </p:nvSpPr>
        <p:spPr>
          <a:xfrm rot="5400000">
            <a:off x="7588818" y="4430903"/>
            <a:ext cx="94072" cy="94072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tate-group-074">
            <a:extLst>
              <a:ext uri="{FF2B5EF4-FFF2-40B4-BE49-F238E27FC236}">
                <a16:creationId xmlns:a16="http://schemas.microsoft.com/office/drawing/2014/main" id="{68BED5C1-481A-4A35-BE01-162CE855442A}"/>
              </a:ext>
            </a:extLst>
          </p:cNvPr>
          <p:cNvSpPr>
            <a:spLocks noGrp="1"/>
          </p:cNvSpPr>
          <p:nvPr/>
        </p:nvSpPr>
        <p:spPr>
          <a:xfrm>
            <a:off x="3116147" y="5001217"/>
            <a:ext cx="6761451" cy="112886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tate-group-variable-note-076">
            <a:extLst>
              <a:ext uri="{FF2B5EF4-FFF2-40B4-BE49-F238E27FC236}">
                <a16:creationId xmlns:a16="http://schemas.microsoft.com/office/drawing/2014/main" id="{97688D8E-B627-420C-9756-87D12E69DF93}"/>
              </a:ext>
            </a:extLst>
          </p:cNvPr>
          <p:cNvSpPr>
            <a:spLocks noGrp="1"/>
          </p:cNvSpPr>
          <p:nvPr/>
        </p:nvSpPr>
        <p:spPr>
          <a:xfrm>
            <a:off x="5526752" y="5042373"/>
            <a:ext cx="4233256" cy="1881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88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智能体属性</a:t>
            </a: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更新：试用次数／当前套餐</a:t>
            </a:r>
            <a:r>
              <a:rPr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／</a:t>
            </a:r>
            <a:r>
              <a:rPr lang="zh-CN" altLang="en-US"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套餐有效期</a:t>
            </a:r>
            <a:r>
              <a:rPr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／</a:t>
            </a: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曾订阅指示／流失次数</a:t>
            </a:r>
            <a:endParaRPr sz="988" dirty="0">
              <a:solidFill>
                <a:srgbClr val="777C82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7" name="state-0-pill-077">
            <a:extLst>
              <a:ext uri="{FF2B5EF4-FFF2-40B4-BE49-F238E27FC236}">
                <a16:creationId xmlns:a16="http://schemas.microsoft.com/office/drawing/2014/main" id="{B8DD9712-5805-4496-ABA9-51C228B1BE19}"/>
              </a:ext>
            </a:extLst>
          </p:cNvPr>
          <p:cNvSpPr>
            <a:spLocks noGrp="1"/>
          </p:cNvSpPr>
          <p:nvPr/>
        </p:nvSpPr>
        <p:spPr>
          <a:xfrm>
            <a:off x="3263135" y="5519082"/>
            <a:ext cx="940724" cy="329253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tate-0-label-080">
            <a:extLst>
              <a:ext uri="{FF2B5EF4-FFF2-40B4-BE49-F238E27FC236}">
                <a16:creationId xmlns:a16="http://schemas.microsoft.com/office/drawing/2014/main" id="{4FF6DC2D-F992-410B-8BA4-1CD9F745D56A}"/>
              </a:ext>
            </a:extLst>
          </p:cNvPr>
          <p:cNvSpPr>
            <a:spLocks noGrp="1"/>
          </p:cNvSpPr>
          <p:nvPr/>
        </p:nvSpPr>
        <p:spPr>
          <a:xfrm>
            <a:off x="3404244" y="5524961"/>
            <a:ext cx="623229" cy="317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</a:t>
            </a:r>
            <a:r>
              <a:rPr lang="zh-CN" altLang="en-US" sz="988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endParaRPr sz="988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1" name="state-1-pill-081">
            <a:extLst>
              <a:ext uri="{FF2B5EF4-FFF2-40B4-BE49-F238E27FC236}">
                <a16:creationId xmlns:a16="http://schemas.microsoft.com/office/drawing/2014/main" id="{EE9D21E8-D4D3-4811-BC34-EEE4B0403068}"/>
              </a:ext>
            </a:extLst>
          </p:cNvPr>
          <p:cNvSpPr>
            <a:spLocks noGrp="1"/>
          </p:cNvSpPr>
          <p:nvPr/>
        </p:nvSpPr>
        <p:spPr>
          <a:xfrm>
            <a:off x="4586028" y="5519082"/>
            <a:ext cx="940724" cy="329253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tate-1-label-084">
            <a:extLst>
              <a:ext uri="{FF2B5EF4-FFF2-40B4-BE49-F238E27FC236}">
                <a16:creationId xmlns:a16="http://schemas.microsoft.com/office/drawing/2014/main" id="{11C067FD-14A9-4BAA-AF5E-09DD17F85D5F}"/>
              </a:ext>
            </a:extLst>
          </p:cNvPr>
          <p:cNvSpPr>
            <a:spLocks noGrp="1"/>
          </p:cNvSpPr>
          <p:nvPr/>
        </p:nvSpPr>
        <p:spPr>
          <a:xfrm>
            <a:off x="4731674" y="5524961"/>
            <a:ext cx="623229" cy="317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</a:t>
            </a:r>
            <a:r>
              <a:rPr lang="zh-CN" altLang="en-US" sz="988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endParaRPr sz="833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5" name="state-2-pill-085">
            <a:extLst>
              <a:ext uri="{FF2B5EF4-FFF2-40B4-BE49-F238E27FC236}">
                <a16:creationId xmlns:a16="http://schemas.microsoft.com/office/drawing/2014/main" id="{0CC24C47-9325-4877-BDC4-6793C066C4EC}"/>
              </a:ext>
            </a:extLst>
          </p:cNvPr>
          <p:cNvSpPr>
            <a:spLocks noGrp="1"/>
          </p:cNvSpPr>
          <p:nvPr/>
        </p:nvSpPr>
        <p:spPr>
          <a:xfrm>
            <a:off x="5908920" y="5519082"/>
            <a:ext cx="940724" cy="329253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tate-2-label-088">
            <a:extLst>
              <a:ext uri="{FF2B5EF4-FFF2-40B4-BE49-F238E27FC236}">
                <a16:creationId xmlns:a16="http://schemas.microsoft.com/office/drawing/2014/main" id="{827FC08A-3058-4E00-832E-82460624A17D}"/>
              </a:ext>
            </a:extLst>
          </p:cNvPr>
          <p:cNvSpPr>
            <a:spLocks noGrp="1"/>
          </p:cNvSpPr>
          <p:nvPr/>
        </p:nvSpPr>
        <p:spPr>
          <a:xfrm>
            <a:off x="6067668" y="5524961"/>
            <a:ext cx="623229" cy="317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试用中</a:t>
            </a:r>
            <a:endParaRPr sz="833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9" name="state-3-pill-089">
            <a:extLst>
              <a:ext uri="{FF2B5EF4-FFF2-40B4-BE49-F238E27FC236}">
                <a16:creationId xmlns:a16="http://schemas.microsoft.com/office/drawing/2014/main" id="{7CF2A518-4240-4D9B-AD11-F0ADDFFA7615}"/>
              </a:ext>
            </a:extLst>
          </p:cNvPr>
          <p:cNvSpPr>
            <a:spLocks noGrp="1"/>
          </p:cNvSpPr>
          <p:nvPr/>
        </p:nvSpPr>
        <p:spPr>
          <a:xfrm>
            <a:off x="7231813" y="5519082"/>
            <a:ext cx="940724" cy="329253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tate-3-label-092">
            <a:extLst>
              <a:ext uri="{FF2B5EF4-FFF2-40B4-BE49-F238E27FC236}">
                <a16:creationId xmlns:a16="http://schemas.microsoft.com/office/drawing/2014/main" id="{D1B0410E-0611-44DE-83B8-8ACB2A8B453E}"/>
              </a:ext>
            </a:extLst>
          </p:cNvPr>
          <p:cNvSpPr>
            <a:spLocks noGrp="1"/>
          </p:cNvSpPr>
          <p:nvPr/>
        </p:nvSpPr>
        <p:spPr>
          <a:xfrm>
            <a:off x="7374686" y="5524961"/>
            <a:ext cx="623229" cy="317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已订阅</a:t>
            </a:r>
            <a:endParaRPr sz="988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93" name="state-4-pill-093">
            <a:extLst>
              <a:ext uri="{FF2B5EF4-FFF2-40B4-BE49-F238E27FC236}">
                <a16:creationId xmlns:a16="http://schemas.microsoft.com/office/drawing/2014/main" id="{46E578A9-1E6E-4D15-A06E-1EF0722AA1DC}"/>
              </a:ext>
            </a:extLst>
          </p:cNvPr>
          <p:cNvSpPr>
            <a:spLocks noGrp="1"/>
          </p:cNvSpPr>
          <p:nvPr/>
        </p:nvSpPr>
        <p:spPr>
          <a:xfrm>
            <a:off x="8554705" y="5519082"/>
            <a:ext cx="940724" cy="329253"/>
          </a:xfrm>
          <a:prstGeom prst="roundRect">
            <a:avLst>
              <a:gd name="adj" fmla="val 50000"/>
            </a:avLst>
          </a:prstGeom>
          <a:solidFill>
            <a:srgbClr val="C00000">
              <a:alpha val="9259"/>
            </a:srgbClr>
          </a:solidFill>
          <a:ln w="13335">
            <a:solidFill>
              <a:srgbClr val="C0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tate-4-label-096">
            <a:extLst>
              <a:ext uri="{FF2B5EF4-FFF2-40B4-BE49-F238E27FC236}">
                <a16:creationId xmlns:a16="http://schemas.microsoft.com/office/drawing/2014/main" id="{02BFB0FB-CFF5-42EE-BE2A-346D3FD8A8FE}"/>
              </a:ext>
            </a:extLst>
          </p:cNvPr>
          <p:cNvSpPr>
            <a:spLocks noGrp="1"/>
          </p:cNvSpPr>
          <p:nvPr/>
        </p:nvSpPr>
        <p:spPr>
          <a:xfrm>
            <a:off x="8713453" y="5524961"/>
            <a:ext cx="623229" cy="317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988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已流失</a:t>
            </a:r>
            <a:endParaRPr sz="988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97" name="state-0-to-1-line-097">
            <a:extLst>
              <a:ext uri="{FF2B5EF4-FFF2-40B4-BE49-F238E27FC236}">
                <a16:creationId xmlns:a16="http://schemas.microsoft.com/office/drawing/2014/main" id="{1721478D-4D88-4017-A1ED-795535E7488F}"/>
              </a:ext>
            </a:extLst>
          </p:cNvPr>
          <p:cNvSpPr>
            <a:spLocks noGrp="1"/>
          </p:cNvSpPr>
          <p:nvPr/>
        </p:nvSpPr>
        <p:spPr>
          <a:xfrm>
            <a:off x="4203859" y="5683708"/>
            <a:ext cx="331605" cy="59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state-0-to-1-head-098">
            <a:extLst>
              <a:ext uri="{FF2B5EF4-FFF2-40B4-BE49-F238E27FC236}">
                <a16:creationId xmlns:a16="http://schemas.microsoft.com/office/drawing/2014/main" id="{E937AF28-EFBE-4B8B-A107-A12AC1754F5C}"/>
              </a:ext>
            </a:extLst>
          </p:cNvPr>
          <p:cNvSpPr>
            <a:spLocks noGrp="1"/>
          </p:cNvSpPr>
          <p:nvPr/>
        </p:nvSpPr>
        <p:spPr>
          <a:xfrm rot="5400000">
            <a:off x="4523117" y="5639612"/>
            <a:ext cx="88193" cy="88193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tate-1-to-2-line-099">
            <a:extLst>
              <a:ext uri="{FF2B5EF4-FFF2-40B4-BE49-F238E27FC236}">
                <a16:creationId xmlns:a16="http://schemas.microsoft.com/office/drawing/2014/main" id="{4091EC11-2BFF-4AC0-8CAA-F52E4C550A3F}"/>
              </a:ext>
            </a:extLst>
          </p:cNvPr>
          <p:cNvSpPr>
            <a:spLocks noGrp="1"/>
          </p:cNvSpPr>
          <p:nvPr/>
        </p:nvSpPr>
        <p:spPr>
          <a:xfrm>
            <a:off x="5526751" y="5683708"/>
            <a:ext cx="331605" cy="59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tate-1-to-2-head-100">
            <a:extLst>
              <a:ext uri="{FF2B5EF4-FFF2-40B4-BE49-F238E27FC236}">
                <a16:creationId xmlns:a16="http://schemas.microsoft.com/office/drawing/2014/main" id="{93A0FFE3-5DA0-4717-8D70-21E30F9A4AD9}"/>
              </a:ext>
            </a:extLst>
          </p:cNvPr>
          <p:cNvSpPr>
            <a:spLocks noGrp="1"/>
          </p:cNvSpPr>
          <p:nvPr/>
        </p:nvSpPr>
        <p:spPr>
          <a:xfrm rot="5400000">
            <a:off x="5846010" y="5639612"/>
            <a:ext cx="88193" cy="88193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tate-2-to-3-line-101">
            <a:extLst>
              <a:ext uri="{FF2B5EF4-FFF2-40B4-BE49-F238E27FC236}">
                <a16:creationId xmlns:a16="http://schemas.microsoft.com/office/drawing/2014/main" id="{6690305C-06B9-4644-BF3B-28261B9CA8C0}"/>
              </a:ext>
            </a:extLst>
          </p:cNvPr>
          <p:cNvSpPr>
            <a:spLocks noGrp="1"/>
          </p:cNvSpPr>
          <p:nvPr/>
        </p:nvSpPr>
        <p:spPr>
          <a:xfrm>
            <a:off x="6849644" y="5683708"/>
            <a:ext cx="331605" cy="59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tate-2-to-3-head-102">
            <a:extLst>
              <a:ext uri="{FF2B5EF4-FFF2-40B4-BE49-F238E27FC236}">
                <a16:creationId xmlns:a16="http://schemas.microsoft.com/office/drawing/2014/main" id="{7D72F084-AB03-47DD-9907-6A7AFAEF634F}"/>
              </a:ext>
            </a:extLst>
          </p:cNvPr>
          <p:cNvSpPr>
            <a:spLocks noGrp="1"/>
          </p:cNvSpPr>
          <p:nvPr/>
        </p:nvSpPr>
        <p:spPr>
          <a:xfrm rot="5400000">
            <a:off x="7168903" y="5639612"/>
            <a:ext cx="88193" cy="88193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tate-3-to-4-line-103">
            <a:extLst>
              <a:ext uri="{FF2B5EF4-FFF2-40B4-BE49-F238E27FC236}">
                <a16:creationId xmlns:a16="http://schemas.microsoft.com/office/drawing/2014/main" id="{7E86E80A-91E9-4A36-9474-D6465C762F5A}"/>
              </a:ext>
            </a:extLst>
          </p:cNvPr>
          <p:cNvSpPr>
            <a:spLocks noGrp="1"/>
          </p:cNvSpPr>
          <p:nvPr/>
        </p:nvSpPr>
        <p:spPr>
          <a:xfrm>
            <a:off x="8172537" y="5683708"/>
            <a:ext cx="331605" cy="59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tate-3-to-4-head-104">
            <a:extLst>
              <a:ext uri="{FF2B5EF4-FFF2-40B4-BE49-F238E27FC236}">
                <a16:creationId xmlns:a16="http://schemas.microsoft.com/office/drawing/2014/main" id="{3513C101-8790-44C8-8F9E-080A82EBAEA1}"/>
              </a:ext>
            </a:extLst>
          </p:cNvPr>
          <p:cNvSpPr>
            <a:spLocks noGrp="1"/>
          </p:cNvSpPr>
          <p:nvPr/>
        </p:nvSpPr>
        <p:spPr>
          <a:xfrm rot="5400000">
            <a:off x="8491795" y="5639612"/>
            <a:ext cx="88193" cy="88193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enew-loop-left-105">
            <a:extLst>
              <a:ext uri="{FF2B5EF4-FFF2-40B4-BE49-F238E27FC236}">
                <a16:creationId xmlns:a16="http://schemas.microsoft.com/office/drawing/2014/main" id="{705A3428-A322-4AB7-9668-F4D4F8B0ABEA}"/>
              </a:ext>
            </a:extLst>
          </p:cNvPr>
          <p:cNvSpPr>
            <a:spLocks noGrp="1"/>
          </p:cNvSpPr>
          <p:nvPr/>
        </p:nvSpPr>
        <p:spPr>
          <a:xfrm flipV="1">
            <a:off x="7596344" y="5437366"/>
            <a:ext cx="0" cy="81715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renew-loop-top-106">
            <a:extLst>
              <a:ext uri="{FF2B5EF4-FFF2-40B4-BE49-F238E27FC236}">
                <a16:creationId xmlns:a16="http://schemas.microsoft.com/office/drawing/2014/main" id="{4616E224-CA98-4ECB-BDF7-7C8E923CB462}"/>
              </a:ext>
            </a:extLst>
          </p:cNvPr>
          <p:cNvSpPr>
            <a:spLocks noGrp="1"/>
          </p:cNvSpPr>
          <p:nvPr/>
        </p:nvSpPr>
        <p:spPr>
          <a:xfrm>
            <a:off x="7596343" y="5430889"/>
            <a:ext cx="388049" cy="59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renew-loop-right-107">
            <a:extLst>
              <a:ext uri="{FF2B5EF4-FFF2-40B4-BE49-F238E27FC236}">
                <a16:creationId xmlns:a16="http://schemas.microsoft.com/office/drawing/2014/main" id="{CB313130-2E41-458B-98DE-07BB66B00B58}"/>
              </a:ext>
            </a:extLst>
          </p:cNvPr>
          <p:cNvSpPr>
            <a:spLocks noGrp="1"/>
          </p:cNvSpPr>
          <p:nvPr/>
        </p:nvSpPr>
        <p:spPr>
          <a:xfrm>
            <a:off x="7984451" y="5430975"/>
            <a:ext cx="0" cy="82227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new-loop-head-108">
            <a:extLst>
              <a:ext uri="{FF2B5EF4-FFF2-40B4-BE49-F238E27FC236}">
                <a16:creationId xmlns:a16="http://schemas.microsoft.com/office/drawing/2014/main" id="{9F9523AB-61CC-4B7B-8907-54B1A418C485}"/>
              </a:ext>
            </a:extLst>
          </p:cNvPr>
          <p:cNvSpPr>
            <a:spLocks noGrp="1"/>
          </p:cNvSpPr>
          <p:nvPr/>
        </p:nvSpPr>
        <p:spPr>
          <a:xfrm rot="10800000">
            <a:off x="7943235" y="5501443"/>
            <a:ext cx="82313" cy="82313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try-down-109">
            <a:extLst>
              <a:ext uri="{FF2B5EF4-FFF2-40B4-BE49-F238E27FC236}">
                <a16:creationId xmlns:a16="http://schemas.microsoft.com/office/drawing/2014/main" id="{9BF33E56-9C0C-4854-AB81-3274185AFA54}"/>
              </a:ext>
            </a:extLst>
          </p:cNvPr>
          <p:cNvSpPr>
            <a:spLocks noGrp="1"/>
          </p:cNvSpPr>
          <p:nvPr/>
        </p:nvSpPr>
        <p:spPr>
          <a:xfrm>
            <a:off x="9025068" y="5860094"/>
            <a:ext cx="59" cy="182265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try-back-110">
            <a:extLst>
              <a:ext uri="{FF2B5EF4-FFF2-40B4-BE49-F238E27FC236}">
                <a16:creationId xmlns:a16="http://schemas.microsoft.com/office/drawing/2014/main" id="{FD519553-1294-4313-A117-2FC8E880B1A4}"/>
              </a:ext>
            </a:extLst>
          </p:cNvPr>
          <p:cNvSpPr>
            <a:spLocks noGrp="1"/>
          </p:cNvSpPr>
          <p:nvPr/>
        </p:nvSpPr>
        <p:spPr>
          <a:xfrm>
            <a:off x="6379282" y="6042359"/>
            <a:ext cx="2645785" cy="59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try-up-111">
            <a:extLst>
              <a:ext uri="{FF2B5EF4-FFF2-40B4-BE49-F238E27FC236}">
                <a16:creationId xmlns:a16="http://schemas.microsoft.com/office/drawing/2014/main" id="{7EDD4DEC-237B-43C1-8E51-3B50E20F03AD}"/>
              </a:ext>
            </a:extLst>
          </p:cNvPr>
          <p:cNvSpPr>
            <a:spLocks noGrp="1"/>
          </p:cNvSpPr>
          <p:nvPr/>
        </p:nvSpPr>
        <p:spPr>
          <a:xfrm flipV="1">
            <a:off x="6379282" y="5865973"/>
            <a:ext cx="59" cy="176386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retry-head-112">
            <a:extLst>
              <a:ext uri="{FF2B5EF4-FFF2-40B4-BE49-F238E27FC236}">
                <a16:creationId xmlns:a16="http://schemas.microsoft.com/office/drawing/2014/main" id="{14F0592E-12DA-4879-9E9D-A73661E7659D}"/>
              </a:ext>
            </a:extLst>
          </p:cNvPr>
          <p:cNvSpPr>
            <a:spLocks noGrp="1"/>
          </p:cNvSpPr>
          <p:nvPr/>
        </p:nvSpPr>
        <p:spPr>
          <a:xfrm>
            <a:off x="6338126" y="5795419"/>
            <a:ext cx="82313" cy="82313"/>
          </a:xfrm>
          <a:prstGeom prst="triangle">
            <a:avLst/>
          </a:prstGeom>
          <a:solidFill>
            <a:srgbClr val="C000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ransition-label-1-113">
            <a:extLst>
              <a:ext uri="{FF2B5EF4-FFF2-40B4-BE49-F238E27FC236}">
                <a16:creationId xmlns:a16="http://schemas.microsoft.com/office/drawing/2014/main" id="{40E24D77-5B74-406E-9A44-1705A55433E9}"/>
              </a:ext>
            </a:extLst>
          </p:cNvPr>
          <p:cNvSpPr>
            <a:spLocks noGrp="1"/>
          </p:cNvSpPr>
          <p:nvPr/>
        </p:nvSpPr>
        <p:spPr>
          <a:xfrm>
            <a:off x="4068630" y="5342696"/>
            <a:ext cx="634988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营销+口碑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4" name="transition-label-2-114">
            <a:extLst>
              <a:ext uri="{FF2B5EF4-FFF2-40B4-BE49-F238E27FC236}">
                <a16:creationId xmlns:a16="http://schemas.microsoft.com/office/drawing/2014/main" id="{7A22A9DC-F62B-4D0A-A5E8-FB32EC9F988A}"/>
              </a:ext>
            </a:extLst>
          </p:cNvPr>
          <p:cNvSpPr>
            <a:spLocks noGrp="1"/>
          </p:cNvSpPr>
          <p:nvPr/>
        </p:nvSpPr>
        <p:spPr>
          <a:xfrm>
            <a:off x="5426800" y="5342696"/>
            <a:ext cx="634988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发生试用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5" name="transition-label-3-115">
            <a:extLst>
              <a:ext uri="{FF2B5EF4-FFF2-40B4-BE49-F238E27FC236}">
                <a16:creationId xmlns:a16="http://schemas.microsoft.com/office/drawing/2014/main" id="{C4A544A2-CF8F-475A-9EA1-F0EDD04FEFD2}"/>
              </a:ext>
            </a:extLst>
          </p:cNvPr>
          <p:cNvSpPr>
            <a:spLocks noGrp="1"/>
          </p:cNvSpPr>
          <p:nvPr/>
        </p:nvSpPr>
        <p:spPr>
          <a:xfrm>
            <a:off x="6749692" y="5360393"/>
            <a:ext cx="634988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订阅套餐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6" name="transition-label-4-116">
            <a:extLst>
              <a:ext uri="{FF2B5EF4-FFF2-40B4-BE49-F238E27FC236}">
                <a16:creationId xmlns:a16="http://schemas.microsoft.com/office/drawing/2014/main" id="{5C18934E-1562-4FD6-9F94-39B1D7950DB6}"/>
              </a:ext>
            </a:extLst>
          </p:cNvPr>
          <p:cNvSpPr>
            <a:spLocks noGrp="1"/>
          </p:cNvSpPr>
          <p:nvPr/>
        </p:nvSpPr>
        <p:spPr>
          <a:xfrm>
            <a:off x="8013790" y="5342696"/>
            <a:ext cx="634988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未续订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7" name="renew-label-117">
            <a:extLst>
              <a:ext uri="{FF2B5EF4-FFF2-40B4-BE49-F238E27FC236}">
                <a16:creationId xmlns:a16="http://schemas.microsoft.com/office/drawing/2014/main" id="{B5162FBF-F6C2-4104-A08E-DF97A6E4F9DE}"/>
              </a:ext>
            </a:extLst>
          </p:cNvPr>
          <p:cNvSpPr>
            <a:spLocks noGrp="1"/>
          </p:cNvSpPr>
          <p:nvPr/>
        </p:nvSpPr>
        <p:spPr>
          <a:xfrm>
            <a:off x="7543428" y="5289780"/>
            <a:ext cx="493880" cy="12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8" name="retry-label-bg-118">
            <a:extLst>
              <a:ext uri="{FF2B5EF4-FFF2-40B4-BE49-F238E27FC236}">
                <a16:creationId xmlns:a16="http://schemas.microsoft.com/office/drawing/2014/main" id="{2281A966-E5D3-45C8-8074-E75FE159E2C0}"/>
              </a:ext>
            </a:extLst>
          </p:cNvPr>
          <p:cNvSpPr>
            <a:spLocks noGrp="1"/>
          </p:cNvSpPr>
          <p:nvPr/>
        </p:nvSpPr>
        <p:spPr>
          <a:xfrm>
            <a:off x="6820247" y="5971805"/>
            <a:ext cx="1793254" cy="146988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48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imulation-module-120">
            <a:extLst>
              <a:ext uri="{FF2B5EF4-FFF2-40B4-BE49-F238E27FC236}">
                <a16:creationId xmlns:a16="http://schemas.microsoft.com/office/drawing/2014/main" id="{431B7770-9451-42E7-984F-76BA1D01522E}"/>
              </a:ext>
            </a:extLst>
          </p:cNvPr>
          <p:cNvSpPr>
            <a:spLocks noGrp="1"/>
          </p:cNvSpPr>
          <p:nvPr/>
        </p:nvSpPr>
        <p:spPr>
          <a:xfrm>
            <a:off x="2998557" y="6325589"/>
            <a:ext cx="6996632" cy="1897606"/>
          </a:xfrm>
          <a:prstGeom prst="roundRect">
            <a:avLst>
              <a:gd name="adj" fmla="val 5732"/>
            </a:avLst>
          </a:prstGeom>
          <a:solidFill>
            <a:srgbClr val="FBFBFB"/>
          </a:solidFill>
          <a:ln w="1714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imulation-title-121">
            <a:extLst>
              <a:ext uri="{FF2B5EF4-FFF2-40B4-BE49-F238E27FC236}">
                <a16:creationId xmlns:a16="http://schemas.microsoft.com/office/drawing/2014/main" id="{4FBED134-97A9-4332-8AEB-0CB0B4A2B29A}"/>
              </a:ext>
            </a:extLst>
          </p:cNvPr>
          <p:cNvSpPr>
            <a:spLocks noGrp="1"/>
          </p:cNvSpPr>
          <p:nvPr/>
        </p:nvSpPr>
        <p:spPr>
          <a:xfrm>
            <a:off x="3116147" y="6366389"/>
            <a:ext cx="6761451" cy="2057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城市仿真层面：时间步进</a:t>
            </a:r>
            <a:r>
              <a:rPr sz="1235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仿真进程</a:t>
            </a:r>
            <a:endParaRPr sz="1235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22" name="simulation-subtitle-122">
            <a:extLst>
              <a:ext uri="{FF2B5EF4-FFF2-40B4-BE49-F238E27FC236}">
                <a16:creationId xmlns:a16="http://schemas.microsoft.com/office/drawing/2014/main" id="{E9808384-F36B-49E1-B0D5-D1E75BAC596A}"/>
              </a:ext>
            </a:extLst>
          </p:cNvPr>
          <p:cNvSpPr>
            <a:spLocks noGrp="1"/>
          </p:cNvSpPr>
          <p:nvPr/>
        </p:nvSpPr>
        <p:spPr>
          <a:xfrm>
            <a:off x="3116147" y="6605750"/>
            <a:ext cx="6761451" cy="158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988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6个半年策略阶段</a:t>
            </a:r>
            <a:r>
              <a:rPr lang="zh-CN" altLang="en-US" sz="988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以周为单位步进（</a:t>
            </a:r>
            <a:r>
              <a:rPr sz="988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每阶段26周</a:t>
            </a:r>
            <a:r>
              <a:rPr lang="zh-CN" altLang="en-US" sz="988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）</a:t>
            </a:r>
            <a:endParaRPr sz="988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23" name="precompute-card-body-123">
            <a:extLst>
              <a:ext uri="{FF2B5EF4-FFF2-40B4-BE49-F238E27FC236}">
                <a16:creationId xmlns:a16="http://schemas.microsoft.com/office/drawing/2014/main" id="{FAA2D951-A0DF-4018-9043-CC319DF75BD5}"/>
              </a:ext>
            </a:extLst>
          </p:cNvPr>
          <p:cNvSpPr>
            <a:spLocks noGrp="1"/>
          </p:cNvSpPr>
          <p:nvPr/>
        </p:nvSpPr>
        <p:spPr>
          <a:xfrm>
            <a:off x="3174942" y="6812576"/>
            <a:ext cx="1469881" cy="1041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precompute-card-title-124">
            <a:extLst>
              <a:ext uri="{FF2B5EF4-FFF2-40B4-BE49-F238E27FC236}">
                <a16:creationId xmlns:a16="http://schemas.microsoft.com/office/drawing/2014/main" id="{657D48D9-A085-478E-9967-41D146A23EA3}"/>
              </a:ext>
            </a:extLst>
          </p:cNvPr>
          <p:cNvSpPr>
            <a:spLocks noGrp="1"/>
          </p:cNvSpPr>
          <p:nvPr/>
        </p:nvSpPr>
        <p:spPr>
          <a:xfrm>
            <a:off x="3404244" y="6840893"/>
            <a:ext cx="1305254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阶段初预计算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precompute-bullets-dot-1-125">
            <a:extLst>
              <a:ext uri="{FF2B5EF4-FFF2-40B4-BE49-F238E27FC236}">
                <a16:creationId xmlns:a16="http://schemas.microsoft.com/office/drawing/2014/main" id="{7BFBEAFD-596D-4C8B-A509-ADF8086DDC0F}"/>
              </a:ext>
            </a:extLst>
          </p:cNvPr>
          <p:cNvSpPr>
            <a:spLocks noGrp="1"/>
          </p:cNvSpPr>
          <p:nvPr/>
        </p:nvSpPr>
        <p:spPr>
          <a:xfrm>
            <a:off x="3280773" y="7135991"/>
            <a:ext cx="30574" cy="30574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precompute-bullets-text-1-126">
            <a:extLst>
              <a:ext uri="{FF2B5EF4-FFF2-40B4-BE49-F238E27FC236}">
                <a16:creationId xmlns:a16="http://schemas.microsoft.com/office/drawing/2014/main" id="{FCE2D9C2-0850-4016-ABDA-89CC90A76220}"/>
              </a:ext>
            </a:extLst>
          </p:cNvPr>
          <p:cNvSpPr>
            <a:spLocks noGrp="1"/>
          </p:cNvSpPr>
          <p:nvPr/>
        </p:nvSpPr>
        <p:spPr>
          <a:xfrm>
            <a:off x="3307231" y="7051761"/>
            <a:ext cx="1340081" cy="358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更新</a:t>
            </a:r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各分区策略变量</a:t>
            </a:r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与套餐价格</a:t>
            </a:r>
            <a:endParaRPr kumimoji="1" sz="864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precompute-bullets-dot-2-127">
            <a:extLst>
              <a:ext uri="{FF2B5EF4-FFF2-40B4-BE49-F238E27FC236}">
                <a16:creationId xmlns:a16="http://schemas.microsoft.com/office/drawing/2014/main" id="{03275082-CE8F-4FF2-95E8-EB8B2811C5F2}"/>
              </a:ext>
            </a:extLst>
          </p:cNvPr>
          <p:cNvSpPr>
            <a:spLocks noGrp="1"/>
          </p:cNvSpPr>
          <p:nvPr/>
        </p:nvSpPr>
        <p:spPr>
          <a:xfrm>
            <a:off x="3280773" y="7432924"/>
            <a:ext cx="30574" cy="30574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precompute-bullets-text-2-128">
            <a:extLst>
              <a:ext uri="{FF2B5EF4-FFF2-40B4-BE49-F238E27FC236}">
                <a16:creationId xmlns:a16="http://schemas.microsoft.com/office/drawing/2014/main" id="{A5AF0DCD-0B67-4720-806E-F937FA29187A}"/>
              </a:ext>
            </a:extLst>
          </p:cNvPr>
          <p:cNvSpPr>
            <a:spLocks noGrp="1"/>
          </p:cNvSpPr>
          <p:nvPr/>
        </p:nvSpPr>
        <p:spPr>
          <a:xfrm>
            <a:off x="3321930" y="7340432"/>
            <a:ext cx="1325381" cy="358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智能体</a:t>
            </a:r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行为概率与最优套餐</a:t>
            </a:r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更新</a:t>
            </a:r>
            <a:endParaRPr kumimoji="1" sz="864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precompute-bullets-dot-3-129">
            <a:extLst>
              <a:ext uri="{FF2B5EF4-FFF2-40B4-BE49-F238E27FC236}">
                <a16:creationId xmlns:a16="http://schemas.microsoft.com/office/drawing/2014/main" id="{96545F6B-5154-479B-8E9E-25AD126DD76B}"/>
              </a:ext>
            </a:extLst>
          </p:cNvPr>
          <p:cNvSpPr>
            <a:spLocks noGrp="1"/>
          </p:cNvSpPr>
          <p:nvPr/>
        </p:nvSpPr>
        <p:spPr>
          <a:xfrm>
            <a:off x="3280773" y="7734655"/>
            <a:ext cx="30574" cy="30574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precompute-bullets-text-3-130">
            <a:extLst>
              <a:ext uri="{FF2B5EF4-FFF2-40B4-BE49-F238E27FC236}">
                <a16:creationId xmlns:a16="http://schemas.microsoft.com/office/drawing/2014/main" id="{477A7F92-F73D-42CA-AB03-F3B36C9F6C51}"/>
              </a:ext>
            </a:extLst>
          </p:cNvPr>
          <p:cNvSpPr>
            <a:spLocks noGrp="1"/>
          </p:cNvSpPr>
          <p:nvPr/>
        </p:nvSpPr>
        <p:spPr>
          <a:xfrm>
            <a:off x="3351328" y="7679388"/>
            <a:ext cx="1199423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1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营销预算空间分配</a:t>
            </a:r>
            <a:endParaRPr kumimoji="1" sz="864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weekly-loop-card-131">
            <a:extLst>
              <a:ext uri="{FF2B5EF4-FFF2-40B4-BE49-F238E27FC236}">
                <a16:creationId xmlns:a16="http://schemas.microsoft.com/office/drawing/2014/main" id="{0818AD93-3D16-4899-BBCB-851E1A7FA134}"/>
              </a:ext>
            </a:extLst>
          </p:cNvPr>
          <p:cNvSpPr>
            <a:spLocks noGrp="1"/>
          </p:cNvSpPr>
          <p:nvPr/>
        </p:nvSpPr>
        <p:spPr>
          <a:xfrm>
            <a:off x="4868245" y="6812110"/>
            <a:ext cx="3433641" cy="1093591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weekly-loop-title-132">
            <a:extLst>
              <a:ext uri="{FF2B5EF4-FFF2-40B4-BE49-F238E27FC236}">
                <a16:creationId xmlns:a16="http://schemas.microsoft.com/office/drawing/2014/main" id="{06EC738F-84F1-4872-98C1-971558584B27}"/>
              </a:ext>
            </a:extLst>
          </p:cNvPr>
          <p:cNvSpPr>
            <a:spLocks noGrp="1"/>
          </p:cNvSpPr>
          <p:nvPr/>
        </p:nvSpPr>
        <p:spPr>
          <a:xfrm>
            <a:off x="5144583" y="6837188"/>
            <a:ext cx="2949986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阶段内</a:t>
            </a:r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周循环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weekly-step-1-133">
            <a:extLst>
              <a:ext uri="{FF2B5EF4-FFF2-40B4-BE49-F238E27FC236}">
                <a16:creationId xmlns:a16="http://schemas.microsoft.com/office/drawing/2014/main" id="{CD431A96-EAC5-4565-BF5A-550D2A768BDE}"/>
              </a:ext>
            </a:extLst>
          </p:cNvPr>
          <p:cNvSpPr>
            <a:spLocks noGrp="1"/>
          </p:cNvSpPr>
          <p:nvPr/>
        </p:nvSpPr>
        <p:spPr>
          <a:xfrm>
            <a:off x="4997595" y="7159002"/>
            <a:ext cx="734940" cy="446844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weekly-step-1-title-134">
            <a:extLst>
              <a:ext uri="{FF2B5EF4-FFF2-40B4-BE49-F238E27FC236}">
                <a16:creationId xmlns:a16="http://schemas.microsoft.com/office/drawing/2014/main" id="{D701E621-A6D9-4843-B5E5-4216181B23E1}"/>
              </a:ext>
            </a:extLst>
          </p:cNvPr>
          <p:cNvSpPr>
            <a:spLocks noGrp="1"/>
          </p:cNvSpPr>
          <p:nvPr/>
        </p:nvSpPr>
        <p:spPr>
          <a:xfrm>
            <a:off x="5026992" y="7167301"/>
            <a:ext cx="676145" cy="1646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864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认知抽样</a:t>
            </a:r>
            <a:endParaRPr sz="864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5" name="weekly-step-1-sub-135">
            <a:extLst>
              <a:ext uri="{FF2B5EF4-FFF2-40B4-BE49-F238E27FC236}">
                <a16:creationId xmlns:a16="http://schemas.microsoft.com/office/drawing/2014/main" id="{9E4C6965-2C2C-4B88-B5C4-A4CBF368E329}"/>
              </a:ext>
            </a:extLst>
          </p:cNvPr>
          <p:cNvSpPr>
            <a:spLocks noGrp="1"/>
          </p:cNvSpPr>
          <p:nvPr/>
        </p:nvSpPr>
        <p:spPr>
          <a:xfrm>
            <a:off x="5026992" y="7400062"/>
            <a:ext cx="676145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扩散</a:t>
            </a:r>
            <a:endParaRPr lang="en-US"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触达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6" name="weekly-step-2-136">
            <a:extLst>
              <a:ext uri="{FF2B5EF4-FFF2-40B4-BE49-F238E27FC236}">
                <a16:creationId xmlns:a16="http://schemas.microsoft.com/office/drawing/2014/main" id="{9CA07968-DD51-47C6-8F3C-2CBCC3960B9B}"/>
              </a:ext>
            </a:extLst>
          </p:cNvPr>
          <p:cNvSpPr>
            <a:spLocks noGrp="1"/>
          </p:cNvSpPr>
          <p:nvPr/>
        </p:nvSpPr>
        <p:spPr>
          <a:xfrm>
            <a:off x="5803089" y="7159002"/>
            <a:ext cx="734940" cy="446844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weekly-step-2-title-137">
            <a:extLst>
              <a:ext uri="{FF2B5EF4-FFF2-40B4-BE49-F238E27FC236}">
                <a16:creationId xmlns:a16="http://schemas.microsoft.com/office/drawing/2014/main" id="{FA6D1BE5-8EFE-4CF8-9F90-F7581FCF1B08}"/>
              </a:ext>
            </a:extLst>
          </p:cNvPr>
          <p:cNvSpPr>
            <a:spLocks noGrp="1"/>
          </p:cNvSpPr>
          <p:nvPr/>
        </p:nvSpPr>
        <p:spPr>
          <a:xfrm>
            <a:off x="5832487" y="7167301"/>
            <a:ext cx="676145" cy="1646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864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试用累积</a:t>
            </a:r>
            <a:endParaRPr sz="864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8" name="weekly-step-2-sub-138">
            <a:extLst>
              <a:ext uri="{FF2B5EF4-FFF2-40B4-BE49-F238E27FC236}">
                <a16:creationId xmlns:a16="http://schemas.microsoft.com/office/drawing/2014/main" id="{7A6300F9-9D35-4D64-8448-2F865670ADEB}"/>
              </a:ext>
            </a:extLst>
          </p:cNvPr>
          <p:cNvSpPr>
            <a:spLocks noGrp="1"/>
          </p:cNvSpPr>
          <p:nvPr/>
        </p:nvSpPr>
        <p:spPr>
          <a:xfrm>
            <a:off x="5832487" y="7400062"/>
            <a:ext cx="676145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</a:t>
            </a: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次数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9" name="weekly-step-3-139">
            <a:extLst>
              <a:ext uri="{FF2B5EF4-FFF2-40B4-BE49-F238E27FC236}">
                <a16:creationId xmlns:a16="http://schemas.microsoft.com/office/drawing/2014/main" id="{944215F6-1BC1-4185-9883-9EF86BFE67A3}"/>
              </a:ext>
            </a:extLst>
          </p:cNvPr>
          <p:cNvSpPr>
            <a:spLocks noGrp="1"/>
          </p:cNvSpPr>
          <p:nvPr/>
        </p:nvSpPr>
        <p:spPr>
          <a:xfrm>
            <a:off x="6608584" y="7159002"/>
            <a:ext cx="734940" cy="446844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weekly-step-3-title-140">
            <a:extLst>
              <a:ext uri="{FF2B5EF4-FFF2-40B4-BE49-F238E27FC236}">
                <a16:creationId xmlns:a16="http://schemas.microsoft.com/office/drawing/2014/main" id="{76F4B24C-156E-4780-A5CC-64693977D94E}"/>
              </a:ext>
            </a:extLst>
          </p:cNvPr>
          <p:cNvSpPr>
            <a:spLocks noGrp="1"/>
          </p:cNvSpPr>
          <p:nvPr/>
        </p:nvSpPr>
        <p:spPr>
          <a:xfrm>
            <a:off x="6637982" y="7167301"/>
            <a:ext cx="676145" cy="1646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864" b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订阅套餐</a:t>
            </a:r>
          </a:p>
        </p:txBody>
      </p:sp>
      <p:sp>
        <p:nvSpPr>
          <p:cNvPr id="141" name="weekly-step-3-sub-141">
            <a:extLst>
              <a:ext uri="{FF2B5EF4-FFF2-40B4-BE49-F238E27FC236}">
                <a16:creationId xmlns:a16="http://schemas.microsoft.com/office/drawing/2014/main" id="{F3839AC9-F0EF-4FEB-A335-AE0803CF7603}"/>
              </a:ext>
            </a:extLst>
          </p:cNvPr>
          <p:cNvSpPr>
            <a:spLocks noGrp="1"/>
          </p:cNvSpPr>
          <p:nvPr/>
        </p:nvSpPr>
        <p:spPr>
          <a:xfrm>
            <a:off x="6637982" y="7400062"/>
            <a:ext cx="676145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选择</a:t>
            </a: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最优</a:t>
            </a: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2" name="weekly-step-4-142">
            <a:extLst>
              <a:ext uri="{FF2B5EF4-FFF2-40B4-BE49-F238E27FC236}">
                <a16:creationId xmlns:a16="http://schemas.microsoft.com/office/drawing/2014/main" id="{00AC920E-64AA-4E9F-85B4-6014FBBD47BD}"/>
              </a:ext>
            </a:extLst>
          </p:cNvPr>
          <p:cNvSpPr>
            <a:spLocks noGrp="1"/>
          </p:cNvSpPr>
          <p:nvPr/>
        </p:nvSpPr>
        <p:spPr>
          <a:xfrm>
            <a:off x="7414079" y="7159002"/>
            <a:ext cx="734940" cy="446844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weekly-step-4-title-143">
            <a:extLst>
              <a:ext uri="{FF2B5EF4-FFF2-40B4-BE49-F238E27FC236}">
                <a16:creationId xmlns:a16="http://schemas.microsoft.com/office/drawing/2014/main" id="{D62D0BB0-167D-4DE7-91B1-F1B721982267}"/>
              </a:ext>
            </a:extLst>
          </p:cNvPr>
          <p:cNvSpPr>
            <a:spLocks noGrp="1"/>
          </p:cNvSpPr>
          <p:nvPr/>
        </p:nvSpPr>
        <p:spPr>
          <a:xfrm>
            <a:off x="7443476" y="7167301"/>
            <a:ext cx="676145" cy="1646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r>
              <a:rPr sz="864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</a:t>
            </a:r>
            <a:endParaRPr sz="864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4" name="weekly-step-4-sub-144">
            <a:extLst>
              <a:ext uri="{FF2B5EF4-FFF2-40B4-BE49-F238E27FC236}">
                <a16:creationId xmlns:a16="http://schemas.microsoft.com/office/drawing/2014/main" id="{8B899A25-9418-45C7-9B2E-706449EE8C23}"/>
              </a:ext>
            </a:extLst>
          </p:cNvPr>
          <p:cNvSpPr>
            <a:spLocks noGrp="1"/>
          </p:cNvSpPr>
          <p:nvPr/>
        </p:nvSpPr>
        <p:spPr>
          <a:xfrm>
            <a:off x="7443476" y="7400062"/>
            <a:ext cx="676145" cy="135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用户</a:t>
            </a:r>
            <a:endParaRPr lang="en-US" altLang="zh-CN"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864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留存／流失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5" name="weekly-update-note-145">
            <a:extLst>
              <a:ext uri="{FF2B5EF4-FFF2-40B4-BE49-F238E27FC236}">
                <a16:creationId xmlns:a16="http://schemas.microsoft.com/office/drawing/2014/main" id="{A865701C-4F13-4035-86DC-0AE9F71AC0F6}"/>
              </a:ext>
            </a:extLst>
          </p:cNvPr>
          <p:cNvSpPr>
            <a:spLocks noGrp="1"/>
          </p:cNvSpPr>
          <p:nvPr/>
        </p:nvSpPr>
        <p:spPr>
          <a:xfrm>
            <a:off x="4997594" y="7670520"/>
            <a:ext cx="3174942" cy="1469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每个仿真步后</a:t>
            </a: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</a:t>
            </a:r>
            <a:r>
              <a:rPr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：</a:t>
            </a:r>
            <a:r>
              <a:rPr lang="zh-CN" altLang="en-US"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</a:t>
            </a: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状态</a:t>
            </a:r>
            <a:r>
              <a:rPr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、</a:t>
            </a:r>
            <a:r>
              <a:rPr lang="zh-CN" altLang="en-US"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</a:t>
            </a: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分区订阅规模与扩散份额</a:t>
            </a:r>
            <a:endParaRPr sz="988" dirty="0">
              <a:solidFill>
                <a:srgbClr val="777C82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6" name="snapshot-card-body-146">
            <a:extLst>
              <a:ext uri="{FF2B5EF4-FFF2-40B4-BE49-F238E27FC236}">
                <a16:creationId xmlns:a16="http://schemas.microsoft.com/office/drawing/2014/main" id="{916865EB-94BB-4D57-854E-85C3B65DA097}"/>
              </a:ext>
            </a:extLst>
          </p:cNvPr>
          <p:cNvSpPr>
            <a:spLocks noGrp="1"/>
          </p:cNvSpPr>
          <p:nvPr/>
        </p:nvSpPr>
        <p:spPr>
          <a:xfrm>
            <a:off x="8513549" y="6917941"/>
            <a:ext cx="1293495" cy="881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snapshot-card-title-147">
            <a:extLst>
              <a:ext uri="{FF2B5EF4-FFF2-40B4-BE49-F238E27FC236}">
                <a16:creationId xmlns:a16="http://schemas.microsoft.com/office/drawing/2014/main" id="{CEE4C07E-35B6-4C58-A8B6-CED7BB08D046}"/>
              </a:ext>
            </a:extLst>
          </p:cNvPr>
          <p:cNvSpPr>
            <a:spLocks noGrp="1"/>
          </p:cNvSpPr>
          <p:nvPr/>
        </p:nvSpPr>
        <p:spPr>
          <a:xfrm>
            <a:off x="8595862" y="6964978"/>
            <a:ext cx="1128868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阶段末</a:t>
            </a:r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目标输出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snapshot-note-149">
            <a:extLst>
              <a:ext uri="{FF2B5EF4-FFF2-40B4-BE49-F238E27FC236}">
                <a16:creationId xmlns:a16="http://schemas.microsoft.com/office/drawing/2014/main" id="{68A1A0DF-4632-4D24-BE40-3CD3F172AAB4}"/>
              </a:ext>
            </a:extLst>
          </p:cNvPr>
          <p:cNvSpPr>
            <a:spLocks noGrp="1"/>
          </p:cNvSpPr>
          <p:nvPr/>
        </p:nvSpPr>
        <p:spPr>
          <a:xfrm>
            <a:off x="8584103" y="7205202"/>
            <a:ext cx="1152386" cy="624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各分区</a:t>
            </a:r>
            <a:endParaRPr kumimoji="1" lang="en-US" altLang="zh-CN" sz="864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采纳率、净收入、碳减排</a:t>
            </a:r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三目标</a:t>
            </a:r>
            <a:r>
              <a:rPr kumimoji="1" lang="zh-CN" altLang="en-US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值</a:t>
            </a:r>
            <a:endParaRPr kumimoji="1" sz="864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sz="864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进入阶段</a:t>
            </a:r>
            <a:r>
              <a:rPr kumimoji="1" sz="864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k + 1</a:t>
            </a:r>
          </a:p>
        </p:txBody>
      </p:sp>
      <p:sp>
        <p:nvSpPr>
          <p:cNvPr id="150" name="precompute-to-weekly-line-150">
            <a:extLst>
              <a:ext uri="{FF2B5EF4-FFF2-40B4-BE49-F238E27FC236}">
                <a16:creationId xmlns:a16="http://schemas.microsoft.com/office/drawing/2014/main" id="{E2249974-1B41-4930-AAF7-CA485E8D3CDC}"/>
              </a:ext>
            </a:extLst>
          </p:cNvPr>
          <p:cNvSpPr>
            <a:spLocks noGrp="1"/>
          </p:cNvSpPr>
          <p:nvPr/>
        </p:nvSpPr>
        <p:spPr>
          <a:xfrm>
            <a:off x="4640659" y="7358181"/>
            <a:ext cx="182030" cy="59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precompute-to-weekly-head-151">
            <a:extLst>
              <a:ext uri="{FF2B5EF4-FFF2-40B4-BE49-F238E27FC236}">
                <a16:creationId xmlns:a16="http://schemas.microsoft.com/office/drawing/2014/main" id="{E737CC40-6327-49A4-8506-DC48DC28C492}"/>
              </a:ext>
            </a:extLst>
          </p:cNvPr>
          <p:cNvSpPr>
            <a:spLocks noGrp="1"/>
          </p:cNvSpPr>
          <p:nvPr/>
        </p:nvSpPr>
        <p:spPr>
          <a:xfrm rot="5400000">
            <a:off x="4813683" y="7311869"/>
            <a:ext cx="94072" cy="94072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weekly-to-snapshot-line-152">
            <a:extLst>
              <a:ext uri="{FF2B5EF4-FFF2-40B4-BE49-F238E27FC236}">
                <a16:creationId xmlns:a16="http://schemas.microsoft.com/office/drawing/2014/main" id="{7BEB6803-DFB1-4422-B5E0-3A8EFFAF708D}"/>
              </a:ext>
            </a:extLst>
          </p:cNvPr>
          <p:cNvSpPr>
            <a:spLocks noGrp="1"/>
          </p:cNvSpPr>
          <p:nvPr/>
        </p:nvSpPr>
        <p:spPr>
          <a:xfrm>
            <a:off x="8301886" y="7358906"/>
            <a:ext cx="170271" cy="59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weekly-to-snapshot-head-153">
            <a:extLst>
              <a:ext uri="{FF2B5EF4-FFF2-40B4-BE49-F238E27FC236}">
                <a16:creationId xmlns:a16="http://schemas.microsoft.com/office/drawing/2014/main" id="{CD241AE6-101F-4380-AE4A-6ECF28A1B253}"/>
              </a:ext>
            </a:extLst>
          </p:cNvPr>
          <p:cNvSpPr>
            <a:spLocks noGrp="1"/>
          </p:cNvSpPr>
          <p:nvPr/>
        </p:nvSpPr>
        <p:spPr>
          <a:xfrm rot="5400000">
            <a:off x="8458987" y="7311869"/>
            <a:ext cx="94072" cy="94072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weekly-step-1-line-154">
            <a:extLst>
              <a:ext uri="{FF2B5EF4-FFF2-40B4-BE49-F238E27FC236}">
                <a16:creationId xmlns:a16="http://schemas.microsoft.com/office/drawing/2014/main" id="{AE4F8E14-55C5-43CC-A7DC-CA70E9FC91ED}"/>
              </a:ext>
            </a:extLst>
          </p:cNvPr>
          <p:cNvSpPr>
            <a:spLocks noGrp="1"/>
          </p:cNvSpPr>
          <p:nvPr/>
        </p:nvSpPr>
        <p:spPr>
          <a:xfrm>
            <a:off x="5732535" y="7382424"/>
            <a:ext cx="45390" cy="59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weekly-step-1-head-155">
            <a:extLst>
              <a:ext uri="{FF2B5EF4-FFF2-40B4-BE49-F238E27FC236}">
                <a16:creationId xmlns:a16="http://schemas.microsoft.com/office/drawing/2014/main" id="{06681387-8B27-4F6E-835B-34B53838B2B0}"/>
              </a:ext>
            </a:extLst>
          </p:cNvPr>
          <p:cNvSpPr>
            <a:spLocks noGrp="1"/>
          </p:cNvSpPr>
          <p:nvPr/>
        </p:nvSpPr>
        <p:spPr>
          <a:xfrm rot="5400000">
            <a:off x="5768047" y="7347147"/>
            <a:ext cx="70554" cy="70554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weekly-step-2-line-156">
            <a:extLst>
              <a:ext uri="{FF2B5EF4-FFF2-40B4-BE49-F238E27FC236}">
                <a16:creationId xmlns:a16="http://schemas.microsoft.com/office/drawing/2014/main" id="{30A2BF47-0D46-492C-A9F8-02AB2CDD2550}"/>
              </a:ext>
            </a:extLst>
          </p:cNvPr>
          <p:cNvSpPr>
            <a:spLocks noGrp="1"/>
          </p:cNvSpPr>
          <p:nvPr/>
        </p:nvSpPr>
        <p:spPr>
          <a:xfrm>
            <a:off x="6538030" y="7382424"/>
            <a:ext cx="45390" cy="59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weekly-step-2-head-157">
            <a:extLst>
              <a:ext uri="{FF2B5EF4-FFF2-40B4-BE49-F238E27FC236}">
                <a16:creationId xmlns:a16="http://schemas.microsoft.com/office/drawing/2014/main" id="{0B2CC59A-B519-4C0C-BCBC-7377B88B15C2}"/>
              </a:ext>
            </a:extLst>
          </p:cNvPr>
          <p:cNvSpPr>
            <a:spLocks noGrp="1"/>
          </p:cNvSpPr>
          <p:nvPr/>
        </p:nvSpPr>
        <p:spPr>
          <a:xfrm rot="5400000">
            <a:off x="6573542" y="7347147"/>
            <a:ext cx="70554" cy="70554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weekly-step-3-line-158">
            <a:extLst>
              <a:ext uri="{FF2B5EF4-FFF2-40B4-BE49-F238E27FC236}">
                <a16:creationId xmlns:a16="http://schemas.microsoft.com/office/drawing/2014/main" id="{6117F549-98BF-4A12-B9D8-394617A8CACB}"/>
              </a:ext>
            </a:extLst>
          </p:cNvPr>
          <p:cNvSpPr>
            <a:spLocks noGrp="1"/>
          </p:cNvSpPr>
          <p:nvPr/>
        </p:nvSpPr>
        <p:spPr>
          <a:xfrm>
            <a:off x="7343524" y="7382424"/>
            <a:ext cx="45390" cy="59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weekly-step-3-head-159">
            <a:extLst>
              <a:ext uri="{FF2B5EF4-FFF2-40B4-BE49-F238E27FC236}">
                <a16:creationId xmlns:a16="http://schemas.microsoft.com/office/drawing/2014/main" id="{E9F94774-1C21-43ED-9F8F-71D10C3C073D}"/>
              </a:ext>
            </a:extLst>
          </p:cNvPr>
          <p:cNvSpPr>
            <a:spLocks noGrp="1"/>
          </p:cNvSpPr>
          <p:nvPr/>
        </p:nvSpPr>
        <p:spPr>
          <a:xfrm rot="5400000">
            <a:off x="7379036" y="7347147"/>
            <a:ext cx="70554" cy="70554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stage-feedback-down-160">
            <a:extLst>
              <a:ext uri="{FF2B5EF4-FFF2-40B4-BE49-F238E27FC236}">
                <a16:creationId xmlns:a16="http://schemas.microsoft.com/office/drawing/2014/main" id="{BD1CB796-6F47-445A-8733-238A1920DD2B}"/>
              </a:ext>
            </a:extLst>
          </p:cNvPr>
          <p:cNvSpPr>
            <a:spLocks noGrp="1"/>
          </p:cNvSpPr>
          <p:nvPr/>
        </p:nvSpPr>
        <p:spPr>
          <a:xfrm>
            <a:off x="9172056" y="7788111"/>
            <a:ext cx="59" cy="264579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stage-feedback-back-161">
            <a:extLst>
              <a:ext uri="{FF2B5EF4-FFF2-40B4-BE49-F238E27FC236}">
                <a16:creationId xmlns:a16="http://schemas.microsoft.com/office/drawing/2014/main" id="{FA4A2A5F-8F4F-4246-806A-820584403665}"/>
              </a:ext>
            </a:extLst>
          </p:cNvPr>
          <p:cNvSpPr>
            <a:spLocks noGrp="1"/>
          </p:cNvSpPr>
          <p:nvPr/>
        </p:nvSpPr>
        <p:spPr>
          <a:xfrm>
            <a:off x="3909883" y="8052689"/>
            <a:ext cx="5262173" cy="59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stage-feedback-up-162">
            <a:extLst>
              <a:ext uri="{FF2B5EF4-FFF2-40B4-BE49-F238E27FC236}">
                <a16:creationId xmlns:a16="http://schemas.microsoft.com/office/drawing/2014/main" id="{395D8998-5651-4920-A1B9-D506E7ED9DD7}"/>
              </a:ext>
            </a:extLst>
          </p:cNvPr>
          <p:cNvSpPr>
            <a:spLocks noGrp="1"/>
          </p:cNvSpPr>
          <p:nvPr/>
        </p:nvSpPr>
        <p:spPr>
          <a:xfrm flipV="1">
            <a:off x="3909883" y="7918729"/>
            <a:ext cx="0" cy="133960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stage-feedback-head-163">
            <a:extLst>
              <a:ext uri="{FF2B5EF4-FFF2-40B4-BE49-F238E27FC236}">
                <a16:creationId xmlns:a16="http://schemas.microsoft.com/office/drawing/2014/main" id="{F21549B9-772A-4CAF-B95D-E1A9B1869E1A}"/>
              </a:ext>
            </a:extLst>
          </p:cNvPr>
          <p:cNvSpPr>
            <a:spLocks noGrp="1"/>
          </p:cNvSpPr>
          <p:nvPr/>
        </p:nvSpPr>
        <p:spPr>
          <a:xfrm>
            <a:off x="3868726" y="7851700"/>
            <a:ext cx="82313" cy="82313"/>
          </a:xfrm>
          <a:prstGeom prst="triangle">
            <a:avLst/>
          </a:prstGeom>
          <a:solidFill>
            <a:srgbClr val="85858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stage-feedback-label-bg-164">
            <a:extLst>
              <a:ext uri="{FF2B5EF4-FFF2-40B4-BE49-F238E27FC236}">
                <a16:creationId xmlns:a16="http://schemas.microsoft.com/office/drawing/2014/main" id="{2513FEE4-F05F-4E02-915F-1D064A77042E}"/>
              </a:ext>
            </a:extLst>
          </p:cNvPr>
          <p:cNvSpPr>
            <a:spLocks noGrp="1"/>
          </p:cNvSpPr>
          <p:nvPr/>
        </p:nvSpPr>
        <p:spPr>
          <a:xfrm>
            <a:off x="5497354" y="7970376"/>
            <a:ext cx="2175423" cy="158747"/>
          </a:xfrm>
          <a:prstGeom prst="roundRect">
            <a:avLst>
              <a:gd name="adj" fmla="val 48148"/>
            </a:avLst>
          </a:prstGeom>
          <a:solidFill>
            <a:srgbClr val="FBFBF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stage-feedback-label-165">
            <a:extLst>
              <a:ext uri="{FF2B5EF4-FFF2-40B4-BE49-F238E27FC236}">
                <a16:creationId xmlns:a16="http://schemas.microsoft.com/office/drawing/2014/main" id="{4ABE30B2-7452-4AB3-98B3-64A5300EEC18}"/>
              </a:ext>
            </a:extLst>
          </p:cNvPr>
          <p:cNvSpPr>
            <a:spLocks noGrp="1"/>
          </p:cNvSpPr>
          <p:nvPr/>
        </p:nvSpPr>
        <p:spPr>
          <a:xfrm>
            <a:off x="5526752" y="7970376"/>
            <a:ext cx="2175423" cy="158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sz="988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阶段</a:t>
            </a:r>
            <a:r>
              <a:rPr sz="988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k + 1：更新当期推广策略并继续推进</a:t>
            </a:r>
          </a:p>
        </p:txBody>
      </p:sp>
      <p:sp>
        <p:nvSpPr>
          <p:cNvPr id="166" name="output-card-1-166">
            <a:extLst>
              <a:ext uri="{FF2B5EF4-FFF2-40B4-BE49-F238E27FC236}">
                <a16:creationId xmlns:a16="http://schemas.microsoft.com/office/drawing/2014/main" id="{A7EAD253-A872-4257-86D9-B397F9296B5B}"/>
              </a:ext>
            </a:extLst>
          </p:cNvPr>
          <p:cNvSpPr>
            <a:spLocks noGrp="1"/>
          </p:cNvSpPr>
          <p:nvPr/>
        </p:nvSpPr>
        <p:spPr>
          <a:xfrm>
            <a:off x="10777165" y="4696187"/>
            <a:ext cx="1787375" cy="776097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output-card-1-badge-167">
            <a:extLst>
              <a:ext uri="{FF2B5EF4-FFF2-40B4-BE49-F238E27FC236}">
                <a16:creationId xmlns:a16="http://schemas.microsoft.com/office/drawing/2014/main" id="{D7E3A5E5-8460-47A6-87FC-6AD34D285F77}"/>
              </a:ext>
            </a:extLst>
          </p:cNvPr>
          <p:cNvSpPr>
            <a:spLocks noGrp="1"/>
          </p:cNvSpPr>
          <p:nvPr/>
        </p:nvSpPr>
        <p:spPr>
          <a:xfrm>
            <a:off x="10877117" y="4790259"/>
            <a:ext cx="246940" cy="24694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output-card-1-badge-text-168">
            <a:extLst>
              <a:ext uri="{FF2B5EF4-FFF2-40B4-BE49-F238E27FC236}">
                <a16:creationId xmlns:a16="http://schemas.microsoft.com/office/drawing/2014/main" id="{D0F42F6E-802C-42A1-973D-0D2F10A18E20}"/>
              </a:ext>
            </a:extLst>
          </p:cNvPr>
          <p:cNvSpPr>
            <a:spLocks noGrp="1"/>
          </p:cNvSpPr>
          <p:nvPr/>
        </p:nvSpPr>
        <p:spPr>
          <a:xfrm>
            <a:off x="10877117" y="4790259"/>
            <a:ext cx="246940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787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</a:t>
            </a:r>
            <a:endParaRPr sz="787" b="1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69" name="output-card-1-title-169">
            <a:extLst>
              <a:ext uri="{FF2B5EF4-FFF2-40B4-BE49-F238E27FC236}">
                <a16:creationId xmlns:a16="http://schemas.microsoft.com/office/drawing/2014/main" id="{5EC87F26-5828-4EB0-9DCD-A537CEBCEDF3}"/>
              </a:ext>
            </a:extLst>
          </p:cNvPr>
          <p:cNvSpPr>
            <a:spLocks noGrp="1"/>
          </p:cNvSpPr>
          <p:nvPr/>
        </p:nvSpPr>
        <p:spPr>
          <a:xfrm>
            <a:off x="11101598" y="4784379"/>
            <a:ext cx="1138510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35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用户采纳率</a:t>
            </a:r>
            <a:endParaRPr sz="1235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0" name="output-card-1-line-1-170">
            <a:extLst>
              <a:ext uri="{FF2B5EF4-FFF2-40B4-BE49-F238E27FC236}">
                <a16:creationId xmlns:a16="http://schemas.microsoft.com/office/drawing/2014/main" id="{FE79E3A9-1FCD-438E-AB68-2C8504428CA3}"/>
              </a:ext>
            </a:extLst>
          </p:cNvPr>
          <p:cNvSpPr>
            <a:spLocks noGrp="1"/>
          </p:cNvSpPr>
          <p:nvPr/>
        </p:nvSpPr>
        <p:spPr>
          <a:xfrm>
            <a:off x="10877117" y="5101874"/>
            <a:ext cx="1587471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当前订阅者</a:t>
            </a:r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占比</a:t>
            </a:r>
          </a:p>
        </p:txBody>
      </p:sp>
      <p:sp>
        <p:nvSpPr>
          <p:cNvPr id="172" name="output-card-2-172">
            <a:extLst>
              <a:ext uri="{FF2B5EF4-FFF2-40B4-BE49-F238E27FC236}">
                <a16:creationId xmlns:a16="http://schemas.microsoft.com/office/drawing/2014/main" id="{1A0FE549-C586-4C6F-B173-FE64E781BAC9}"/>
              </a:ext>
            </a:extLst>
          </p:cNvPr>
          <p:cNvSpPr>
            <a:spLocks noGrp="1"/>
          </p:cNvSpPr>
          <p:nvPr/>
        </p:nvSpPr>
        <p:spPr>
          <a:xfrm>
            <a:off x="10777165" y="5613392"/>
            <a:ext cx="1787375" cy="776097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output-card-2-badge-173">
            <a:extLst>
              <a:ext uri="{FF2B5EF4-FFF2-40B4-BE49-F238E27FC236}">
                <a16:creationId xmlns:a16="http://schemas.microsoft.com/office/drawing/2014/main" id="{25090132-5080-4E4D-933D-1F52C93C13A7}"/>
              </a:ext>
            </a:extLst>
          </p:cNvPr>
          <p:cNvSpPr>
            <a:spLocks noGrp="1"/>
          </p:cNvSpPr>
          <p:nvPr/>
        </p:nvSpPr>
        <p:spPr>
          <a:xfrm>
            <a:off x="10877117" y="5707464"/>
            <a:ext cx="246940" cy="24694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utput-card-2-badge-text-174">
            <a:extLst>
              <a:ext uri="{FF2B5EF4-FFF2-40B4-BE49-F238E27FC236}">
                <a16:creationId xmlns:a16="http://schemas.microsoft.com/office/drawing/2014/main" id="{434FE159-DA0D-48B4-9EBF-6EC4848F91F5}"/>
              </a:ext>
            </a:extLst>
          </p:cNvPr>
          <p:cNvSpPr>
            <a:spLocks noGrp="1"/>
          </p:cNvSpPr>
          <p:nvPr/>
        </p:nvSpPr>
        <p:spPr>
          <a:xfrm>
            <a:off x="10877117" y="5707464"/>
            <a:ext cx="246940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787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</a:t>
            </a:r>
            <a:endParaRPr sz="787" b="1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75" name="output-card-2-title-175">
            <a:extLst>
              <a:ext uri="{FF2B5EF4-FFF2-40B4-BE49-F238E27FC236}">
                <a16:creationId xmlns:a16="http://schemas.microsoft.com/office/drawing/2014/main" id="{0687C076-B5E2-4631-9A29-62598508D0B8}"/>
              </a:ext>
            </a:extLst>
          </p:cNvPr>
          <p:cNvSpPr>
            <a:spLocks noGrp="1"/>
          </p:cNvSpPr>
          <p:nvPr/>
        </p:nvSpPr>
        <p:spPr>
          <a:xfrm>
            <a:off x="11171093" y="5701585"/>
            <a:ext cx="1281736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35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平台净收入</a:t>
            </a:r>
            <a:endParaRPr sz="1235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6" name="output-card-2-line-1-176">
            <a:extLst>
              <a:ext uri="{FF2B5EF4-FFF2-40B4-BE49-F238E27FC236}">
                <a16:creationId xmlns:a16="http://schemas.microsoft.com/office/drawing/2014/main" id="{A2B09F8E-773A-4966-B365-0EA4BD3CBC1A}"/>
              </a:ext>
            </a:extLst>
          </p:cNvPr>
          <p:cNvSpPr>
            <a:spLocks noGrp="1"/>
          </p:cNvSpPr>
          <p:nvPr/>
        </p:nvSpPr>
        <p:spPr>
          <a:xfrm>
            <a:off x="10877117" y="5964412"/>
            <a:ext cx="1587471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订阅收入</a:t>
            </a:r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减</a:t>
            </a:r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服务成本</a:t>
            </a:r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减营销支出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output-card-3-178">
            <a:extLst>
              <a:ext uri="{FF2B5EF4-FFF2-40B4-BE49-F238E27FC236}">
                <a16:creationId xmlns:a16="http://schemas.microsoft.com/office/drawing/2014/main" id="{576BD6BE-BA63-4BB3-91DC-06E604D4A44C}"/>
              </a:ext>
            </a:extLst>
          </p:cNvPr>
          <p:cNvSpPr>
            <a:spLocks noGrp="1"/>
          </p:cNvSpPr>
          <p:nvPr/>
        </p:nvSpPr>
        <p:spPr>
          <a:xfrm>
            <a:off x="10777165" y="6530598"/>
            <a:ext cx="1787375" cy="776097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output-card-3-badge-179">
            <a:extLst>
              <a:ext uri="{FF2B5EF4-FFF2-40B4-BE49-F238E27FC236}">
                <a16:creationId xmlns:a16="http://schemas.microsoft.com/office/drawing/2014/main" id="{CF32CD53-E01A-4912-950B-EBF90126854F}"/>
              </a:ext>
            </a:extLst>
          </p:cNvPr>
          <p:cNvSpPr>
            <a:spLocks noGrp="1"/>
          </p:cNvSpPr>
          <p:nvPr/>
        </p:nvSpPr>
        <p:spPr>
          <a:xfrm>
            <a:off x="10877117" y="6624670"/>
            <a:ext cx="246940" cy="24694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output-card-3-badge-text-180">
            <a:extLst>
              <a:ext uri="{FF2B5EF4-FFF2-40B4-BE49-F238E27FC236}">
                <a16:creationId xmlns:a16="http://schemas.microsoft.com/office/drawing/2014/main" id="{943C9569-C510-41DC-8BB1-17AD6DC4C8D5}"/>
              </a:ext>
            </a:extLst>
          </p:cNvPr>
          <p:cNvSpPr>
            <a:spLocks noGrp="1"/>
          </p:cNvSpPr>
          <p:nvPr/>
        </p:nvSpPr>
        <p:spPr>
          <a:xfrm>
            <a:off x="10877117" y="6624670"/>
            <a:ext cx="246940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787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3</a:t>
            </a:r>
            <a:endParaRPr sz="787" b="1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81" name="output-card-3-title-181">
            <a:extLst>
              <a:ext uri="{FF2B5EF4-FFF2-40B4-BE49-F238E27FC236}">
                <a16:creationId xmlns:a16="http://schemas.microsoft.com/office/drawing/2014/main" id="{F2C234A4-5EC4-4919-BF29-A48E3EE85D36}"/>
              </a:ext>
            </a:extLst>
          </p:cNvPr>
          <p:cNvSpPr>
            <a:spLocks noGrp="1"/>
          </p:cNvSpPr>
          <p:nvPr/>
        </p:nvSpPr>
        <p:spPr>
          <a:xfrm>
            <a:off x="11171093" y="6618790"/>
            <a:ext cx="1281736" cy="246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35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碳减排</a:t>
            </a:r>
            <a:endParaRPr sz="1235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82" name="output-card-3-line-1-182">
            <a:extLst>
              <a:ext uri="{FF2B5EF4-FFF2-40B4-BE49-F238E27FC236}">
                <a16:creationId xmlns:a16="http://schemas.microsoft.com/office/drawing/2014/main" id="{F39F2FDE-9970-42DF-9EE6-1F411CBE88C5}"/>
              </a:ext>
            </a:extLst>
          </p:cNvPr>
          <p:cNvSpPr>
            <a:spLocks noGrp="1"/>
          </p:cNvSpPr>
          <p:nvPr/>
        </p:nvSpPr>
        <p:spPr>
          <a:xfrm>
            <a:off x="10877117" y="6936285"/>
            <a:ext cx="1587471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私家车出行转向MaaS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output-card-3-line-2-183">
            <a:extLst>
              <a:ext uri="{FF2B5EF4-FFF2-40B4-BE49-F238E27FC236}">
                <a16:creationId xmlns:a16="http://schemas.microsoft.com/office/drawing/2014/main" id="{B13F9B7E-547F-4145-A8C0-27CD9687C066}"/>
              </a:ext>
            </a:extLst>
          </p:cNvPr>
          <p:cNvSpPr>
            <a:spLocks noGrp="1"/>
          </p:cNvSpPr>
          <p:nvPr/>
        </p:nvSpPr>
        <p:spPr>
          <a:xfrm>
            <a:off x="10877117" y="7083273"/>
            <a:ext cx="1587471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11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的累计减排</a:t>
            </a:r>
            <a:endParaRPr kumimoji="1" sz="111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右箭头 186">
            <a:extLst>
              <a:ext uri="{FF2B5EF4-FFF2-40B4-BE49-F238E27FC236}">
                <a16:creationId xmlns:a16="http://schemas.microsoft.com/office/drawing/2014/main" id="{97A98D7A-D14B-725D-0C6C-D927396030AA}"/>
              </a:ext>
            </a:extLst>
          </p:cNvPr>
          <p:cNvSpPr/>
          <p:nvPr/>
        </p:nvSpPr>
        <p:spPr>
          <a:xfrm>
            <a:off x="2559284" y="5242606"/>
            <a:ext cx="262887" cy="412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右箭头 187">
            <a:extLst>
              <a:ext uri="{FF2B5EF4-FFF2-40B4-BE49-F238E27FC236}">
                <a16:creationId xmlns:a16="http://schemas.microsoft.com/office/drawing/2014/main" id="{BBAD90BF-B004-802B-330A-8046FAB52126}"/>
              </a:ext>
            </a:extLst>
          </p:cNvPr>
          <p:cNvSpPr/>
          <p:nvPr/>
        </p:nvSpPr>
        <p:spPr>
          <a:xfrm>
            <a:off x="10259768" y="5286115"/>
            <a:ext cx="262887" cy="412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E49A971-6CF6-F36B-6A8F-BAA23EFED824}"/>
              </a:ext>
            </a:extLst>
          </p:cNvPr>
          <p:cNvSpPr txBox="1"/>
          <p:nvPr/>
        </p:nvSpPr>
        <p:spPr>
          <a:xfrm>
            <a:off x="457000" y="3531253"/>
            <a:ext cx="1725907" cy="2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智能体数据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09BD6D0-E91B-37C5-9185-D6DFE48B80F7}"/>
              </a:ext>
            </a:extLst>
          </p:cNvPr>
          <p:cNvSpPr txBox="1"/>
          <p:nvPr/>
        </p:nvSpPr>
        <p:spPr>
          <a:xfrm>
            <a:off x="442034" y="4783408"/>
            <a:ext cx="1725907" cy="2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行为与扩散参数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FC2561E-84A4-DAD8-D22A-635D6D9EB5FB}"/>
              </a:ext>
            </a:extLst>
          </p:cNvPr>
          <p:cNvSpPr txBox="1"/>
          <p:nvPr/>
        </p:nvSpPr>
        <p:spPr>
          <a:xfrm>
            <a:off x="437757" y="6020173"/>
            <a:ext cx="1725907" cy="2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动态推广策略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1FE5F3EF-5407-F180-E910-17995B683953}"/>
              </a:ext>
            </a:extLst>
          </p:cNvPr>
          <p:cNvSpPr txBox="1"/>
          <p:nvPr/>
        </p:nvSpPr>
        <p:spPr>
          <a:xfrm>
            <a:off x="477578" y="7320244"/>
            <a:ext cx="1725907" cy="2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235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目标核算参数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4AE9D3F-D590-3BCF-32F5-9827556DA494}"/>
              </a:ext>
            </a:extLst>
          </p:cNvPr>
          <p:cNvSpPr txBox="1"/>
          <p:nvPr/>
        </p:nvSpPr>
        <p:spPr>
          <a:xfrm>
            <a:off x="3316051" y="3277501"/>
            <a:ext cx="6468595" cy="2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3</a:t>
            </a:r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年规划期：</a:t>
            </a:r>
            <a:r>
              <a:rPr lang="en-US" altLang="zh-C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6</a:t>
            </a:r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个半年策略阶段（</a:t>
            </a:r>
            <a:r>
              <a:rPr lang="en" altLang="zh-C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k = 1, …, 6</a:t>
            </a:r>
            <a:r>
              <a:rPr lang="zh-CN" altLang="e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）</a:t>
            </a:r>
            <a:r>
              <a:rPr lang="en" altLang="zh-C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× </a:t>
            </a:r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每阶段</a:t>
            </a:r>
            <a:r>
              <a:rPr lang="en-US" altLang="zh-CN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26</a:t>
            </a:r>
            <a:r>
              <a:rPr lang="zh-CN" altLang="en-US" sz="1235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周</a:t>
            </a:r>
          </a:p>
        </p:txBody>
      </p:sp>
      <p:sp>
        <p:nvSpPr>
          <p:cNvPr id="200" name="mechanism-card-1-line-2-061">
            <a:extLst>
              <a:ext uri="{FF2B5EF4-FFF2-40B4-BE49-F238E27FC236}">
                <a16:creationId xmlns:a16="http://schemas.microsoft.com/office/drawing/2014/main" id="{A01996BB-63E5-6428-2A3C-F9FA823B396A}"/>
              </a:ext>
            </a:extLst>
          </p:cNvPr>
          <p:cNvSpPr>
            <a:spLocks noGrp="1"/>
          </p:cNvSpPr>
          <p:nvPr/>
        </p:nvSpPr>
        <p:spPr>
          <a:xfrm>
            <a:off x="3321931" y="4574169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未认知状态→已认知状态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2E73D1F-B0B6-D6A5-B3FB-8005F6148FB0}"/>
              </a:ext>
            </a:extLst>
          </p:cNvPr>
          <p:cNvSpPr txBox="1"/>
          <p:nvPr/>
        </p:nvSpPr>
        <p:spPr>
          <a:xfrm>
            <a:off x="3662943" y="4142471"/>
            <a:ext cx="1028916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MaaS</a:t>
            </a:r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认知扩散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EA8CFB8F-F506-D9C7-AAE7-0347BA1005D5}"/>
              </a:ext>
            </a:extLst>
          </p:cNvPr>
          <p:cNvSpPr txBox="1"/>
          <p:nvPr/>
        </p:nvSpPr>
        <p:spPr>
          <a:xfrm>
            <a:off x="5857857" y="4128248"/>
            <a:ext cx="1201599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多阶段采纳决策</a:t>
            </a:r>
          </a:p>
        </p:txBody>
      </p:sp>
      <p:sp>
        <p:nvSpPr>
          <p:cNvPr id="203" name="mechanism-card-1-line-2-061">
            <a:extLst>
              <a:ext uri="{FF2B5EF4-FFF2-40B4-BE49-F238E27FC236}">
                <a16:creationId xmlns:a16="http://schemas.microsoft.com/office/drawing/2014/main" id="{B91C21B2-65C5-CD11-CE8F-3E4826B3E2FC}"/>
              </a:ext>
            </a:extLst>
          </p:cNvPr>
          <p:cNvSpPr>
            <a:spLocks noGrp="1"/>
          </p:cNvSpPr>
          <p:nvPr/>
        </p:nvSpPr>
        <p:spPr>
          <a:xfrm>
            <a:off x="5512053" y="4560252"/>
            <a:ext cx="1734459" cy="141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864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已认知状态→试用中状态→已订阅状态</a:t>
            </a:r>
            <a:endParaRPr sz="864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A0185CD-2A54-E026-DF1F-1F50739E48E9}"/>
              </a:ext>
            </a:extLst>
          </p:cNvPr>
          <p:cNvSpPr txBox="1"/>
          <p:nvPr/>
        </p:nvSpPr>
        <p:spPr>
          <a:xfrm>
            <a:off x="7998002" y="4132510"/>
            <a:ext cx="1201599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用户留存与流失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09B67E9D-EEC6-BF8F-1605-FC51B83A3EC9}"/>
              </a:ext>
            </a:extLst>
          </p:cNvPr>
          <p:cNvSpPr txBox="1"/>
          <p:nvPr/>
        </p:nvSpPr>
        <p:spPr>
          <a:xfrm>
            <a:off x="3198716" y="5029171"/>
            <a:ext cx="1639364" cy="263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1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用户状态相互转化过程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1CE1B406-F6F7-C416-4A60-27A2EC5C54F9}"/>
              </a:ext>
            </a:extLst>
          </p:cNvPr>
          <p:cNvSpPr txBox="1"/>
          <p:nvPr/>
        </p:nvSpPr>
        <p:spPr>
          <a:xfrm>
            <a:off x="6823188" y="5848335"/>
            <a:ext cx="1854164" cy="360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buNone/>
              <a:defRPr sz="1600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lvl1pPr>
          </a:lstStyle>
          <a:p>
            <a:r>
              <a:rPr lang="zh-CN" altLang="en-US" sz="8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重新开始试用（试用次数清零）</a:t>
            </a:r>
          </a:p>
        </p:txBody>
      </p:sp>
      <p:sp>
        <p:nvSpPr>
          <p:cNvPr id="207" name="agent-to-simulation-line-011">
            <a:extLst>
              <a:ext uri="{FF2B5EF4-FFF2-40B4-BE49-F238E27FC236}">
                <a16:creationId xmlns:a16="http://schemas.microsoft.com/office/drawing/2014/main" id="{288D7296-F803-B676-2421-0A58AD440F20}"/>
              </a:ext>
            </a:extLst>
          </p:cNvPr>
          <p:cNvSpPr>
            <a:spLocks noGrp="1"/>
          </p:cNvSpPr>
          <p:nvPr/>
        </p:nvSpPr>
        <p:spPr>
          <a:xfrm>
            <a:off x="6511572" y="4883806"/>
            <a:ext cx="0" cy="90814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agent-to-simulation-head-012">
            <a:extLst>
              <a:ext uri="{FF2B5EF4-FFF2-40B4-BE49-F238E27FC236}">
                <a16:creationId xmlns:a16="http://schemas.microsoft.com/office/drawing/2014/main" id="{33F84210-12F5-75B9-F6C3-38EC54B3C0F5}"/>
              </a:ext>
            </a:extLst>
          </p:cNvPr>
          <p:cNvSpPr>
            <a:spLocks noGrp="1"/>
          </p:cNvSpPr>
          <p:nvPr/>
        </p:nvSpPr>
        <p:spPr>
          <a:xfrm rot="10800000">
            <a:off x="6473355" y="4919459"/>
            <a:ext cx="76434" cy="76434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29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nput-outer-001">
            <a:extLst>
              <a:ext uri="{FF2B5EF4-FFF2-40B4-BE49-F238E27FC236}">
                <a16:creationId xmlns:a16="http://schemas.microsoft.com/office/drawing/2014/main" id="{3E7F13DD-16FD-DD81-AC5E-46AC4DEEAF85}"/>
              </a:ext>
            </a:extLst>
          </p:cNvPr>
          <p:cNvSpPr>
            <a:spLocks noGrp="1"/>
          </p:cNvSpPr>
          <p:nvPr/>
        </p:nvSpPr>
        <p:spPr>
          <a:xfrm>
            <a:off x="6115050" y="5915671"/>
            <a:ext cx="3609974" cy="2868111"/>
          </a:xfrm>
          <a:prstGeom prst="roundRect">
            <a:avLst>
              <a:gd name="adj" fmla="val 4500"/>
            </a:avLst>
          </a:prstGeom>
          <a:solidFill>
            <a:srgbClr val="EEF8EE"/>
          </a:solidFill>
          <a:ln w="17145">
            <a:solidFill>
              <a:srgbClr val="4F91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input-outer-001">
            <a:extLst>
              <a:ext uri="{FF2B5EF4-FFF2-40B4-BE49-F238E27FC236}">
                <a16:creationId xmlns:a16="http://schemas.microsoft.com/office/drawing/2014/main" id="{F0EDC6CF-B8C3-0430-795E-8B13F18DA7A5}"/>
              </a:ext>
            </a:extLst>
          </p:cNvPr>
          <p:cNvSpPr>
            <a:spLocks noGrp="1"/>
          </p:cNvSpPr>
          <p:nvPr/>
        </p:nvSpPr>
        <p:spPr>
          <a:xfrm>
            <a:off x="2553508" y="5901949"/>
            <a:ext cx="3342467" cy="2868111"/>
          </a:xfrm>
          <a:prstGeom prst="roundRect">
            <a:avLst>
              <a:gd name="adj" fmla="val 4500"/>
            </a:avLst>
          </a:prstGeom>
          <a:solidFill>
            <a:srgbClr val="F1EDF9"/>
          </a:solidFill>
          <a:ln w="17145">
            <a:solidFill>
              <a:srgbClr val="7E66B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input-outer-001">
            <a:extLst>
              <a:ext uri="{FF2B5EF4-FFF2-40B4-BE49-F238E27FC236}">
                <a16:creationId xmlns:a16="http://schemas.microsoft.com/office/drawing/2014/main" id="{91A8C4B2-AEAE-B467-3253-5F1813403BB6}"/>
              </a:ext>
            </a:extLst>
          </p:cNvPr>
          <p:cNvSpPr>
            <a:spLocks noGrp="1"/>
          </p:cNvSpPr>
          <p:nvPr/>
        </p:nvSpPr>
        <p:spPr>
          <a:xfrm>
            <a:off x="9944099" y="733425"/>
            <a:ext cx="2809875" cy="8050357"/>
          </a:xfrm>
          <a:prstGeom prst="roundRect">
            <a:avLst>
              <a:gd name="adj" fmla="val 45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input-outer-001">
            <a:extLst>
              <a:ext uri="{FF2B5EF4-FFF2-40B4-BE49-F238E27FC236}">
                <a16:creationId xmlns:a16="http://schemas.microsoft.com/office/drawing/2014/main" id="{B6F675E9-18A5-35DF-37CA-C5517A75A37F}"/>
              </a:ext>
            </a:extLst>
          </p:cNvPr>
          <p:cNvSpPr>
            <a:spLocks noGrp="1"/>
          </p:cNvSpPr>
          <p:nvPr/>
        </p:nvSpPr>
        <p:spPr>
          <a:xfrm>
            <a:off x="2590798" y="733425"/>
            <a:ext cx="7067549" cy="4924425"/>
          </a:xfrm>
          <a:prstGeom prst="roundRect">
            <a:avLst>
              <a:gd name="adj" fmla="val 4500"/>
            </a:avLst>
          </a:prstGeom>
          <a:solidFill>
            <a:srgbClr val="FFF8E9"/>
          </a:solidFill>
          <a:ln w="17145">
            <a:solidFill>
              <a:srgbClr val="C87B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input-outer-001">
            <a:extLst>
              <a:ext uri="{FF2B5EF4-FFF2-40B4-BE49-F238E27FC236}">
                <a16:creationId xmlns:a16="http://schemas.microsoft.com/office/drawing/2014/main" id="{B0CE524C-4C01-8DC4-C941-3534D1985125}"/>
              </a:ext>
            </a:extLst>
          </p:cNvPr>
          <p:cNvSpPr>
            <a:spLocks noGrp="1"/>
          </p:cNvSpPr>
          <p:nvPr/>
        </p:nvSpPr>
        <p:spPr>
          <a:xfrm>
            <a:off x="144050" y="2655367"/>
            <a:ext cx="2170526" cy="4934085"/>
          </a:xfrm>
          <a:prstGeom prst="roundRect">
            <a:avLst>
              <a:gd name="adj" fmla="val 4500"/>
            </a:avLst>
          </a:prstGeom>
          <a:solidFill>
            <a:schemeClr val="tx2">
              <a:lumMod val="10000"/>
              <a:lumOff val="90000"/>
            </a:schemeClr>
          </a:solidFill>
          <a:ln w="17145">
            <a:solidFill>
              <a:srgbClr val="4E8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ybrid-input-header">
            <a:extLst>
              <a:ext uri="{FF2B5EF4-FFF2-40B4-BE49-F238E27FC236}">
                <a16:creationId xmlns:a16="http://schemas.microsoft.com/office/drawing/2014/main" id="{C45D489F-CB53-4E76-9C23-DB569808C6F6}"/>
              </a:ext>
            </a:extLst>
          </p:cNvPr>
          <p:cNvSpPr>
            <a:spLocks noGrp="1"/>
          </p:cNvSpPr>
          <p:nvPr/>
        </p:nvSpPr>
        <p:spPr>
          <a:xfrm>
            <a:off x="180975" y="2703128"/>
            <a:ext cx="21145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输入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" name="analytical-header">
            <a:extLst>
              <a:ext uri="{FF2B5EF4-FFF2-40B4-BE49-F238E27FC236}">
                <a16:creationId xmlns:a16="http://schemas.microsoft.com/office/drawing/2014/main" id="{AE1527AD-0F89-4F02-B41B-F6F7F081FC2B}"/>
              </a:ext>
            </a:extLst>
          </p:cNvPr>
          <p:cNvSpPr>
            <a:spLocks noGrp="1"/>
          </p:cNvSpPr>
          <p:nvPr/>
        </p:nvSpPr>
        <p:spPr>
          <a:xfrm>
            <a:off x="2609850" y="754855"/>
            <a:ext cx="70675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C87B0E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基于平</a:t>
            </a:r>
            <a:r>
              <a:rPr sz="2000" b="1" dirty="0" err="1">
                <a:solidFill>
                  <a:srgbClr val="C87B0E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均场</a:t>
            </a:r>
            <a:r>
              <a:rPr lang="zh-CN" altLang="en-US" sz="2000" b="1" dirty="0">
                <a:solidFill>
                  <a:srgbClr val="C87B0E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近似的解析模型</a:t>
            </a:r>
            <a:endParaRPr sz="2000" b="1" dirty="0">
              <a:solidFill>
                <a:srgbClr val="C87B0E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" name="hybrid-eval-header">
            <a:extLst>
              <a:ext uri="{FF2B5EF4-FFF2-40B4-BE49-F238E27FC236}">
                <a16:creationId xmlns:a16="http://schemas.microsoft.com/office/drawing/2014/main" id="{0C94E29C-371B-44F9-9F47-6E531696A856}"/>
              </a:ext>
            </a:extLst>
          </p:cNvPr>
          <p:cNvSpPr>
            <a:spLocks noGrp="1"/>
          </p:cNvSpPr>
          <p:nvPr/>
        </p:nvSpPr>
        <p:spPr>
          <a:xfrm>
            <a:off x="9944100" y="838200"/>
            <a:ext cx="2809875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信赖域内反向求解</a:t>
            </a:r>
          </a:p>
        </p:txBody>
      </p:sp>
      <p:sp>
        <p:nvSpPr>
          <p:cNvPr id="8" name="input-to-analytical">
            <a:extLst>
              <a:ext uri="{FF2B5EF4-FFF2-40B4-BE49-F238E27FC236}">
                <a16:creationId xmlns:a16="http://schemas.microsoft.com/office/drawing/2014/main" id="{C0B3487B-2FDD-4AAB-9899-536549180DD5}"/>
              </a:ext>
            </a:extLst>
          </p:cNvPr>
          <p:cNvSpPr>
            <a:spLocks noGrp="1"/>
          </p:cNvSpPr>
          <p:nvPr/>
        </p:nvSpPr>
        <p:spPr>
          <a:xfrm>
            <a:off x="3567111" y="3905250"/>
            <a:ext cx="209550" cy="285750"/>
          </a:xfrm>
          <a:prstGeom prst="rightArrow">
            <a:avLst/>
          </a:prstGeom>
          <a:solidFill>
            <a:srgbClr val="6F96B5"/>
          </a:solidFill>
          <a:ln w="0">
            <a:solidFill>
              <a:srgbClr val="6F9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mixed-to-eval">
            <a:extLst>
              <a:ext uri="{FF2B5EF4-FFF2-40B4-BE49-F238E27FC236}">
                <a16:creationId xmlns:a16="http://schemas.microsoft.com/office/drawing/2014/main" id="{10B565BC-0D2B-4CE4-87C1-1427942D1A97}"/>
              </a:ext>
            </a:extLst>
          </p:cNvPr>
          <p:cNvSpPr>
            <a:spLocks noGrp="1"/>
          </p:cNvSpPr>
          <p:nvPr/>
        </p:nvSpPr>
        <p:spPr>
          <a:xfrm>
            <a:off x="9696450" y="7400925"/>
            <a:ext cx="209550" cy="285750"/>
          </a:xfrm>
          <a:prstGeom prst="rightArrow">
            <a:avLst/>
          </a:prstGeom>
          <a:solidFill>
            <a:srgbClr val="EEF8EE"/>
          </a:solidFill>
          <a:ln w="17145">
            <a:solidFill>
              <a:srgbClr val="4F91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hybrid-strategy">
            <a:extLst>
              <a:ext uri="{FF2B5EF4-FFF2-40B4-BE49-F238E27FC236}">
                <a16:creationId xmlns:a16="http://schemas.microsoft.com/office/drawing/2014/main" id="{E0F0943F-93A9-4C33-B0A8-5E2172A3E97F}"/>
              </a:ext>
            </a:extLst>
          </p:cNvPr>
          <p:cNvSpPr>
            <a:spLocks noGrp="1"/>
          </p:cNvSpPr>
          <p:nvPr/>
        </p:nvSpPr>
        <p:spPr>
          <a:xfrm>
            <a:off x="266700" y="3284153"/>
            <a:ext cx="1943100" cy="1952625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hybrid-strategy-title">
            <a:extLst>
              <a:ext uri="{FF2B5EF4-FFF2-40B4-BE49-F238E27FC236}">
                <a16:creationId xmlns:a16="http://schemas.microsoft.com/office/drawing/2014/main" id="{3B8674D6-B9CB-4B4A-9638-51F87AFF3DC4}"/>
              </a:ext>
            </a:extLst>
          </p:cNvPr>
          <p:cNvSpPr>
            <a:spLocks noGrp="1"/>
          </p:cNvSpPr>
          <p:nvPr/>
        </p:nvSpPr>
        <p:spPr>
          <a:xfrm>
            <a:off x="285750" y="3303203"/>
            <a:ext cx="190500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策略向量</a:t>
            </a:r>
          </a:p>
        </p:txBody>
      </p:sp>
      <p:sp>
        <p:nvSpPr>
          <p:cNvPr id="16" name="hybrid-samples">
            <a:extLst>
              <a:ext uri="{FF2B5EF4-FFF2-40B4-BE49-F238E27FC236}">
                <a16:creationId xmlns:a16="http://schemas.microsoft.com/office/drawing/2014/main" id="{C0C0D034-36D6-4A87-9A17-FB3A9DC09F43}"/>
              </a:ext>
            </a:extLst>
          </p:cNvPr>
          <p:cNvSpPr>
            <a:spLocks noGrp="1"/>
          </p:cNvSpPr>
          <p:nvPr/>
        </p:nvSpPr>
        <p:spPr>
          <a:xfrm>
            <a:off x="266700" y="5487365"/>
            <a:ext cx="1943100" cy="195262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8DA9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hybrid-samples-title">
            <a:extLst>
              <a:ext uri="{FF2B5EF4-FFF2-40B4-BE49-F238E27FC236}">
                <a16:creationId xmlns:a16="http://schemas.microsoft.com/office/drawing/2014/main" id="{49379866-C10F-486C-B76F-16CC02DBCB06}"/>
              </a:ext>
            </a:extLst>
          </p:cNvPr>
          <p:cNvSpPr>
            <a:spLocks noGrp="1"/>
          </p:cNvSpPr>
          <p:nvPr/>
        </p:nvSpPr>
        <p:spPr>
          <a:xfrm>
            <a:off x="285750" y="5506414"/>
            <a:ext cx="190500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34E70"/>
                </a:solidFill>
                <a:latin typeface="Songti SC"/>
                <a:ea typeface="Songti SC"/>
                <a:cs typeface="Songti SC"/>
              </a:rPr>
              <a:t>少量仿真样本</a:t>
            </a:r>
          </a:p>
        </p:txBody>
      </p:sp>
      <p:sp>
        <p:nvSpPr>
          <p:cNvPr id="18" name="hybrid-samples-body">
            <a:extLst>
              <a:ext uri="{FF2B5EF4-FFF2-40B4-BE49-F238E27FC236}">
                <a16:creationId xmlns:a16="http://schemas.microsoft.com/office/drawing/2014/main" id="{6DFC900F-36CC-4C5F-9EBF-7B770D5CDE69}"/>
              </a:ext>
            </a:extLst>
          </p:cNvPr>
          <p:cNvSpPr>
            <a:spLocks noGrp="1"/>
          </p:cNvSpPr>
          <p:nvPr/>
        </p:nvSpPr>
        <p:spPr>
          <a:xfrm>
            <a:off x="342900" y="5944564"/>
            <a:ext cx="1790700" cy="1595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少量策略向量</a:t>
            </a:r>
            <a:endParaRPr sz="1600" b="0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  <a:p>
            <a:pPr marL="285750" indent="-285750" algn="ctr">
              <a:lnSpc>
                <a:spcPct val="102000"/>
              </a:lnSpc>
              <a:buFont typeface="Arial" panose="020B0604020202020204" pitchFamily="34" charset="0"/>
              <a:buChar char="•"/>
              <a:defRPr sz="1600" b="0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0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输出</a:t>
            </a:r>
            <a:r>
              <a:rPr sz="1600" b="0" dirty="0" err="1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目标：采纳率净收入｜碳减排</a:t>
            </a:r>
            <a:endParaRPr sz="1600" b="0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9" name="state-panel">
            <a:extLst>
              <a:ext uri="{FF2B5EF4-FFF2-40B4-BE49-F238E27FC236}">
                <a16:creationId xmlns:a16="http://schemas.microsoft.com/office/drawing/2014/main" id="{513CC7B2-1789-49F8-8FCA-6D0F364277B4}"/>
              </a:ext>
            </a:extLst>
          </p:cNvPr>
          <p:cNvSpPr>
            <a:spLocks noGrp="1"/>
          </p:cNvSpPr>
          <p:nvPr/>
        </p:nvSpPr>
        <p:spPr>
          <a:xfrm>
            <a:off x="2743199" y="1571625"/>
            <a:ext cx="6677025" cy="3981449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6E91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tate-panel-title">
            <a:extLst>
              <a:ext uri="{FF2B5EF4-FFF2-40B4-BE49-F238E27FC236}">
                <a16:creationId xmlns:a16="http://schemas.microsoft.com/office/drawing/2014/main" id="{A4E548D5-9E8D-4218-944B-BA6C7127E23A}"/>
              </a:ext>
            </a:extLst>
          </p:cNvPr>
          <p:cNvSpPr>
            <a:spLocks noGrp="1"/>
          </p:cNvSpPr>
          <p:nvPr/>
        </p:nvSpPr>
        <p:spPr>
          <a:xfrm>
            <a:off x="4147171" y="1662112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E914D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C87B0E"/>
                </a:solidFill>
                <a:latin typeface="Songti SC"/>
                <a:ea typeface="Songti SC"/>
                <a:cs typeface="Songti SC"/>
              </a:rPr>
              <a:t>解析模型</a:t>
            </a:r>
            <a:r>
              <a:rPr sz="1800" b="1" dirty="0" err="1">
                <a:solidFill>
                  <a:srgbClr val="C87B0E"/>
                </a:solidFill>
                <a:latin typeface="Songti SC"/>
                <a:ea typeface="Songti SC"/>
                <a:cs typeface="Songti SC"/>
              </a:rPr>
              <a:t>用户行为机理</a:t>
            </a:r>
            <a:endParaRPr sz="1800" b="1" dirty="0">
              <a:solidFill>
                <a:srgbClr val="C87B0E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1" name="state-1">
            <a:extLst>
              <a:ext uri="{FF2B5EF4-FFF2-40B4-BE49-F238E27FC236}">
                <a16:creationId xmlns:a16="http://schemas.microsoft.com/office/drawing/2014/main" id="{94E1F29E-4A98-4779-A5A5-C50B3AA820F4}"/>
              </a:ext>
            </a:extLst>
          </p:cNvPr>
          <p:cNvSpPr>
            <a:spLocks noGrp="1"/>
          </p:cNvSpPr>
          <p:nvPr/>
        </p:nvSpPr>
        <p:spPr>
          <a:xfrm>
            <a:off x="3252184" y="2114550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7222B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未认知</a:t>
            </a:r>
            <a:endParaRPr lang="en"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2" name="state-2">
            <a:extLst>
              <a:ext uri="{FF2B5EF4-FFF2-40B4-BE49-F238E27FC236}">
                <a16:creationId xmlns:a16="http://schemas.microsoft.com/office/drawing/2014/main" id="{BA577BCA-814C-48EE-8E79-85BB04655708}"/>
              </a:ext>
            </a:extLst>
          </p:cNvPr>
          <p:cNvSpPr>
            <a:spLocks noGrp="1"/>
          </p:cNvSpPr>
          <p:nvPr/>
        </p:nvSpPr>
        <p:spPr>
          <a:xfrm>
            <a:off x="5405436" y="2114550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7222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已认知</a:t>
            </a:r>
            <a:endParaRPr lang="en"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3" name="state-3">
            <a:extLst>
              <a:ext uri="{FF2B5EF4-FFF2-40B4-BE49-F238E27FC236}">
                <a16:creationId xmlns:a16="http://schemas.microsoft.com/office/drawing/2014/main" id="{F23393A4-EC27-46A0-B89B-597E306C89C6}"/>
              </a:ext>
            </a:extLst>
          </p:cNvPr>
          <p:cNvSpPr>
            <a:spLocks noGrp="1"/>
          </p:cNvSpPr>
          <p:nvPr/>
        </p:nvSpPr>
        <p:spPr>
          <a:xfrm>
            <a:off x="7762875" y="2114550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7222B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试用一次</a:t>
            </a:r>
            <a:endParaRPr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4" name="state-4">
            <a:extLst>
              <a:ext uri="{FF2B5EF4-FFF2-40B4-BE49-F238E27FC236}">
                <a16:creationId xmlns:a16="http://schemas.microsoft.com/office/drawing/2014/main" id="{A203EB87-72DA-4201-8993-DB1B23A7F1D4}"/>
              </a:ext>
            </a:extLst>
          </p:cNvPr>
          <p:cNvSpPr>
            <a:spLocks noGrp="1"/>
          </p:cNvSpPr>
          <p:nvPr/>
        </p:nvSpPr>
        <p:spPr>
          <a:xfrm>
            <a:off x="3238500" y="3143250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600" b="1" dirty="0">
                <a:solidFill>
                  <a:srgbClr val="17222B"/>
                </a:solidFill>
                <a:latin typeface="Times New Roman"/>
                <a:ea typeface="Songti SC"/>
                <a:cs typeface="Times New Roman"/>
              </a:rPr>
              <a:t>6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已流失</a:t>
            </a:r>
            <a:endParaRPr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5" name="state-5">
            <a:extLst>
              <a:ext uri="{FF2B5EF4-FFF2-40B4-BE49-F238E27FC236}">
                <a16:creationId xmlns:a16="http://schemas.microsoft.com/office/drawing/2014/main" id="{5789D593-F3F2-423B-B82E-1810E4862771}"/>
              </a:ext>
            </a:extLst>
          </p:cNvPr>
          <p:cNvSpPr>
            <a:spLocks noGrp="1"/>
          </p:cNvSpPr>
          <p:nvPr/>
        </p:nvSpPr>
        <p:spPr>
          <a:xfrm>
            <a:off x="5405436" y="3133725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7222B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已订阅</a:t>
            </a:r>
            <a:endParaRPr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6" name="state-6">
            <a:extLst>
              <a:ext uri="{FF2B5EF4-FFF2-40B4-BE49-F238E27FC236}">
                <a16:creationId xmlns:a16="http://schemas.microsoft.com/office/drawing/2014/main" id="{F9395926-3F21-45ED-8400-22373222B47A}"/>
              </a:ext>
            </a:extLst>
          </p:cNvPr>
          <p:cNvSpPr>
            <a:spLocks noGrp="1"/>
          </p:cNvSpPr>
          <p:nvPr/>
        </p:nvSpPr>
        <p:spPr>
          <a:xfrm>
            <a:off x="7762875" y="3133725"/>
            <a:ext cx="1200150" cy="7429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65717A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>
                <a:solidFill>
                  <a:srgbClr val="17222B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600" b="1" dirty="0">
                <a:solidFill>
                  <a:srgbClr val="17222B"/>
                </a:solidFill>
                <a:latin typeface="Times New Roman"/>
                <a:ea typeface="Songti SC"/>
                <a:cs typeface="Times New Roman"/>
              </a:rPr>
              <a:t>4</a:t>
            </a:r>
            <a:r>
              <a:rPr lang="zh-CN" altLang="en-US" sz="1600" b="1" dirty="0">
                <a:solidFill>
                  <a:srgbClr val="17222B"/>
                </a:solidFill>
                <a:latin typeface="Songti SC"/>
                <a:ea typeface="Songti SC"/>
                <a:cs typeface="Songti SC"/>
              </a:rPr>
              <a:t>试用多次</a:t>
            </a:r>
            <a:endParaRPr sz="1600" b="1" dirty="0">
              <a:solidFill>
                <a:srgbClr val="17222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6" name="gp-header">
            <a:extLst>
              <a:ext uri="{FF2B5EF4-FFF2-40B4-BE49-F238E27FC236}">
                <a16:creationId xmlns:a16="http://schemas.microsoft.com/office/drawing/2014/main" id="{EAC70C26-CF1E-457D-A768-786FE3185992}"/>
              </a:ext>
            </a:extLst>
          </p:cNvPr>
          <p:cNvSpPr>
            <a:spLocks noGrp="1"/>
          </p:cNvSpPr>
          <p:nvPr/>
        </p:nvSpPr>
        <p:spPr>
          <a:xfrm>
            <a:off x="2609850" y="5924550"/>
            <a:ext cx="32575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7E66B0"/>
                </a:solidFill>
                <a:latin typeface="Songti SC"/>
                <a:ea typeface="Songti SC"/>
              </a:rPr>
              <a:t>高斯过程函数型</a:t>
            </a:r>
            <a:r>
              <a:rPr b="1" dirty="0" err="1">
                <a:solidFill>
                  <a:srgbClr val="7E66B0"/>
                </a:solidFill>
                <a:latin typeface="Songti SC"/>
                <a:ea typeface="Songti SC"/>
              </a:rPr>
              <a:t>代理</a:t>
            </a:r>
            <a:endParaRPr b="1" dirty="0">
              <a:solidFill>
                <a:srgbClr val="7E66B0"/>
              </a:solidFill>
              <a:latin typeface="Songti SC"/>
              <a:ea typeface="Songti SC"/>
            </a:endParaRPr>
          </a:p>
        </p:txBody>
      </p:sp>
      <p:sp>
        <p:nvSpPr>
          <p:cNvPr id="54" name="analytical-to-gp">
            <a:extLst>
              <a:ext uri="{FF2B5EF4-FFF2-40B4-BE49-F238E27FC236}">
                <a16:creationId xmlns:a16="http://schemas.microsoft.com/office/drawing/2014/main" id="{4DC83161-45AD-4976-ABFE-D691C0D7A857}"/>
              </a:ext>
            </a:extLst>
          </p:cNvPr>
          <p:cNvSpPr>
            <a:spLocks noGrp="1"/>
          </p:cNvSpPr>
          <p:nvPr/>
        </p:nvSpPr>
        <p:spPr>
          <a:xfrm>
            <a:off x="4095750" y="5679495"/>
            <a:ext cx="266700" cy="171450"/>
          </a:xfrm>
          <a:prstGeom prst="downArrow">
            <a:avLst/>
          </a:prstGeom>
          <a:solidFill>
            <a:srgbClr val="FFF8E9"/>
          </a:solidFill>
          <a:ln w="17145">
            <a:solidFill>
              <a:srgbClr val="C87B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6" name="mixed-header">
            <a:extLst>
              <a:ext uri="{FF2B5EF4-FFF2-40B4-BE49-F238E27FC236}">
                <a16:creationId xmlns:a16="http://schemas.microsoft.com/office/drawing/2014/main" id="{201D5C04-23C3-46C4-B980-7946710ED55E}"/>
              </a:ext>
            </a:extLst>
          </p:cNvPr>
          <p:cNvSpPr>
            <a:spLocks noGrp="1"/>
          </p:cNvSpPr>
          <p:nvPr/>
        </p:nvSpPr>
        <p:spPr>
          <a:xfrm>
            <a:off x="6134100" y="5946103"/>
            <a:ext cx="35433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4F9151"/>
                </a:solidFill>
                <a:latin typeface="Songti SC"/>
                <a:ea typeface="Songti SC"/>
              </a:rPr>
              <a:t>混合解析代理构建</a:t>
            </a:r>
            <a:endParaRPr b="1" dirty="0">
              <a:solidFill>
                <a:srgbClr val="4F9151"/>
              </a:solidFill>
              <a:latin typeface="Songti SC"/>
              <a:ea typeface="Songti SC"/>
            </a:endParaRPr>
          </a:p>
        </p:txBody>
      </p:sp>
      <p:sp>
        <p:nvSpPr>
          <p:cNvPr id="57" name="mixed-mean">
            <a:extLst>
              <a:ext uri="{FF2B5EF4-FFF2-40B4-BE49-F238E27FC236}">
                <a16:creationId xmlns:a16="http://schemas.microsoft.com/office/drawing/2014/main" id="{CB150D80-F0A6-44EB-8AD0-5ECB8C8B0832}"/>
              </a:ext>
            </a:extLst>
          </p:cNvPr>
          <p:cNvSpPr>
            <a:spLocks noGrp="1"/>
          </p:cNvSpPr>
          <p:nvPr/>
        </p:nvSpPr>
        <p:spPr>
          <a:xfrm>
            <a:off x="6315075" y="6566628"/>
            <a:ext cx="3181350" cy="476251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7145">
            <a:solidFill>
              <a:srgbClr val="4F91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8" name="mixed-mean-title">
            <a:extLst>
              <a:ext uri="{FF2B5EF4-FFF2-40B4-BE49-F238E27FC236}">
                <a16:creationId xmlns:a16="http://schemas.microsoft.com/office/drawing/2014/main" id="{DBACBF55-DC99-4948-8447-A6BB3C10F4CA}"/>
              </a:ext>
            </a:extLst>
          </p:cNvPr>
          <p:cNvSpPr>
            <a:spLocks noGrp="1"/>
          </p:cNvSpPr>
          <p:nvPr/>
        </p:nvSpPr>
        <p:spPr>
          <a:xfrm>
            <a:off x="6334125" y="6585678"/>
            <a:ext cx="3143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4F9151"/>
                </a:solidFill>
                <a:latin typeface="Songti SC"/>
                <a:ea typeface="Songti SC"/>
              </a:rPr>
              <a:t>解析模型预测</a:t>
            </a:r>
            <a:endParaRPr b="1" dirty="0">
              <a:solidFill>
                <a:srgbClr val="4F9151"/>
              </a:solidFill>
              <a:latin typeface="Songti SC"/>
              <a:ea typeface="Songti SC"/>
            </a:endParaRPr>
          </a:p>
        </p:txBody>
      </p:sp>
      <p:sp>
        <p:nvSpPr>
          <p:cNvPr id="61" name="mixed-var">
            <a:extLst>
              <a:ext uri="{FF2B5EF4-FFF2-40B4-BE49-F238E27FC236}">
                <a16:creationId xmlns:a16="http://schemas.microsoft.com/office/drawing/2014/main" id="{6920F3CF-1291-40E0-B940-5CE7122785DE}"/>
              </a:ext>
            </a:extLst>
          </p:cNvPr>
          <p:cNvSpPr>
            <a:spLocks noGrp="1"/>
          </p:cNvSpPr>
          <p:nvPr/>
        </p:nvSpPr>
        <p:spPr>
          <a:xfrm>
            <a:off x="6315075" y="7303062"/>
            <a:ext cx="3181350" cy="1095375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7145">
            <a:solidFill>
              <a:srgbClr val="4F91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2" name="mixed-var-title">
            <a:extLst>
              <a:ext uri="{FF2B5EF4-FFF2-40B4-BE49-F238E27FC236}">
                <a16:creationId xmlns:a16="http://schemas.microsoft.com/office/drawing/2014/main" id="{CE7C9091-6EE9-4224-8553-4A41FED81F41}"/>
              </a:ext>
            </a:extLst>
          </p:cNvPr>
          <p:cNvSpPr>
            <a:spLocks noGrp="1"/>
          </p:cNvSpPr>
          <p:nvPr/>
        </p:nvSpPr>
        <p:spPr>
          <a:xfrm>
            <a:off x="6334125" y="7426322"/>
            <a:ext cx="3143250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4F9151"/>
                </a:solidFill>
                <a:latin typeface="Songti SC"/>
                <a:ea typeface="Songti SC"/>
              </a:rPr>
              <a:t>高斯过程后验均值</a:t>
            </a:r>
            <a:endParaRPr b="1" dirty="0">
              <a:solidFill>
                <a:srgbClr val="4F9151"/>
              </a:solidFill>
              <a:latin typeface="Songti SC"/>
              <a:ea typeface="Songti SC"/>
            </a:endParaRPr>
          </a:p>
        </p:txBody>
      </p:sp>
      <p:sp>
        <p:nvSpPr>
          <p:cNvPr id="64" name="gp-to-mixed">
            <a:extLst>
              <a:ext uri="{FF2B5EF4-FFF2-40B4-BE49-F238E27FC236}">
                <a16:creationId xmlns:a16="http://schemas.microsoft.com/office/drawing/2014/main" id="{63DDE7E2-CAAA-4349-B30D-DB7FFEDB4172}"/>
              </a:ext>
            </a:extLst>
          </p:cNvPr>
          <p:cNvSpPr>
            <a:spLocks noGrp="1"/>
          </p:cNvSpPr>
          <p:nvPr/>
        </p:nvSpPr>
        <p:spPr>
          <a:xfrm>
            <a:off x="5915025" y="7400925"/>
            <a:ext cx="171450" cy="285750"/>
          </a:xfrm>
          <a:prstGeom prst="rightArrow">
            <a:avLst/>
          </a:prstGeom>
          <a:solidFill>
            <a:srgbClr val="F1EDF9"/>
          </a:solidFill>
          <a:ln w="17145">
            <a:solidFill>
              <a:srgbClr val="7E66B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5" name="eval-delivery">
            <a:extLst>
              <a:ext uri="{FF2B5EF4-FFF2-40B4-BE49-F238E27FC236}">
                <a16:creationId xmlns:a16="http://schemas.microsoft.com/office/drawing/2014/main" id="{E6F64582-1DF4-4F01-BDC1-94EC5334F629}"/>
              </a:ext>
            </a:extLst>
          </p:cNvPr>
          <p:cNvSpPr>
            <a:spLocks noGrp="1"/>
          </p:cNvSpPr>
          <p:nvPr/>
        </p:nvSpPr>
        <p:spPr>
          <a:xfrm>
            <a:off x="10048875" y="1409667"/>
            <a:ext cx="2600325" cy="3580192"/>
          </a:xfrm>
          <a:prstGeom prst="roundRect">
            <a:avLst>
              <a:gd name="adj" fmla="val 4211"/>
            </a:avLst>
          </a:prstGeom>
          <a:noFill/>
          <a:ln w="17145">
            <a:solidFill>
              <a:srgbClr val="C0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6" name="eval-delivery-title">
            <a:extLst>
              <a:ext uri="{FF2B5EF4-FFF2-40B4-BE49-F238E27FC236}">
                <a16:creationId xmlns:a16="http://schemas.microsoft.com/office/drawing/2014/main" id="{A0DB3064-2414-49EF-BE2F-50109C3C401C}"/>
              </a:ext>
            </a:extLst>
          </p:cNvPr>
          <p:cNvSpPr>
            <a:spLocks noGrp="1"/>
          </p:cNvSpPr>
          <p:nvPr/>
        </p:nvSpPr>
        <p:spPr>
          <a:xfrm>
            <a:off x="10067925" y="1440871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A5596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解析</a:t>
            </a:r>
            <a:r>
              <a:rPr sz="1800" b="1" dirty="0" err="1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模型</a:t>
            </a:r>
            <a:r>
              <a:rPr lang="zh-CN" altLang="en-US" sz="18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梯度计算</a:t>
            </a:r>
            <a:endParaRPr sz="1800" b="1" dirty="0">
              <a:solidFill>
                <a:srgbClr val="C0000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8" name="eval-metrics">
            <a:extLst>
              <a:ext uri="{FF2B5EF4-FFF2-40B4-BE49-F238E27FC236}">
                <a16:creationId xmlns:a16="http://schemas.microsoft.com/office/drawing/2014/main" id="{0642B6F1-4078-4991-93A6-044078862008}"/>
              </a:ext>
            </a:extLst>
          </p:cNvPr>
          <p:cNvSpPr>
            <a:spLocks noGrp="1"/>
          </p:cNvSpPr>
          <p:nvPr/>
        </p:nvSpPr>
        <p:spPr>
          <a:xfrm>
            <a:off x="10065760" y="5229225"/>
            <a:ext cx="2600325" cy="1259097"/>
          </a:xfrm>
          <a:prstGeom prst="roundRect">
            <a:avLst>
              <a:gd name="adj" fmla="val 310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eval-metrics-title">
            <a:extLst>
              <a:ext uri="{FF2B5EF4-FFF2-40B4-BE49-F238E27FC236}">
                <a16:creationId xmlns:a16="http://schemas.microsoft.com/office/drawing/2014/main" id="{A9D9221A-8DDD-4C67-B4BA-AAD66E7BDC4B}"/>
              </a:ext>
            </a:extLst>
          </p:cNvPr>
          <p:cNvSpPr>
            <a:spLocks noGrp="1"/>
          </p:cNvSpPr>
          <p:nvPr/>
        </p:nvSpPr>
        <p:spPr>
          <a:xfrm>
            <a:off x="10084810" y="5248275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Songti SC"/>
                <a:ea typeface="Songti SC"/>
              </a:rPr>
              <a:t>高斯过程梯度差分计算</a:t>
            </a:r>
            <a:endParaRPr b="1" dirty="0">
              <a:solidFill>
                <a:srgbClr val="C00000"/>
              </a:solidFill>
              <a:latin typeface="Songti SC"/>
              <a:ea typeface="Songti SC"/>
            </a:endParaRPr>
          </a:p>
        </p:txBody>
      </p:sp>
      <p:sp>
        <p:nvSpPr>
          <p:cNvPr id="71" name="eval-use">
            <a:extLst>
              <a:ext uri="{FF2B5EF4-FFF2-40B4-BE49-F238E27FC236}">
                <a16:creationId xmlns:a16="http://schemas.microsoft.com/office/drawing/2014/main" id="{71903ED4-269E-4B2F-A630-A365D790F963}"/>
              </a:ext>
            </a:extLst>
          </p:cNvPr>
          <p:cNvSpPr>
            <a:spLocks noGrp="1"/>
          </p:cNvSpPr>
          <p:nvPr/>
        </p:nvSpPr>
        <p:spPr>
          <a:xfrm>
            <a:off x="10079228" y="6618843"/>
            <a:ext cx="2600325" cy="2036378"/>
          </a:xfrm>
          <a:prstGeom prst="roundRect">
            <a:avLst>
              <a:gd name="adj" fmla="val 293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eval-use-title">
            <a:extLst>
              <a:ext uri="{FF2B5EF4-FFF2-40B4-BE49-F238E27FC236}">
                <a16:creationId xmlns:a16="http://schemas.microsoft.com/office/drawing/2014/main" id="{8CA79BFD-BF37-45DA-93E4-746C147A906E}"/>
              </a:ext>
            </a:extLst>
          </p:cNvPr>
          <p:cNvSpPr>
            <a:spLocks noGrp="1"/>
          </p:cNvSpPr>
          <p:nvPr/>
        </p:nvSpPr>
        <p:spPr>
          <a:xfrm>
            <a:off x="10098278" y="6637892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Songti SC"/>
                <a:ea typeface="Songti SC"/>
              </a:rPr>
              <a:t>策略反向求解</a:t>
            </a:r>
            <a:endParaRPr b="1" dirty="0">
              <a:solidFill>
                <a:srgbClr val="C00000"/>
              </a:solidFill>
              <a:latin typeface="Songti SC"/>
              <a:ea typeface="Songti SC"/>
            </a:endParaRPr>
          </a:p>
        </p:txBody>
      </p:sp>
      <p:sp>
        <p:nvSpPr>
          <p:cNvPr id="81" name="input-card-3-bullets-dot-1-038">
            <a:extLst>
              <a:ext uri="{FF2B5EF4-FFF2-40B4-BE49-F238E27FC236}">
                <a16:creationId xmlns:a16="http://schemas.microsoft.com/office/drawing/2014/main" id="{F8C61B28-1EEF-F2BD-305D-FC72016B539C}"/>
              </a:ext>
            </a:extLst>
          </p:cNvPr>
          <p:cNvSpPr>
            <a:spLocks noGrp="1"/>
          </p:cNvSpPr>
          <p:nvPr/>
        </p:nvSpPr>
        <p:spPr>
          <a:xfrm>
            <a:off x="591347" y="3918211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input-card-3-bullets-text-1-039">
            <a:extLst>
              <a:ext uri="{FF2B5EF4-FFF2-40B4-BE49-F238E27FC236}">
                <a16:creationId xmlns:a16="http://schemas.microsoft.com/office/drawing/2014/main" id="{A93561DF-5DD5-9EF1-FEEB-0C855922E856}"/>
              </a:ext>
            </a:extLst>
          </p:cNvPr>
          <p:cNvSpPr>
            <a:spLocks noGrp="1"/>
          </p:cNvSpPr>
          <p:nvPr/>
        </p:nvSpPr>
        <p:spPr>
          <a:xfrm>
            <a:off x="661902" y="3874703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套餐设计（2维）</a:t>
            </a:r>
          </a:p>
        </p:txBody>
      </p:sp>
      <p:sp>
        <p:nvSpPr>
          <p:cNvPr id="83" name="input-card-3-bullets-dot-2-040">
            <a:extLst>
              <a:ext uri="{FF2B5EF4-FFF2-40B4-BE49-F238E27FC236}">
                <a16:creationId xmlns:a16="http://schemas.microsoft.com/office/drawing/2014/main" id="{8137E1EF-E6DF-2D09-2829-2970247A045B}"/>
              </a:ext>
            </a:extLst>
          </p:cNvPr>
          <p:cNvSpPr>
            <a:spLocks noGrp="1"/>
          </p:cNvSpPr>
          <p:nvPr/>
        </p:nvSpPr>
        <p:spPr>
          <a:xfrm>
            <a:off x="591347" y="4205108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input-card-3-bullets-text-2-041">
            <a:extLst>
              <a:ext uri="{FF2B5EF4-FFF2-40B4-BE49-F238E27FC236}">
                <a16:creationId xmlns:a16="http://schemas.microsoft.com/office/drawing/2014/main" id="{741A9869-27D7-3C1D-A22E-96F18366F6C3}"/>
              </a:ext>
            </a:extLst>
          </p:cNvPr>
          <p:cNvSpPr>
            <a:spLocks noGrp="1"/>
          </p:cNvSpPr>
          <p:nvPr/>
        </p:nvSpPr>
        <p:spPr>
          <a:xfrm>
            <a:off x="661902" y="4161600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套餐定价（4维）</a:t>
            </a:r>
          </a:p>
        </p:txBody>
      </p:sp>
      <p:sp>
        <p:nvSpPr>
          <p:cNvPr id="85" name="input-card-3-bullets-dot-3-042">
            <a:extLst>
              <a:ext uri="{FF2B5EF4-FFF2-40B4-BE49-F238E27FC236}">
                <a16:creationId xmlns:a16="http://schemas.microsoft.com/office/drawing/2014/main" id="{0830DDC7-847F-564D-6AB1-97695D34DFA3}"/>
              </a:ext>
            </a:extLst>
          </p:cNvPr>
          <p:cNvSpPr>
            <a:spLocks noGrp="1"/>
          </p:cNvSpPr>
          <p:nvPr/>
        </p:nvSpPr>
        <p:spPr>
          <a:xfrm>
            <a:off x="602811" y="4512109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input-card-3-bullets-text-3-043">
            <a:extLst>
              <a:ext uri="{FF2B5EF4-FFF2-40B4-BE49-F238E27FC236}">
                <a16:creationId xmlns:a16="http://schemas.microsoft.com/office/drawing/2014/main" id="{85C0E8DB-EFE2-E633-E194-75257755FB9A}"/>
              </a:ext>
            </a:extLst>
          </p:cNvPr>
          <p:cNvSpPr>
            <a:spLocks noGrp="1"/>
          </p:cNvSpPr>
          <p:nvPr/>
        </p:nvSpPr>
        <p:spPr>
          <a:xfrm>
            <a:off x="673366" y="4468601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营销投放（4维）</a:t>
            </a:r>
          </a:p>
        </p:txBody>
      </p:sp>
      <p:sp>
        <p:nvSpPr>
          <p:cNvPr id="87" name="input-card-3-bullets-dot-4-044">
            <a:extLst>
              <a:ext uri="{FF2B5EF4-FFF2-40B4-BE49-F238E27FC236}">
                <a16:creationId xmlns:a16="http://schemas.microsoft.com/office/drawing/2014/main" id="{F1990DEF-10C9-7F12-F6C4-DCB2B80E9141}"/>
              </a:ext>
            </a:extLst>
          </p:cNvPr>
          <p:cNvSpPr>
            <a:spLocks noGrp="1"/>
          </p:cNvSpPr>
          <p:nvPr/>
        </p:nvSpPr>
        <p:spPr>
          <a:xfrm>
            <a:off x="602811" y="4812319"/>
            <a:ext cx="30574" cy="30574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input-card-3-bullets-text-4-045">
            <a:extLst>
              <a:ext uri="{FF2B5EF4-FFF2-40B4-BE49-F238E27FC236}">
                <a16:creationId xmlns:a16="http://schemas.microsoft.com/office/drawing/2014/main" id="{DAA7FC2F-F2BB-CA97-AF41-D18F7EF3694F}"/>
              </a:ext>
            </a:extLst>
          </p:cNvPr>
          <p:cNvSpPr>
            <a:spLocks noGrp="1"/>
          </p:cNvSpPr>
          <p:nvPr/>
        </p:nvSpPr>
        <p:spPr>
          <a:xfrm>
            <a:off x="673366" y="4768811"/>
            <a:ext cx="1669784" cy="11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服务水平（1维）</a:t>
            </a:r>
          </a:p>
        </p:txBody>
      </p:sp>
      <p:sp>
        <p:nvSpPr>
          <p:cNvPr id="89" name="input-to-analytical">
            <a:extLst>
              <a:ext uri="{FF2B5EF4-FFF2-40B4-BE49-F238E27FC236}">
                <a16:creationId xmlns:a16="http://schemas.microsoft.com/office/drawing/2014/main" id="{D5DB855B-CB75-52C3-3B39-D1B01C40C629}"/>
              </a:ext>
            </a:extLst>
          </p:cNvPr>
          <p:cNvSpPr>
            <a:spLocks noGrp="1"/>
          </p:cNvSpPr>
          <p:nvPr/>
        </p:nvSpPr>
        <p:spPr>
          <a:xfrm>
            <a:off x="2343150" y="6638925"/>
            <a:ext cx="209550" cy="285750"/>
          </a:xfrm>
          <a:prstGeom prst="rightArrow">
            <a:avLst/>
          </a:prstGeom>
          <a:solidFill>
            <a:srgbClr val="6F96B5"/>
          </a:solidFill>
          <a:ln w="0">
            <a:solidFill>
              <a:srgbClr val="6F9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D8C6C494-9DF4-8431-15A8-437373FB0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976" y="4143374"/>
            <a:ext cx="5689600" cy="1333500"/>
          </a:xfrm>
          <a:prstGeom prst="rect">
            <a:avLst/>
          </a:prstGeom>
        </p:spPr>
      </p:pic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BC54B85-3AA7-1FEF-158C-BC6A791B8AA4}"/>
              </a:ext>
            </a:extLst>
          </p:cNvPr>
          <p:cNvCxnSpPr>
            <a:stCxn id="23" idx="2"/>
          </p:cNvCxnSpPr>
          <p:nvPr/>
        </p:nvCxnSpPr>
        <p:spPr>
          <a:xfrm>
            <a:off x="8362950" y="2857500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3158CAC2-838B-771B-0416-EDF91417C043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4452334" y="2486025"/>
            <a:ext cx="953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F9130C6F-6BDC-9A5C-D1FF-A971191397D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605586" y="2486025"/>
            <a:ext cx="1157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7E1ACB18-76CF-9576-36E8-39A58B8735EE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6605586" y="3505200"/>
            <a:ext cx="1157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2FA1A242-2AF1-B302-8DB0-3D461AC81DE7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4438650" y="3505200"/>
            <a:ext cx="966786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935E4485-CA23-9061-F96F-A99D115E5EB0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3852259" y="2857500"/>
            <a:ext cx="2153252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state-panel-title">
            <a:extLst>
              <a:ext uri="{FF2B5EF4-FFF2-40B4-BE49-F238E27FC236}">
                <a16:creationId xmlns:a16="http://schemas.microsoft.com/office/drawing/2014/main" id="{831D7ACA-1C88-5985-7BA0-D58E8EDC92DA}"/>
              </a:ext>
            </a:extLst>
          </p:cNvPr>
          <p:cNvSpPr>
            <a:spLocks noGrp="1"/>
          </p:cNvSpPr>
          <p:nvPr/>
        </p:nvSpPr>
        <p:spPr>
          <a:xfrm>
            <a:off x="4102096" y="3929062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E914D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C87B0E"/>
                </a:solidFill>
                <a:latin typeface="Songti SC"/>
                <a:ea typeface="Songti SC"/>
                <a:cs typeface="Songti SC"/>
              </a:rPr>
              <a:t>智能体</a:t>
            </a:r>
            <a:r>
              <a:rPr lang="zh-CN" altLang="en-US" b="1" dirty="0">
                <a:solidFill>
                  <a:srgbClr val="C87B0E"/>
                </a:solidFill>
                <a:latin typeface="Songti SC"/>
                <a:ea typeface="Songti SC"/>
                <a:cs typeface="Songti SC"/>
              </a:rPr>
              <a:t>状态向量更新规则</a:t>
            </a:r>
            <a:endParaRPr sz="1800" b="1" dirty="0">
              <a:solidFill>
                <a:srgbClr val="C87B0E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13" name="state-panel-title">
            <a:extLst>
              <a:ext uri="{FF2B5EF4-FFF2-40B4-BE49-F238E27FC236}">
                <a16:creationId xmlns:a16="http://schemas.microsoft.com/office/drawing/2014/main" id="{01DEB06D-DD1E-76FF-0D18-CA3B2E62FA40}"/>
              </a:ext>
            </a:extLst>
          </p:cNvPr>
          <p:cNvSpPr>
            <a:spLocks noGrp="1"/>
          </p:cNvSpPr>
          <p:nvPr/>
        </p:nvSpPr>
        <p:spPr>
          <a:xfrm>
            <a:off x="2609849" y="1190624"/>
            <a:ext cx="702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E914D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800" b="1" dirty="0">
                <a:solidFill>
                  <a:srgbClr val="C87B0E"/>
                </a:solidFill>
                <a:latin typeface="Songti SC"/>
                <a:ea typeface="Songti SC"/>
                <a:cs typeface="Songti SC"/>
              </a:rPr>
              <a:t>核心：简化智能体间的扩散传播过程，转而位于平均场以模拟交互</a:t>
            </a:r>
            <a:endParaRPr sz="1800" b="1" dirty="0">
              <a:solidFill>
                <a:srgbClr val="C87B0E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15" name="hybrid-samples">
            <a:extLst>
              <a:ext uri="{FF2B5EF4-FFF2-40B4-BE49-F238E27FC236}">
                <a16:creationId xmlns:a16="http://schemas.microsoft.com/office/drawing/2014/main" id="{171C7FD6-D82C-64E7-D1E7-C10234A5CA21}"/>
              </a:ext>
            </a:extLst>
          </p:cNvPr>
          <p:cNvSpPr>
            <a:spLocks noGrp="1"/>
          </p:cNvSpPr>
          <p:nvPr/>
        </p:nvSpPr>
        <p:spPr>
          <a:xfrm>
            <a:off x="2819400" y="6637892"/>
            <a:ext cx="2867026" cy="1619898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7145">
            <a:solidFill>
              <a:srgbClr val="7E66B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6" name="gp-header">
            <a:extLst>
              <a:ext uri="{FF2B5EF4-FFF2-40B4-BE49-F238E27FC236}">
                <a16:creationId xmlns:a16="http://schemas.microsoft.com/office/drawing/2014/main" id="{56344785-F5CD-0D4B-0F0F-C4DFC059E15C}"/>
              </a:ext>
            </a:extLst>
          </p:cNvPr>
          <p:cNvSpPr>
            <a:spLocks noGrp="1"/>
          </p:cNvSpPr>
          <p:nvPr/>
        </p:nvSpPr>
        <p:spPr>
          <a:xfrm>
            <a:off x="2609849" y="6656943"/>
            <a:ext cx="32575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en-US" b="1" dirty="0">
                <a:solidFill>
                  <a:srgbClr val="7E66B0"/>
                </a:solidFill>
                <a:latin typeface="Songti SC"/>
                <a:ea typeface="Songti SC"/>
              </a:rPr>
              <a:t>高斯过程拟合残差</a:t>
            </a:r>
            <a:endParaRPr b="1" dirty="0">
              <a:solidFill>
                <a:srgbClr val="7E66B0"/>
              </a:solidFill>
              <a:latin typeface="Songti SC"/>
              <a:ea typeface="Songti SC"/>
            </a:endParaRPr>
          </a:p>
        </p:txBody>
      </p:sp>
      <p:pic>
        <p:nvPicPr>
          <p:cNvPr id="114" name="图片 113">
            <a:extLst>
              <a:ext uri="{FF2B5EF4-FFF2-40B4-BE49-F238E27FC236}">
                <a16:creationId xmlns:a16="http://schemas.microsoft.com/office/drawing/2014/main" id="{A0675579-6D60-4455-8DC0-9CDE91139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271" y="7115354"/>
            <a:ext cx="2209800" cy="495300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804CE697-D304-F396-2CF6-3E5B35F48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088" y="7647167"/>
            <a:ext cx="2451100" cy="546100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2152A95D-1061-C29F-B605-64F378EA4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061" y="7769223"/>
            <a:ext cx="3111500" cy="558800"/>
          </a:xfrm>
          <a:prstGeom prst="rect">
            <a:avLst/>
          </a:prstGeom>
        </p:spPr>
      </p:pic>
      <p:sp>
        <p:nvSpPr>
          <p:cNvPr id="119" name="加号 118">
            <a:extLst>
              <a:ext uri="{FF2B5EF4-FFF2-40B4-BE49-F238E27FC236}">
                <a16:creationId xmlns:a16="http://schemas.microsoft.com/office/drawing/2014/main" id="{13452D56-A83F-E4D2-F9ED-452AB904499E}"/>
              </a:ext>
            </a:extLst>
          </p:cNvPr>
          <p:cNvSpPr/>
          <p:nvPr/>
        </p:nvSpPr>
        <p:spPr>
          <a:xfrm>
            <a:off x="7759282" y="7042878"/>
            <a:ext cx="245408" cy="24540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91"/>
          </a:p>
        </p:txBody>
      </p:sp>
      <p:sp>
        <p:nvSpPr>
          <p:cNvPr id="122" name="eval-metrics">
            <a:extLst>
              <a:ext uri="{FF2B5EF4-FFF2-40B4-BE49-F238E27FC236}">
                <a16:creationId xmlns:a16="http://schemas.microsoft.com/office/drawing/2014/main" id="{89434182-9EF5-6B9D-5318-AFF1A09E6407}"/>
              </a:ext>
            </a:extLst>
          </p:cNvPr>
          <p:cNvSpPr>
            <a:spLocks noGrp="1"/>
          </p:cNvSpPr>
          <p:nvPr/>
        </p:nvSpPr>
        <p:spPr>
          <a:xfrm>
            <a:off x="10088559" y="1909349"/>
            <a:ext cx="2541590" cy="934960"/>
          </a:xfrm>
          <a:prstGeom prst="roundRect">
            <a:avLst>
              <a:gd name="adj" fmla="val 310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E1196AC5-6A64-3F08-AF13-7AFA77CEA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9565" y="2329367"/>
            <a:ext cx="2376396" cy="463918"/>
          </a:xfrm>
          <a:prstGeom prst="rect">
            <a:avLst/>
          </a:prstGeom>
        </p:spPr>
      </p:pic>
      <p:sp>
        <p:nvSpPr>
          <p:cNvPr id="123" name="eval-delivery-title">
            <a:extLst>
              <a:ext uri="{FF2B5EF4-FFF2-40B4-BE49-F238E27FC236}">
                <a16:creationId xmlns:a16="http://schemas.microsoft.com/office/drawing/2014/main" id="{E8197B72-7E8B-CC40-F1F4-9B29C73EC55B}"/>
              </a:ext>
            </a:extLst>
          </p:cNvPr>
          <p:cNvSpPr>
            <a:spLocks noGrp="1"/>
          </p:cNvSpPr>
          <p:nvPr/>
        </p:nvSpPr>
        <p:spPr>
          <a:xfrm>
            <a:off x="10067923" y="1954206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A5596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目标对状态的递推形式</a:t>
            </a:r>
            <a:endParaRPr sz="1600" b="1" dirty="0">
              <a:solidFill>
                <a:srgbClr val="C0000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31" name="eval-metrics">
            <a:extLst>
              <a:ext uri="{FF2B5EF4-FFF2-40B4-BE49-F238E27FC236}">
                <a16:creationId xmlns:a16="http://schemas.microsoft.com/office/drawing/2014/main" id="{23254FE7-D772-8CA5-4D6A-C11DC99CE7BA}"/>
              </a:ext>
            </a:extLst>
          </p:cNvPr>
          <p:cNvSpPr>
            <a:spLocks noGrp="1"/>
          </p:cNvSpPr>
          <p:nvPr/>
        </p:nvSpPr>
        <p:spPr>
          <a:xfrm>
            <a:off x="10082645" y="2982248"/>
            <a:ext cx="2543049" cy="887112"/>
          </a:xfrm>
          <a:prstGeom prst="roundRect">
            <a:avLst>
              <a:gd name="adj" fmla="val 310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eval-metrics">
            <a:extLst>
              <a:ext uri="{FF2B5EF4-FFF2-40B4-BE49-F238E27FC236}">
                <a16:creationId xmlns:a16="http://schemas.microsoft.com/office/drawing/2014/main" id="{16E54286-8518-2361-0273-C61AD3EED36A}"/>
              </a:ext>
            </a:extLst>
          </p:cNvPr>
          <p:cNvSpPr>
            <a:spLocks noGrp="1"/>
          </p:cNvSpPr>
          <p:nvPr/>
        </p:nvSpPr>
        <p:spPr>
          <a:xfrm>
            <a:off x="10125382" y="4012765"/>
            <a:ext cx="2476500" cy="794473"/>
          </a:xfrm>
          <a:prstGeom prst="roundRect">
            <a:avLst>
              <a:gd name="adj" fmla="val 310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eval-delivery-title">
            <a:extLst>
              <a:ext uri="{FF2B5EF4-FFF2-40B4-BE49-F238E27FC236}">
                <a16:creationId xmlns:a16="http://schemas.microsoft.com/office/drawing/2014/main" id="{F2D139F6-91D9-9023-3B9C-6926F7D7D1DC}"/>
              </a:ext>
            </a:extLst>
          </p:cNvPr>
          <p:cNvSpPr>
            <a:spLocks noGrp="1"/>
          </p:cNvSpPr>
          <p:nvPr/>
        </p:nvSpPr>
        <p:spPr>
          <a:xfrm>
            <a:off x="10084810" y="2927398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A5596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目标对状态梯度</a:t>
            </a:r>
            <a:endParaRPr sz="1600" b="1" dirty="0">
              <a:solidFill>
                <a:srgbClr val="C00000"/>
              </a:solidFill>
              <a:latin typeface="Songti SC"/>
              <a:ea typeface="Songti SC"/>
              <a:cs typeface="Songti SC"/>
            </a:endParaRP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F348CB27-0F50-70E0-5918-CC113A79CB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382" y="3288745"/>
            <a:ext cx="2476500" cy="520586"/>
          </a:xfrm>
          <a:prstGeom prst="rect">
            <a:avLst/>
          </a:prstGeom>
        </p:spPr>
      </p:pic>
      <p:sp>
        <p:nvSpPr>
          <p:cNvPr id="127" name="eval-delivery-title">
            <a:extLst>
              <a:ext uri="{FF2B5EF4-FFF2-40B4-BE49-F238E27FC236}">
                <a16:creationId xmlns:a16="http://schemas.microsoft.com/office/drawing/2014/main" id="{691C32A1-3C36-0CF3-5CFC-009BB14D2639}"/>
              </a:ext>
            </a:extLst>
          </p:cNvPr>
          <p:cNvSpPr>
            <a:spLocks noGrp="1"/>
          </p:cNvSpPr>
          <p:nvPr/>
        </p:nvSpPr>
        <p:spPr>
          <a:xfrm>
            <a:off x="10086975" y="3956267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A5596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目标对策略梯度</a:t>
            </a:r>
            <a:endParaRPr sz="1600" b="1" dirty="0">
              <a:solidFill>
                <a:srgbClr val="C00000"/>
              </a:solidFill>
              <a:latin typeface="Songti SC"/>
              <a:ea typeface="Songti SC"/>
              <a:cs typeface="Songti SC"/>
            </a:endParaRPr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8F495DD3-FDB3-A0B9-ACAD-942AFB342D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6812" y="4365492"/>
            <a:ext cx="2405058" cy="374953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D29A93FD-E17E-EC8F-FF99-0FBAA2B70A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7020" y="5753066"/>
            <a:ext cx="2477110" cy="516767"/>
          </a:xfrm>
          <a:prstGeom prst="rect">
            <a:avLst/>
          </a:prstGeom>
        </p:spPr>
      </p:pic>
      <p:sp>
        <p:nvSpPr>
          <p:cNvPr id="136" name="eval-metrics">
            <a:extLst>
              <a:ext uri="{FF2B5EF4-FFF2-40B4-BE49-F238E27FC236}">
                <a16:creationId xmlns:a16="http://schemas.microsoft.com/office/drawing/2014/main" id="{E029C5B8-C70E-4309-5948-B45C0A021A1C}"/>
              </a:ext>
            </a:extLst>
          </p:cNvPr>
          <p:cNvSpPr>
            <a:spLocks noGrp="1"/>
          </p:cNvSpPr>
          <p:nvPr/>
        </p:nvSpPr>
        <p:spPr>
          <a:xfrm>
            <a:off x="10155735" y="7066517"/>
            <a:ext cx="2476500" cy="783827"/>
          </a:xfrm>
          <a:prstGeom prst="roundRect">
            <a:avLst>
              <a:gd name="adj" fmla="val 310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zh-CN" altLang="en-US" sz="111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eval-delivery-title">
            <a:extLst>
              <a:ext uri="{FF2B5EF4-FFF2-40B4-BE49-F238E27FC236}">
                <a16:creationId xmlns:a16="http://schemas.microsoft.com/office/drawing/2014/main" id="{FC5EFAD3-959B-1F1F-3134-DE059489CE10}"/>
              </a:ext>
            </a:extLst>
          </p:cNvPr>
          <p:cNvSpPr>
            <a:spLocks noGrp="1"/>
          </p:cNvSpPr>
          <p:nvPr/>
        </p:nvSpPr>
        <p:spPr>
          <a:xfrm>
            <a:off x="10117328" y="7010019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6A5596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Songti SC"/>
                <a:ea typeface="Songti SC"/>
                <a:cs typeface="Songti SC"/>
              </a:rPr>
              <a:t>梯度组合</a:t>
            </a:r>
            <a:endParaRPr sz="1600" b="1" dirty="0">
              <a:solidFill>
                <a:srgbClr val="C00000"/>
              </a:solidFill>
              <a:latin typeface="Songti SC"/>
              <a:ea typeface="Songti SC"/>
              <a:cs typeface="Songti SC"/>
            </a:endParaRPr>
          </a:p>
        </p:txBody>
      </p:sp>
      <p:pic>
        <p:nvPicPr>
          <p:cNvPr id="139" name="图片 138">
            <a:extLst>
              <a:ext uri="{FF2B5EF4-FFF2-40B4-BE49-F238E27FC236}">
                <a16:creationId xmlns:a16="http://schemas.microsoft.com/office/drawing/2014/main" id="{6CD10652-9938-D156-03C1-EEA259B302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7183" y="7413592"/>
            <a:ext cx="2324145" cy="436752"/>
          </a:xfrm>
          <a:prstGeom prst="rect">
            <a:avLst/>
          </a:prstGeom>
        </p:spPr>
      </p:pic>
      <p:sp>
        <p:nvSpPr>
          <p:cNvPr id="141" name="eval-use-title">
            <a:extLst>
              <a:ext uri="{FF2B5EF4-FFF2-40B4-BE49-F238E27FC236}">
                <a16:creationId xmlns:a16="http://schemas.microsoft.com/office/drawing/2014/main" id="{DDD4CD60-DBFC-6FC1-2640-B41F9B58E7B1}"/>
              </a:ext>
            </a:extLst>
          </p:cNvPr>
          <p:cNvSpPr>
            <a:spLocks noGrp="1"/>
          </p:cNvSpPr>
          <p:nvPr/>
        </p:nvSpPr>
        <p:spPr>
          <a:xfrm>
            <a:off x="10070010" y="8051091"/>
            <a:ext cx="2562225" cy="409575"/>
          </a:xfrm>
          <a:prstGeom prst="roundRect">
            <a:avLst>
              <a:gd name="adj" fmla="val 18605"/>
            </a:avLst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/>
            <a:r>
              <a:rPr lang="zh-CN" altLang="zh-CN" sz="1600" b="1" dirty="0">
                <a:solidFill>
                  <a:srgbClr val="C00000"/>
                </a:solidFill>
                <a:latin typeface="Songti SC"/>
                <a:ea typeface="Songti SC"/>
              </a:rPr>
              <a:t>拟牛顿优化</a:t>
            </a:r>
            <a:r>
              <a:rPr lang="zh-CN" altLang="en-US" sz="1600" b="1" dirty="0">
                <a:solidFill>
                  <a:srgbClr val="C00000"/>
                </a:solidFill>
                <a:latin typeface="Songti SC"/>
                <a:ea typeface="Songti SC"/>
              </a:rPr>
              <a:t>算法</a:t>
            </a:r>
            <a:endParaRPr lang="en-US" altLang="zh-CN" sz="1600" b="1" dirty="0">
              <a:solidFill>
                <a:srgbClr val="C00000"/>
              </a:solidFill>
              <a:latin typeface="Songti SC"/>
              <a:ea typeface="Songti SC"/>
            </a:endParaRPr>
          </a:p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Songti SC"/>
                <a:ea typeface="Songti SC"/>
              </a:rPr>
              <a:t>L-BFGS-B</a:t>
            </a:r>
            <a:endParaRPr lang="zh-CN" altLang="zh-CN" sz="1600" b="1" dirty="0">
              <a:solidFill>
                <a:srgbClr val="C00000"/>
              </a:solidFill>
              <a:latin typeface="Songti SC"/>
              <a:ea typeface="Songti SC"/>
            </a:endParaRPr>
          </a:p>
        </p:txBody>
      </p:sp>
      <p:sp>
        <p:nvSpPr>
          <p:cNvPr id="142" name="input-to-analytical">
            <a:extLst>
              <a:ext uri="{FF2B5EF4-FFF2-40B4-BE49-F238E27FC236}">
                <a16:creationId xmlns:a16="http://schemas.microsoft.com/office/drawing/2014/main" id="{43DF02C6-3798-AF0D-172C-CA1F26BC1D0B}"/>
              </a:ext>
            </a:extLst>
          </p:cNvPr>
          <p:cNvSpPr>
            <a:spLocks noGrp="1"/>
          </p:cNvSpPr>
          <p:nvPr/>
        </p:nvSpPr>
        <p:spPr>
          <a:xfrm>
            <a:off x="2355831" y="3762375"/>
            <a:ext cx="209550" cy="285750"/>
          </a:xfrm>
          <a:prstGeom prst="rightArrow">
            <a:avLst/>
          </a:prstGeom>
          <a:solidFill>
            <a:srgbClr val="6F96B5"/>
          </a:solidFill>
          <a:ln w="0">
            <a:solidFill>
              <a:srgbClr val="6F9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analytical-to-gp">
            <a:extLst>
              <a:ext uri="{FF2B5EF4-FFF2-40B4-BE49-F238E27FC236}">
                <a16:creationId xmlns:a16="http://schemas.microsoft.com/office/drawing/2014/main" id="{AB693277-B95A-73CA-F00A-F5086A8F7406}"/>
              </a:ext>
            </a:extLst>
          </p:cNvPr>
          <p:cNvSpPr>
            <a:spLocks noGrp="1"/>
          </p:cNvSpPr>
          <p:nvPr/>
        </p:nvSpPr>
        <p:spPr>
          <a:xfrm>
            <a:off x="7785820" y="5679246"/>
            <a:ext cx="266700" cy="171450"/>
          </a:xfrm>
          <a:prstGeom prst="downArrow">
            <a:avLst/>
          </a:prstGeom>
          <a:solidFill>
            <a:srgbClr val="FFF8E9"/>
          </a:solidFill>
          <a:ln w="17145">
            <a:solidFill>
              <a:srgbClr val="C87B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4" name="analytical-to-gp">
            <a:extLst>
              <a:ext uri="{FF2B5EF4-FFF2-40B4-BE49-F238E27FC236}">
                <a16:creationId xmlns:a16="http://schemas.microsoft.com/office/drawing/2014/main" id="{C51BF424-D22B-45F0-00BE-97544F9048B6}"/>
              </a:ext>
            </a:extLst>
          </p:cNvPr>
          <p:cNvSpPr>
            <a:spLocks noGrp="1"/>
          </p:cNvSpPr>
          <p:nvPr/>
        </p:nvSpPr>
        <p:spPr>
          <a:xfrm rot="16200000">
            <a:off x="9698027" y="3181350"/>
            <a:ext cx="266700" cy="171450"/>
          </a:xfrm>
          <a:prstGeom prst="downArrow">
            <a:avLst/>
          </a:prstGeom>
          <a:solidFill>
            <a:srgbClr val="FFF8E9"/>
          </a:solidFill>
          <a:ln w="17145">
            <a:solidFill>
              <a:srgbClr val="C87B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111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FEAA065F-6CC7-CCF3-C169-0F85B1C168A4}"/>
              </a:ext>
            </a:extLst>
          </p:cNvPr>
          <p:cNvCxnSpPr>
            <a:cxnSpLocks/>
            <a:stCxn id="122" idx="2"/>
            <a:endCxn id="131" idx="0"/>
          </p:cNvCxnSpPr>
          <p:nvPr/>
        </p:nvCxnSpPr>
        <p:spPr>
          <a:xfrm flipH="1">
            <a:off x="11354170" y="2844309"/>
            <a:ext cx="5184" cy="137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58429B51-E2E2-5F3B-572E-A836943AC64E}"/>
              </a:ext>
            </a:extLst>
          </p:cNvPr>
          <p:cNvCxnSpPr>
            <a:cxnSpLocks/>
          </p:cNvCxnSpPr>
          <p:nvPr/>
        </p:nvCxnSpPr>
        <p:spPr>
          <a:xfrm flipH="1">
            <a:off x="11374206" y="3878535"/>
            <a:ext cx="5184" cy="137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ECF1F051-48D8-EADC-3386-4B6EB4D974E0}"/>
              </a:ext>
            </a:extLst>
          </p:cNvPr>
          <p:cNvCxnSpPr>
            <a:cxnSpLocks/>
            <a:endCxn id="141" idx="0"/>
          </p:cNvCxnSpPr>
          <p:nvPr/>
        </p:nvCxnSpPr>
        <p:spPr>
          <a:xfrm flipH="1">
            <a:off x="11351123" y="7850344"/>
            <a:ext cx="3046" cy="200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7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put-frame-004">
            <a:extLst>
              <a:ext uri="{FF2B5EF4-FFF2-40B4-BE49-F238E27FC236}">
                <a16:creationId xmlns:a16="http://schemas.microsoft.com/office/drawing/2014/main" id="{AC89A87B-E811-4A95-9FF5-E96279DE58BE}"/>
              </a:ext>
            </a:extLst>
          </p:cNvPr>
          <p:cNvSpPr>
            <a:spLocks noGrp="1"/>
          </p:cNvSpPr>
          <p:nvPr/>
        </p:nvSpPr>
        <p:spPr>
          <a:xfrm>
            <a:off x="202108" y="2033364"/>
            <a:ext cx="2054771" cy="5120084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4288">
            <a:solidFill>
              <a:schemeClr val="bg2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rchitecture-frame-007">
            <a:extLst>
              <a:ext uri="{FF2B5EF4-FFF2-40B4-BE49-F238E27FC236}">
                <a16:creationId xmlns:a16="http://schemas.microsoft.com/office/drawing/2014/main" id="{ED006F59-3661-4A07-828B-37376C896241}"/>
              </a:ext>
            </a:extLst>
          </p:cNvPr>
          <p:cNvSpPr>
            <a:spLocks noGrp="1"/>
          </p:cNvSpPr>
          <p:nvPr/>
        </p:nvSpPr>
        <p:spPr>
          <a:xfrm>
            <a:off x="2374776" y="2033364"/>
            <a:ext cx="7343279" cy="5120084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architecture-title-009">
            <a:extLst>
              <a:ext uri="{FF2B5EF4-FFF2-40B4-BE49-F238E27FC236}">
                <a16:creationId xmlns:a16="http://schemas.microsoft.com/office/drawing/2014/main" id="{816A1C30-B85E-4176-8BD0-40E9C409E5D5}"/>
              </a:ext>
            </a:extLst>
          </p:cNvPr>
          <p:cNvSpPr>
            <a:spLocks noGrp="1"/>
          </p:cNvSpPr>
          <p:nvPr/>
        </p:nvSpPr>
        <p:spPr>
          <a:xfrm>
            <a:off x="2458988" y="2075470"/>
            <a:ext cx="7174855" cy="337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591" b="1" dirty="0" err="1">
                <a:latin typeface="SimSun" panose="02010600030101010101" pitchFamily="2" charset="-122"/>
                <a:ea typeface="SimSun" panose="02010600030101010101" pitchFamily="2" charset="-122"/>
              </a:rPr>
              <a:t>深度学习代理模型架构</a:t>
            </a:r>
            <a:endParaRPr kumimoji="1" sz="159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inverse-frame-010">
            <a:extLst>
              <a:ext uri="{FF2B5EF4-FFF2-40B4-BE49-F238E27FC236}">
                <a16:creationId xmlns:a16="http://schemas.microsoft.com/office/drawing/2014/main" id="{9EAE57AB-9BA3-443A-8B19-1EFB2FE9BCFB}"/>
              </a:ext>
            </a:extLst>
          </p:cNvPr>
          <p:cNvSpPr>
            <a:spLocks noGrp="1"/>
          </p:cNvSpPr>
          <p:nvPr/>
        </p:nvSpPr>
        <p:spPr>
          <a:xfrm>
            <a:off x="9852794" y="2033364"/>
            <a:ext cx="2880047" cy="5120084"/>
          </a:xfrm>
          <a:prstGeom prst="roundRect">
            <a:avLst>
              <a:gd name="adj" fmla="val 4094"/>
            </a:avLst>
          </a:prstGeom>
          <a:noFill/>
          <a:ln w="14288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inverse-title-012">
            <a:extLst>
              <a:ext uri="{FF2B5EF4-FFF2-40B4-BE49-F238E27FC236}">
                <a16:creationId xmlns:a16="http://schemas.microsoft.com/office/drawing/2014/main" id="{D2A06CBB-758E-4447-BD36-FFEED47328AF}"/>
              </a:ext>
            </a:extLst>
          </p:cNvPr>
          <p:cNvSpPr>
            <a:spLocks noGrp="1"/>
          </p:cNvSpPr>
          <p:nvPr/>
        </p:nvSpPr>
        <p:spPr>
          <a:xfrm>
            <a:off x="9937006" y="2075470"/>
            <a:ext cx="2711624" cy="337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591" b="1" dirty="0">
                <a:latin typeface="SimSun" panose="02010600030101010101" pitchFamily="2" charset="-122"/>
                <a:ea typeface="SimSun" panose="02010600030101010101" pitchFamily="2" charset="-122"/>
              </a:rPr>
              <a:t>信赖域内</a:t>
            </a:r>
            <a:r>
              <a:rPr kumimoji="1" sz="1591" b="1" dirty="0" err="1">
                <a:latin typeface="SimSun" panose="02010600030101010101" pitchFamily="2" charset="-122"/>
                <a:ea typeface="SimSun" panose="02010600030101010101" pitchFamily="2" charset="-122"/>
              </a:rPr>
              <a:t>反向求解</a:t>
            </a:r>
            <a:endParaRPr kumimoji="1" sz="159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raining-frame-013">
            <a:extLst>
              <a:ext uri="{FF2B5EF4-FFF2-40B4-BE49-F238E27FC236}">
                <a16:creationId xmlns:a16="http://schemas.microsoft.com/office/drawing/2014/main" id="{CBAC0DE4-7D21-4BC2-9F2D-FE4BD23C62BB}"/>
              </a:ext>
            </a:extLst>
          </p:cNvPr>
          <p:cNvSpPr>
            <a:spLocks noGrp="1"/>
          </p:cNvSpPr>
          <p:nvPr/>
        </p:nvSpPr>
        <p:spPr>
          <a:xfrm>
            <a:off x="2374776" y="7305030"/>
            <a:ext cx="7343279" cy="2096877"/>
          </a:xfrm>
          <a:prstGeom prst="roundRect">
            <a:avLst>
              <a:gd name="adj" fmla="val 5072"/>
            </a:avLst>
          </a:prstGeom>
          <a:noFill/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training-title-015">
            <a:extLst>
              <a:ext uri="{FF2B5EF4-FFF2-40B4-BE49-F238E27FC236}">
                <a16:creationId xmlns:a16="http://schemas.microsoft.com/office/drawing/2014/main" id="{7EB272C1-7DF4-4850-B85F-131F4F3D0030}"/>
              </a:ext>
            </a:extLst>
          </p:cNvPr>
          <p:cNvSpPr>
            <a:spLocks noGrp="1"/>
          </p:cNvSpPr>
          <p:nvPr/>
        </p:nvSpPr>
        <p:spPr>
          <a:xfrm>
            <a:off x="2458988" y="7347135"/>
            <a:ext cx="7174855" cy="337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sz="1591" b="1" dirty="0" err="1">
                <a:latin typeface="SimSun" panose="02010600030101010101" pitchFamily="2" charset="-122"/>
                <a:ea typeface="SimSun" panose="02010600030101010101" pitchFamily="2" charset="-122"/>
              </a:rPr>
              <a:t>损失函数与训练策略</a:t>
            </a:r>
            <a:endParaRPr kumimoji="1" sz="159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2" name="flow-right-017">
            <a:extLst>
              <a:ext uri="{FF2B5EF4-FFF2-40B4-BE49-F238E27FC236}">
                <a16:creationId xmlns:a16="http://schemas.microsoft.com/office/drawing/2014/main" id="{7FF59E62-B671-42F8-872D-2CA015E77A28}"/>
              </a:ext>
            </a:extLst>
          </p:cNvPr>
          <p:cNvSpPr>
            <a:spLocks noGrp="1"/>
          </p:cNvSpPr>
          <p:nvPr/>
        </p:nvSpPr>
        <p:spPr>
          <a:xfrm>
            <a:off x="2256879" y="4416561"/>
            <a:ext cx="117897" cy="151581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4" name="flow-right-018">
            <a:extLst>
              <a:ext uri="{FF2B5EF4-FFF2-40B4-BE49-F238E27FC236}">
                <a16:creationId xmlns:a16="http://schemas.microsoft.com/office/drawing/2014/main" id="{A1B0A9E7-3E41-4589-896B-C4EB731005C2}"/>
              </a:ext>
            </a:extLst>
          </p:cNvPr>
          <p:cNvSpPr>
            <a:spLocks noGrp="1"/>
          </p:cNvSpPr>
          <p:nvPr/>
        </p:nvSpPr>
        <p:spPr>
          <a:xfrm>
            <a:off x="9718055" y="4475509"/>
            <a:ext cx="134739" cy="168424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" name="flow-down-019">
            <a:extLst>
              <a:ext uri="{FF2B5EF4-FFF2-40B4-BE49-F238E27FC236}">
                <a16:creationId xmlns:a16="http://schemas.microsoft.com/office/drawing/2014/main" id="{BB8E5976-9B09-4B9C-8480-3AF96CD2C878}"/>
              </a:ext>
            </a:extLst>
          </p:cNvPr>
          <p:cNvSpPr>
            <a:spLocks noGrp="1"/>
          </p:cNvSpPr>
          <p:nvPr/>
        </p:nvSpPr>
        <p:spPr>
          <a:xfrm rot="10800000">
            <a:off x="5819043" y="7170841"/>
            <a:ext cx="151581" cy="125766"/>
          </a:xfrm>
          <a:prstGeom prst="downArrow">
            <a:avLst>
              <a:gd name="adj1" fmla="val 42936"/>
              <a:gd name="adj2" fmla="val 50000"/>
            </a:avLst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input-policy-020">
            <a:extLst>
              <a:ext uri="{FF2B5EF4-FFF2-40B4-BE49-F238E27FC236}">
                <a16:creationId xmlns:a16="http://schemas.microsoft.com/office/drawing/2014/main" id="{D48980FE-13D0-48DE-A450-32F6A3749BDA}"/>
              </a:ext>
            </a:extLst>
          </p:cNvPr>
          <p:cNvSpPr>
            <a:spLocks noGrp="1"/>
          </p:cNvSpPr>
          <p:nvPr/>
        </p:nvSpPr>
        <p:spPr>
          <a:xfrm>
            <a:off x="303163" y="2538636"/>
            <a:ext cx="1852662" cy="766328"/>
          </a:xfrm>
          <a:prstGeom prst="roundRect">
            <a:avLst>
              <a:gd name="adj" fmla="val 10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policy-title-021">
            <a:extLst>
              <a:ext uri="{FF2B5EF4-FFF2-40B4-BE49-F238E27FC236}">
                <a16:creationId xmlns:a16="http://schemas.microsoft.com/office/drawing/2014/main" id="{75E947FB-DCF7-4279-B241-29356DA83D00}"/>
              </a:ext>
            </a:extLst>
          </p:cNvPr>
          <p:cNvSpPr>
            <a:spLocks noGrp="1"/>
          </p:cNvSpPr>
          <p:nvPr/>
        </p:nvSpPr>
        <p:spPr>
          <a:xfrm>
            <a:off x="547377" y="2589162"/>
            <a:ext cx="1397918" cy="218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待评估</a:t>
            </a:r>
            <a:r>
              <a:rPr lang="zh-CN" altLang="en-US" sz="1392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推广</a:t>
            </a: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policy-body-027">
            <a:extLst>
              <a:ext uri="{FF2B5EF4-FFF2-40B4-BE49-F238E27FC236}">
                <a16:creationId xmlns:a16="http://schemas.microsoft.com/office/drawing/2014/main" id="{C6716AC1-8A89-4DBE-83C8-F2536DB59F37}"/>
              </a:ext>
            </a:extLst>
          </p:cNvPr>
          <p:cNvSpPr>
            <a:spLocks noGrp="1"/>
          </p:cNvSpPr>
          <p:nvPr/>
        </p:nvSpPr>
        <p:spPr>
          <a:xfrm>
            <a:off x="387375" y="2873310"/>
            <a:ext cx="1684238" cy="4042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 algn="ctr">
              <a:buFont typeface="Arial" panose="020B0604020202020204" pitchFamily="34" charset="0"/>
              <a:buChar char="•"/>
            </a:pP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</a:t>
            </a:r>
            <a:r>
              <a:rPr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× </a:t>
            </a: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× </a:t>
            </a: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策略变量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input-context-028">
            <a:extLst>
              <a:ext uri="{FF2B5EF4-FFF2-40B4-BE49-F238E27FC236}">
                <a16:creationId xmlns:a16="http://schemas.microsoft.com/office/drawing/2014/main" id="{B6DC2D07-1BA7-48CC-92F6-6E07C1B6B6A4}"/>
              </a:ext>
            </a:extLst>
          </p:cNvPr>
          <p:cNvSpPr>
            <a:spLocks noGrp="1"/>
          </p:cNvSpPr>
          <p:nvPr/>
        </p:nvSpPr>
        <p:spPr>
          <a:xfrm>
            <a:off x="303163" y="3467004"/>
            <a:ext cx="1852662" cy="1075875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context-title-029">
            <a:extLst>
              <a:ext uri="{FF2B5EF4-FFF2-40B4-BE49-F238E27FC236}">
                <a16:creationId xmlns:a16="http://schemas.microsoft.com/office/drawing/2014/main" id="{44958DE0-DB7A-42AD-AB73-C4D0CC2F0CD0}"/>
              </a:ext>
            </a:extLst>
          </p:cNvPr>
          <p:cNvSpPr>
            <a:spLocks noGrp="1"/>
          </p:cNvSpPr>
          <p:nvPr/>
        </p:nvSpPr>
        <p:spPr>
          <a:xfrm>
            <a:off x="404217" y="3474407"/>
            <a:ext cx="1650554" cy="218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外生情境</a:t>
            </a:r>
            <a:r>
              <a:rPr lang="zh-CN" altLang="en-US" sz="1392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变量</a:t>
            </a:r>
            <a:endParaRPr sz="1392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context-formula-030">
            <a:extLst>
              <a:ext uri="{FF2B5EF4-FFF2-40B4-BE49-F238E27FC236}">
                <a16:creationId xmlns:a16="http://schemas.microsoft.com/office/drawing/2014/main" id="{3A594AA6-01C1-40C6-AD3F-7B0426F44100}"/>
              </a:ext>
            </a:extLst>
          </p:cNvPr>
          <p:cNvSpPr>
            <a:spLocks noGrp="1"/>
          </p:cNvSpPr>
          <p:nvPr/>
        </p:nvSpPr>
        <p:spPr>
          <a:xfrm>
            <a:off x="404217" y="3919711"/>
            <a:ext cx="1650554" cy="227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7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endParaRPr sz="152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8" name="context-body-031">
            <a:extLst>
              <a:ext uri="{FF2B5EF4-FFF2-40B4-BE49-F238E27FC236}">
                <a16:creationId xmlns:a16="http://schemas.microsoft.com/office/drawing/2014/main" id="{41829ABC-84FF-40EF-A284-5FBFEBCDA4A5}"/>
              </a:ext>
            </a:extLst>
          </p:cNvPr>
          <p:cNvSpPr>
            <a:spLocks noGrp="1"/>
          </p:cNvSpPr>
          <p:nvPr/>
        </p:nvSpPr>
        <p:spPr>
          <a:xfrm>
            <a:off x="370532" y="3954889"/>
            <a:ext cx="1717923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社会经济结构与出行模式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</a:t>
            </a: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社会经济结构与出行模式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input-dctx-032">
            <a:extLst>
              <a:ext uri="{FF2B5EF4-FFF2-40B4-BE49-F238E27FC236}">
                <a16:creationId xmlns:a16="http://schemas.microsoft.com/office/drawing/2014/main" id="{24014730-6D99-4DFB-BFF2-B60BC3E242D5}"/>
              </a:ext>
            </a:extLst>
          </p:cNvPr>
          <p:cNvSpPr>
            <a:spLocks noGrp="1"/>
          </p:cNvSpPr>
          <p:nvPr/>
        </p:nvSpPr>
        <p:spPr>
          <a:xfrm>
            <a:off x="303163" y="4704920"/>
            <a:ext cx="1852662" cy="865360"/>
          </a:xfrm>
          <a:prstGeom prst="roundRect">
            <a:avLst>
              <a:gd name="adj" fmla="val 7792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dctx-title-033">
            <a:extLst>
              <a:ext uri="{FF2B5EF4-FFF2-40B4-BE49-F238E27FC236}">
                <a16:creationId xmlns:a16="http://schemas.microsoft.com/office/drawing/2014/main" id="{8ED3241D-801E-45BC-ADD2-3E42583051BD}"/>
              </a:ext>
            </a:extLst>
          </p:cNvPr>
          <p:cNvSpPr>
            <a:spLocks noGrp="1"/>
          </p:cNvSpPr>
          <p:nvPr/>
        </p:nvSpPr>
        <p:spPr>
          <a:xfrm>
            <a:off x="404217" y="4799725"/>
            <a:ext cx="1650554" cy="227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</a:t>
            </a:r>
            <a:r>
              <a:rPr lang="zh-CN" altLang="en-US" sz="1392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集合</a:t>
            </a:r>
            <a:endParaRPr sz="1392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dctx-body-035">
            <a:extLst>
              <a:ext uri="{FF2B5EF4-FFF2-40B4-BE49-F238E27FC236}">
                <a16:creationId xmlns:a16="http://schemas.microsoft.com/office/drawing/2014/main" id="{6DE922C6-0F8D-46BE-8A57-D051E7E12B34}"/>
              </a:ext>
            </a:extLst>
          </p:cNvPr>
          <p:cNvSpPr>
            <a:spLocks noGrp="1"/>
          </p:cNvSpPr>
          <p:nvPr/>
        </p:nvSpPr>
        <p:spPr>
          <a:xfrm>
            <a:off x="370532" y="5021058"/>
            <a:ext cx="1717923" cy="572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各分区推广策略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各分区目标输出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input-prior-036">
            <a:extLst>
              <a:ext uri="{FF2B5EF4-FFF2-40B4-BE49-F238E27FC236}">
                <a16:creationId xmlns:a16="http://schemas.microsoft.com/office/drawing/2014/main" id="{84E06385-F8C6-4A69-80AD-A80B7B07B1F1}"/>
              </a:ext>
            </a:extLst>
          </p:cNvPr>
          <p:cNvSpPr>
            <a:spLocks noGrp="1"/>
          </p:cNvSpPr>
          <p:nvPr/>
        </p:nvSpPr>
        <p:spPr>
          <a:xfrm>
            <a:off x="303163" y="5665085"/>
            <a:ext cx="1852662" cy="1353624"/>
          </a:xfrm>
          <a:prstGeom prst="roundRect">
            <a:avLst>
              <a:gd name="adj" fmla="val 10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prior-title-037">
            <a:extLst>
              <a:ext uri="{FF2B5EF4-FFF2-40B4-BE49-F238E27FC236}">
                <a16:creationId xmlns:a16="http://schemas.microsoft.com/office/drawing/2014/main" id="{A33115DB-A150-4739-B556-B1CBC5AB1896}"/>
              </a:ext>
            </a:extLst>
          </p:cNvPr>
          <p:cNvSpPr>
            <a:spLocks noGrp="1"/>
          </p:cNvSpPr>
          <p:nvPr/>
        </p:nvSpPr>
        <p:spPr>
          <a:xfrm>
            <a:off x="404217" y="5728184"/>
            <a:ext cx="1650554" cy="227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物理先验监督标签</a:t>
            </a:r>
            <a:endParaRPr sz="1392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prior-body-038">
            <a:extLst>
              <a:ext uri="{FF2B5EF4-FFF2-40B4-BE49-F238E27FC236}">
                <a16:creationId xmlns:a16="http://schemas.microsoft.com/office/drawing/2014/main" id="{AFDFF00D-8B88-4FF4-A864-D6944F823A09}"/>
              </a:ext>
            </a:extLst>
          </p:cNvPr>
          <p:cNvSpPr>
            <a:spLocks noGrp="1"/>
          </p:cNvSpPr>
          <p:nvPr/>
        </p:nvSpPr>
        <p:spPr>
          <a:xfrm>
            <a:off x="332123" y="6062905"/>
            <a:ext cx="1828426" cy="8673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解析代理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输出中间过程量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仿真模型输出的目标值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module-21-039">
            <a:extLst>
              <a:ext uri="{FF2B5EF4-FFF2-40B4-BE49-F238E27FC236}">
                <a16:creationId xmlns:a16="http://schemas.microsoft.com/office/drawing/2014/main" id="{D6903D43-1734-44D0-89A9-57671F9A3597}"/>
              </a:ext>
            </a:extLst>
          </p:cNvPr>
          <p:cNvSpPr>
            <a:spLocks noGrp="1"/>
          </p:cNvSpPr>
          <p:nvPr/>
        </p:nvSpPr>
        <p:spPr>
          <a:xfrm>
            <a:off x="2492673" y="2521793"/>
            <a:ext cx="1414760" cy="227372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module-21-title-041">
            <a:extLst>
              <a:ext uri="{FF2B5EF4-FFF2-40B4-BE49-F238E27FC236}">
                <a16:creationId xmlns:a16="http://schemas.microsoft.com/office/drawing/2014/main" id="{94B8E059-58B0-4E00-815D-C0964F36D91C}"/>
              </a:ext>
            </a:extLst>
          </p:cNvPr>
          <p:cNvSpPr>
            <a:spLocks noGrp="1"/>
          </p:cNvSpPr>
          <p:nvPr/>
        </p:nvSpPr>
        <p:spPr>
          <a:xfrm>
            <a:off x="2560042" y="2555478"/>
            <a:ext cx="1280021" cy="412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分区时序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策略编码器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mini-step-043">
            <a:extLst>
              <a:ext uri="{FF2B5EF4-FFF2-40B4-BE49-F238E27FC236}">
                <a16:creationId xmlns:a16="http://schemas.microsoft.com/office/drawing/2014/main" id="{A105C356-B2D9-4288-BCA1-88301FB94836}"/>
              </a:ext>
            </a:extLst>
          </p:cNvPr>
          <p:cNvSpPr>
            <a:spLocks noGrp="1"/>
          </p:cNvSpPr>
          <p:nvPr/>
        </p:nvSpPr>
        <p:spPr>
          <a:xfrm>
            <a:off x="2593727" y="3439703"/>
            <a:ext cx="121265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mini-step-label-044">
            <a:extLst>
              <a:ext uri="{FF2B5EF4-FFF2-40B4-BE49-F238E27FC236}">
                <a16:creationId xmlns:a16="http://schemas.microsoft.com/office/drawing/2014/main" id="{ADA2CE48-7AB7-466A-83E5-CFC045C27E62}"/>
              </a:ext>
            </a:extLst>
          </p:cNvPr>
          <p:cNvSpPr>
            <a:spLocks noGrp="1"/>
          </p:cNvSpPr>
          <p:nvPr/>
        </p:nvSpPr>
        <p:spPr>
          <a:xfrm>
            <a:off x="2618991" y="3456545"/>
            <a:ext cx="1162124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多层</a:t>
            </a:r>
            <a:r>
              <a:rPr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1D-CNN</a:t>
            </a:r>
          </a:p>
        </p:txBody>
      </p:sp>
      <p:sp>
        <p:nvSpPr>
          <p:cNvPr id="139" name="mini-step-046">
            <a:extLst>
              <a:ext uri="{FF2B5EF4-FFF2-40B4-BE49-F238E27FC236}">
                <a16:creationId xmlns:a16="http://schemas.microsoft.com/office/drawing/2014/main" id="{93229E11-501B-42CC-B3AF-FEE4639BEA7E}"/>
              </a:ext>
            </a:extLst>
          </p:cNvPr>
          <p:cNvSpPr>
            <a:spLocks noGrp="1"/>
          </p:cNvSpPr>
          <p:nvPr/>
        </p:nvSpPr>
        <p:spPr>
          <a:xfrm>
            <a:off x="2593727" y="3949552"/>
            <a:ext cx="121265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mini-step-label-047">
            <a:extLst>
              <a:ext uri="{FF2B5EF4-FFF2-40B4-BE49-F238E27FC236}">
                <a16:creationId xmlns:a16="http://schemas.microsoft.com/office/drawing/2014/main" id="{A6A1EABD-E031-4D39-905E-D8B306B7124C}"/>
              </a:ext>
            </a:extLst>
          </p:cNvPr>
          <p:cNvSpPr>
            <a:spLocks noGrp="1"/>
          </p:cNvSpPr>
          <p:nvPr/>
        </p:nvSpPr>
        <p:spPr>
          <a:xfrm>
            <a:off x="2618991" y="3966394"/>
            <a:ext cx="1162124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展平</a:t>
            </a:r>
            <a:r>
              <a:rPr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投影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module-21-foot-048">
            <a:extLst>
              <a:ext uri="{FF2B5EF4-FFF2-40B4-BE49-F238E27FC236}">
                <a16:creationId xmlns:a16="http://schemas.microsoft.com/office/drawing/2014/main" id="{D9F65BC4-BC28-4612-9455-EEAE8E35D620}"/>
              </a:ext>
            </a:extLst>
          </p:cNvPr>
          <p:cNvSpPr>
            <a:spLocks noGrp="1"/>
          </p:cNvSpPr>
          <p:nvPr/>
        </p:nvSpPr>
        <p:spPr>
          <a:xfrm>
            <a:off x="2547411" y="3074959"/>
            <a:ext cx="1338969" cy="28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38" b="1" dirty="0">
                <a:latin typeface="SimSun" panose="02010600030101010101" pitchFamily="2" charset="-122"/>
                <a:ea typeface="SimSun" panose="02010600030101010101" pitchFamily="2" charset="-122"/>
              </a:rPr>
              <a:t>各分区</a:t>
            </a:r>
            <a:r>
              <a:rPr kumimoji="1" sz="1238" b="1" dirty="0" err="1">
                <a:latin typeface="SimSun" panose="02010600030101010101" pitchFamily="2" charset="-122"/>
                <a:ea typeface="SimSun" panose="02010600030101010101" pitchFamily="2" charset="-122"/>
              </a:rPr>
              <a:t>共享参数</a:t>
            </a:r>
            <a:endParaRPr kumimoji="1" sz="1238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3" name="module-23-049">
            <a:extLst>
              <a:ext uri="{FF2B5EF4-FFF2-40B4-BE49-F238E27FC236}">
                <a16:creationId xmlns:a16="http://schemas.microsoft.com/office/drawing/2014/main" id="{BC648949-8DCF-4E6C-A02E-35B8CC4B8D89}"/>
              </a:ext>
            </a:extLst>
          </p:cNvPr>
          <p:cNvSpPr>
            <a:spLocks noGrp="1"/>
          </p:cNvSpPr>
          <p:nvPr/>
        </p:nvSpPr>
        <p:spPr>
          <a:xfrm>
            <a:off x="4025330" y="2521793"/>
            <a:ext cx="1498972" cy="227372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module-23-title-051">
            <a:extLst>
              <a:ext uri="{FF2B5EF4-FFF2-40B4-BE49-F238E27FC236}">
                <a16:creationId xmlns:a16="http://schemas.microsoft.com/office/drawing/2014/main" id="{566C171B-1551-459E-A15F-4CA1BDB8CFDD}"/>
              </a:ext>
            </a:extLst>
          </p:cNvPr>
          <p:cNvSpPr>
            <a:spLocks noGrp="1"/>
          </p:cNvSpPr>
          <p:nvPr/>
        </p:nvSpPr>
        <p:spPr>
          <a:xfrm>
            <a:off x="4092699" y="2555478"/>
            <a:ext cx="1364233" cy="412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跨区交互编码器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7" name="zone-reps-052">
            <a:extLst>
              <a:ext uri="{FF2B5EF4-FFF2-40B4-BE49-F238E27FC236}">
                <a16:creationId xmlns:a16="http://schemas.microsoft.com/office/drawing/2014/main" id="{96778419-0503-4148-9730-2D3E769F1F33}"/>
              </a:ext>
            </a:extLst>
          </p:cNvPr>
          <p:cNvSpPr>
            <a:spLocks noGrp="1"/>
          </p:cNvSpPr>
          <p:nvPr/>
        </p:nvSpPr>
        <p:spPr>
          <a:xfrm>
            <a:off x="4126384" y="2954519"/>
            <a:ext cx="1313706" cy="2357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326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326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</a:t>
            </a:r>
            <a:r>
              <a:rPr sz="1326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表征</a:t>
            </a:r>
            <a:endParaRPr sz="1326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mhsa-left-053">
            <a:extLst>
              <a:ext uri="{FF2B5EF4-FFF2-40B4-BE49-F238E27FC236}">
                <a16:creationId xmlns:a16="http://schemas.microsoft.com/office/drawing/2014/main" id="{F80429CC-FF20-4A89-AE6C-888BD668C77D}"/>
              </a:ext>
            </a:extLst>
          </p:cNvPr>
          <p:cNvSpPr>
            <a:spLocks noGrp="1"/>
          </p:cNvSpPr>
          <p:nvPr/>
        </p:nvSpPr>
        <p:spPr>
          <a:xfrm>
            <a:off x="4160069" y="3565714"/>
            <a:ext cx="109475" cy="10947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mhsa-right-054">
            <a:extLst>
              <a:ext uri="{FF2B5EF4-FFF2-40B4-BE49-F238E27FC236}">
                <a16:creationId xmlns:a16="http://schemas.microsoft.com/office/drawing/2014/main" id="{713891C6-3394-45F0-A9BF-DEE5C58CB9DB}"/>
              </a:ext>
            </a:extLst>
          </p:cNvPr>
          <p:cNvSpPr>
            <a:spLocks noGrp="1"/>
          </p:cNvSpPr>
          <p:nvPr/>
        </p:nvSpPr>
        <p:spPr>
          <a:xfrm>
            <a:off x="5271667" y="3565714"/>
            <a:ext cx="109475" cy="10947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mhsa-left-055">
            <a:extLst>
              <a:ext uri="{FF2B5EF4-FFF2-40B4-BE49-F238E27FC236}">
                <a16:creationId xmlns:a16="http://schemas.microsoft.com/office/drawing/2014/main" id="{050E2869-59D2-4C26-B714-4FA81A8DAED5}"/>
              </a:ext>
            </a:extLst>
          </p:cNvPr>
          <p:cNvSpPr>
            <a:spLocks noGrp="1"/>
          </p:cNvSpPr>
          <p:nvPr/>
        </p:nvSpPr>
        <p:spPr>
          <a:xfrm>
            <a:off x="4160069" y="3860456"/>
            <a:ext cx="109475" cy="10947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mhsa-right-056">
            <a:extLst>
              <a:ext uri="{FF2B5EF4-FFF2-40B4-BE49-F238E27FC236}">
                <a16:creationId xmlns:a16="http://schemas.microsoft.com/office/drawing/2014/main" id="{B86E59F1-798B-4EB7-9890-C22CE04DBE1B}"/>
              </a:ext>
            </a:extLst>
          </p:cNvPr>
          <p:cNvSpPr>
            <a:spLocks noGrp="1"/>
          </p:cNvSpPr>
          <p:nvPr/>
        </p:nvSpPr>
        <p:spPr>
          <a:xfrm>
            <a:off x="5271667" y="3860456"/>
            <a:ext cx="109475" cy="10947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4" name="mhsa-left-057">
            <a:extLst>
              <a:ext uri="{FF2B5EF4-FFF2-40B4-BE49-F238E27FC236}">
                <a16:creationId xmlns:a16="http://schemas.microsoft.com/office/drawing/2014/main" id="{FAC4AB38-3C68-41ED-AFDE-123F3969C8C9}"/>
              </a:ext>
            </a:extLst>
          </p:cNvPr>
          <p:cNvSpPr>
            <a:spLocks noGrp="1"/>
          </p:cNvSpPr>
          <p:nvPr/>
        </p:nvSpPr>
        <p:spPr>
          <a:xfrm>
            <a:off x="4160069" y="4155198"/>
            <a:ext cx="109475" cy="10947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mhsa-right-058">
            <a:extLst>
              <a:ext uri="{FF2B5EF4-FFF2-40B4-BE49-F238E27FC236}">
                <a16:creationId xmlns:a16="http://schemas.microsoft.com/office/drawing/2014/main" id="{C2AD4704-CDA3-42C4-B4F7-FFDDE46EA6B2}"/>
              </a:ext>
            </a:extLst>
          </p:cNvPr>
          <p:cNvSpPr>
            <a:spLocks noGrp="1"/>
          </p:cNvSpPr>
          <p:nvPr/>
        </p:nvSpPr>
        <p:spPr>
          <a:xfrm>
            <a:off x="5271667" y="4155198"/>
            <a:ext cx="109475" cy="10947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mhsa-edge-059">
            <a:extLst>
              <a:ext uri="{FF2B5EF4-FFF2-40B4-BE49-F238E27FC236}">
                <a16:creationId xmlns:a16="http://schemas.microsoft.com/office/drawing/2014/main" id="{04646595-6A1C-434B-A7C7-C1ECF4DD1E08}"/>
              </a:ext>
            </a:extLst>
          </p:cNvPr>
          <p:cNvSpPr>
            <a:spLocks noGrp="1"/>
          </p:cNvSpPr>
          <p:nvPr/>
        </p:nvSpPr>
        <p:spPr>
          <a:xfrm>
            <a:off x="4269544" y="3616241"/>
            <a:ext cx="1002122" cy="8421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mhsa-edge-060">
            <a:extLst>
              <a:ext uri="{FF2B5EF4-FFF2-40B4-BE49-F238E27FC236}">
                <a16:creationId xmlns:a16="http://schemas.microsoft.com/office/drawing/2014/main" id="{BEE33829-9E8F-4309-A6D0-3D30260F5966}"/>
              </a:ext>
            </a:extLst>
          </p:cNvPr>
          <p:cNvSpPr>
            <a:spLocks noGrp="1"/>
          </p:cNvSpPr>
          <p:nvPr/>
        </p:nvSpPr>
        <p:spPr>
          <a:xfrm>
            <a:off x="4269544" y="3616241"/>
            <a:ext cx="1002122" cy="294742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mhsa-edge-061">
            <a:extLst>
              <a:ext uri="{FF2B5EF4-FFF2-40B4-BE49-F238E27FC236}">
                <a16:creationId xmlns:a16="http://schemas.microsoft.com/office/drawing/2014/main" id="{EAF67F72-CB66-4D4E-8FE6-5CBDC57B058E}"/>
              </a:ext>
            </a:extLst>
          </p:cNvPr>
          <p:cNvSpPr>
            <a:spLocks noGrp="1"/>
          </p:cNvSpPr>
          <p:nvPr/>
        </p:nvSpPr>
        <p:spPr>
          <a:xfrm>
            <a:off x="4269544" y="3616241"/>
            <a:ext cx="1002122" cy="589483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mhsa-edge-062">
            <a:extLst>
              <a:ext uri="{FF2B5EF4-FFF2-40B4-BE49-F238E27FC236}">
                <a16:creationId xmlns:a16="http://schemas.microsoft.com/office/drawing/2014/main" id="{688EE3D4-B831-4565-A53A-E4636B75AEC1}"/>
              </a:ext>
            </a:extLst>
          </p:cNvPr>
          <p:cNvSpPr>
            <a:spLocks noGrp="1"/>
          </p:cNvSpPr>
          <p:nvPr/>
        </p:nvSpPr>
        <p:spPr>
          <a:xfrm flipV="1">
            <a:off x="4269544" y="3616241"/>
            <a:ext cx="1002122" cy="294742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mhsa-edge-063">
            <a:extLst>
              <a:ext uri="{FF2B5EF4-FFF2-40B4-BE49-F238E27FC236}">
                <a16:creationId xmlns:a16="http://schemas.microsoft.com/office/drawing/2014/main" id="{DBEE7B1B-5E1C-409B-B76F-1146AD7DF2E6}"/>
              </a:ext>
            </a:extLst>
          </p:cNvPr>
          <p:cNvSpPr>
            <a:spLocks noGrp="1"/>
          </p:cNvSpPr>
          <p:nvPr/>
        </p:nvSpPr>
        <p:spPr>
          <a:xfrm>
            <a:off x="4269544" y="3910983"/>
            <a:ext cx="1002122" cy="8421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mhsa-edge-064">
            <a:extLst>
              <a:ext uri="{FF2B5EF4-FFF2-40B4-BE49-F238E27FC236}">
                <a16:creationId xmlns:a16="http://schemas.microsoft.com/office/drawing/2014/main" id="{3A5D39D8-A717-4F9A-A1AB-8F1686E1A2AE}"/>
              </a:ext>
            </a:extLst>
          </p:cNvPr>
          <p:cNvSpPr>
            <a:spLocks noGrp="1"/>
          </p:cNvSpPr>
          <p:nvPr/>
        </p:nvSpPr>
        <p:spPr>
          <a:xfrm>
            <a:off x="4269544" y="3910983"/>
            <a:ext cx="1002122" cy="294742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mhsa-edge-065">
            <a:extLst>
              <a:ext uri="{FF2B5EF4-FFF2-40B4-BE49-F238E27FC236}">
                <a16:creationId xmlns:a16="http://schemas.microsoft.com/office/drawing/2014/main" id="{997E5C30-DEEC-49C5-ABF8-628D2E4CEACF}"/>
              </a:ext>
            </a:extLst>
          </p:cNvPr>
          <p:cNvSpPr>
            <a:spLocks noGrp="1"/>
          </p:cNvSpPr>
          <p:nvPr/>
        </p:nvSpPr>
        <p:spPr>
          <a:xfrm flipV="1">
            <a:off x="4269544" y="3616241"/>
            <a:ext cx="1002122" cy="589483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mhsa-edge-066">
            <a:extLst>
              <a:ext uri="{FF2B5EF4-FFF2-40B4-BE49-F238E27FC236}">
                <a16:creationId xmlns:a16="http://schemas.microsoft.com/office/drawing/2014/main" id="{1D633C34-95E3-49D1-A10F-B601BBB125E9}"/>
              </a:ext>
            </a:extLst>
          </p:cNvPr>
          <p:cNvSpPr>
            <a:spLocks noGrp="1"/>
          </p:cNvSpPr>
          <p:nvPr/>
        </p:nvSpPr>
        <p:spPr>
          <a:xfrm flipV="1">
            <a:off x="4269544" y="3910983"/>
            <a:ext cx="1002122" cy="294742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mhsa-edge-067">
            <a:extLst>
              <a:ext uri="{FF2B5EF4-FFF2-40B4-BE49-F238E27FC236}">
                <a16:creationId xmlns:a16="http://schemas.microsoft.com/office/drawing/2014/main" id="{C9E56202-58C2-44C6-8EC8-DE8BA78FDB57}"/>
              </a:ext>
            </a:extLst>
          </p:cNvPr>
          <p:cNvSpPr>
            <a:spLocks noGrp="1"/>
          </p:cNvSpPr>
          <p:nvPr/>
        </p:nvSpPr>
        <p:spPr>
          <a:xfrm>
            <a:off x="4269544" y="4205725"/>
            <a:ext cx="1002122" cy="8421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mhsa-label-068">
            <a:extLst>
              <a:ext uri="{FF2B5EF4-FFF2-40B4-BE49-F238E27FC236}">
                <a16:creationId xmlns:a16="http://schemas.microsoft.com/office/drawing/2014/main" id="{F991927E-7FEC-4660-8353-1BDF068E7087}"/>
              </a:ext>
            </a:extLst>
          </p:cNvPr>
          <p:cNvSpPr>
            <a:spLocks noGrp="1"/>
          </p:cNvSpPr>
          <p:nvPr/>
        </p:nvSpPr>
        <p:spPr>
          <a:xfrm>
            <a:off x="4294808" y="3351590"/>
            <a:ext cx="934752" cy="2357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38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多头注意力</a:t>
            </a:r>
            <a:endParaRPr sz="1238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8" name="module-23-foot-069">
            <a:extLst>
              <a:ext uri="{FF2B5EF4-FFF2-40B4-BE49-F238E27FC236}">
                <a16:creationId xmlns:a16="http://schemas.microsoft.com/office/drawing/2014/main" id="{4558ABC4-9A86-4F92-ADDA-29F60874C555}"/>
              </a:ext>
            </a:extLst>
          </p:cNvPr>
          <p:cNvSpPr>
            <a:spLocks noGrp="1"/>
          </p:cNvSpPr>
          <p:nvPr/>
        </p:nvSpPr>
        <p:spPr>
          <a:xfrm>
            <a:off x="4143226" y="4332349"/>
            <a:ext cx="1263179" cy="437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/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残差</a:t>
            </a:r>
            <a:r>
              <a:rPr lang="zh-CN" altLang="en-US" sz="1392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连接与层归一化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9" name="module-22-070">
            <a:extLst>
              <a:ext uri="{FF2B5EF4-FFF2-40B4-BE49-F238E27FC236}">
                <a16:creationId xmlns:a16="http://schemas.microsoft.com/office/drawing/2014/main" id="{76E2F5B3-A9FE-4951-891F-14E8D7CA6A5C}"/>
              </a:ext>
            </a:extLst>
          </p:cNvPr>
          <p:cNvSpPr>
            <a:spLocks noGrp="1"/>
          </p:cNvSpPr>
          <p:nvPr/>
        </p:nvSpPr>
        <p:spPr>
          <a:xfrm>
            <a:off x="2492673" y="4913411"/>
            <a:ext cx="3031629" cy="2105298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3" name="module-22-title-072">
            <a:extLst>
              <a:ext uri="{FF2B5EF4-FFF2-40B4-BE49-F238E27FC236}">
                <a16:creationId xmlns:a16="http://schemas.microsoft.com/office/drawing/2014/main" id="{291713DF-1878-490F-8162-D36568A10867}"/>
              </a:ext>
            </a:extLst>
          </p:cNvPr>
          <p:cNvSpPr>
            <a:spLocks noGrp="1"/>
          </p:cNvSpPr>
          <p:nvPr/>
        </p:nvSpPr>
        <p:spPr>
          <a:xfrm>
            <a:off x="2576885" y="4963938"/>
            <a:ext cx="2863205" cy="303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65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459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</a:t>
            </a:r>
            <a:r>
              <a:rPr lang="zh-CN" altLang="en-US" sz="1459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变量</a:t>
            </a:r>
            <a:r>
              <a:rPr sz="1459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  <a:endParaRPr sz="1459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mini-step-074">
            <a:extLst>
              <a:ext uri="{FF2B5EF4-FFF2-40B4-BE49-F238E27FC236}">
                <a16:creationId xmlns:a16="http://schemas.microsoft.com/office/drawing/2014/main" id="{5CE0E33D-5372-438A-A6D8-A5DBD719BD40}"/>
              </a:ext>
            </a:extLst>
          </p:cNvPr>
          <p:cNvSpPr>
            <a:spLocks noGrp="1"/>
          </p:cNvSpPr>
          <p:nvPr/>
        </p:nvSpPr>
        <p:spPr>
          <a:xfrm>
            <a:off x="3216895" y="5368156"/>
            <a:ext cx="1583184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context-city-077">
            <a:extLst>
              <a:ext uri="{FF2B5EF4-FFF2-40B4-BE49-F238E27FC236}">
                <a16:creationId xmlns:a16="http://schemas.microsoft.com/office/drawing/2014/main" id="{FD0BC1BD-95FF-4AEA-8DEF-50A2B3798020}"/>
              </a:ext>
            </a:extLst>
          </p:cNvPr>
          <p:cNvSpPr>
            <a:spLocks noGrp="1"/>
          </p:cNvSpPr>
          <p:nvPr/>
        </p:nvSpPr>
        <p:spPr>
          <a:xfrm>
            <a:off x="2627412" y="6046061"/>
            <a:ext cx="1313706" cy="463166"/>
          </a:xfrm>
          <a:prstGeom prst="roundRect">
            <a:avLst>
              <a:gd name="adj" fmla="val 1454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0" name="context-zone-078">
            <a:extLst>
              <a:ext uri="{FF2B5EF4-FFF2-40B4-BE49-F238E27FC236}">
                <a16:creationId xmlns:a16="http://schemas.microsoft.com/office/drawing/2014/main" id="{EDA8F87B-3869-4878-BAAA-B345D34B9A9E}"/>
              </a:ext>
            </a:extLst>
          </p:cNvPr>
          <p:cNvSpPr>
            <a:spLocks noGrp="1"/>
          </p:cNvSpPr>
          <p:nvPr/>
        </p:nvSpPr>
        <p:spPr>
          <a:xfrm>
            <a:off x="4075857" y="6046061"/>
            <a:ext cx="1313706" cy="463166"/>
          </a:xfrm>
          <a:prstGeom prst="roundRect">
            <a:avLst>
              <a:gd name="adj" fmla="val 1454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city-output-079">
            <a:extLst>
              <a:ext uri="{FF2B5EF4-FFF2-40B4-BE49-F238E27FC236}">
                <a16:creationId xmlns:a16="http://schemas.microsoft.com/office/drawing/2014/main" id="{0DBCFD8E-5BFB-41E1-8589-A1DB84890AEA}"/>
              </a:ext>
            </a:extLst>
          </p:cNvPr>
          <p:cNvSpPr>
            <a:spLocks noGrp="1"/>
          </p:cNvSpPr>
          <p:nvPr/>
        </p:nvSpPr>
        <p:spPr>
          <a:xfrm>
            <a:off x="2677939" y="6096589"/>
            <a:ext cx="1212652" cy="3621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级外生变量嵌入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zone-output-080">
            <a:extLst>
              <a:ext uri="{FF2B5EF4-FFF2-40B4-BE49-F238E27FC236}">
                <a16:creationId xmlns:a16="http://schemas.microsoft.com/office/drawing/2014/main" id="{48954E37-B487-4963-A541-4191E5F99275}"/>
              </a:ext>
            </a:extLst>
          </p:cNvPr>
          <p:cNvSpPr>
            <a:spLocks noGrp="1"/>
          </p:cNvSpPr>
          <p:nvPr/>
        </p:nvSpPr>
        <p:spPr>
          <a:xfrm>
            <a:off x="4126384" y="6096589"/>
            <a:ext cx="1212652" cy="3621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外生变量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8" name="module-24-082">
            <a:extLst>
              <a:ext uri="{FF2B5EF4-FFF2-40B4-BE49-F238E27FC236}">
                <a16:creationId xmlns:a16="http://schemas.microsoft.com/office/drawing/2014/main" id="{B56B960B-B73F-44E9-96BC-E77CAA06BFE2}"/>
              </a:ext>
            </a:extLst>
          </p:cNvPr>
          <p:cNvSpPr>
            <a:spLocks noGrp="1"/>
          </p:cNvSpPr>
          <p:nvPr/>
        </p:nvSpPr>
        <p:spPr>
          <a:xfrm>
            <a:off x="5642198" y="2521793"/>
            <a:ext cx="1717923" cy="449691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module-24-title-084">
            <a:extLst>
              <a:ext uri="{FF2B5EF4-FFF2-40B4-BE49-F238E27FC236}">
                <a16:creationId xmlns:a16="http://schemas.microsoft.com/office/drawing/2014/main" id="{51E6D48E-EF9C-4FFE-9336-53FF26CBAFC4}"/>
              </a:ext>
            </a:extLst>
          </p:cNvPr>
          <p:cNvSpPr>
            <a:spLocks noGrp="1"/>
          </p:cNvSpPr>
          <p:nvPr/>
        </p:nvSpPr>
        <p:spPr>
          <a:xfrm>
            <a:off x="5709568" y="2563899"/>
            <a:ext cx="1583184" cy="454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92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基于已评估策略的条件推断模块</a:t>
            </a:r>
          </a:p>
        </p:txBody>
      </p:sp>
      <p:sp>
        <p:nvSpPr>
          <p:cNvPr id="248" name="query-label-085">
            <a:extLst>
              <a:ext uri="{FF2B5EF4-FFF2-40B4-BE49-F238E27FC236}">
                <a16:creationId xmlns:a16="http://schemas.microsoft.com/office/drawing/2014/main" id="{F1191B65-E071-49EF-A136-AB2C705E32D4}"/>
              </a:ext>
            </a:extLst>
          </p:cNvPr>
          <p:cNvSpPr>
            <a:spLocks noGrp="1"/>
          </p:cNvSpPr>
          <p:nvPr/>
        </p:nvSpPr>
        <p:spPr>
          <a:xfrm>
            <a:off x="5776937" y="3212331"/>
            <a:ext cx="1448445" cy="2357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26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待评估策略</a:t>
            </a:r>
            <a:r>
              <a:rPr sz="1326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查询向量</a:t>
            </a:r>
            <a:r>
              <a:rPr lang="zh-CN" altLang="en-US" sz="1326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构建</a:t>
            </a:r>
            <a:endParaRPr sz="1326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7" name="query-card-086">
            <a:extLst>
              <a:ext uri="{FF2B5EF4-FFF2-40B4-BE49-F238E27FC236}">
                <a16:creationId xmlns:a16="http://schemas.microsoft.com/office/drawing/2014/main" id="{6A720FF4-17B7-4619-9AE4-D5F1BA8F6E94}"/>
              </a:ext>
            </a:extLst>
          </p:cNvPr>
          <p:cNvSpPr>
            <a:spLocks noGrp="1"/>
          </p:cNvSpPr>
          <p:nvPr/>
        </p:nvSpPr>
        <p:spPr>
          <a:xfrm>
            <a:off x="5776937" y="3062790"/>
            <a:ext cx="1448445" cy="528494"/>
          </a:xfrm>
          <a:prstGeom prst="roundRect">
            <a:avLst>
              <a:gd name="adj" fmla="val 16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retrieval-label-089">
            <a:extLst>
              <a:ext uri="{FF2B5EF4-FFF2-40B4-BE49-F238E27FC236}">
                <a16:creationId xmlns:a16="http://schemas.microsoft.com/office/drawing/2014/main" id="{E7817637-7289-4C44-B9F1-03B542C37092}"/>
              </a:ext>
            </a:extLst>
          </p:cNvPr>
          <p:cNvSpPr>
            <a:spLocks noGrp="1"/>
          </p:cNvSpPr>
          <p:nvPr/>
        </p:nvSpPr>
        <p:spPr>
          <a:xfrm>
            <a:off x="5642198" y="3807408"/>
            <a:ext cx="1515814" cy="252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326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交叉注意力检索</a:t>
            </a:r>
            <a:endParaRPr sz="1326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retrieval-card-090">
            <a:extLst>
              <a:ext uri="{FF2B5EF4-FFF2-40B4-BE49-F238E27FC236}">
                <a16:creationId xmlns:a16="http://schemas.microsoft.com/office/drawing/2014/main" id="{9A8EA90D-C7F7-45FB-973D-7054B2537208}"/>
              </a:ext>
            </a:extLst>
          </p:cNvPr>
          <p:cNvSpPr>
            <a:spLocks noGrp="1"/>
          </p:cNvSpPr>
          <p:nvPr/>
        </p:nvSpPr>
        <p:spPr>
          <a:xfrm>
            <a:off x="5776937" y="4294453"/>
            <a:ext cx="1448445" cy="421060"/>
          </a:xfrm>
          <a:prstGeom prst="roundRect">
            <a:avLst>
              <a:gd name="adj" fmla="val 16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" name="retrieval-formula-091">
            <a:extLst>
              <a:ext uri="{FF2B5EF4-FFF2-40B4-BE49-F238E27FC236}">
                <a16:creationId xmlns:a16="http://schemas.microsoft.com/office/drawing/2014/main" id="{43734D3C-F7A2-4795-92F8-4B56D4AFF7E3}"/>
              </a:ext>
            </a:extLst>
          </p:cNvPr>
          <p:cNvSpPr>
            <a:spLocks noGrp="1"/>
          </p:cNvSpPr>
          <p:nvPr/>
        </p:nvSpPr>
        <p:spPr>
          <a:xfrm>
            <a:off x="5819043" y="4353401"/>
            <a:ext cx="1364233" cy="303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已评估策略表征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1" name="posterior-label-093">
            <a:extLst>
              <a:ext uri="{FF2B5EF4-FFF2-40B4-BE49-F238E27FC236}">
                <a16:creationId xmlns:a16="http://schemas.microsoft.com/office/drawing/2014/main" id="{1D6010E3-625D-4A91-995B-4684A64A034B}"/>
              </a:ext>
            </a:extLst>
          </p:cNvPr>
          <p:cNvSpPr>
            <a:spLocks noGrp="1"/>
          </p:cNvSpPr>
          <p:nvPr/>
        </p:nvSpPr>
        <p:spPr>
          <a:xfrm>
            <a:off x="5656876" y="5915533"/>
            <a:ext cx="1448445" cy="2610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后验</a:t>
            </a:r>
            <a:r>
              <a:rPr lang="zh-CN" altLang="en-US" sz="1392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潜变量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6" name="condition-result-095">
            <a:extLst>
              <a:ext uri="{FF2B5EF4-FFF2-40B4-BE49-F238E27FC236}">
                <a16:creationId xmlns:a16="http://schemas.microsoft.com/office/drawing/2014/main" id="{16EC2303-FB32-441F-96D9-997C15F3CDDD}"/>
              </a:ext>
            </a:extLst>
          </p:cNvPr>
          <p:cNvSpPr>
            <a:spLocks noGrp="1"/>
          </p:cNvSpPr>
          <p:nvPr/>
        </p:nvSpPr>
        <p:spPr>
          <a:xfrm>
            <a:off x="5892669" y="5056827"/>
            <a:ext cx="1212652" cy="488429"/>
          </a:xfrm>
          <a:prstGeom prst="roundRect">
            <a:avLst>
              <a:gd name="adj" fmla="val 1724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5" name="condition-formula-096">
            <a:extLst>
              <a:ext uri="{FF2B5EF4-FFF2-40B4-BE49-F238E27FC236}">
                <a16:creationId xmlns:a16="http://schemas.microsoft.com/office/drawing/2014/main" id="{95669CA2-0378-4422-AE49-AE31645C13B1}"/>
              </a:ext>
            </a:extLst>
          </p:cNvPr>
          <p:cNvSpPr>
            <a:spLocks noGrp="1"/>
          </p:cNvSpPr>
          <p:nvPr/>
        </p:nvSpPr>
        <p:spPr>
          <a:xfrm>
            <a:off x="5858985" y="5124197"/>
            <a:ext cx="1296863" cy="353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/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已评估策略条件下当前策略预测</a:t>
            </a:r>
          </a:p>
        </p:txBody>
      </p:sp>
      <p:sp>
        <p:nvSpPr>
          <p:cNvPr id="187" name="module-25-098">
            <a:extLst>
              <a:ext uri="{FF2B5EF4-FFF2-40B4-BE49-F238E27FC236}">
                <a16:creationId xmlns:a16="http://schemas.microsoft.com/office/drawing/2014/main" id="{FA75C8FC-D036-4107-9E9A-ADCF32039279}"/>
              </a:ext>
            </a:extLst>
          </p:cNvPr>
          <p:cNvSpPr>
            <a:spLocks noGrp="1"/>
          </p:cNvSpPr>
          <p:nvPr/>
        </p:nvSpPr>
        <p:spPr>
          <a:xfrm>
            <a:off x="7478018" y="2521793"/>
            <a:ext cx="2122140" cy="449691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1" name="module-25-title-100">
            <a:extLst>
              <a:ext uri="{FF2B5EF4-FFF2-40B4-BE49-F238E27FC236}">
                <a16:creationId xmlns:a16="http://schemas.microsoft.com/office/drawing/2014/main" id="{3BCE6DE4-78DC-4046-9E2F-E14A00FE3CBD}"/>
              </a:ext>
            </a:extLst>
          </p:cNvPr>
          <p:cNvSpPr>
            <a:spLocks noGrp="1"/>
          </p:cNvSpPr>
          <p:nvPr/>
        </p:nvSpPr>
        <p:spPr>
          <a:xfrm>
            <a:off x="7562230" y="2563899"/>
            <a:ext cx="1953716" cy="454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92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基于物理先验的目标解码器</a:t>
            </a:r>
          </a:p>
        </p:txBody>
      </p:sp>
      <p:sp>
        <p:nvSpPr>
          <p:cNvPr id="194" name="decoder-input-label-101">
            <a:extLst>
              <a:ext uri="{FF2B5EF4-FFF2-40B4-BE49-F238E27FC236}">
                <a16:creationId xmlns:a16="http://schemas.microsoft.com/office/drawing/2014/main" id="{D29AAAAE-30C7-4BFB-A199-249BFD4F9AC2}"/>
              </a:ext>
            </a:extLst>
          </p:cNvPr>
          <p:cNvSpPr>
            <a:spLocks noGrp="1"/>
          </p:cNvSpPr>
          <p:nvPr/>
        </p:nvSpPr>
        <p:spPr>
          <a:xfrm>
            <a:off x="7612757" y="3052328"/>
            <a:ext cx="1852662" cy="2357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326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联合输入</a:t>
            </a:r>
            <a:r>
              <a:rPr lang="zh-CN" altLang="en-US" sz="1326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构造</a:t>
            </a:r>
            <a:endParaRPr sz="1326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3" name="decoder-input-card-102">
            <a:extLst>
              <a:ext uri="{FF2B5EF4-FFF2-40B4-BE49-F238E27FC236}">
                <a16:creationId xmlns:a16="http://schemas.microsoft.com/office/drawing/2014/main" id="{C1E418FB-9F00-4A1D-8F50-5C3FE04CCBF9}"/>
              </a:ext>
            </a:extLst>
          </p:cNvPr>
          <p:cNvSpPr>
            <a:spLocks noGrp="1"/>
          </p:cNvSpPr>
          <p:nvPr/>
        </p:nvSpPr>
        <p:spPr>
          <a:xfrm>
            <a:off x="7595915" y="3052329"/>
            <a:ext cx="1886347" cy="901067"/>
          </a:xfrm>
          <a:prstGeom prst="roundRect">
            <a:avLst>
              <a:gd name="adj" fmla="val 1290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5" name="decoder-input-formula-103">
            <a:extLst>
              <a:ext uri="{FF2B5EF4-FFF2-40B4-BE49-F238E27FC236}">
                <a16:creationId xmlns:a16="http://schemas.microsoft.com/office/drawing/2014/main" id="{6EC5E2F9-7504-4C69-ADD7-4DD8C35E7308}"/>
              </a:ext>
            </a:extLst>
          </p:cNvPr>
          <p:cNvSpPr>
            <a:spLocks noGrp="1"/>
          </p:cNvSpPr>
          <p:nvPr/>
        </p:nvSpPr>
        <p:spPr>
          <a:xfrm>
            <a:off x="7612757" y="3363912"/>
            <a:ext cx="1827399" cy="5221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当前策略表征、分区嵌入、外生变量、已评估策略条件</a:t>
            </a:r>
            <a:endParaRPr sz="1326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mini-step-105">
            <a:extLst>
              <a:ext uri="{FF2B5EF4-FFF2-40B4-BE49-F238E27FC236}">
                <a16:creationId xmlns:a16="http://schemas.microsoft.com/office/drawing/2014/main" id="{D9C0AF9C-D0CA-4A4C-BBD9-5293FC018BF9}"/>
              </a:ext>
            </a:extLst>
          </p:cNvPr>
          <p:cNvSpPr>
            <a:spLocks noGrp="1"/>
          </p:cNvSpPr>
          <p:nvPr/>
        </p:nvSpPr>
        <p:spPr>
          <a:xfrm>
            <a:off x="7766503" y="4264980"/>
            <a:ext cx="149897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mini-step-label-106">
            <a:extLst>
              <a:ext uri="{FF2B5EF4-FFF2-40B4-BE49-F238E27FC236}">
                <a16:creationId xmlns:a16="http://schemas.microsoft.com/office/drawing/2014/main" id="{C41DD4D9-A275-4405-B6C7-D276D49180B1}"/>
              </a:ext>
            </a:extLst>
          </p:cNvPr>
          <p:cNvSpPr>
            <a:spLocks noGrp="1"/>
          </p:cNvSpPr>
          <p:nvPr/>
        </p:nvSpPr>
        <p:spPr>
          <a:xfrm>
            <a:off x="7814866" y="4281822"/>
            <a:ext cx="1448445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defRPr sz="157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共享解码器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prediction-label-108">
            <a:extLst>
              <a:ext uri="{FF2B5EF4-FFF2-40B4-BE49-F238E27FC236}">
                <a16:creationId xmlns:a16="http://schemas.microsoft.com/office/drawing/2014/main" id="{D378E49A-7456-45A6-AAE1-2D3A9A56DECD}"/>
              </a:ext>
            </a:extLst>
          </p:cNvPr>
          <p:cNvSpPr>
            <a:spLocks noGrp="1"/>
          </p:cNvSpPr>
          <p:nvPr/>
        </p:nvSpPr>
        <p:spPr>
          <a:xfrm>
            <a:off x="7612757" y="4989202"/>
            <a:ext cx="1852662" cy="244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392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多目标预测</a:t>
            </a:r>
            <a:endParaRPr sz="1392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7" name="output-process-109">
            <a:extLst>
              <a:ext uri="{FF2B5EF4-FFF2-40B4-BE49-F238E27FC236}">
                <a16:creationId xmlns:a16="http://schemas.microsoft.com/office/drawing/2014/main" id="{FD07DC2D-68E8-4FBA-8064-AA966C577AF3}"/>
              </a:ext>
            </a:extLst>
          </p:cNvPr>
          <p:cNvSpPr>
            <a:spLocks noGrp="1"/>
          </p:cNvSpPr>
          <p:nvPr/>
        </p:nvSpPr>
        <p:spPr>
          <a:xfrm>
            <a:off x="7629600" y="5300787"/>
            <a:ext cx="1818977" cy="446323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" name="output-stage-110">
            <a:extLst>
              <a:ext uri="{FF2B5EF4-FFF2-40B4-BE49-F238E27FC236}">
                <a16:creationId xmlns:a16="http://schemas.microsoft.com/office/drawing/2014/main" id="{6B511851-D816-41AC-B85A-87CD67A86D29}"/>
              </a:ext>
            </a:extLst>
          </p:cNvPr>
          <p:cNvSpPr>
            <a:spLocks noGrp="1"/>
          </p:cNvSpPr>
          <p:nvPr/>
        </p:nvSpPr>
        <p:spPr>
          <a:xfrm>
            <a:off x="7629600" y="5822900"/>
            <a:ext cx="1818977" cy="446323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1" name="output-city-111">
            <a:extLst>
              <a:ext uri="{FF2B5EF4-FFF2-40B4-BE49-F238E27FC236}">
                <a16:creationId xmlns:a16="http://schemas.microsoft.com/office/drawing/2014/main" id="{44EC5AD3-FED7-4459-BE03-28590537085C}"/>
              </a:ext>
            </a:extLst>
          </p:cNvPr>
          <p:cNvSpPr>
            <a:spLocks noGrp="1"/>
          </p:cNvSpPr>
          <p:nvPr/>
        </p:nvSpPr>
        <p:spPr>
          <a:xfrm>
            <a:off x="7629600" y="6345014"/>
            <a:ext cx="1818977" cy="446323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" name="output-process-label-112">
            <a:extLst>
              <a:ext uri="{FF2B5EF4-FFF2-40B4-BE49-F238E27FC236}">
                <a16:creationId xmlns:a16="http://schemas.microsoft.com/office/drawing/2014/main" id="{143B272E-3BA7-4FF7-BAF4-97D0923962CE}"/>
              </a:ext>
            </a:extLst>
          </p:cNvPr>
          <p:cNvSpPr>
            <a:spLocks noGrp="1"/>
          </p:cNvSpPr>
          <p:nvPr/>
        </p:nvSpPr>
        <p:spPr>
          <a:xfrm>
            <a:off x="7680127" y="5351314"/>
            <a:ext cx="1717923" cy="3452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仿真中间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过程量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8" name="output-stage-label-113">
            <a:extLst>
              <a:ext uri="{FF2B5EF4-FFF2-40B4-BE49-F238E27FC236}">
                <a16:creationId xmlns:a16="http://schemas.microsoft.com/office/drawing/2014/main" id="{8D92421C-95D9-464E-A66F-A3C4C1C9EE5D}"/>
              </a:ext>
            </a:extLst>
          </p:cNvPr>
          <p:cNvSpPr>
            <a:spLocks noGrp="1"/>
          </p:cNvSpPr>
          <p:nvPr/>
        </p:nvSpPr>
        <p:spPr>
          <a:xfrm>
            <a:off x="7680127" y="5873427"/>
            <a:ext cx="1717923" cy="3452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阶段目标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" name="output-city-label-114">
            <a:extLst>
              <a:ext uri="{FF2B5EF4-FFF2-40B4-BE49-F238E27FC236}">
                <a16:creationId xmlns:a16="http://schemas.microsoft.com/office/drawing/2014/main" id="{FB8F3D38-3E1E-4481-874D-61C7B1C52BB3}"/>
              </a:ext>
            </a:extLst>
          </p:cNvPr>
          <p:cNvSpPr>
            <a:spLocks noGrp="1"/>
          </p:cNvSpPr>
          <p:nvPr/>
        </p:nvSpPr>
        <p:spPr>
          <a:xfrm>
            <a:off x="7680127" y="6395541"/>
            <a:ext cx="1717923" cy="3452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00" b="1">
                <a:solidFill>
                  <a:srgbClr val="00A651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城市级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flow-right-116">
            <a:extLst>
              <a:ext uri="{FF2B5EF4-FFF2-40B4-BE49-F238E27FC236}">
                <a16:creationId xmlns:a16="http://schemas.microsoft.com/office/drawing/2014/main" id="{B044835F-34C0-4CAB-8337-D7A7BEB05FB5}"/>
              </a:ext>
            </a:extLst>
          </p:cNvPr>
          <p:cNvSpPr>
            <a:spLocks noGrp="1"/>
          </p:cNvSpPr>
          <p:nvPr/>
        </p:nvSpPr>
        <p:spPr>
          <a:xfrm>
            <a:off x="3890590" y="3717602"/>
            <a:ext cx="134739" cy="151581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flow-right-117">
            <a:extLst>
              <a:ext uri="{FF2B5EF4-FFF2-40B4-BE49-F238E27FC236}">
                <a16:creationId xmlns:a16="http://schemas.microsoft.com/office/drawing/2014/main" id="{7A1EFB00-68B4-48EE-85C4-3DA19D1B9A21}"/>
              </a:ext>
            </a:extLst>
          </p:cNvPr>
          <p:cNvSpPr>
            <a:spLocks noGrp="1"/>
          </p:cNvSpPr>
          <p:nvPr/>
        </p:nvSpPr>
        <p:spPr>
          <a:xfrm>
            <a:off x="5507459" y="3717602"/>
            <a:ext cx="134739" cy="151581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1" name="inverse-41-119">
            <a:extLst>
              <a:ext uri="{FF2B5EF4-FFF2-40B4-BE49-F238E27FC236}">
                <a16:creationId xmlns:a16="http://schemas.microsoft.com/office/drawing/2014/main" id="{AF53FBD8-4FF0-45F4-A0C9-C94FF061F134}"/>
              </a:ext>
            </a:extLst>
          </p:cNvPr>
          <p:cNvSpPr>
            <a:spLocks noGrp="1"/>
          </p:cNvSpPr>
          <p:nvPr/>
        </p:nvSpPr>
        <p:spPr>
          <a:xfrm>
            <a:off x="9970691" y="2555478"/>
            <a:ext cx="2644254" cy="1381075"/>
          </a:xfrm>
          <a:prstGeom prst="roundRect">
            <a:avLst>
              <a:gd name="adj" fmla="val 7317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4" name="inverse-41-title-120">
            <a:extLst>
              <a:ext uri="{FF2B5EF4-FFF2-40B4-BE49-F238E27FC236}">
                <a16:creationId xmlns:a16="http://schemas.microsoft.com/office/drawing/2014/main" id="{27EE12BF-1224-4680-949C-14DF269765DE}"/>
              </a:ext>
            </a:extLst>
          </p:cNvPr>
          <p:cNvSpPr>
            <a:spLocks noGrp="1"/>
          </p:cNvSpPr>
          <p:nvPr/>
        </p:nvSpPr>
        <p:spPr>
          <a:xfrm>
            <a:off x="10054903" y="2606005"/>
            <a:ext cx="2475830" cy="303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459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固定信息与局部线性化</a:t>
            </a:r>
            <a:endParaRPr sz="1459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8" name="inverse-41-body-121">
            <a:extLst>
              <a:ext uri="{FF2B5EF4-FFF2-40B4-BE49-F238E27FC236}">
                <a16:creationId xmlns:a16="http://schemas.microsoft.com/office/drawing/2014/main" id="{3E9402F1-E481-424B-9F5C-4B1114EBF4AF}"/>
              </a:ext>
            </a:extLst>
          </p:cNvPr>
          <p:cNvSpPr>
            <a:spLocks noGrp="1"/>
          </p:cNvSpPr>
          <p:nvPr/>
        </p:nvSpPr>
        <p:spPr>
          <a:xfrm>
            <a:off x="10071745" y="2976537"/>
            <a:ext cx="2442146" cy="842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预计算外生变量编码与已评估策略表征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线性模块计算的等价表示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注意力与层归一化局部冻结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0" name="inverse-42-122">
            <a:extLst>
              <a:ext uri="{FF2B5EF4-FFF2-40B4-BE49-F238E27FC236}">
                <a16:creationId xmlns:a16="http://schemas.microsoft.com/office/drawing/2014/main" id="{2D58BF90-8530-431B-AC02-C0362B780ED9}"/>
              </a:ext>
            </a:extLst>
          </p:cNvPr>
          <p:cNvSpPr>
            <a:spLocks noGrp="1"/>
          </p:cNvSpPr>
          <p:nvPr/>
        </p:nvSpPr>
        <p:spPr>
          <a:xfrm>
            <a:off x="9970691" y="4037607"/>
            <a:ext cx="2644254" cy="1917950"/>
          </a:xfrm>
          <a:prstGeom prst="roundRect">
            <a:avLst>
              <a:gd name="adj" fmla="val 759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4" name="inverse-42-title-123">
            <a:extLst>
              <a:ext uri="{FF2B5EF4-FFF2-40B4-BE49-F238E27FC236}">
                <a16:creationId xmlns:a16="http://schemas.microsoft.com/office/drawing/2014/main" id="{4349914D-72C1-4D03-9FCB-2507DF564AC6}"/>
              </a:ext>
            </a:extLst>
          </p:cNvPr>
          <p:cNvSpPr>
            <a:spLocks noGrp="1"/>
          </p:cNvSpPr>
          <p:nvPr/>
        </p:nvSpPr>
        <p:spPr>
          <a:xfrm>
            <a:off x="10054903" y="4088135"/>
            <a:ext cx="2475830" cy="269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65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459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sz="1459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459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边界收紧</a:t>
            </a:r>
            <a:endParaRPr sz="1459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7" name="inverse-43-127">
            <a:extLst>
              <a:ext uri="{FF2B5EF4-FFF2-40B4-BE49-F238E27FC236}">
                <a16:creationId xmlns:a16="http://schemas.microsoft.com/office/drawing/2014/main" id="{E800C7B6-95DF-498B-BBF8-4D2A27D3F9EE}"/>
              </a:ext>
            </a:extLst>
          </p:cNvPr>
          <p:cNvSpPr>
            <a:spLocks noGrp="1"/>
          </p:cNvSpPr>
          <p:nvPr/>
        </p:nvSpPr>
        <p:spPr>
          <a:xfrm>
            <a:off x="9970864" y="6062905"/>
            <a:ext cx="2644254" cy="955805"/>
          </a:xfrm>
          <a:prstGeom prst="roundRect">
            <a:avLst>
              <a:gd name="adj" fmla="val 6522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1" name="inverse-43-title-128">
            <a:extLst>
              <a:ext uri="{FF2B5EF4-FFF2-40B4-BE49-F238E27FC236}">
                <a16:creationId xmlns:a16="http://schemas.microsoft.com/office/drawing/2014/main" id="{FC9474E2-11ED-4B03-8701-30BBF4F70C09}"/>
              </a:ext>
            </a:extLst>
          </p:cNvPr>
          <p:cNvSpPr>
            <a:spLocks noGrp="1"/>
          </p:cNvSpPr>
          <p:nvPr/>
        </p:nvSpPr>
        <p:spPr>
          <a:xfrm>
            <a:off x="10071745" y="6113431"/>
            <a:ext cx="2475830" cy="269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92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混合整数规划问题求解</a:t>
            </a:r>
            <a:endParaRPr sz="1392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6" name="loss-data-135">
            <a:extLst>
              <a:ext uri="{FF2B5EF4-FFF2-40B4-BE49-F238E27FC236}">
                <a16:creationId xmlns:a16="http://schemas.microsoft.com/office/drawing/2014/main" id="{B04132A4-169E-40CD-BB31-4D0E5DD0145F}"/>
              </a:ext>
            </a:extLst>
          </p:cNvPr>
          <p:cNvSpPr>
            <a:spLocks noGrp="1"/>
          </p:cNvSpPr>
          <p:nvPr/>
        </p:nvSpPr>
        <p:spPr>
          <a:xfrm>
            <a:off x="2922153" y="7827143"/>
            <a:ext cx="1280021" cy="656853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loss-kl-136">
            <a:extLst>
              <a:ext uri="{FF2B5EF4-FFF2-40B4-BE49-F238E27FC236}">
                <a16:creationId xmlns:a16="http://schemas.microsoft.com/office/drawing/2014/main" id="{7B673DC6-51EA-4FCC-B973-254723FA1855}"/>
              </a:ext>
            </a:extLst>
          </p:cNvPr>
          <p:cNvSpPr>
            <a:spLocks noGrp="1"/>
          </p:cNvSpPr>
          <p:nvPr/>
        </p:nvSpPr>
        <p:spPr>
          <a:xfrm>
            <a:off x="4332703" y="7827143"/>
            <a:ext cx="1246336" cy="656853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" name="loss-box-137">
            <a:extLst>
              <a:ext uri="{FF2B5EF4-FFF2-40B4-BE49-F238E27FC236}">
                <a16:creationId xmlns:a16="http://schemas.microsoft.com/office/drawing/2014/main" id="{B0F9CC44-8B59-42EA-A2BF-CCCE760B8468}"/>
              </a:ext>
            </a:extLst>
          </p:cNvPr>
          <p:cNvSpPr>
            <a:spLocks noGrp="1"/>
          </p:cNvSpPr>
          <p:nvPr/>
        </p:nvSpPr>
        <p:spPr>
          <a:xfrm>
            <a:off x="5764806" y="7827143"/>
            <a:ext cx="898498" cy="656853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4" name="loss-joint-138">
            <a:extLst>
              <a:ext uri="{FF2B5EF4-FFF2-40B4-BE49-F238E27FC236}">
                <a16:creationId xmlns:a16="http://schemas.microsoft.com/office/drawing/2014/main" id="{BBCFC533-3BB1-41F0-8865-E455CA2A2C3E}"/>
              </a:ext>
            </a:extLst>
          </p:cNvPr>
          <p:cNvSpPr>
            <a:spLocks noGrp="1"/>
          </p:cNvSpPr>
          <p:nvPr/>
        </p:nvSpPr>
        <p:spPr>
          <a:xfrm>
            <a:off x="6888535" y="7827143"/>
            <a:ext cx="2677939" cy="656853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" name="loss-data-label-139">
            <a:extLst>
              <a:ext uri="{FF2B5EF4-FFF2-40B4-BE49-F238E27FC236}">
                <a16:creationId xmlns:a16="http://schemas.microsoft.com/office/drawing/2014/main" id="{F84E643A-8E4F-492D-810A-4100B4E18BAC}"/>
              </a:ext>
            </a:extLst>
          </p:cNvPr>
          <p:cNvSpPr>
            <a:spLocks noGrp="1"/>
          </p:cNvSpPr>
          <p:nvPr/>
        </p:nvSpPr>
        <p:spPr>
          <a:xfrm>
            <a:off x="2871626" y="7869249"/>
            <a:ext cx="1397918" cy="572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中间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过程量</a:t>
            </a:r>
            <a:r>
              <a:rPr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阶段目标拟合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" name="loss-kl-label-140">
            <a:extLst>
              <a:ext uri="{FF2B5EF4-FFF2-40B4-BE49-F238E27FC236}">
                <a16:creationId xmlns:a16="http://schemas.microsoft.com/office/drawing/2014/main" id="{AF082168-8BB2-45A0-9970-DEA66E7D222C}"/>
              </a:ext>
            </a:extLst>
          </p:cNvPr>
          <p:cNvSpPr>
            <a:spLocks noGrp="1"/>
          </p:cNvSpPr>
          <p:nvPr/>
        </p:nvSpPr>
        <p:spPr>
          <a:xfrm>
            <a:off x="4383230" y="7869249"/>
            <a:ext cx="1162124" cy="572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潜变量</a:t>
            </a: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条件后验一致性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" name="loss-box-label-141">
            <a:extLst>
              <a:ext uri="{FF2B5EF4-FFF2-40B4-BE49-F238E27FC236}">
                <a16:creationId xmlns:a16="http://schemas.microsoft.com/office/drawing/2014/main" id="{B359C48F-8383-49C3-805E-D19312D6DCD3}"/>
              </a:ext>
            </a:extLst>
          </p:cNvPr>
          <p:cNvSpPr>
            <a:spLocks noGrp="1"/>
          </p:cNvSpPr>
          <p:nvPr/>
        </p:nvSpPr>
        <p:spPr>
          <a:xfrm>
            <a:off x="5642198" y="7869249"/>
            <a:ext cx="1162124" cy="572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反求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求解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可行性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5" name="loss-joint-label-142">
            <a:extLst>
              <a:ext uri="{FF2B5EF4-FFF2-40B4-BE49-F238E27FC236}">
                <a16:creationId xmlns:a16="http://schemas.microsoft.com/office/drawing/2014/main" id="{F2B8EF23-83E0-4AA0-9FB4-74549DFB4B39}"/>
              </a:ext>
            </a:extLst>
          </p:cNvPr>
          <p:cNvSpPr>
            <a:spLocks noGrp="1"/>
          </p:cNvSpPr>
          <p:nvPr/>
        </p:nvSpPr>
        <p:spPr>
          <a:xfrm>
            <a:off x="6852280" y="7780826"/>
            <a:ext cx="2711624" cy="572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00A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6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联合损失</a:t>
            </a:r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函数</a:t>
            </a: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00A651"/>
                </a:solidFill>
                <a:latin typeface="Times New Roman"/>
                <a:ea typeface="Times New Roman"/>
                <a:cs typeface="Times New Roman"/>
              </a:defRPr>
            </a:pPr>
            <a:endParaRPr sz="1326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8" name="train-stage-1-143">
            <a:extLst>
              <a:ext uri="{FF2B5EF4-FFF2-40B4-BE49-F238E27FC236}">
                <a16:creationId xmlns:a16="http://schemas.microsoft.com/office/drawing/2014/main" id="{C34C779D-360F-48DC-8E45-DFA31BDC3CD8}"/>
              </a:ext>
            </a:extLst>
          </p:cNvPr>
          <p:cNvSpPr>
            <a:spLocks noGrp="1"/>
          </p:cNvSpPr>
          <p:nvPr/>
        </p:nvSpPr>
        <p:spPr>
          <a:xfrm>
            <a:off x="2898032" y="8601893"/>
            <a:ext cx="1851520" cy="606326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train-stage-2-144">
            <a:extLst>
              <a:ext uri="{FF2B5EF4-FFF2-40B4-BE49-F238E27FC236}">
                <a16:creationId xmlns:a16="http://schemas.microsoft.com/office/drawing/2014/main" id="{C20D8549-7551-49BE-9BA1-465B4961BDF5}"/>
              </a:ext>
            </a:extLst>
          </p:cNvPr>
          <p:cNvSpPr>
            <a:spLocks noGrp="1"/>
          </p:cNvSpPr>
          <p:nvPr/>
        </p:nvSpPr>
        <p:spPr>
          <a:xfrm>
            <a:off x="4867448" y="8601893"/>
            <a:ext cx="2223195" cy="606326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3" name="train-stage-3-145">
            <a:extLst>
              <a:ext uri="{FF2B5EF4-FFF2-40B4-BE49-F238E27FC236}">
                <a16:creationId xmlns:a16="http://schemas.microsoft.com/office/drawing/2014/main" id="{D3801DCC-4F5B-4704-8BE9-7B7CF0D98548}"/>
              </a:ext>
            </a:extLst>
          </p:cNvPr>
          <p:cNvSpPr>
            <a:spLocks noGrp="1"/>
          </p:cNvSpPr>
          <p:nvPr/>
        </p:nvSpPr>
        <p:spPr>
          <a:xfrm>
            <a:off x="7208540" y="8601893"/>
            <a:ext cx="2357934" cy="606326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train-stage-1-label-146">
            <a:extLst>
              <a:ext uri="{FF2B5EF4-FFF2-40B4-BE49-F238E27FC236}">
                <a16:creationId xmlns:a16="http://schemas.microsoft.com/office/drawing/2014/main" id="{69278125-0E90-4D51-B1C6-112C05C3F0BF}"/>
              </a:ext>
            </a:extLst>
          </p:cNvPr>
          <p:cNvSpPr>
            <a:spLocks noGrp="1"/>
          </p:cNvSpPr>
          <p:nvPr/>
        </p:nvSpPr>
        <p:spPr>
          <a:xfrm>
            <a:off x="2741097" y="8652420"/>
            <a:ext cx="2088455" cy="5052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zh-CN" altLang="en-US"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混合</a:t>
            </a:r>
            <a:r>
              <a:rPr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解析代理预训练</a:t>
            </a:r>
            <a:endParaRPr sz="126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学习全局趋势</a:t>
            </a:r>
            <a:endParaRPr sz="126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1" name="train-stage-2-label-147">
            <a:extLst>
              <a:ext uri="{FF2B5EF4-FFF2-40B4-BE49-F238E27FC236}">
                <a16:creationId xmlns:a16="http://schemas.microsoft.com/office/drawing/2014/main" id="{F1A18E68-F9EE-4368-80D5-F70A2E226D85}"/>
              </a:ext>
            </a:extLst>
          </p:cNvPr>
          <p:cNvSpPr>
            <a:spLocks noGrp="1"/>
          </p:cNvSpPr>
          <p:nvPr/>
        </p:nvSpPr>
        <p:spPr>
          <a:xfrm>
            <a:off x="4934818" y="8652420"/>
            <a:ext cx="2088455" cy="5052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zh-CN" altLang="en-US"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仿真输出</a:t>
            </a:r>
            <a:r>
              <a:rPr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微调</a:t>
            </a:r>
            <a:endParaRPr sz="126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校正偏差与局部精度</a:t>
            </a:r>
            <a:endParaRPr sz="126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9" name="train-stage-3-label-148">
            <a:extLst>
              <a:ext uri="{FF2B5EF4-FFF2-40B4-BE49-F238E27FC236}">
                <a16:creationId xmlns:a16="http://schemas.microsoft.com/office/drawing/2014/main" id="{1D0AB31B-483A-4893-B103-E3AF5C8C2AA0}"/>
              </a:ext>
            </a:extLst>
          </p:cNvPr>
          <p:cNvSpPr>
            <a:spLocks noGrp="1"/>
          </p:cNvSpPr>
          <p:nvPr/>
        </p:nvSpPr>
        <p:spPr>
          <a:xfrm>
            <a:off x="7275909" y="8635578"/>
            <a:ext cx="2223195" cy="5389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zh-CN" altLang="en-US"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寻优过程</a:t>
            </a:r>
            <a:r>
              <a:rPr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迭代优化更新</a:t>
            </a:r>
            <a:br>
              <a:rPr lang="en-US" sz="126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26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动态调整预测偏差</a:t>
            </a:r>
            <a:endParaRPr sz="126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5B2C59-A031-FD02-B531-780F6C46F1CB}"/>
              </a:ext>
            </a:extLst>
          </p:cNvPr>
          <p:cNvSpPr txBox="1"/>
          <p:nvPr/>
        </p:nvSpPr>
        <p:spPr>
          <a:xfrm>
            <a:off x="481446" y="2136313"/>
            <a:ext cx="1607010" cy="337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591" b="1" dirty="0">
                <a:latin typeface="SimSun" panose="02010600030101010101" pitchFamily="2" charset="-122"/>
                <a:ea typeface="SimSun" panose="02010600030101010101" pitchFamily="2" charset="-122"/>
              </a:rPr>
              <a:t>输入与监督数据</a:t>
            </a:r>
          </a:p>
        </p:txBody>
      </p:sp>
      <p:sp>
        <p:nvSpPr>
          <p:cNvPr id="6" name="mini-step-046">
            <a:extLst>
              <a:ext uri="{FF2B5EF4-FFF2-40B4-BE49-F238E27FC236}">
                <a16:creationId xmlns:a16="http://schemas.microsoft.com/office/drawing/2014/main" id="{1065EFBD-4A1E-324D-ECDD-D59C9F2CE8EC}"/>
              </a:ext>
            </a:extLst>
          </p:cNvPr>
          <p:cNvSpPr>
            <a:spLocks noGrp="1"/>
          </p:cNvSpPr>
          <p:nvPr/>
        </p:nvSpPr>
        <p:spPr>
          <a:xfrm>
            <a:off x="2593727" y="4447770"/>
            <a:ext cx="121265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mini-step-label-047">
            <a:extLst>
              <a:ext uri="{FF2B5EF4-FFF2-40B4-BE49-F238E27FC236}">
                <a16:creationId xmlns:a16="http://schemas.microsoft.com/office/drawing/2014/main" id="{A73D17A8-BF62-E517-A253-976875431779}"/>
              </a:ext>
            </a:extLst>
          </p:cNvPr>
          <p:cNvSpPr>
            <a:spLocks noGrp="1"/>
          </p:cNvSpPr>
          <p:nvPr/>
        </p:nvSpPr>
        <p:spPr>
          <a:xfrm>
            <a:off x="2618991" y="4464612"/>
            <a:ext cx="1162124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激活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mini-step-label-044">
            <a:extLst>
              <a:ext uri="{FF2B5EF4-FFF2-40B4-BE49-F238E27FC236}">
                <a16:creationId xmlns:a16="http://schemas.microsoft.com/office/drawing/2014/main" id="{3B584BBE-8D48-E69E-B5C2-00A60FAA6733}"/>
              </a:ext>
            </a:extLst>
          </p:cNvPr>
          <p:cNvSpPr>
            <a:spLocks noGrp="1"/>
          </p:cNvSpPr>
          <p:nvPr/>
        </p:nvSpPr>
        <p:spPr>
          <a:xfrm>
            <a:off x="3410583" y="5368156"/>
            <a:ext cx="1162124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多层</a:t>
            </a:r>
            <a:r>
              <a:rPr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MLP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mini-step-046">
            <a:extLst>
              <a:ext uri="{FF2B5EF4-FFF2-40B4-BE49-F238E27FC236}">
                <a16:creationId xmlns:a16="http://schemas.microsoft.com/office/drawing/2014/main" id="{FC238ED5-51D6-085F-29E0-ECEFDFBAF586}"/>
              </a:ext>
            </a:extLst>
          </p:cNvPr>
          <p:cNvSpPr>
            <a:spLocks noGrp="1"/>
          </p:cNvSpPr>
          <p:nvPr/>
        </p:nvSpPr>
        <p:spPr>
          <a:xfrm>
            <a:off x="2627411" y="6618704"/>
            <a:ext cx="134446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mini-step-label-047">
            <a:extLst>
              <a:ext uri="{FF2B5EF4-FFF2-40B4-BE49-F238E27FC236}">
                <a16:creationId xmlns:a16="http://schemas.microsoft.com/office/drawing/2014/main" id="{A83A95AC-33EB-F9E1-4000-79D7015B4F84}"/>
              </a:ext>
            </a:extLst>
          </p:cNvPr>
          <p:cNvSpPr>
            <a:spLocks noGrp="1"/>
          </p:cNvSpPr>
          <p:nvPr/>
        </p:nvSpPr>
        <p:spPr>
          <a:xfrm>
            <a:off x="2652675" y="6635546"/>
            <a:ext cx="1288442" cy="294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6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26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激活</a:t>
            </a:r>
            <a:endParaRPr sz="126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mini-step-043">
            <a:extLst>
              <a:ext uri="{FF2B5EF4-FFF2-40B4-BE49-F238E27FC236}">
                <a16:creationId xmlns:a16="http://schemas.microsoft.com/office/drawing/2014/main" id="{8046DB9E-5871-4791-29C1-6033B224AFB5}"/>
              </a:ext>
            </a:extLst>
          </p:cNvPr>
          <p:cNvSpPr>
            <a:spLocks noGrp="1"/>
          </p:cNvSpPr>
          <p:nvPr/>
        </p:nvSpPr>
        <p:spPr>
          <a:xfrm>
            <a:off x="4134804" y="4332042"/>
            <a:ext cx="1263178" cy="429788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condition-result-095">
            <a:extLst>
              <a:ext uri="{FF2B5EF4-FFF2-40B4-BE49-F238E27FC236}">
                <a16:creationId xmlns:a16="http://schemas.microsoft.com/office/drawing/2014/main" id="{FD924434-1FBA-5539-B2AF-87667709E965}"/>
              </a:ext>
            </a:extLst>
          </p:cNvPr>
          <p:cNvSpPr>
            <a:spLocks noGrp="1"/>
          </p:cNvSpPr>
          <p:nvPr/>
        </p:nvSpPr>
        <p:spPr>
          <a:xfrm>
            <a:off x="5894834" y="6420805"/>
            <a:ext cx="1212652" cy="488429"/>
          </a:xfrm>
          <a:prstGeom prst="roundRect">
            <a:avLst>
              <a:gd name="adj" fmla="val 1724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condition-formula-096">
            <a:extLst>
              <a:ext uri="{FF2B5EF4-FFF2-40B4-BE49-F238E27FC236}">
                <a16:creationId xmlns:a16="http://schemas.microsoft.com/office/drawing/2014/main" id="{8CED3AB1-667F-48E8-8770-9F0756AF1EC7}"/>
              </a:ext>
            </a:extLst>
          </p:cNvPr>
          <p:cNvSpPr>
            <a:spLocks noGrp="1"/>
          </p:cNvSpPr>
          <p:nvPr/>
        </p:nvSpPr>
        <p:spPr>
          <a:xfrm>
            <a:off x="5861149" y="6488174"/>
            <a:ext cx="1296863" cy="353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algn="ctr"/>
            <a:r>
              <a:rPr lang="zh-CN" altLang="en-US" sz="1326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已评估策略全局表征</a:t>
            </a:r>
          </a:p>
        </p:txBody>
      </p:sp>
      <p:sp>
        <p:nvSpPr>
          <p:cNvPr id="27" name="training-frame-013">
            <a:extLst>
              <a:ext uri="{FF2B5EF4-FFF2-40B4-BE49-F238E27FC236}">
                <a16:creationId xmlns:a16="http://schemas.microsoft.com/office/drawing/2014/main" id="{D3F52BCA-6D42-AADA-9AF5-431AAE62CC0F}"/>
              </a:ext>
            </a:extLst>
          </p:cNvPr>
          <p:cNvSpPr>
            <a:spLocks noGrp="1"/>
          </p:cNvSpPr>
          <p:nvPr/>
        </p:nvSpPr>
        <p:spPr>
          <a:xfrm>
            <a:off x="7553808" y="4963938"/>
            <a:ext cx="1928453" cy="1920032"/>
          </a:xfrm>
          <a:prstGeom prst="roundRect">
            <a:avLst>
              <a:gd name="adj" fmla="val 5072"/>
            </a:avLst>
          </a:prstGeom>
          <a:noFill/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910677A-B487-E0CD-0B05-247ED15A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05" y="8146094"/>
            <a:ext cx="2616244" cy="26259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C6C2749-547D-A539-9030-7D021EE981AD}"/>
              </a:ext>
            </a:extLst>
          </p:cNvPr>
          <p:cNvSpPr txBox="1"/>
          <p:nvPr/>
        </p:nvSpPr>
        <p:spPr>
          <a:xfrm>
            <a:off x="2374776" y="7835565"/>
            <a:ext cx="603471" cy="5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15" b="1" dirty="0">
                <a:latin typeface="SimSun" panose="02010600030101010101" pitchFamily="2" charset="-122"/>
                <a:ea typeface="SimSun" panose="02010600030101010101" pitchFamily="2" charset="-122"/>
              </a:rPr>
              <a:t>损失函数</a:t>
            </a:r>
            <a:endParaRPr lang="zh-CN" altLang="en-US" sz="1415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5DC37A1-2C1F-E22D-CD5D-0AC331A005BF}"/>
              </a:ext>
            </a:extLst>
          </p:cNvPr>
          <p:cNvSpPr txBox="1"/>
          <p:nvPr/>
        </p:nvSpPr>
        <p:spPr>
          <a:xfrm>
            <a:off x="2374776" y="8646552"/>
            <a:ext cx="603471" cy="5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15" b="1" dirty="0">
                <a:latin typeface="SimSun" panose="02010600030101010101" pitchFamily="2" charset="-122"/>
                <a:ea typeface="SimSun" panose="02010600030101010101" pitchFamily="2" charset="-122"/>
              </a:rPr>
              <a:t>训练策略</a:t>
            </a:r>
            <a:endParaRPr lang="zh-CN" altLang="en-US" sz="1415" dirty="0"/>
          </a:p>
        </p:txBody>
      </p:sp>
      <p:sp>
        <p:nvSpPr>
          <p:cNvPr id="34" name="inverse-41-body-121">
            <a:extLst>
              <a:ext uri="{FF2B5EF4-FFF2-40B4-BE49-F238E27FC236}">
                <a16:creationId xmlns:a16="http://schemas.microsoft.com/office/drawing/2014/main" id="{AD53ECB3-1031-2E5B-79EF-3377D971577C}"/>
              </a:ext>
            </a:extLst>
          </p:cNvPr>
          <p:cNvSpPr>
            <a:spLocks noGrp="1"/>
          </p:cNvSpPr>
          <p:nvPr/>
        </p:nvSpPr>
        <p:spPr>
          <a:xfrm>
            <a:off x="10071745" y="4704919"/>
            <a:ext cx="2442146" cy="842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区间边界传播计算</a:t>
            </a:r>
            <a:r>
              <a:rPr lang="en-US" altLang="zh-CN"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单元预激活区间</a:t>
            </a: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基于线性规划的渐进式预激活边界收紧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zh-CN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反向线性界传播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计算预激活边界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预激活边界取交集并确定最终混合</a:t>
            </a:r>
            <a:r>
              <a:rPr lang="en-US" altLang="zh-CN"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endParaRPr lang="zh-CN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inverse-41-body-121">
            <a:extLst>
              <a:ext uri="{FF2B5EF4-FFF2-40B4-BE49-F238E27FC236}">
                <a16:creationId xmlns:a16="http://schemas.microsoft.com/office/drawing/2014/main" id="{FE6BE3F6-8235-E43E-65E8-6D9ED09D8969}"/>
              </a:ext>
            </a:extLst>
          </p:cNvPr>
          <p:cNvSpPr>
            <a:spLocks noGrp="1"/>
          </p:cNvSpPr>
          <p:nvPr/>
        </p:nvSpPr>
        <p:spPr>
          <a:xfrm>
            <a:off x="10071745" y="6391605"/>
            <a:ext cx="2442146" cy="538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3685" tIns="16842" rIns="33685" bIns="16842" anchor="ctr">
            <a:noAutofit/>
          </a:bodyPr>
          <a:lstStyle/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Big-M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转化混合</a:t>
            </a:r>
            <a:r>
              <a:rPr lang="en-US" altLang="zh-CN"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与线形约束表示</a:t>
            </a:r>
            <a:endParaRPr lang="en-US" altLang="zh-CN"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52632" indent="-252632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信赖域内</a:t>
            </a:r>
            <a:r>
              <a:rPr lang="en-US" altLang="zh-CN" sz="126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Gurobi</a:t>
            </a:r>
            <a:r>
              <a:rPr lang="zh-CN" altLang="en-US" sz="126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精确求解</a:t>
            </a:r>
            <a:endParaRPr sz="126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1378A20B-99C7-BBEF-674B-D91D4E7C22FC}"/>
              </a:ext>
            </a:extLst>
          </p:cNvPr>
          <p:cNvCxnSpPr>
            <a:stCxn id="126" idx="2"/>
            <a:endCxn id="139" idx="0"/>
          </p:cNvCxnSpPr>
          <p:nvPr/>
        </p:nvCxnSpPr>
        <p:spPr>
          <a:xfrm>
            <a:off x="3200053" y="3768129"/>
            <a:ext cx="0" cy="18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1C105A76-647A-E28B-A12F-BBBA644AC96E}"/>
              </a:ext>
            </a:extLst>
          </p:cNvPr>
          <p:cNvCxnSpPr>
            <a:cxnSpLocks/>
          </p:cNvCxnSpPr>
          <p:nvPr/>
        </p:nvCxnSpPr>
        <p:spPr>
          <a:xfrm>
            <a:off x="3216895" y="4261136"/>
            <a:ext cx="0" cy="21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mini-step-043">
            <a:extLst>
              <a:ext uri="{FF2B5EF4-FFF2-40B4-BE49-F238E27FC236}">
                <a16:creationId xmlns:a16="http://schemas.microsoft.com/office/drawing/2014/main" id="{C5A78937-0BE8-A94E-C791-3D0598C908CB}"/>
              </a:ext>
            </a:extLst>
          </p:cNvPr>
          <p:cNvSpPr>
            <a:spLocks noGrp="1"/>
          </p:cNvSpPr>
          <p:nvPr/>
        </p:nvSpPr>
        <p:spPr>
          <a:xfrm>
            <a:off x="4143226" y="2921509"/>
            <a:ext cx="1212652" cy="328426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59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D553DA4-AB34-9AE5-85CB-C8A578D78250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4749552" y="3249935"/>
            <a:ext cx="0" cy="198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12121737-B8A7-30E5-5FD2-1EA59DBBDC81}"/>
              </a:ext>
            </a:extLst>
          </p:cNvPr>
          <p:cNvCxnSpPr>
            <a:cxnSpLocks/>
            <a:endCxn id="168" idx="0"/>
          </p:cNvCxnSpPr>
          <p:nvPr/>
        </p:nvCxnSpPr>
        <p:spPr>
          <a:xfrm flipH="1">
            <a:off x="4774816" y="4197150"/>
            <a:ext cx="2105" cy="135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16B06E32-0360-670E-C46C-20E90DEA138E}"/>
              </a:ext>
            </a:extLst>
          </p:cNvPr>
          <p:cNvCxnSpPr>
            <a:cxnSpLocks/>
            <a:stCxn id="104" idx="2"/>
            <a:endCxn id="98" idx="0"/>
          </p:cNvCxnSpPr>
          <p:nvPr/>
        </p:nvCxnSpPr>
        <p:spPr>
          <a:xfrm rot="5400000">
            <a:off x="3446374" y="5534474"/>
            <a:ext cx="400006" cy="724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5E888331-C854-08B3-E9CD-BE2C4B971533}"/>
              </a:ext>
            </a:extLst>
          </p:cNvPr>
          <p:cNvCxnSpPr>
            <a:cxnSpLocks/>
            <a:stCxn id="183" idx="2"/>
          </p:cNvCxnSpPr>
          <p:nvPr/>
        </p:nvCxnSpPr>
        <p:spPr>
          <a:xfrm>
            <a:off x="3284265" y="6509226"/>
            <a:ext cx="0" cy="141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2D226A-69E7-2143-8B6E-628BE6D267C1}"/>
              </a:ext>
            </a:extLst>
          </p:cNvPr>
          <p:cNvCxnSpPr>
            <a:cxnSpLocks/>
            <a:stCxn id="230" idx="2"/>
            <a:endCxn id="203" idx="1"/>
          </p:cNvCxnSpPr>
          <p:nvPr/>
        </p:nvCxnSpPr>
        <p:spPr>
          <a:xfrm rot="5400000" flipH="1" flipV="1">
            <a:off x="4661130" y="3574442"/>
            <a:ext cx="3006364" cy="2863205"/>
          </a:xfrm>
          <a:prstGeom prst="bentConnector4">
            <a:avLst>
              <a:gd name="adj1" fmla="val -19528"/>
              <a:gd name="adj2" fmla="val 9421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2188B15-8F76-1076-CDC6-9CEEE6DCE1A4}"/>
              </a:ext>
            </a:extLst>
          </p:cNvPr>
          <p:cNvCxnSpPr>
            <a:cxnSpLocks/>
          </p:cNvCxnSpPr>
          <p:nvPr/>
        </p:nvCxnSpPr>
        <p:spPr>
          <a:xfrm>
            <a:off x="7077650" y="3624662"/>
            <a:ext cx="0" cy="66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6612EFF5-9FF2-6821-A73B-C6AD46A4CE6B}"/>
              </a:ext>
            </a:extLst>
          </p:cNvPr>
          <p:cNvCxnSpPr>
            <a:cxnSpLocks/>
            <a:stCxn id="180" idx="2"/>
            <a:endCxn id="316" idx="0"/>
          </p:cNvCxnSpPr>
          <p:nvPr/>
        </p:nvCxnSpPr>
        <p:spPr>
          <a:xfrm flipH="1">
            <a:off x="6498996" y="4715513"/>
            <a:ext cx="2164" cy="34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82AC0D03-264B-D28C-D43C-1E13685DF8A5}"/>
              </a:ext>
            </a:extLst>
          </p:cNvPr>
          <p:cNvCxnSpPr>
            <a:cxnSpLocks/>
          </p:cNvCxnSpPr>
          <p:nvPr/>
        </p:nvCxnSpPr>
        <p:spPr>
          <a:xfrm flipV="1">
            <a:off x="6960235" y="5570280"/>
            <a:ext cx="0" cy="825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E0069EFF-64CD-766B-CFC4-D78825E2806B}"/>
              </a:ext>
            </a:extLst>
          </p:cNvPr>
          <p:cNvCxnSpPr>
            <a:cxnSpLocks/>
            <a:stCxn id="255" idx="3"/>
            <a:endCxn id="203" idx="1"/>
          </p:cNvCxnSpPr>
          <p:nvPr/>
        </p:nvCxnSpPr>
        <p:spPr>
          <a:xfrm flipV="1">
            <a:off x="7155849" y="3502862"/>
            <a:ext cx="440066" cy="1798179"/>
          </a:xfrm>
          <a:prstGeom prst="bentConnector3">
            <a:avLst>
              <a:gd name="adj1" fmla="val 618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003CC30A-AB96-E178-4AA0-433104B721CE}"/>
              </a:ext>
            </a:extLst>
          </p:cNvPr>
          <p:cNvCxnSpPr>
            <a:cxnSpLocks/>
          </p:cNvCxnSpPr>
          <p:nvPr/>
        </p:nvCxnSpPr>
        <p:spPr>
          <a:xfrm>
            <a:off x="8539088" y="3966394"/>
            <a:ext cx="0" cy="31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824E6190-4012-748E-98AA-B5C041B3792E}"/>
              </a:ext>
            </a:extLst>
          </p:cNvPr>
          <p:cNvCxnSpPr>
            <a:cxnSpLocks/>
            <a:stCxn id="193" idx="2"/>
            <a:endCxn id="27" idx="0"/>
          </p:cNvCxnSpPr>
          <p:nvPr/>
        </p:nvCxnSpPr>
        <p:spPr>
          <a:xfrm>
            <a:off x="8515989" y="4593406"/>
            <a:ext cx="2046" cy="37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F72187A6-FA9E-A07B-263E-3868275D2271}"/>
              </a:ext>
            </a:extLst>
          </p:cNvPr>
          <p:cNvCxnSpPr>
            <a:cxnSpLocks/>
            <a:stCxn id="261" idx="2"/>
            <a:endCxn id="270" idx="0"/>
          </p:cNvCxnSpPr>
          <p:nvPr/>
        </p:nvCxnSpPr>
        <p:spPr>
          <a:xfrm>
            <a:off x="11292818" y="3936554"/>
            <a:ext cx="0" cy="101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05399757-73E8-5CBA-8B79-63F4BEAE56A0}"/>
              </a:ext>
            </a:extLst>
          </p:cNvPr>
          <p:cNvCxnSpPr>
            <a:cxnSpLocks/>
            <a:stCxn id="270" idx="2"/>
            <a:endCxn id="287" idx="0"/>
          </p:cNvCxnSpPr>
          <p:nvPr/>
        </p:nvCxnSpPr>
        <p:spPr>
          <a:xfrm>
            <a:off x="11292818" y="5955557"/>
            <a:ext cx="173" cy="10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3EE052EE-73ED-19A7-5874-4FA0362C4D5F}"/>
              </a:ext>
            </a:extLst>
          </p:cNvPr>
          <p:cNvCxnSpPr>
            <a:cxnSpLocks/>
            <a:stCxn id="317" idx="3"/>
          </p:cNvCxnSpPr>
          <p:nvPr/>
        </p:nvCxnSpPr>
        <p:spPr>
          <a:xfrm>
            <a:off x="6663304" y="8155570"/>
            <a:ext cx="209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D1D7CCA2-EDA5-1605-61E6-78EE57048990}"/>
              </a:ext>
            </a:extLst>
          </p:cNvPr>
          <p:cNvCxnSpPr>
            <a:cxnSpLocks/>
            <a:stCxn id="328" idx="3"/>
            <a:endCxn id="341" idx="1"/>
          </p:cNvCxnSpPr>
          <p:nvPr/>
        </p:nvCxnSpPr>
        <p:spPr>
          <a:xfrm>
            <a:off x="4749552" y="8905056"/>
            <a:ext cx="185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A479C0FA-657C-BE34-E6CD-5DE1042DEF20}"/>
              </a:ext>
            </a:extLst>
          </p:cNvPr>
          <p:cNvCxnSpPr>
            <a:cxnSpLocks/>
            <a:stCxn id="336" idx="3"/>
            <a:endCxn id="343" idx="1"/>
          </p:cNvCxnSpPr>
          <p:nvPr/>
        </p:nvCxnSpPr>
        <p:spPr>
          <a:xfrm>
            <a:off x="7090643" y="8905056"/>
            <a:ext cx="1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加号 133">
            <a:extLst>
              <a:ext uri="{FF2B5EF4-FFF2-40B4-BE49-F238E27FC236}">
                <a16:creationId xmlns:a16="http://schemas.microsoft.com/office/drawing/2014/main" id="{FF35766D-A564-21A8-385C-F93813E1B5B1}"/>
              </a:ext>
            </a:extLst>
          </p:cNvPr>
          <p:cNvSpPr/>
          <p:nvPr/>
        </p:nvSpPr>
        <p:spPr>
          <a:xfrm>
            <a:off x="4199978" y="8084955"/>
            <a:ext cx="141180" cy="14118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91"/>
          </a:p>
        </p:txBody>
      </p:sp>
      <p:sp>
        <p:nvSpPr>
          <p:cNvPr id="135" name="加号 134">
            <a:extLst>
              <a:ext uri="{FF2B5EF4-FFF2-40B4-BE49-F238E27FC236}">
                <a16:creationId xmlns:a16="http://schemas.microsoft.com/office/drawing/2014/main" id="{857A31C1-2629-1FF4-06AA-1066D2CB092E}"/>
              </a:ext>
            </a:extLst>
          </p:cNvPr>
          <p:cNvSpPr/>
          <p:nvPr/>
        </p:nvSpPr>
        <p:spPr>
          <a:xfrm>
            <a:off x="5586287" y="8055511"/>
            <a:ext cx="190651" cy="190651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91"/>
          </a:p>
        </p:txBody>
      </p:sp>
    </p:spTree>
    <p:extLst>
      <p:ext uri="{BB962C8B-B14F-4D97-AF65-F5344CB8AC3E}">
        <p14:creationId xmlns:p14="http://schemas.microsoft.com/office/powerpoint/2010/main" val="17874577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Macintosh PowerPoint</Application>
  <DocSecurity>0</DocSecurity>
  <PresentationFormat>自定义</PresentationFormat>
  <Paragraphs>267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SimSun</vt:lpstr>
      <vt:lpstr>Songti SC</vt:lpstr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2026-08-11T08:05:46Z</dcterms:created>
  <dcterms:modified xsi:type="dcterms:W3CDTF">2026-08-12T14:21:53Z</dcterms:modified>
</cp:coreProperties>
</file>