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955000" cy="9525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DA9333-0A57-444A-8ADD-9D76DD8682F6}" v="35" dt="2026-08-11T05:42:29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58"/>
  </p:normalViewPr>
  <p:slideViewPr>
    <p:cSldViewPr snapToGrid="0">
      <p:cViewPr>
        <p:scale>
          <a:sx n="92" d="100"/>
          <a:sy n="92" d="100"/>
        </p:scale>
        <p:origin x="-10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undo redo custSel modSld">
      <pc:chgData name="赫 郝" userId="eac1196edf7977d1" providerId="LiveId" clId="{06512E50-0563-545E-8A2D-AA85B947D58D}" dt="2026-08-11T05:46:17.384" v="1446" actId="108"/>
      <pc:docMkLst>
        <pc:docMk/>
      </pc:docMkLst>
      <pc:sldChg chg="addSp delSp modSp mod">
        <pc:chgData name="赫 郝" userId="eac1196edf7977d1" providerId="LiveId" clId="{06512E50-0563-545E-8A2D-AA85B947D58D}" dt="2026-08-11T05:46:17.384" v="1446" actId="108"/>
        <pc:sldMkLst>
          <pc:docMk/>
          <pc:sldMk cId="954293791" sldId="256"/>
        </pc:sldMkLst>
        <pc:spChg chg="mod">
          <ac:chgData name="赫 郝" userId="eac1196edf7977d1" providerId="LiveId" clId="{06512E50-0563-545E-8A2D-AA85B947D58D}" dt="2026-08-11T05:13:50.351" v="426" actId="1076"/>
          <ac:spMkLst>
            <pc:docMk/>
            <pc:sldMk cId="954293791" sldId="256"/>
            <ac:spMk id="2" creationId="{DBDC15C9-6AD8-48EA-AD56-4B074451DD93}"/>
          </ac:spMkLst>
        </pc:spChg>
        <pc:spChg chg="del mod">
          <ac:chgData name="赫 郝" userId="eac1196edf7977d1" providerId="LiveId" clId="{06512E50-0563-545E-8A2D-AA85B947D58D}" dt="2026-08-11T05:07:25.912" v="263" actId="478"/>
          <ac:spMkLst>
            <pc:docMk/>
            <pc:sldMk cId="954293791" sldId="256"/>
            <ac:spMk id="4" creationId="{0458A01E-AB0B-4475-B54E-26D882BBF65F}"/>
          </ac:spMkLst>
        </pc:spChg>
        <pc:spChg chg="mod">
          <ac:chgData name="赫 郝" userId="eac1196edf7977d1" providerId="LiveId" clId="{06512E50-0563-545E-8A2D-AA85B947D58D}" dt="2026-08-11T05:15:32.960" v="482" actId="1035"/>
          <ac:spMkLst>
            <pc:docMk/>
            <pc:sldMk cId="954293791" sldId="256"/>
            <ac:spMk id="5" creationId="{17A8B6E0-4782-45E4-A0A4-A73FE3FD79B7}"/>
          </ac:spMkLst>
        </pc:spChg>
        <pc:spChg chg="mod">
          <ac:chgData name="赫 郝" userId="eac1196edf7977d1" providerId="LiveId" clId="{06512E50-0563-545E-8A2D-AA85B947D58D}" dt="2026-08-11T05:06:50.172" v="252" actId="3064"/>
          <ac:spMkLst>
            <pc:docMk/>
            <pc:sldMk cId="954293791" sldId="256"/>
            <ac:spMk id="6" creationId="{C22F35E0-BA78-45B8-BEC6-E6CB0062E97A}"/>
          </ac:spMkLst>
        </pc:spChg>
        <pc:spChg chg="del">
          <ac:chgData name="赫 郝" userId="eac1196edf7977d1" providerId="LiveId" clId="{06512E50-0563-545E-8A2D-AA85B947D58D}" dt="2026-08-11T05:01:42.574" v="237" actId="478"/>
          <ac:spMkLst>
            <pc:docMk/>
            <pc:sldMk cId="954293791" sldId="256"/>
            <ac:spMk id="7" creationId="{269AAA8C-192C-4BB9-9F82-175B500135A3}"/>
          </ac:spMkLst>
        </pc:spChg>
        <pc:spChg chg="del">
          <ac:chgData name="赫 郝" userId="eac1196edf7977d1" providerId="LiveId" clId="{06512E50-0563-545E-8A2D-AA85B947D58D}" dt="2026-08-11T05:01:41.651" v="236" actId="478"/>
          <ac:spMkLst>
            <pc:docMk/>
            <pc:sldMk cId="954293791" sldId="256"/>
            <ac:spMk id="8" creationId="{E032DB0E-2C55-40F5-9271-7F6AE38901B5}"/>
          </ac:spMkLst>
        </pc:spChg>
        <pc:spChg chg="del">
          <ac:chgData name="赫 郝" userId="eac1196edf7977d1" providerId="LiveId" clId="{06512E50-0563-545E-8A2D-AA85B947D58D}" dt="2026-08-11T05:01:57.727" v="240" actId="478"/>
          <ac:spMkLst>
            <pc:docMk/>
            <pc:sldMk cId="954293791" sldId="256"/>
            <ac:spMk id="9" creationId="{54774116-EC80-4A48-A31F-AB9CAF862293}"/>
          </ac:spMkLst>
        </pc:spChg>
        <pc:spChg chg="del">
          <ac:chgData name="赫 郝" userId="eac1196edf7977d1" providerId="LiveId" clId="{06512E50-0563-545E-8A2D-AA85B947D58D}" dt="2026-08-11T05:01:56.380" v="239" actId="478"/>
          <ac:spMkLst>
            <pc:docMk/>
            <pc:sldMk cId="954293791" sldId="256"/>
            <ac:spMk id="10" creationId="{EA3F777F-8A37-4910-BA2D-5F0506E8E30C}"/>
          </ac:spMkLst>
        </pc:spChg>
        <pc:spChg chg="mod">
          <ac:chgData name="赫 郝" userId="eac1196edf7977d1" providerId="LiveId" clId="{06512E50-0563-545E-8A2D-AA85B947D58D}" dt="2026-08-11T05:41:27.720" v="1352" actId="14100"/>
          <ac:spMkLst>
            <pc:docMk/>
            <pc:sldMk cId="954293791" sldId="256"/>
            <ac:spMk id="11" creationId="{0ADFA9C9-F12E-4F1B-9286-22F709EE37CB}"/>
          </ac:spMkLst>
        </pc:spChg>
        <pc:spChg chg="mod">
          <ac:chgData name="赫 郝" userId="eac1196edf7977d1" providerId="LiveId" clId="{06512E50-0563-545E-8A2D-AA85B947D58D}" dt="2026-08-11T05:41:24.443" v="1351" actId="1076"/>
          <ac:spMkLst>
            <pc:docMk/>
            <pc:sldMk cId="954293791" sldId="256"/>
            <ac:spMk id="12" creationId="{1B08936F-F44D-4954-B2C2-B07D7DD17F03}"/>
          </ac:spMkLst>
        </pc:spChg>
        <pc:spChg chg="mod">
          <ac:chgData name="赫 郝" userId="eac1196edf7977d1" providerId="LiveId" clId="{06512E50-0563-545E-8A2D-AA85B947D58D}" dt="2026-08-11T05:45:05.410" v="1402" actId="1076"/>
          <ac:spMkLst>
            <pc:docMk/>
            <pc:sldMk cId="954293791" sldId="256"/>
            <ac:spMk id="13" creationId="{BA4032E8-F12A-4E63-A95B-C63FF55DA798}"/>
          </ac:spMkLst>
        </pc:spChg>
        <pc:spChg chg="mod">
          <ac:chgData name="赫 郝" userId="eac1196edf7977d1" providerId="LiveId" clId="{06512E50-0563-545E-8A2D-AA85B947D58D}" dt="2026-08-11T05:15:07.763" v="464" actId="1076"/>
          <ac:spMkLst>
            <pc:docMk/>
            <pc:sldMk cId="954293791" sldId="256"/>
            <ac:spMk id="14" creationId="{C03DE6BC-DBD1-485D-95C4-6E082706CA77}"/>
          </ac:spMkLst>
        </pc:spChg>
        <pc:spChg chg="del mod">
          <ac:chgData name="赫 郝" userId="eac1196edf7977d1" providerId="LiveId" clId="{06512E50-0563-545E-8A2D-AA85B947D58D}" dt="2026-08-11T05:14:35.718" v="447" actId="478"/>
          <ac:spMkLst>
            <pc:docMk/>
            <pc:sldMk cId="954293791" sldId="256"/>
            <ac:spMk id="15" creationId="{CAF42E1C-A8E1-4908-9713-A91AB079083A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18" creationId="{F0CE1B60-C85C-4339-A134-C2B569102D96}"/>
          </ac:spMkLst>
        </pc:spChg>
        <pc:spChg chg="del mod">
          <ac:chgData name="赫 郝" userId="eac1196edf7977d1" providerId="LiveId" clId="{06512E50-0563-545E-8A2D-AA85B947D58D}" dt="2026-08-11T05:08:37.351" v="296" actId="478"/>
          <ac:spMkLst>
            <pc:docMk/>
            <pc:sldMk cId="954293791" sldId="256"/>
            <ac:spMk id="19" creationId="{BC6C0855-A661-429B-A5A9-C9220FC52344}"/>
          </ac:spMkLst>
        </pc:spChg>
        <pc:spChg chg="del mod">
          <ac:chgData name="赫 郝" userId="eac1196edf7977d1" providerId="LiveId" clId="{06512E50-0563-545E-8A2D-AA85B947D58D}" dt="2026-08-11T04:59:56.539" v="83" actId="478"/>
          <ac:spMkLst>
            <pc:docMk/>
            <pc:sldMk cId="954293791" sldId="256"/>
            <ac:spMk id="20" creationId="{CCA7072B-AA0A-474A-A572-C108AF95FB2D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21" creationId="{91EB40D1-028A-4D51-842F-9F2545720748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22" creationId="{802C74E2-CBEB-4E13-97C7-1B20F4461A3A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23" creationId="{2544799D-646F-4C24-99CA-F285C8670355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24" creationId="{8573BB9D-E593-4BC4-82D9-41686AE4628F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25" creationId="{13766AFD-D387-4FE6-B99E-526700331C46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26" creationId="{E59F5D04-DB38-47DF-9844-BF2731483392}"/>
          </ac:spMkLst>
        </pc:spChg>
        <pc:spChg chg="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27" creationId="{D09D35A3-2172-480D-84AF-FCE9267629F5}"/>
          </ac:spMkLst>
        </pc:spChg>
        <pc:spChg chg="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28" creationId="{4D8DE361-9F44-4066-A072-F54E1F3A1D95}"/>
          </ac:spMkLst>
        </pc:spChg>
        <pc:spChg chg="del mod">
          <ac:chgData name="赫 郝" userId="eac1196edf7977d1" providerId="LiveId" clId="{06512E50-0563-545E-8A2D-AA85B947D58D}" dt="2026-08-11T05:09:40.224" v="315" actId="478"/>
          <ac:spMkLst>
            <pc:docMk/>
            <pc:sldMk cId="954293791" sldId="256"/>
            <ac:spMk id="29" creationId="{F6AB7113-FD00-4A54-A043-28EF32B4822C}"/>
          </ac:spMkLst>
        </pc:spChg>
        <pc:spChg chg="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30" creationId="{4D6FB6F3-8031-4293-B4AC-4F8491383CF8}"/>
          </ac:spMkLst>
        </pc:spChg>
        <pc:spChg chg="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31" creationId="{BF1691C9-99CB-4331-8B03-3EE6861ACBDE}"/>
          </ac:spMkLst>
        </pc:spChg>
        <pc:spChg chg="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32" creationId="{ADA19815-A96E-4F1D-AC53-6BBF779FC4D6}"/>
          </ac:spMkLst>
        </pc:spChg>
        <pc:spChg chg="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33" creationId="{28B2F497-991A-4FE4-A47F-260D40BCF34A}"/>
          </ac:spMkLst>
        </pc:spChg>
        <pc:spChg chg="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34" creationId="{DC77C102-78EA-42C9-A5FB-D5F95F4CDACE}"/>
          </ac:spMkLst>
        </pc:spChg>
        <pc:spChg chg="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35" creationId="{79F1F80E-95AB-48C6-A860-402CA93CE90A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36" creationId="{48E22104-DC66-4788-888D-5CC20385ACBC}"/>
          </ac:spMkLst>
        </pc:spChg>
        <pc:spChg chg="del mod">
          <ac:chgData name="赫 郝" userId="eac1196edf7977d1" providerId="LiveId" clId="{06512E50-0563-545E-8A2D-AA85B947D58D}" dt="2026-08-11T05:11:14.913" v="365" actId="478"/>
          <ac:spMkLst>
            <pc:docMk/>
            <pc:sldMk cId="954293791" sldId="256"/>
            <ac:spMk id="37" creationId="{9DFA2F9C-B16C-42A2-B30F-3F9260B1C4DB}"/>
          </ac:spMkLst>
        </pc:spChg>
        <pc:spChg chg="mod">
          <ac:chgData name="赫 郝" userId="eac1196edf7977d1" providerId="LiveId" clId="{06512E50-0563-545E-8A2D-AA85B947D58D}" dt="2026-08-11T05:11:55.657" v="404" actId="1036"/>
          <ac:spMkLst>
            <pc:docMk/>
            <pc:sldMk cId="954293791" sldId="256"/>
            <ac:spMk id="38" creationId="{FFDCDE98-74A7-4055-975B-4F5FD9E56C53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39" creationId="{D6751820-1099-4C5B-86A6-CD323497D8FF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40" creationId="{A91241DC-70B2-4B6F-B6AC-3F8F094EB1E2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41" creationId="{4AE48E20-42B2-48CA-AD92-8506E2868C1B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42" creationId="{F9B725F7-31AA-4DCF-8566-20B5743634E3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43" creationId="{C79BCA1D-7CF7-4BE4-9C45-1A5AA5B69DF3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44" creationId="{BE51AB0C-9938-4A79-B98B-3BD903467E15}"/>
          </ac:spMkLst>
        </pc:spChg>
        <pc:spChg chg="mod">
          <ac:chgData name="赫 郝" userId="eac1196edf7977d1" providerId="LiveId" clId="{06512E50-0563-545E-8A2D-AA85B947D58D}" dt="2026-08-11T05:11:55.657" v="404" actId="1036"/>
          <ac:spMkLst>
            <pc:docMk/>
            <pc:sldMk cId="954293791" sldId="256"/>
            <ac:spMk id="45" creationId="{F31D5A53-1640-4A43-8CC4-AF98DBC5EAC7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46" creationId="{B060A6C2-7F52-4B35-B9DE-A33947901C71}"/>
          </ac:spMkLst>
        </pc:spChg>
        <pc:spChg chg="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47" creationId="{5D19E566-3C68-4A18-8246-B9A3CE89C305}"/>
          </ac:spMkLst>
        </pc:spChg>
        <pc:spChg chg="mod">
          <ac:chgData name="赫 郝" userId="eac1196edf7977d1" providerId="LiveId" clId="{06512E50-0563-545E-8A2D-AA85B947D58D}" dt="2026-08-11T05:44:43.588" v="1399" actId="1076"/>
          <ac:spMkLst>
            <pc:docMk/>
            <pc:sldMk cId="954293791" sldId="256"/>
            <ac:spMk id="48" creationId="{9B5130AA-3A69-4CA9-B4B5-56511F70AAEF}"/>
          </ac:spMkLst>
        </pc:spChg>
        <pc:spChg chg="del mod">
          <ac:chgData name="赫 郝" userId="eac1196edf7977d1" providerId="LiveId" clId="{06512E50-0563-545E-8A2D-AA85B947D58D}" dt="2026-08-11T05:12:49.035" v="410" actId="478"/>
          <ac:spMkLst>
            <pc:docMk/>
            <pc:sldMk cId="954293791" sldId="256"/>
            <ac:spMk id="49" creationId="{3E58180D-A100-4CB8-A094-5E3DF33AFF91}"/>
          </ac:spMkLst>
        </pc:spChg>
        <pc:spChg chg="mod">
          <ac:chgData name="赫 郝" userId="eac1196edf7977d1" providerId="LiveId" clId="{06512E50-0563-545E-8A2D-AA85B947D58D}" dt="2026-08-11T05:44:43.588" v="1399" actId="1076"/>
          <ac:spMkLst>
            <pc:docMk/>
            <pc:sldMk cId="954293791" sldId="256"/>
            <ac:spMk id="50" creationId="{C4530DF2-8EE0-46A5-A7F2-DE44D61C8F00}"/>
          </ac:spMkLst>
        </pc:spChg>
        <pc:spChg chg="mod">
          <ac:chgData name="赫 郝" userId="eac1196edf7977d1" providerId="LiveId" clId="{06512E50-0563-545E-8A2D-AA85B947D58D}" dt="2026-08-11T05:44:43.588" v="1399" actId="1076"/>
          <ac:spMkLst>
            <pc:docMk/>
            <pc:sldMk cId="954293791" sldId="256"/>
            <ac:spMk id="51" creationId="{53919815-FE3E-4306-ACB7-10FC7CE99DA6}"/>
          </ac:spMkLst>
        </pc:spChg>
        <pc:spChg chg="mod">
          <ac:chgData name="赫 郝" userId="eac1196edf7977d1" providerId="LiveId" clId="{06512E50-0563-545E-8A2D-AA85B947D58D}" dt="2026-08-11T05:44:43.588" v="1399" actId="1076"/>
          <ac:spMkLst>
            <pc:docMk/>
            <pc:sldMk cId="954293791" sldId="256"/>
            <ac:spMk id="52" creationId="{7AE00027-B5EF-4F17-B64D-6B48736843B7}"/>
          </ac:spMkLst>
        </pc:spChg>
        <pc:spChg chg="mod">
          <ac:chgData name="赫 郝" userId="eac1196edf7977d1" providerId="LiveId" clId="{06512E50-0563-545E-8A2D-AA85B947D58D}" dt="2026-08-11T05:44:43.588" v="1399" actId="1076"/>
          <ac:spMkLst>
            <pc:docMk/>
            <pc:sldMk cId="954293791" sldId="256"/>
            <ac:spMk id="53" creationId="{B5E41775-E905-480F-B15E-A15961B49E30}"/>
          </ac:spMkLst>
        </pc:spChg>
        <pc:spChg chg="del">
          <ac:chgData name="赫 郝" userId="eac1196edf7977d1" providerId="LiveId" clId="{06512E50-0563-545E-8A2D-AA85B947D58D}" dt="2026-08-11T04:57:03.568" v="16" actId="478"/>
          <ac:spMkLst>
            <pc:docMk/>
            <pc:sldMk cId="954293791" sldId="256"/>
            <ac:spMk id="54" creationId="{F879D401-9FC4-4DE7-BD93-1EC459EF7CB6}"/>
          </ac:spMkLst>
        </pc:spChg>
        <pc:spChg chg="mod">
          <ac:chgData name="赫 郝" userId="eac1196edf7977d1" providerId="LiveId" clId="{06512E50-0563-545E-8A2D-AA85B947D58D}" dt="2026-08-11T05:15:28.522" v="478" actId="14100"/>
          <ac:spMkLst>
            <pc:docMk/>
            <pc:sldMk cId="954293791" sldId="256"/>
            <ac:spMk id="55" creationId="{5598CE83-9DC2-45F5-9A36-3F62555C5237}"/>
          </ac:spMkLst>
        </pc:spChg>
        <pc:spChg chg="mod">
          <ac:chgData name="赫 郝" userId="eac1196edf7977d1" providerId="LiveId" clId="{06512E50-0563-545E-8A2D-AA85B947D58D}" dt="2026-08-11T05:18:06.003" v="616" actId="1036"/>
          <ac:spMkLst>
            <pc:docMk/>
            <pc:sldMk cId="954293791" sldId="256"/>
            <ac:spMk id="56" creationId="{90B35E52-1B1F-4F5E-A510-B55E4125B714}"/>
          </ac:spMkLst>
        </pc:spChg>
        <pc:spChg chg="del mod">
          <ac:chgData name="赫 郝" userId="eac1196edf7977d1" providerId="LiveId" clId="{06512E50-0563-545E-8A2D-AA85B947D58D}" dt="2026-08-11T05:22:09.898" v="790" actId="478"/>
          <ac:spMkLst>
            <pc:docMk/>
            <pc:sldMk cId="954293791" sldId="256"/>
            <ac:spMk id="59" creationId="{D2637B82-24E5-43A6-A847-4A72E533B826}"/>
          </ac:spMkLst>
        </pc:spChg>
        <pc:spChg chg="mod">
          <ac:chgData name="赫 郝" userId="eac1196edf7977d1" providerId="LiveId" clId="{06512E50-0563-545E-8A2D-AA85B947D58D}" dt="2026-08-11T05:19:35.667" v="665" actId="20577"/>
          <ac:spMkLst>
            <pc:docMk/>
            <pc:sldMk cId="954293791" sldId="256"/>
            <ac:spMk id="60" creationId="{3E856181-B4A0-4D16-8C9A-596C6B404EA4}"/>
          </ac:spMkLst>
        </pc:spChg>
        <pc:spChg chg="mod">
          <ac:chgData name="赫 郝" userId="eac1196edf7977d1" providerId="LiveId" clId="{06512E50-0563-545E-8A2D-AA85B947D58D}" dt="2026-08-11T05:24:24.117" v="954" actId="403"/>
          <ac:spMkLst>
            <pc:docMk/>
            <pc:sldMk cId="954293791" sldId="256"/>
            <ac:spMk id="61" creationId="{28E9325D-6998-4A97-B4BF-0A3FF2D23786}"/>
          </ac:spMkLst>
        </pc:spChg>
        <pc:spChg chg="mod">
          <ac:chgData name="赫 郝" userId="eac1196edf7977d1" providerId="LiveId" clId="{06512E50-0563-545E-8A2D-AA85B947D58D}" dt="2026-08-11T05:25:39.108" v="1025" actId="14100"/>
          <ac:spMkLst>
            <pc:docMk/>
            <pc:sldMk cId="954293791" sldId="256"/>
            <ac:spMk id="62" creationId="{CB6883D8-10E2-45C9-87BC-8B5143C7976E}"/>
          </ac:spMkLst>
        </pc:spChg>
        <pc:spChg chg="del">
          <ac:chgData name="赫 郝" userId="eac1196edf7977d1" providerId="LiveId" clId="{06512E50-0563-545E-8A2D-AA85B947D58D}" dt="2026-08-11T05:22:42.816" v="825" actId="478"/>
          <ac:spMkLst>
            <pc:docMk/>
            <pc:sldMk cId="954293791" sldId="256"/>
            <ac:spMk id="63" creationId="{3780ECB6-086C-4E40-A4A6-108D51DC4C9A}"/>
          </ac:spMkLst>
        </pc:spChg>
        <pc:spChg chg="mod">
          <ac:chgData name="赫 郝" userId="eac1196edf7977d1" providerId="LiveId" clId="{06512E50-0563-545E-8A2D-AA85B947D58D}" dt="2026-08-11T05:24:17.110" v="953" actId="403"/>
          <ac:spMkLst>
            <pc:docMk/>
            <pc:sldMk cId="954293791" sldId="256"/>
            <ac:spMk id="64" creationId="{DCD3737B-CD0B-45DF-9A7D-A4509C818065}"/>
          </ac:spMkLst>
        </pc:spChg>
        <pc:spChg chg="del mod">
          <ac:chgData name="赫 郝" userId="eac1196edf7977d1" providerId="LiveId" clId="{06512E50-0563-545E-8A2D-AA85B947D58D}" dt="2026-08-11T05:22:55.849" v="829" actId="478"/>
          <ac:spMkLst>
            <pc:docMk/>
            <pc:sldMk cId="954293791" sldId="256"/>
            <ac:spMk id="65" creationId="{6D225EE1-4C1D-4CBD-9E2A-ABA8DBDE1481}"/>
          </ac:spMkLst>
        </pc:spChg>
        <pc:spChg chg="del">
          <ac:chgData name="赫 郝" userId="eac1196edf7977d1" providerId="LiveId" clId="{06512E50-0563-545E-8A2D-AA85B947D58D}" dt="2026-08-11T05:25:08.048" v="1015" actId="478"/>
          <ac:spMkLst>
            <pc:docMk/>
            <pc:sldMk cId="954293791" sldId="256"/>
            <ac:spMk id="67" creationId="{C4397390-7175-4E1A-BE3E-225292BE5A94}"/>
          </ac:spMkLst>
        </pc:spChg>
        <pc:spChg chg="mod">
          <ac:chgData name="赫 郝" userId="eac1196edf7977d1" providerId="LiveId" clId="{06512E50-0563-545E-8A2D-AA85B947D58D}" dt="2026-08-11T05:24:29.389" v="955" actId="403"/>
          <ac:spMkLst>
            <pc:docMk/>
            <pc:sldMk cId="954293791" sldId="256"/>
            <ac:spMk id="68" creationId="{AD81F475-A493-408C-9918-D30DE66AF40D}"/>
          </ac:spMkLst>
        </pc:spChg>
        <pc:spChg chg="mod">
          <ac:chgData name="赫 郝" userId="eac1196edf7977d1" providerId="LiveId" clId="{06512E50-0563-545E-8A2D-AA85B947D58D}" dt="2026-08-11T05:24:56.139" v="985" actId="20577"/>
          <ac:spMkLst>
            <pc:docMk/>
            <pc:sldMk cId="954293791" sldId="256"/>
            <ac:spMk id="69" creationId="{ED58CCEB-2F1C-4B8A-910A-0288C6EF911B}"/>
          </ac:spMkLst>
        </pc:spChg>
        <pc:spChg chg="mod">
          <ac:chgData name="赫 郝" userId="eac1196edf7977d1" providerId="LiveId" clId="{06512E50-0563-545E-8A2D-AA85B947D58D}" dt="2026-08-11T05:25:17.828" v="1017" actId="14100"/>
          <ac:spMkLst>
            <pc:docMk/>
            <pc:sldMk cId="954293791" sldId="256"/>
            <ac:spMk id="70" creationId="{49022791-648E-4367-A837-DE74967F3CFC}"/>
          </ac:spMkLst>
        </pc:spChg>
        <pc:spChg chg="mod">
          <ac:chgData name="赫 郝" userId="eac1196edf7977d1" providerId="LiveId" clId="{06512E50-0563-545E-8A2D-AA85B947D58D}" dt="2026-08-11T05:25:30.912" v="1022" actId="1076"/>
          <ac:spMkLst>
            <pc:docMk/>
            <pc:sldMk cId="954293791" sldId="256"/>
            <ac:spMk id="71" creationId="{A631CD86-75EB-45D8-87D0-B014EA59EA95}"/>
          </ac:spMkLst>
        </pc:spChg>
        <pc:spChg chg="mod">
          <ac:chgData name="赫 郝" userId="eac1196edf7977d1" providerId="LiveId" clId="{06512E50-0563-545E-8A2D-AA85B947D58D}" dt="2026-08-11T05:25:37.403" v="1024" actId="14100"/>
          <ac:spMkLst>
            <pc:docMk/>
            <pc:sldMk cId="954293791" sldId="256"/>
            <ac:spMk id="72" creationId="{0B1EFB51-BA66-4EFF-BF2C-5A9014376330}"/>
          </ac:spMkLst>
        </pc:spChg>
        <pc:spChg chg="mod">
          <ac:chgData name="赫 郝" userId="eac1196edf7977d1" providerId="LiveId" clId="{06512E50-0563-545E-8A2D-AA85B947D58D}" dt="2026-08-11T05:06:50.172" v="252" actId="3064"/>
          <ac:spMkLst>
            <pc:docMk/>
            <pc:sldMk cId="954293791" sldId="256"/>
            <ac:spMk id="73" creationId="{318FB72B-C570-4DE9-B147-BBE300CFBAE8}"/>
          </ac:spMkLst>
        </pc:spChg>
        <pc:spChg chg="del mod">
          <ac:chgData name="赫 郝" userId="eac1196edf7977d1" providerId="LiveId" clId="{06512E50-0563-545E-8A2D-AA85B947D58D}" dt="2026-08-11T05:32:32.669" v="1070" actId="478"/>
          <ac:spMkLst>
            <pc:docMk/>
            <pc:sldMk cId="954293791" sldId="256"/>
            <ac:spMk id="75" creationId="{CDB29962-77E7-443B-935F-1C552FBF0190}"/>
          </ac:spMkLst>
        </pc:spChg>
        <pc:spChg chg="mod">
          <ac:chgData name="赫 郝" userId="eac1196edf7977d1" providerId="LiveId" clId="{06512E50-0563-545E-8A2D-AA85B947D58D}" dt="2026-08-11T05:37:00.887" v="1153" actId="20577"/>
          <ac:spMkLst>
            <pc:docMk/>
            <pc:sldMk cId="954293791" sldId="256"/>
            <ac:spMk id="76" creationId="{97688D8E-B627-420C-9756-87D12E69DF93}"/>
          </ac:spMkLst>
        </pc:spChg>
        <pc:spChg chg="del">
          <ac:chgData name="赫 郝" userId="eac1196edf7977d1" providerId="LiveId" clId="{06512E50-0563-545E-8A2D-AA85B947D58D}" dt="2026-08-11T05:32:51.211" v="1079" actId="478"/>
          <ac:spMkLst>
            <pc:docMk/>
            <pc:sldMk cId="954293791" sldId="256"/>
            <ac:spMk id="78" creationId="{0C5771DE-A4AF-414D-9ED0-08BD4664C42A}"/>
          </ac:spMkLst>
        </pc:spChg>
        <pc:spChg chg="del">
          <ac:chgData name="赫 郝" userId="eac1196edf7977d1" providerId="LiveId" clId="{06512E50-0563-545E-8A2D-AA85B947D58D}" dt="2026-08-11T05:32:49.883" v="1078" actId="478"/>
          <ac:spMkLst>
            <pc:docMk/>
            <pc:sldMk cId="954293791" sldId="256"/>
            <ac:spMk id="79" creationId="{F80A1F3D-5336-4736-9C1F-C2AEA1F4E95B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80" creationId="{4FF6DC2D-F992-410B-8BA4-1CD9F745D56A}"/>
          </ac:spMkLst>
        </pc:spChg>
        <pc:spChg chg="del">
          <ac:chgData name="赫 郝" userId="eac1196edf7977d1" providerId="LiveId" clId="{06512E50-0563-545E-8A2D-AA85B947D58D}" dt="2026-08-11T05:32:55.749" v="1081" actId="478"/>
          <ac:spMkLst>
            <pc:docMk/>
            <pc:sldMk cId="954293791" sldId="256"/>
            <ac:spMk id="82" creationId="{63FBCA6D-D45E-4D02-9650-6FCB81687AA1}"/>
          </ac:spMkLst>
        </pc:spChg>
        <pc:spChg chg="del">
          <ac:chgData name="赫 郝" userId="eac1196edf7977d1" providerId="LiveId" clId="{06512E50-0563-545E-8A2D-AA85B947D58D}" dt="2026-08-11T05:32:55.749" v="1081" actId="478"/>
          <ac:spMkLst>
            <pc:docMk/>
            <pc:sldMk cId="954293791" sldId="256"/>
            <ac:spMk id="83" creationId="{197AF0EA-237B-45FB-907F-0DF51D726DCB}"/>
          </ac:spMkLst>
        </pc:spChg>
        <pc:spChg chg="mod">
          <ac:chgData name="赫 郝" userId="eac1196edf7977d1" providerId="LiveId" clId="{06512E50-0563-545E-8A2D-AA85B947D58D}" dt="2026-08-11T05:33:00.515" v="1084" actId="1076"/>
          <ac:spMkLst>
            <pc:docMk/>
            <pc:sldMk cId="954293791" sldId="256"/>
            <ac:spMk id="84" creationId="{11C067FD-14A9-4BAA-AF5E-09DD17F85D5F}"/>
          </ac:spMkLst>
        </pc:spChg>
        <pc:spChg chg="mod">
          <ac:chgData name="赫 郝" userId="eac1196edf7977d1" providerId="LiveId" clId="{06512E50-0563-545E-8A2D-AA85B947D58D}" dt="2026-08-11T05:15:02.832" v="463" actId="1036"/>
          <ac:spMkLst>
            <pc:docMk/>
            <pc:sldMk cId="954293791" sldId="256"/>
            <ac:spMk id="85" creationId="{0CC24C47-9325-4877-BDC4-6793C066C4EC}"/>
          </ac:spMkLst>
        </pc:spChg>
        <pc:spChg chg="del">
          <ac:chgData name="赫 郝" userId="eac1196edf7977d1" providerId="LiveId" clId="{06512E50-0563-545E-8A2D-AA85B947D58D}" dt="2026-08-11T05:33:07.741" v="1087" actId="478"/>
          <ac:spMkLst>
            <pc:docMk/>
            <pc:sldMk cId="954293791" sldId="256"/>
            <ac:spMk id="86" creationId="{67FFFFB5-FC43-4E62-9A65-252BE6E77088}"/>
          </ac:spMkLst>
        </pc:spChg>
        <pc:spChg chg="del mod">
          <ac:chgData name="赫 郝" userId="eac1196edf7977d1" providerId="LiveId" clId="{06512E50-0563-545E-8A2D-AA85B947D58D}" dt="2026-08-11T05:33:06.294" v="1086" actId="478"/>
          <ac:spMkLst>
            <pc:docMk/>
            <pc:sldMk cId="954293791" sldId="256"/>
            <ac:spMk id="87" creationId="{0A22F33A-7178-4688-9003-DA73EA610209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88" creationId="{827FC08A-3058-4E00-832E-82460624A17D}"/>
          </ac:spMkLst>
        </pc:spChg>
        <pc:spChg chg="del">
          <ac:chgData name="赫 郝" userId="eac1196edf7977d1" providerId="LiveId" clId="{06512E50-0563-545E-8A2D-AA85B947D58D}" dt="2026-08-11T05:33:16.132" v="1093" actId="478"/>
          <ac:spMkLst>
            <pc:docMk/>
            <pc:sldMk cId="954293791" sldId="256"/>
            <ac:spMk id="90" creationId="{6F2BE686-FC9F-4B45-A842-2364B2C68ECE}"/>
          </ac:spMkLst>
        </pc:spChg>
        <pc:spChg chg="del mod">
          <ac:chgData name="赫 郝" userId="eac1196edf7977d1" providerId="LiveId" clId="{06512E50-0563-545E-8A2D-AA85B947D58D}" dt="2026-08-11T05:33:14.662" v="1092" actId="478"/>
          <ac:spMkLst>
            <pc:docMk/>
            <pc:sldMk cId="954293791" sldId="256"/>
            <ac:spMk id="91" creationId="{9EDA2A66-046E-4046-AEC3-48A351EECAEE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92" creationId="{D1B0410E-0611-44DE-83B8-8ACB2A8B453E}"/>
          </ac:spMkLst>
        </pc:spChg>
        <pc:spChg chg="mod">
          <ac:chgData name="赫 郝" userId="eac1196edf7977d1" providerId="LiveId" clId="{06512E50-0563-545E-8A2D-AA85B947D58D}" dt="2026-08-11T05:38:04.787" v="1268" actId="207"/>
          <ac:spMkLst>
            <pc:docMk/>
            <pc:sldMk cId="954293791" sldId="256"/>
            <ac:spMk id="93" creationId="{46E578A9-1E6E-4D15-A06E-1EF0722AA1DC}"/>
          </ac:spMkLst>
        </pc:spChg>
        <pc:spChg chg="del">
          <ac:chgData name="赫 郝" userId="eac1196edf7977d1" providerId="LiveId" clId="{06512E50-0563-545E-8A2D-AA85B947D58D}" dt="2026-08-11T05:33:23.502" v="1097" actId="478"/>
          <ac:spMkLst>
            <pc:docMk/>
            <pc:sldMk cId="954293791" sldId="256"/>
            <ac:spMk id="94" creationId="{DD3EEF0C-2AAE-4A00-93FB-B41DBD3692EA}"/>
          </ac:spMkLst>
        </pc:spChg>
        <pc:spChg chg="del">
          <ac:chgData name="赫 郝" userId="eac1196edf7977d1" providerId="LiveId" clId="{06512E50-0563-545E-8A2D-AA85B947D58D}" dt="2026-08-11T05:37:40.994" v="1167" actId="478"/>
          <ac:spMkLst>
            <pc:docMk/>
            <pc:sldMk cId="954293791" sldId="256"/>
            <ac:spMk id="95" creationId="{AC5DC41E-391C-48F5-92E3-E34E6CC5B11E}"/>
          </ac:spMkLst>
        </pc:spChg>
        <pc:spChg chg="mod">
          <ac:chgData name="赫 郝" userId="eac1196edf7977d1" providerId="LiveId" clId="{06512E50-0563-545E-8A2D-AA85B947D58D}" dt="2026-08-11T05:33:31.570" v="1101" actId="403"/>
          <ac:spMkLst>
            <pc:docMk/>
            <pc:sldMk cId="954293791" sldId="256"/>
            <ac:spMk id="96" creationId="{02BFB0FB-CFF5-42EE-BE2A-346D3FD8A8FE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99" creationId="{4091EC11-2BFF-4AC0-8CAA-F52E4C550A3F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100" creationId="{93A0FFE3-5DA0-4717-8D70-21E30F9A4AD9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101" creationId="{6690305C-06B9-4644-BF3B-28261B9CA8C0}"/>
          </ac:spMkLst>
        </pc:spChg>
        <pc:spChg chg="mod">
          <ac:chgData name="赫 郝" userId="eac1196edf7977d1" providerId="LiveId" clId="{06512E50-0563-545E-8A2D-AA85B947D58D}" dt="2026-08-11T05:38:43.041" v="1277" actId="14100"/>
          <ac:spMkLst>
            <pc:docMk/>
            <pc:sldMk cId="954293791" sldId="256"/>
            <ac:spMk id="105" creationId="{705A3428-A322-4AB7-9668-F4D4F8B0ABEA}"/>
          </ac:spMkLst>
        </pc:spChg>
        <pc:spChg chg="mod">
          <ac:chgData name="赫 郝" userId="eac1196edf7977d1" providerId="LiveId" clId="{06512E50-0563-545E-8A2D-AA85B947D58D}" dt="2026-08-11T05:38:46.524" v="1278" actId="1076"/>
          <ac:spMkLst>
            <pc:docMk/>
            <pc:sldMk cId="954293791" sldId="256"/>
            <ac:spMk id="106" creationId="{4616E224-CA98-4ECB-BDF7-7C8E923CB462}"/>
          </ac:spMkLst>
        </pc:spChg>
        <pc:spChg chg="mod">
          <ac:chgData name="赫 郝" userId="eac1196edf7977d1" providerId="LiveId" clId="{06512E50-0563-545E-8A2D-AA85B947D58D}" dt="2026-08-11T05:38:52.335" v="1279" actId="14100"/>
          <ac:spMkLst>
            <pc:docMk/>
            <pc:sldMk cId="954293791" sldId="256"/>
            <ac:spMk id="107" creationId="{CB313130-2E41-458B-98DE-07BB66B00B58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108" creationId="{9F9523AB-61CC-4B7B-8907-54B1A418C485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109" creationId="{9BF33E56-9C0C-4854-AB81-3274185AFA54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110" creationId="{FD519553-1294-4313-A117-2FC8E880B1A4}"/>
          </ac:spMkLst>
        </pc:spChg>
        <pc:spChg chg="mod">
          <ac:chgData name="赫 郝" userId="eac1196edf7977d1" providerId="LiveId" clId="{06512E50-0563-545E-8A2D-AA85B947D58D}" dt="2026-08-11T05:39:46.124" v="1296" actId="208"/>
          <ac:spMkLst>
            <pc:docMk/>
            <pc:sldMk cId="954293791" sldId="256"/>
            <ac:spMk id="111" creationId="{7EDD4DEC-237B-43C1-8E51-3B50E20F03AD}"/>
          </ac:spMkLst>
        </pc:spChg>
        <pc:spChg chg="mod">
          <ac:chgData name="赫 郝" userId="eac1196edf7977d1" providerId="LiveId" clId="{06512E50-0563-545E-8A2D-AA85B947D58D}" dt="2026-08-11T05:39:48.991" v="1297" actId="207"/>
          <ac:spMkLst>
            <pc:docMk/>
            <pc:sldMk cId="954293791" sldId="256"/>
            <ac:spMk id="112" creationId="{14F0592E-12DA-4879-9E9D-A73661E7659D}"/>
          </ac:spMkLst>
        </pc:spChg>
        <pc:spChg chg="mod">
          <ac:chgData name="赫 郝" userId="eac1196edf7977d1" providerId="LiveId" clId="{06512E50-0563-545E-8A2D-AA85B947D58D}" dt="2026-08-11T05:40:01.800" v="1298" actId="1076"/>
          <ac:spMkLst>
            <pc:docMk/>
            <pc:sldMk cId="954293791" sldId="256"/>
            <ac:spMk id="113" creationId="{40E24D77-5B74-406E-9A44-1705A55433E9}"/>
          </ac:spMkLst>
        </pc:spChg>
        <pc:spChg chg="mod">
          <ac:chgData name="赫 郝" userId="eac1196edf7977d1" providerId="LiveId" clId="{06512E50-0563-545E-8A2D-AA85B947D58D}" dt="2026-08-11T05:38:23.309" v="1273" actId="403"/>
          <ac:spMkLst>
            <pc:docMk/>
            <pc:sldMk cId="954293791" sldId="256"/>
            <ac:spMk id="114" creationId="{7A22A9DC-F62B-4D0A-A5E8-FB32EC9F988A}"/>
          </ac:spMkLst>
        </pc:spChg>
        <pc:spChg chg="mod">
          <ac:chgData name="赫 郝" userId="eac1196edf7977d1" providerId="LiveId" clId="{06512E50-0563-545E-8A2D-AA85B947D58D}" dt="2026-08-11T05:38:34.018" v="1274" actId="1076"/>
          <ac:spMkLst>
            <pc:docMk/>
            <pc:sldMk cId="954293791" sldId="256"/>
            <ac:spMk id="115" creationId="{C4A544A2-CF8F-475A-9EA1-F0EDD04FEFD2}"/>
          </ac:spMkLst>
        </pc:spChg>
        <pc:spChg chg="mod">
          <ac:chgData name="赫 郝" userId="eac1196edf7977d1" providerId="LiveId" clId="{06512E50-0563-545E-8A2D-AA85B947D58D}" dt="2026-08-11T05:38:23.309" v="1273" actId="403"/>
          <ac:spMkLst>
            <pc:docMk/>
            <pc:sldMk cId="954293791" sldId="256"/>
            <ac:spMk id="116" creationId="{5C18934E-1562-4FD6-9F94-39B1D7950DB6}"/>
          </ac:spMkLst>
        </pc:spChg>
        <pc:spChg chg="mod">
          <ac:chgData name="赫 郝" userId="eac1196edf7977d1" providerId="LiveId" clId="{06512E50-0563-545E-8A2D-AA85B947D58D}" dt="2026-08-11T05:38:23.309" v="1273" actId="403"/>
          <ac:spMkLst>
            <pc:docMk/>
            <pc:sldMk cId="954293791" sldId="256"/>
            <ac:spMk id="117" creationId="{B5162FBF-F6C2-4104-A08E-DF97A6E4F9DE}"/>
          </ac:spMkLst>
        </pc:spChg>
        <pc:spChg chg="mod">
          <ac:chgData name="赫 郝" userId="eac1196edf7977d1" providerId="LiveId" clId="{06512E50-0563-545E-8A2D-AA85B947D58D}" dt="2026-08-11T05:39:00.603" v="1283" actId="404"/>
          <ac:spMkLst>
            <pc:docMk/>
            <pc:sldMk cId="954293791" sldId="256"/>
            <ac:spMk id="118" creationId="{2281A966-E5D3-45C8-8074-E75FE159E2C0}"/>
          </ac:spMkLst>
        </pc:spChg>
        <pc:spChg chg="del mod">
          <ac:chgData name="赫 郝" userId="eac1196edf7977d1" providerId="LiveId" clId="{06512E50-0563-545E-8A2D-AA85B947D58D}" dt="2026-08-11T05:39:16.287" v="1287" actId="478"/>
          <ac:spMkLst>
            <pc:docMk/>
            <pc:sldMk cId="954293791" sldId="256"/>
            <ac:spMk id="119" creationId="{7D4D2752-A960-4EA9-9CFA-95701FA4E76D}"/>
          </ac:spMkLst>
        </pc:spChg>
        <pc:spChg chg="mod">
          <ac:chgData name="赫 郝" userId="eac1196edf7977d1" providerId="LiveId" clId="{06512E50-0563-545E-8A2D-AA85B947D58D}" dt="2026-08-11T05:41:17.065" v="1348" actId="14100"/>
          <ac:spMkLst>
            <pc:docMk/>
            <pc:sldMk cId="954293791" sldId="256"/>
            <ac:spMk id="120" creationId="{431B7770-9451-42E7-984F-76BA1D01522E}"/>
          </ac:spMkLst>
        </pc:spChg>
        <pc:spChg chg="mod">
          <ac:chgData name="赫 郝" userId="eac1196edf7977d1" providerId="LiveId" clId="{06512E50-0563-545E-8A2D-AA85B947D58D}" dt="2026-08-11T05:41:19.202" v="1349" actId="1076"/>
          <ac:spMkLst>
            <pc:docMk/>
            <pc:sldMk cId="954293791" sldId="256"/>
            <ac:spMk id="121" creationId="{4FBED134-97A9-4332-8AEB-0CB0B4A2B29A}"/>
          </ac:spMkLst>
        </pc:spChg>
        <pc:spChg chg="mod">
          <ac:chgData name="赫 郝" userId="eac1196edf7977d1" providerId="LiveId" clId="{06512E50-0563-545E-8A2D-AA85B947D58D}" dt="2026-08-11T05:41:21.165" v="1350" actId="1076"/>
          <ac:spMkLst>
            <pc:docMk/>
            <pc:sldMk cId="954293791" sldId="256"/>
            <ac:spMk id="122" creationId="{E9808384-F36B-49E1-B0D5-D1E75BAC596A}"/>
          </ac:spMkLst>
        </pc:spChg>
        <pc:spChg chg="mod">
          <ac:chgData name="赫 郝" userId="eac1196edf7977d1" providerId="LiveId" clId="{06512E50-0563-545E-8A2D-AA85B947D58D}" dt="2026-08-11T05:41:47.694" v="1359" actId="1076"/>
          <ac:spMkLst>
            <pc:docMk/>
            <pc:sldMk cId="954293791" sldId="256"/>
            <ac:spMk id="124" creationId="{657D48D9-A085-478E-9967-41D146A23EA3}"/>
          </ac:spMkLst>
        </pc:spChg>
        <pc:spChg chg="mod">
          <ac:chgData name="赫 郝" userId="eac1196edf7977d1" providerId="LiveId" clId="{06512E50-0563-545E-8A2D-AA85B947D58D}" dt="2026-08-11T05:45:52.332" v="1440" actId="404"/>
          <ac:spMkLst>
            <pc:docMk/>
            <pc:sldMk cId="954293791" sldId="256"/>
            <ac:spMk id="126" creationId="{FCE2D9C2-0850-4016-ABDA-89CC90A76220}"/>
          </ac:spMkLst>
        </pc:spChg>
        <pc:spChg chg="mod">
          <ac:chgData name="赫 郝" userId="eac1196edf7977d1" providerId="LiveId" clId="{06512E50-0563-545E-8A2D-AA85B947D58D}" dt="2026-08-11T05:46:11.943" v="1445" actId="1076"/>
          <ac:spMkLst>
            <pc:docMk/>
            <pc:sldMk cId="954293791" sldId="256"/>
            <ac:spMk id="127" creationId="{03275082-CE8F-4FF2-95E8-EB8B2811C5F2}"/>
          </ac:spMkLst>
        </pc:spChg>
        <pc:spChg chg="mod">
          <ac:chgData name="赫 郝" userId="eac1196edf7977d1" providerId="LiveId" clId="{06512E50-0563-545E-8A2D-AA85B947D58D}" dt="2026-08-11T05:46:17.384" v="1446" actId="108"/>
          <ac:spMkLst>
            <pc:docMk/>
            <pc:sldMk cId="954293791" sldId="256"/>
            <ac:spMk id="128" creationId="{A5AF0DCD-0B67-4720-806E-F937FA29187A}"/>
          </ac:spMkLst>
        </pc:spChg>
        <pc:spChg chg="mod">
          <ac:chgData name="赫 郝" userId="eac1196edf7977d1" providerId="LiveId" clId="{06512E50-0563-545E-8A2D-AA85B947D58D}" dt="2026-08-11T05:46:07.685" v="1444" actId="1076"/>
          <ac:spMkLst>
            <pc:docMk/>
            <pc:sldMk cId="954293791" sldId="256"/>
            <ac:spMk id="129" creationId="{96545F6B-5154-479B-8E9E-25AD126DD76B}"/>
          </ac:spMkLst>
        </pc:spChg>
        <pc:spChg chg="mod">
          <ac:chgData name="赫 郝" userId="eac1196edf7977d1" providerId="LiveId" clId="{06512E50-0563-545E-8A2D-AA85B947D58D}" dt="2026-08-11T05:46:07.685" v="1444" actId="1076"/>
          <ac:spMkLst>
            <pc:docMk/>
            <pc:sldMk cId="954293791" sldId="256"/>
            <ac:spMk id="130" creationId="{477A7F92-F73D-42CA-AB03-F3B36C9F6C51}"/>
          </ac:spMkLst>
        </pc:spChg>
        <pc:spChg chg="mod">
          <ac:chgData name="赫 郝" userId="eac1196edf7977d1" providerId="LiveId" clId="{06512E50-0563-545E-8A2D-AA85B947D58D}" dt="2026-08-11T05:41:59.498" v="1374" actId="1076"/>
          <ac:spMkLst>
            <pc:docMk/>
            <pc:sldMk cId="954293791" sldId="256"/>
            <ac:spMk id="132" creationId="{06EC738F-84F1-4872-98C1-971558584B27}"/>
          </ac:spMkLst>
        </pc:spChg>
        <pc:spChg chg="mod">
          <ac:chgData name="赫 郝" userId="eac1196edf7977d1" providerId="LiveId" clId="{06512E50-0563-545E-8A2D-AA85B947D58D}" dt="2026-08-11T05:15:02.832" v="463" actId="1036"/>
          <ac:spMkLst>
            <pc:docMk/>
            <pc:sldMk cId="954293791" sldId="256"/>
            <ac:spMk id="133" creationId="{CD431A96-EAC5-4565-BF5A-550D2A768BDE}"/>
          </ac:spMkLst>
        </pc:spChg>
        <pc:spChg chg="mod">
          <ac:chgData name="赫 郝" userId="eac1196edf7977d1" providerId="LiveId" clId="{06512E50-0563-545E-8A2D-AA85B947D58D}" dt="2026-08-11T05:15:02.832" v="463" actId="1036"/>
          <ac:spMkLst>
            <pc:docMk/>
            <pc:sldMk cId="954293791" sldId="256"/>
            <ac:spMk id="134" creationId="{D701E621-A6D9-4843-B5E5-4216181B23E1}"/>
          </ac:spMkLst>
        </pc:spChg>
        <pc:spChg chg="mod">
          <ac:chgData name="赫 郝" userId="eac1196edf7977d1" providerId="LiveId" clId="{06512E50-0563-545E-8A2D-AA85B947D58D}" dt="2026-08-11T05:15:02.832" v="463" actId="1036"/>
          <ac:spMkLst>
            <pc:docMk/>
            <pc:sldMk cId="954293791" sldId="256"/>
            <ac:spMk id="140" creationId="{76F4B24C-156E-4780-A5CC-64693977D94E}"/>
          </ac:spMkLst>
        </pc:spChg>
        <pc:spChg chg="mod">
          <ac:chgData name="赫 郝" userId="eac1196edf7977d1" providerId="LiveId" clId="{06512E50-0563-545E-8A2D-AA85B947D58D}" dt="2026-08-11T05:15:02.832" v="463" actId="1036"/>
          <ac:spMkLst>
            <pc:docMk/>
            <pc:sldMk cId="954293791" sldId="256"/>
            <ac:spMk id="142" creationId="{00AC920E-64AA-4E9F-85B4-6014FBBD47BD}"/>
          </ac:spMkLst>
        </pc:spChg>
        <pc:spChg chg="mod">
          <ac:chgData name="赫 郝" userId="eac1196edf7977d1" providerId="LiveId" clId="{06512E50-0563-545E-8A2D-AA85B947D58D}" dt="2026-08-11T05:06:50.172" v="252" actId="3064"/>
          <ac:spMkLst>
            <pc:docMk/>
            <pc:sldMk cId="954293791" sldId="256"/>
            <ac:spMk id="144" creationId="{8B899A25-9418-45C7-9B2E-706449EE8C23}"/>
          </ac:spMkLst>
        </pc:spChg>
        <pc:spChg chg="mod">
          <ac:chgData name="赫 郝" userId="eac1196edf7977d1" providerId="LiveId" clId="{06512E50-0563-545E-8A2D-AA85B947D58D}" dt="2026-08-11T05:42:06.812" v="1390" actId="6549"/>
          <ac:spMkLst>
            <pc:docMk/>
            <pc:sldMk cId="954293791" sldId="256"/>
            <ac:spMk id="147" creationId="{CEE4C07E-35B6-4C58-A8B6-CED7BB08D046}"/>
          </ac:spMkLst>
        </pc:spChg>
        <pc:spChg chg="mod">
          <ac:chgData name="赫 郝" userId="eac1196edf7977d1" providerId="LiveId" clId="{06512E50-0563-545E-8A2D-AA85B947D58D}" dt="2026-08-11T05:15:02.832" v="463" actId="1036"/>
          <ac:spMkLst>
            <pc:docMk/>
            <pc:sldMk cId="954293791" sldId="256"/>
            <ac:spMk id="148" creationId="{7DA1BE28-7651-4731-B7DF-BA872C102CC3}"/>
          </ac:spMkLst>
        </pc:spChg>
        <pc:spChg chg="mod">
          <ac:chgData name="赫 郝" userId="eac1196edf7977d1" providerId="LiveId" clId="{06512E50-0563-545E-8A2D-AA85B947D58D}" dt="2026-08-11T05:46:11.943" v="1445" actId="1076"/>
          <ac:spMkLst>
            <pc:docMk/>
            <pc:sldMk cId="954293791" sldId="256"/>
            <ac:spMk id="150" creationId="{E2249974-1B41-4930-AAF7-CA485E8D3CDC}"/>
          </ac:spMkLst>
        </pc:spChg>
        <pc:spChg chg="mod">
          <ac:chgData name="赫 郝" userId="eac1196edf7977d1" providerId="LiveId" clId="{06512E50-0563-545E-8A2D-AA85B947D58D}" dt="2026-08-11T05:15:02.832" v="463" actId="1036"/>
          <ac:spMkLst>
            <pc:docMk/>
            <pc:sldMk cId="954293791" sldId="256"/>
            <ac:spMk id="160" creationId="{BD1CB796-6F47-445A-8733-238A1920DD2B}"/>
          </ac:spMkLst>
        </pc:spChg>
        <pc:spChg chg="mod">
          <ac:chgData name="赫 郝" userId="eac1196edf7977d1" providerId="LiveId" clId="{06512E50-0563-545E-8A2D-AA85B947D58D}" dt="2026-08-11T05:06:50.172" v="252" actId="3064"/>
          <ac:spMkLst>
            <pc:docMk/>
            <pc:sldMk cId="954293791" sldId="256"/>
            <ac:spMk id="165" creationId="{4ABE30B2-7452-4AB3-98B3-64A5300EEC18}"/>
          </ac:spMkLst>
        </pc:spChg>
        <pc:spChg chg="mod">
          <ac:chgData name="赫 郝" userId="eac1196edf7977d1" providerId="LiveId" clId="{06512E50-0563-545E-8A2D-AA85B947D58D}" dt="2026-08-11T05:45:11.264" v="1404" actId="14100"/>
          <ac:spMkLst>
            <pc:docMk/>
            <pc:sldMk cId="954293791" sldId="256"/>
            <ac:spMk id="186" creationId="{0F5021B6-C120-49C0-9C2F-40AAC550A8A7}"/>
          </ac:spMkLst>
        </pc:spChg>
        <pc:spChg chg="add">
          <ac:chgData name="赫 郝" userId="eac1196edf7977d1" providerId="LiveId" clId="{06512E50-0563-545E-8A2D-AA85B947D58D}" dt="2026-08-11T05:01:49.730" v="238" actId="11529"/>
          <ac:spMkLst>
            <pc:docMk/>
            <pc:sldMk cId="954293791" sldId="256"/>
            <ac:spMk id="187" creationId="{97A98D7A-D14B-725D-0C6C-D927396030AA}"/>
          </ac:spMkLst>
        </pc:spChg>
        <pc:spChg chg="add mod">
          <ac:chgData name="赫 郝" userId="eac1196edf7977d1" providerId="LiveId" clId="{06512E50-0563-545E-8A2D-AA85B947D58D}" dt="2026-08-11T05:02:03.675" v="241" actId="571"/>
          <ac:spMkLst>
            <pc:docMk/>
            <pc:sldMk cId="954293791" sldId="256"/>
            <ac:spMk id="188" creationId="{BBAD90BF-B004-802B-330A-8046FAB52126}"/>
          </ac:spMkLst>
        </pc:spChg>
        <pc:spChg chg="add mod">
          <ac:chgData name="赫 郝" userId="eac1196edf7977d1" providerId="LiveId" clId="{06512E50-0563-545E-8A2D-AA85B947D58D}" dt="2026-08-11T05:45:02.552" v="1401" actId="1076"/>
          <ac:spMkLst>
            <pc:docMk/>
            <pc:sldMk cId="954293791" sldId="256"/>
            <ac:spMk id="190" creationId="{5E49A971-6CF6-F36B-6A8F-BAA23EFED824}"/>
          </ac:spMkLst>
        </pc:spChg>
        <pc:spChg chg="add mod">
          <ac:chgData name="赫 郝" userId="eac1196edf7977d1" providerId="LiveId" clId="{06512E50-0563-545E-8A2D-AA85B947D58D}" dt="2026-08-11T05:44:52.621" v="1400" actId="1076"/>
          <ac:spMkLst>
            <pc:docMk/>
            <pc:sldMk cId="954293791" sldId="256"/>
            <ac:spMk id="191" creationId="{F09BD6D0-E91B-37C5-9185-D6DFE48B80F7}"/>
          </ac:spMkLst>
        </pc:spChg>
        <pc:spChg chg="add mod">
          <ac:chgData name="赫 郝" userId="eac1196edf7977d1" providerId="LiveId" clId="{06512E50-0563-545E-8A2D-AA85B947D58D}" dt="2026-08-11T05:13:04.054" v="412" actId="1076"/>
          <ac:spMkLst>
            <pc:docMk/>
            <pc:sldMk cId="954293791" sldId="256"/>
            <ac:spMk id="192" creationId="{4FC2561E-84A4-DAD8-D22A-635D6D9EB5FB}"/>
          </ac:spMkLst>
        </pc:spChg>
        <pc:spChg chg="add mod">
          <ac:chgData name="赫 郝" userId="eac1196edf7977d1" providerId="LiveId" clId="{06512E50-0563-545E-8A2D-AA85B947D58D}" dt="2026-08-11T05:44:43.588" v="1399" actId="1076"/>
          <ac:spMkLst>
            <pc:docMk/>
            <pc:sldMk cId="954293791" sldId="256"/>
            <ac:spMk id="193" creationId="{1FE5F3EF-5407-F180-E910-17995B683953}"/>
          </ac:spMkLst>
        </pc:spChg>
        <pc:spChg chg="add mod">
          <ac:chgData name="赫 郝" userId="eac1196edf7977d1" providerId="LiveId" clId="{06512E50-0563-545E-8A2D-AA85B947D58D}" dt="2026-08-11T05:15:32.960" v="482" actId="1035"/>
          <ac:spMkLst>
            <pc:docMk/>
            <pc:sldMk cId="954293791" sldId="256"/>
            <ac:spMk id="195" creationId="{34AE9D3F-D590-3BCF-32F5-9827556DA494}"/>
          </ac:spMkLst>
        </pc:spChg>
        <pc:spChg chg="add del mod">
          <ac:chgData name="赫 郝" userId="eac1196edf7977d1" providerId="LiveId" clId="{06512E50-0563-545E-8A2D-AA85B947D58D}" dt="2026-08-11T05:18:28.376" v="623" actId="478"/>
          <ac:spMkLst>
            <pc:docMk/>
            <pc:sldMk cId="954293791" sldId="256"/>
            <ac:spMk id="196" creationId="{B2E5DF1D-B6D5-9B14-14BD-2E9721E0B428}"/>
          </ac:spMkLst>
        </pc:spChg>
        <pc:spChg chg="add del mod">
          <ac:chgData name="赫 郝" userId="eac1196edf7977d1" providerId="LiveId" clId="{06512E50-0563-545E-8A2D-AA85B947D58D}" dt="2026-08-11T05:18:55.790" v="637" actId="478"/>
          <ac:spMkLst>
            <pc:docMk/>
            <pc:sldMk cId="954293791" sldId="256"/>
            <ac:spMk id="197" creationId="{4D028C47-B84D-D82C-3EEA-6228BC738176}"/>
          </ac:spMkLst>
        </pc:spChg>
        <pc:spChg chg="add del mod">
          <ac:chgData name="赫 郝" userId="eac1196edf7977d1" providerId="LiveId" clId="{06512E50-0563-545E-8A2D-AA85B947D58D}" dt="2026-08-11T05:19:06.820" v="648" actId="478"/>
          <ac:spMkLst>
            <pc:docMk/>
            <pc:sldMk cId="954293791" sldId="256"/>
            <ac:spMk id="198" creationId="{BB485B66-FA95-FA00-4B26-D7DA5AAD77A6}"/>
          </ac:spMkLst>
        </pc:spChg>
        <pc:spChg chg="add del mod">
          <ac:chgData name="赫 郝" userId="eac1196edf7977d1" providerId="LiveId" clId="{06512E50-0563-545E-8A2D-AA85B947D58D}" dt="2026-08-11T05:19:18.365" v="662" actId="478"/>
          <ac:spMkLst>
            <pc:docMk/>
            <pc:sldMk cId="954293791" sldId="256"/>
            <ac:spMk id="199" creationId="{114C724B-72DA-5ECC-FB31-3000DEB17B21}"/>
          </ac:spMkLst>
        </pc:spChg>
        <pc:spChg chg="add mod">
          <ac:chgData name="赫 郝" userId="eac1196edf7977d1" providerId="LiveId" clId="{06512E50-0563-545E-8A2D-AA85B947D58D}" dt="2026-08-11T05:24:24.117" v="954" actId="403"/>
          <ac:spMkLst>
            <pc:docMk/>
            <pc:sldMk cId="954293791" sldId="256"/>
            <ac:spMk id="200" creationId="{A01996BB-63E5-6428-2A3C-F9FA823B396A}"/>
          </ac:spMkLst>
        </pc:spChg>
        <pc:spChg chg="add mod">
          <ac:chgData name="赫 郝" userId="eac1196edf7977d1" providerId="LiveId" clId="{06512E50-0563-545E-8A2D-AA85B947D58D}" dt="2026-08-11T05:22:20.137" v="792" actId="14100"/>
          <ac:spMkLst>
            <pc:docMk/>
            <pc:sldMk cId="954293791" sldId="256"/>
            <ac:spMk id="201" creationId="{F2E73D1F-B0B6-D6A5-B3FB-8005F6148FB0}"/>
          </ac:spMkLst>
        </pc:spChg>
        <pc:spChg chg="add mod">
          <ac:chgData name="赫 郝" userId="eac1196edf7977d1" providerId="LiveId" clId="{06512E50-0563-545E-8A2D-AA85B947D58D}" dt="2026-08-11T05:22:47.276" v="826" actId="1076"/>
          <ac:spMkLst>
            <pc:docMk/>
            <pc:sldMk cId="954293791" sldId="256"/>
            <ac:spMk id="202" creationId="{EA8CFB8F-F506-D9C7-AAE7-0347BA1005D5}"/>
          </ac:spMkLst>
        </pc:spChg>
        <pc:spChg chg="add mod">
          <ac:chgData name="赫 郝" userId="eac1196edf7977d1" providerId="LiveId" clId="{06512E50-0563-545E-8A2D-AA85B947D58D}" dt="2026-08-11T05:24:13.018" v="952" actId="20577"/>
          <ac:spMkLst>
            <pc:docMk/>
            <pc:sldMk cId="954293791" sldId="256"/>
            <ac:spMk id="203" creationId="{B91C21B2-65C5-CD11-CE8F-3E4826B3E2FC}"/>
          </ac:spMkLst>
        </pc:spChg>
        <pc:spChg chg="add mod">
          <ac:chgData name="赫 郝" userId="eac1196edf7977d1" providerId="LiveId" clId="{06512E50-0563-545E-8A2D-AA85B947D58D}" dt="2026-08-11T05:25:12.498" v="1016" actId="1076"/>
          <ac:spMkLst>
            <pc:docMk/>
            <pc:sldMk cId="954293791" sldId="256"/>
            <ac:spMk id="204" creationId="{CA0185CD-2A54-E026-DF1F-1F50739E48E9}"/>
          </ac:spMkLst>
        </pc:spChg>
        <pc:spChg chg="add mod">
          <ac:chgData name="赫 郝" userId="eac1196edf7977d1" providerId="LiveId" clId="{06512E50-0563-545E-8A2D-AA85B947D58D}" dt="2026-08-11T05:32:37.668" v="1072" actId="1076"/>
          <ac:spMkLst>
            <pc:docMk/>
            <pc:sldMk cId="954293791" sldId="256"/>
            <ac:spMk id="205" creationId="{09B67E9D-EEC6-BF8F-1605-FC51B83A3EC9}"/>
          </ac:spMkLst>
        </pc:spChg>
        <pc:spChg chg="add mod">
          <ac:chgData name="赫 郝" userId="eac1196edf7977d1" providerId="LiveId" clId="{06512E50-0563-545E-8A2D-AA85B947D58D}" dt="2026-08-11T05:44:17.398" v="1398" actId="20577"/>
          <ac:spMkLst>
            <pc:docMk/>
            <pc:sldMk cId="954293791" sldId="256"/>
            <ac:spMk id="206" creationId="{1CE1B406-F6F7-C416-4A60-27A2EC5C54F9}"/>
          </ac:spMkLst>
        </pc:spChg>
        <pc:spChg chg="add mod">
          <ac:chgData name="赫 郝" userId="eac1196edf7977d1" providerId="LiveId" clId="{06512E50-0563-545E-8A2D-AA85B947D58D}" dt="2026-08-11T05:42:34.549" v="1392" actId="14100"/>
          <ac:spMkLst>
            <pc:docMk/>
            <pc:sldMk cId="954293791" sldId="256"/>
            <ac:spMk id="207" creationId="{288D7296-F803-B676-2421-0A58AD440F20}"/>
          </ac:spMkLst>
        </pc:spChg>
        <pc:spChg chg="add mod">
          <ac:chgData name="赫 郝" userId="eac1196edf7977d1" providerId="LiveId" clId="{06512E50-0563-545E-8A2D-AA85B947D58D}" dt="2026-08-11T05:42:37.428" v="1393" actId="1076"/>
          <ac:spMkLst>
            <pc:docMk/>
            <pc:sldMk cId="954293791" sldId="256"/>
            <ac:spMk id="208" creationId="{33F84210-12F5-75B9-F6C3-38EC54B3C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input-outer-001">
            <a:extLst>
              <a:ext uri="{FF2B5EF4-FFF2-40B4-BE49-F238E27FC236}">
                <a16:creationId xmlns:a16="http://schemas.microsoft.com/office/drawing/2014/main" id="{0F5021B6-C120-49C0-9C2F-40AAC550A8A7}"/>
              </a:ext>
            </a:extLst>
          </p:cNvPr>
          <p:cNvSpPr>
            <a:spLocks noGrp="1"/>
          </p:cNvSpPr>
          <p:nvPr/>
        </p:nvSpPr>
        <p:spPr>
          <a:xfrm>
            <a:off x="233363" y="771379"/>
            <a:ext cx="3810000" cy="818966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145">
            <a:solidFill>
              <a:srgbClr val="4E8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model-outer-002">
            <a:extLst>
              <a:ext uri="{FF2B5EF4-FFF2-40B4-BE49-F238E27FC236}">
                <a16:creationId xmlns:a16="http://schemas.microsoft.com/office/drawing/2014/main" id="{DBDC15C9-6AD8-48EA-AD56-4B074451DD93}"/>
              </a:ext>
            </a:extLst>
          </p:cNvPr>
          <p:cNvSpPr>
            <a:spLocks noGrp="1"/>
          </p:cNvSpPr>
          <p:nvPr/>
        </p:nvSpPr>
        <p:spPr>
          <a:xfrm>
            <a:off x="4572000" y="457200"/>
            <a:ext cx="11906250" cy="904875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7145">
            <a:solidFill>
              <a:srgbClr val="4141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utput-outer-003">
            <a:extLst>
              <a:ext uri="{FF2B5EF4-FFF2-40B4-BE49-F238E27FC236}">
                <a16:creationId xmlns:a16="http://schemas.microsoft.com/office/drawing/2014/main" id="{87366D55-23CA-46B0-A16E-1335ADDC6BD2}"/>
              </a:ext>
            </a:extLst>
          </p:cNvPr>
          <p:cNvSpPr>
            <a:spLocks noGrp="1"/>
          </p:cNvSpPr>
          <p:nvPr/>
        </p:nvSpPr>
        <p:spPr>
          <a:xfrm>
            <a:off x="17097375" y="1777476"/>
            <a:ext cx="3619500" cy="6147526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7145">
            <a:solidFill>
              <a:srgbClr val="65B4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odel-stage-banner-005">
            <a:extLst>
              <a:ext uri="{FF2B5EF4-FFF2-40B4-BE49-F238E27FC236}">
                <a16:creationId xmlns:a16="http://schemas.microsoft.com/office/drawing/2014/main" id="{17A8B6E0-4782-45E4-A0A4-A73FE3FD79B7}"/>
              </a:ext>
            </a:extLst>
          </p:cNvPr>
          <p:cNvSpPr>
            <a:spLocks noGrp="1"/>
          </p:cNvSpPr>
          <p:nvPr/>
        </p:nvSpPr>
        <p:spPr>
          <a:xfrm>
            <a:off x="4905375" y="1035202"/>
            <a:ext cx="11239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gent-to-simulation-line-011">
            <a:extLst>
              <a:ext uri="{FF2B5EF4-FFF2-40B4-BE49-F238E27FC236}">
                <a16:creationId xmlns:a16="http://schemas.microsoft.com/office/drawing/2014/main" id="{0ADFA9C9-F12E-4F1B-9286-22F709EE37CB}"/>
              </a:ext>
            </a:extLst>
          </p:cNvPr>
          <p:cNvSpPr>
            <a:spLocks noGrp="1"/>
          </p:cNvSpPr>
          <p:nvPr/>
        </p:nvSpPr>
        <p:spPr>
          <a:xfrm>
            <a:off x="10525126" y="5768056"/>
            <a:ext cx="0" cy="194593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gent-to-simulation-head-012">
            <a:extLst>
              <a:ext uri="{FF2B5EF4-FFF2-40B4-BE49-F238E27FC236}">
                <a16:creationId xmlns:a16="http://schemas.microsoft.com/office/drawing/2014/main" id="{1B08936F-F44D-4954-B2C2-B07D7DD17F03}"/>
              </a:ext>
            </a:extLst>
          </p:cNvPr>
          <p:cNvSpPr>
            <a:spLocks noGrp="1"/>
          </p:cNvSpPr>
          <p:nvPr/>
        </p:nvSpPr>
        <p:spPr>
          <a:xfrm rot="10800000">
            <a:off x="10463213" y="5953503"/>
            <a:ext cx="123825" cy="123825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input-title-013">
            <a:extLst>
              <a:ext uri="{FF2B5EF4-FFF2-40B4-BE49-F238E27FC236}">
                <a16:creationId xmlns:a16="http://schemas.microsoft.com/office/drawing/2014/main" id="{BA4032E8-F12A-4E63-A95B-C63FF55DA798}"/>
              </a:ext>
            </a:extLst>
          </p:cNvPr>
          <p:cNvSpPr>
            <a:spLocks noGrp="1"/>
          </p:cNvSpPr>
          <p:nvPr/>
        </p:nvSpPr>
        <p:spPr>
          <a:xfrm>
            <a:off x="409575" y="939116"/>
            <a:ext cx="346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2E66B5"/>
                </a:solidFill>
                <a:latin typeface="Songti SC"/>
                <a:ea typeface="Songti SC"/>
                <a:cs typeface="Songti SC"/>
              </a:defRPr>
            </a:pPr>
            <a:r>
              <a:rPr sz="2800" b="1" i="0" dirty="0" err="1">
                <a:solidFill>
                  <a:srgbClr val="2E66B5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模型输入</a:t>
            </a:r>
            <a:endParaRPr sz="2800" b="1" i="0" dirty="0">
              <a:solidFill>
                <a:srgbClr val="2E66B5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" name="model-title-014">
            <a:extLst>
              <a:ext uri="{FF2B5EF4-FFF2-40B4-BE49-F238E27FC236}">
                <a16:creationId xmlns:a16="http://schemas.microsoft.com/office/drawing/2014/main" id="{C03DE6BC-DBD1-485D-95C4-6E082706CA77}"/>
              </a:ext>
            </a:extLst>
          </p:cNvPr>
          <p:cNvSpPr>
            <a:spLocks noGrp="1"/>
          </p:cNvSpPr>
          <p:nvPr/>
        </p:nvSpPr>
        <p:spPr>
          <a:xfrm>
            <a:off x="4762500" y="565300"/>
            <a:ext cx="11525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800" b="1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基于多智能体仿真的</a:t>
            </a:r>
            <a:r>
              <a:rPr sz="28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MaaS推广策略</a:t>
            </a:r>
            <a:r>
              <a:rPr lang="zh-CN" altLang="en-US" sz="2800" b="1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评估流程</a:t>
            </a:r>
            <a:endParaRPr sz="28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6" name="output-title-016">
            <a:extLst>
              <a:ext uri="{FF2B5EF4-FFF2-40B4-BE49-F238E27FC236}">
                <a16:creationId xmlns:a16="http://schemas.microsoft.com/office/drawing/2014/main" id="{960E3964-7E18-420F-A35F-F5E4A4702ED6}"/>
              </a:ext>
            </a:extLst>
          </p:cNvPr>
          <p:cNvSpPr>
            <a:spLocks noGrp="1"/>
          </p:cNvSpPr>
          <p:nvPr/>
        </p:nvSpPr>
        <p:spPr>
          <a:xfrm>
            <a:off x="17287875" y="1941282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3F8521"/>
                </a:solidFill>
                <a:latin typeface="Songti SC"/>
                <a:ea typeface="Songti SC"/>
                <a:cs typeface="Songti SC"/>
              </a:defRPr>
            </a:pPr>
            <a:r>
              <a:rPr sz="2800" b="1" i="0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推广策略效果</a:t>
            </a:r>
            <a:endParaRPr sz="2800" b="1" i="0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7" name="output-subtitle-017">
            <a:extLst>
              <a:ext uri="{FF2B5EF4-FFF2-40B4-BE49-F238E27FC236}">
                <a16:creationId xmlns:a16="http://schemas.microsoft.com/office/drawing/2014/main" id="{DB61BF0F-ED56-433F-AA33-5A4D0C2E0033}"/>
              </a:ext>
            </a:extLst>
          </p:cNvPr>
          <p:cNvSpPr>
            <a:spLocks noGrp="1"/>
          </p:cNvSpPr>
          <p:nvPr/>
        </p:nvSpPr>
        <p:spPr>
          <a:xfrm>
            <a:off x="17287875" y="2481000"/>
            <a:ext cx="3238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3年</a:t>
            </a:r>
            <a:r>
              <a:rPr lang="zh-CN" altLang="en-US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仿真期结束后总目标</a:t>
            </a:r>
            <a:endParaRPr lang="en-US" sz="200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各阶段、各分区</a:t>
            </a:r>
            <a:r>
              <a:rPr sz="200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三目标</a:t>
            </a:r>
            <a:endParaRPr sz="200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8" name="input-card-1-body-018">
            <a:extLst>
              <a:ext uri="{FF2B5EF4-FFF2-40B4-BE49-F238E27FC236}">
                <a16:creationId xmlns:a16="http://schemas.microsoft.com/office/drawing/2014/main" id="{F0CE1B60-C85C-4339-A134-C2B569102D96}"/>
              </a:ext>
            </a:extLst>
          </p:cNvPr>
          <p:cNvSpPr>
            <a:spLocks noGrp="1"/>
          </p:cNvSpPr>
          <p:nvPr/>
        </p:nvSpPr>
        <p:spPr>
          <a:xfrm>
            <a:off x="542925" y="1545147"/>
            <a:ext cx="3200400" cy="1742719"/>
          </a:xfrm>
          <a:prstGeom prst="roundRect">
            <a:avLst>
              <a:gd name="adj" fmla="val 8571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input-card-1-bullets-text-1-021">
            <a:extLst>
              <a:ext uri="{FF2B5EF4-FFF2-40B4-BE49-F238E27FC236}">
                <a16:creationId xmlns:a16="http://schemas.microsoft.com/office/drawing/2014/main" id="{91EB40D1-028A-4D51-842F-9F2545720748}"/>
              </a:ext>
            </a:extLst>
          </p:cNvPr>
          <p:cNvSpPr>
            <a:spLocks noGrp="1"/>
          </p:cNvSpPr>
          <p:nvPr/>
        </p:nvSpPr>
        <p:spPr>
          <a:xfrm>
            <a:off x="819150" y="1990767"/>
            <a:ext cx="2705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数据来源：</a:t>
            </a: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合成人口／调查样本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2" name="input-card-1-bullets-dot-2-022">
            <a:extLst>
              <a:ext uri="{FF2B5EF4-FFF2-40B4-BE49-F238E27FC236}">
                <a16:creationId xmlns:a16="http://schemas.microsoft.com/office/drawing/2014/main" id="{802C74E2-CBEB-4E13-97C7-1B20F4461A3A}"/>
              </a:ext>
            </a:extLst>
          </p:cNvPr>
          <p:cNvSpPr>
            <a:spLocks noGrp="1"/>
          </p:cNvSpPr>
          <p:nvPr/>
        </p:nvSpPr>
        <p:spPr>
          <a:xfrm>
            <a:off x="779717" y="2455588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input-card-1-bullets-text-2-023">
            <a:extLst>
              <a:ext uri="{FF2B5EF4-FFF2-40B4-BE49-F238E27FC236}">
                <a16:creationId xmlns:a16="http://schemas.microsoft.com/office/drawing/2014/main" id="{2544799D-646F-4C24-99CA-F285C8670355}"/>
              </a:ext>
            </a:extLst>
          </p:cNvPr>
          <p:cNvSpPr>
            <a:spLocks noGrp="1"/>
          </p:cNvSpPr>
          <p:nvPr/>
        </p:nvSpPr>
        <p:spPr>
          <a:xfrm>
            <a:off x="894017" y="2380340"/>
            <a:ext cx="2705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社会经济</a:t>
            </a:r>
            <a:r>
              <a:rPr lang="zh-CN" altLang="en-US"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属性</a:t>
            </a: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与家庭属性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4" name="input-card-1-bullets-dot-3-024">
            <a:extLst>
              <a:ext uri="{FF2B5EF4-FFF2-40B4-BE49-F238E27FC236}">
                <a16:creationId xmlns:a16="http://schemas.microsoft.com/office/drawing/2014/main" id="{8573BB9D-E593-4BC4-82D9-41686AE4628F}"/>
              </a:ext>
            </a:extLst>
          </p:cNvPr>
          <p:cNvSpPr>
            <a:spLocks noGrp="1"/>
          </p:cNvSpPr>
          <p:nvPr/>
        </p:nvSpPr>
        <p:spPr>
          <a:xfrm>
            <a:off x="779717" y="2655613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input-card-1-bullets-text-3-025">
            <a:extLst>
              <a:ext uri="{FF2B5EF4-FFF2-40B4-BE49-F238E27FC236}">
                <a16:creationId xmlns:a16="http://schemas.microsoft.com/office/drawing/2014/main" id="{13766AFD-D387-4FE6-B99E-526700331C46}"/>
              </a:ext>
            </a:extLst>
          </p:cNvPr>
          <p:cNvSpPr>
            <a:spLocks noGrp="1"/>
          </p:cNvSpPr>
          <p:nvPr/>
        </p:nvSpPr>
        <p:spPr>
          <a:xfrm>
            <a:off x="894017" y="2580365"/>
            <a:ext cx="2705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每日</a:t>
            </a: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活动计划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6" name="input-card-1-bullets-dot-4-026">
            <a:extLst>
              <a:ext uri="{FF2B5EF4-FFF2-40B4-BE49-F238E27FC236}">
                <a16:creationId xmlns:a16="http://schemas.microsoft.com/office/drawing/2014/main" id="{E59F5D04-DB38-47DF-9844-BF2731483392}"/>
              </a:ext>
            </a:extLst>
          </p:cNvPr>
          <p:cNvSpPr>
            <a:spLocks noGrp="1"/>
          </p:cNvSpPr>
          <p:nvPr/>
        </p:nvSpPr>
        <p:spPr>
          <a:xfrm>
            <a:off x="779717" y="2855638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input-card-1-bullets-text-4-027">
            <a:extLst>
              <a:ext uri="{FF2B5EF4-FFF2-40B4-BE49-F238E27FC236}">
                <a16:creationId xmlns:a16="http://schemas.microsoft.com/office/drawing/2014/main" id="{D09D35A3-2172-480D-84AF-FCE9267629F5}"/>
              </a:ext>
            </a:extLst>
          </p:cNvPr>
          <p:cNvSpPr>
            <a:spLocks noGrp="1"/>
          </p:cNvSpPr>
          <p:nvPr/>
        </p:nvSpPr>
        <p:spPr>
          <a:xfrm>
            <a:off x="894017" y="2780390"/>
            <a:ext cx="2705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月度出行模式复现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8" name="input-card-2-body-028">
            <a:extLst>
              <a:ext uri="{FF2B5EF4-FFF2-40B4-BE49-F238E27FC236}">
                <a16:creationId xmlns:a16="http://schemas.microsoft.com/office/drawing/2014/main" id="{4D8DE361-9F44-4066-A072-F54E1F3A1D95}"/>
              </a:ext>
            </a:extLst>
          </p:cNvPr>
          <p:cNvSpPr>
            <a:spLocks noGrp="1"/>
          </p:cNvSpPr>
          <p:nvPr/>
        </p:nvSpPr>
        <p:spPr>
          <a:xfrm>
            <a:off x="542925" y="3562186"/>
            <a:ext cx="3200400" cy="1731071"/>
          </a:xfrm>
          <a:prstGeom prst="roundRect">
            <a:avLst>
              <a:gd name="adj" fmla="val 10714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input-card-2-bullets-dot-1-030">
            <a:extLst>
              <a:ext uri="{FF2B5EF4-FFF2-40B4-BE49-F238E27FC236}">
                <a16:creationId xmlns:a16="http://schemas.microsoft.com/office/drawing/2014/main" id="{4D6FB6F3-8031-4293-B4AC-4F8491383CF8}"/>
              </a:ext>
            </a:extLst>
          </p:cNvPr>
          <p:cNvSpPr>
            <a:spLocks noGrp="1"/>
          </p:cNvSpPr>
          <p:nvPr/>
        </p:nvSpPr>
        <p:spPr>
          <a:xfrm>
            <a:off x="742950" y="4064305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input-card-2-bullets-text-1-031">
            <a:extLst>
              <a:ext uri="{FF2B5EF4-FFF2-40B4-BE49-F238E27FC236}">
                <a16:creationId xmlns:a16="http://schemas.microsoft.com/office/drawing/2014/main" id="{BF1691C9-99CB-4331-8B03-3EE6861ACBDE}"/>
              </a:ext>
            </a:extLst>
          </p:cNvPr>
          <p:cNvSpPr>
            <a:spLocks noGrp="1"/>
          </p:cNvSpPr>
          <p:nvPr/>
        </p:nvSpPr>
        <p:spPr>
          <a:xfrm>
            <a:off x="906780" y="4104310"/>
            <a:ext cx="296989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多阶段采纳</a:t>
            </a:r>
            <a:r>
              <a:rPr lang="zh-CN" altLang="en-US"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意愿</a:t>
            </a: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行为模型</a:t>
            </a:r>
            <a:r>
              <a:rPr lang="zh-CN" altLang="en-US"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标定</a:t>
            </a:r>
            <a:endParaRPr lang="en-US" altLang="zh-CN"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结果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32" name="input-card-2-bullets-dot-2-032">
            <a:extLst>
              <a:ext uri="{FF2B5EF4-FFF2-40B4-BE49-F238E27FC236}">
                <a16:creationId xmlns:a16="http://schemas.microsoft.com/office/drawing/2014/main" id="{ADA19815-A96E-4F1D-AC53-6BBF779FC4D6}"/>
              </a:ext>
            </a:extLst>
          </p:cNvPr>
          <p:cNvSpPr>
            <a:spLocks noGrp="1"/>
          </p:cNvSpPr>
          <p:nvPr/>
        </p:nvSpPr>
        <p:spPr>
          <a:xfrm>
            <a:off x="742950" y="4535915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input-card-2-bullets-text-2-033">
            <a:extLst>
              <a:ext uri="{FF2B5EF4-FFF2-40B4-BE49-F238E27FC236}">
                <a16:creationId xmlns:a16="http://schemas.microsoft.com/office/drawing/2014/main" id="{28B2F497-991A-4FE4-A47F-260D40BCF34A}"/>
              </a:ext>
            </a:extLst>
          </p:cNvPr>
          <p:cNvSpPr>
            <a:spLocks noGrp="1"/>
          </p:cNvSpPr>
          <p:nvPr/>
        </p:nvSpPr>
        <p:spPr>
          <a:xfrm>
            <a:off x="919163" y="4571035"/>
            <a:ext cx="2705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Bass扩散</a:t>
            </a:r>
            <a:r>
              <a:rPr lang="zh-CN" altLang="en-US"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模型</a:t>
            </a: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与空间</a:t>
            </a:r>
            <a:r>
              <a:rPr lang="zh-CN" altLang="en-US" sz="16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人口分布</a:t>
            </a:r>
            <a:endParaRPr lang="en-US" altLang="zh-CN" sz="160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权重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34" name="input-card-2-bullets-dot-3-034">
            <a:extLst>
              <a:ext uri="{FF2B5EF4-FFF2-40B4-BE49-F238E27FC236}">
                <a16:creationId xmlns:a16="http://schemas.microsoft.com/office/drawing/2014/main" id="{DC77C102-78EA-42C9-A5FB-D5F95F4CDACE}"/>
              </a:ext>
            </a:extLst>
          </p:cNvPr>
          <p:cNvSpPr>
            <a:spLocks noGrp="1"/>
          </p:cNvSpPr>
          <p:nvPr/>
        </p:nvSpPr>
        <p:spPr>
          <a:xfrm>
            <a:off x="742950" y="5044246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input-card-2-bullets-text-3-035">
            <a:extLst>
              <a:ext uri="{FF2B5EF4-FFF2-40B4-BE49-F238E27FC236}">
                <a16:creationId xmlns:a16="http://schemas.microsoft.com/office/drawing/2014/main" id="{79F1F80E-95AB-48C6-A860-402CA93CE90A}"/>
              </a:ext>
            </a:extLst>
          </p:cNvPr>
          <p:cNvSpPr>
            <a:spLocks noGrp="1"/>
          </p:cNvSpPr>
          <p:nvPr/>
        </p:nvSpPr>
        <p:spPr>
          <a:xfrm>
            <a:off x="857250" y="4973761"/>
            <a:ext cx="2705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月度</a:t>
            </a:r>
            <a:r>
              <a:rPr lang="zh-CN" altLang="en-US"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</a:t>
            </a: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续订行为参数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36" name="input-card-3-body-036">
            <a:extLst>
              <a:ext uri="{FF2B5EF4-FFF2-40B4-BE49-F238E27FC236}">
                <a16:creationId xmlns:a16="http://schemas.microsoft.com/office/drawing/2014/main" id="{48E22104-DC66-4788-888D-5CC20385ACBC}"/>
              </a:ext>
            </a:extLst>
          </p:cNvPr>
          <p:cNvSpPr>
            <a:spLocks noGrp="1"/>
          </p:cNvSpPr>
          <p:nvPr/>
        </p:nvSpPr>
        <p:spPr>
          <a:xfrm>
            <a:off x="523875" y="5562692"/>
            <a:ext cx="3200400" cy="1820588"/>
          </a:xfrm>
          <a:prstGeom prst="roundRect">
            <a:avLst>
              <a:gd name="adj" fmla="val 7317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input-card-3-bullets-dot-1-038">
            <a:extLst>
              <a:ext uri="{FF2B5EF4-FFF2-40B4-BE49-F238E27FC236}">
                <a16:creationId xmlns:a16="http://schemas.microsoft.com/office/drawing/2014/main" id="{FFDCDE98-74A7-4055-975B-4F5FD9E56C53}"/>
              </a:ext>
            </a:extLst>
          </p:cNvPr>
          <p:cNvSpPr>
            <a:spLocks noGrp="1"/>
          </p:cNvSpPr>
          <p:nvPr/>
        </p:nvSpPr>
        <p:spPr>
          <a:xfrm>
            <a:off x="723900" y="6050855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input-card-3-bullets-text-1-039">
            <a:extLst>
              <a:ext uri="{FF2B5EF4-FFF2-40B4-BE49-F238E27FC236}">
                <a16:creationId xmlns:a16="http://schemas.microsoft.com/office/drawing/2014/main" id="{D6751820-1099-4C5B-86A6-CD323497D8FF}"/>
              </a:ext>
            </a:extLst>
          </p:cNvPr>
          <p:cNvSpPr>
            <a:spLocks noGrp="1"/>
          </p:cNvSpPr>
          <p:nvPr/>
        </p:nvSpPr>
        <p:spPr>
          <a:xfrm>
            <a:off x="838200" y="5980370"/>
            <a:ext cx="2705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套餐设计（2维）</a:t>
            </a:r>
          </a:p>
        </p:txBody>
      </p:sp>
      <p:sp>
        <p:nvSpPr>
          <p:cNvPr id="40" name="input-card-3-bullets-dot-2-040">
            <a:extLst>
              <a:ext uri="{FF2B5EF4-FFF2-40B4-BE49-F238E27FC236}">
                <a16:creationId xmlns:a16="http://schemas.microsoft.com/office/drawing/2014/main" id="{A91241DC-70B2-4B6F-B6AC-3F8F094EB1E2}"/>
              </a:ext>
            </a:extLst>
          </p:cNvPr>
          <p:cNvSpPr>
            <a:spLocks noGrp="1"/>
          </p:cNvSpPr>
          <p:nvPr/>
        </p:nvSpPr>
        <p:spPr>
          <a:xfrm>
            <a:off x="723900" y="6297326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input-card-3-bullets-text-2-041">
            <a:extLst>
              <a:ext uri="{FF2B5EF4-FFF2-40B4-BE49-F238E27FC236}">
                <a16:creationId xmlns:a16="http://schemas.microsoft.com/office/drawing/2014/main" id="{4AE48E20-42B2-48CA-AD92-8506E2868C1B}"/>
              </a:ext>
            </a:extLst>
          </p:cNvPr>
          <p:cNvSpPr>
            <a:spLocks noGrp="1"/>
          </p:cNvSpPr>
          <p:nvPr/>
        </p:nvSpPr>
        <p:spPr>
          <a:xfrm>
            <a:off x="838200" y="6226841"/>
            <a:ext cx="2705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套餐定价（4维）</a:t>
            </a:r>
          </a:p>
        </p:txBody>
      </p:sp>
      <p:sp>
        <p:nvSpPr>
          <p:cNvPr id="42" name="input-card-3-bullets-dot-3-042">
            <a:extLst>
              <a:ext uri="{FF2B5EF4-FFF2-40B4-BE49-F238E27FC236}">
                <a16:creationId xmlns:a16="http://schemas.microsoft.com/office/drawing/2014/main" id="{F9B725F7-31AA-4DCF-8566-20B5743634E3}"/>
              </a:ext>
            </a:extLst>
          </p:cNvPr>
          <p:cNvSpPr>
            <a:spLocks noGrp="1"/>
          </p:cNvSpPr>
          <p:nvPr/>
        </p:nvSpPr>
        <p:spPr>
          <a:xfrm>
            <a:off x="723900" y="6567336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input-card-3-bullets-text-3-043">
            <a:extLst>
              <a:ext uri="{FF2B5EF4-FFF2-40B4-BE49-F238E27FC236}">
                <a16:creationId xmlns:a16="http://schemas.microsoft.com/office/drawing/2014/main" id="{C79BCA1D-7CF7-4BE4-9C45-1A5AA5B69DF3}"/>
              </a:ext>
            </a:extLst>
          </p:cNvPr>
          <p:cNvSpPr>
            <a:spLocks noGrp="1"/>
          </p:cNvSpPr>
          <p:nvPr/>
        </p:nvSpPr>
        <p:spPr>
          <a:xfrm>
            <a:off x="838200" y="6496851"/>
            <a:ext cx="2705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营销投放（4维）</a:t>
            </a:r>
          </a:p>
        </p:txBody>
      </p:sp>
      <p:sp>
        <p:nvSpPr>
          <p:cNvPr id="44" name="input-card-3-bullets-dot-4-044">
            <a:extLst>
              <a:ext uri="{FF2B5EF4-FFF2-40B4-BE49-F238E27FC236}">
                <a16:creationId xmlns:a16="http://schemas.microsoft.com/office/drawing/2014/main" id="{BE51AB0C-9938-4A79-B98B-3BD903467E15}"/>
              </a:ext>
            </a:extLst>
          </p:cNvPr>
          <p:cNvSpPr>
            <a:spLocks noGrp="1"/>
          </p:cNvSpPr>
          <p:nvPr/>
        </p:nvSpPr>
        <p:spPr>
          <a:xfrm>
            <a:off x="723900" y="6853255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input-card-3-bullets-text-4-045">
            <a:extLst>
              <a:ext uri="{FF2B5EF4-FFF2-40B4-BE49-F238E27FC236}">
                <a16:creationId xmlns:a16="http://schemas.microsoft.com/office/drawing/2014/main" id="{F31D5A53-1640-4A43-8CC4-AF98DBC5EAC7}"/>
              </a:ext>
            </a:extLst>
          </p:cNvPr>
          <p:cNvSpPr>
            <a:spLocks noGrp="1"/>
          </p:cNvSpPr>
          <p:nvPr/>
        </p:nvSpPr>
        <p:spPr>
          <a:xfrm>
            <a:off x="838200" y="6782770"/>
            <a:ext cx="2705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4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服务水平（1维）</a:t>
            </a:r>
          </a:p>
        </p:txBody>
      </p:sp>
      <p:sp>
        <p:nvSpPr>
          <p:cNvPr id="46" name="input-card-3-dimension-pill-046">
            <a:extLst>
              <a:ext uri="{FF2B5EF4-FFF2-40B4-BE49-F238E27FC236}">
                <a16:creationId xmlns:a16="http://schemas.microsoft.com/office/drawing/2014/main" id="{B060A6C2-7F52-4B35-B9DE-A33947901C71}"/>
              </a:ext>
            </a:extLst>
          </p:cNvPr>
          <p:cNvSpPr>
            <a:spLocks noGrp="1"/>
          </p:cNvSpPr>
          <p:nvPr/>
        </p:nvSpPr>
        <p:spPr>
          <a:xfrm>
            <a:off x="742950" y="7077029"/>
            <a:ext cx="2762250" cy="238125"/>
          </a:xfrm>
          <a:prstGeom prst="roundRect">
            <a:avLst>
              <a:gd name="adj" fmla="val 48000"/>
            </a:avLst>
          </a:prstGeom>
          <a:solidFill>
            <a:srgbClr val="F1F6FC"/>
          </a:solidFill>
          <a:ln w="9525">
            <a:solidFill>
              <a:srgbClr val="74A0DA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input-card-3-dimension-047">
            <a:extLst>
              <a:ext uri="{FF2B5EF4-FFF2-40B4-BE49-F238E27FC236}">
                <a16:creationId xmlns:a16="http://schemas.microsoft.com/office/drawing/2014/main" id="{5D19E566-3C68-4A18-8246-B9A3CE89C305}"/>
              </a:ext>
            </a:extLst>
          </p:cNvPr>
          <p:cNvSpPr>
            <a:spLocks noGrp="1"/>
          </p:cNvSpPr>
          <p:nvPr/>
        </p:nvSpPr>
        <p:spPr>
          <a:xfrm>
            <a:off x="742950" y="7077029"/>
            <a:ext cx="276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2E66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 dirty="0">
                <a:solidFill>
                  <a:srgbClr val="2E66B5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6阶段 × 5分区 × 11维 = 330维</a:t>
            </a:r>
          </a:p>
        </p:txBody>
      </p:sp>
      <p:sp>
        <p:nvSpPr>
          <p:cNvPr id="48" name="input-card-4-body-048">
            <a:extLst>
              <a:ext uri="{FF2B5EF4-FFF2-40B4-BE49-F238E27FC236}">
                <a16:creationId xmlns:a16="http://schemas.microsoft.com/office/drawing/2014/main" id="{9B5130AA-3A69-4CA9-B4B5-56511F70AAEF}"/>
              </a:ext>
            </a:extLst>
          </p:cNvPr>
          <p:cNvSpPr>
            <a:spLocks noGrp="1"/>
          </p:cNvSpPr>
          <p:nvPr/>
        </p:nvSpPr>
        <p:spPr>
          <a:xfrm>
            <a:off x="542925" y="7652715"/>
            <a:ext cx="3200400" cy="1110615"/>
          </a:xfrm>
          <a:prstGeom prst="roundRect">
            <a:avLst>
              <a:gd name="adj" fmla="val 10714"/>
            </a:avLst>
          </a:prstGeom>
          <a:solidFill>
            <a:srgbClr val="E3EDF9"/>
          </a:solidFill>
          <a:ln w="13335">
            <a:solidFill>
              <a:srgbClr val="74A0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input-card-4-bullets-dot-1-050">
            <a:extLst>
              <a:ext uri="{FF2B5EF4-FFF2-40B4-BE49-F238E27FC236}">
                <a16:creationId xmlns:a16="http://schemas.microsoft.com/office/drawing/2014/main" id="{C4530DF2-8EE0-46A5-A7F2-DE44D61C8F00}"/>
              </a:ext>
            </a:extLst>
          </p:cNvPr>
          <p:cNvSpPr>
            <a:spLocks noGrp="1"/>
          </p:cNvSpPr>
          <p:nvPr/>
        </p:nvSpPr>
        <p:spPr>
          <a:xfrm>
            <a:off x="742950" y="8200403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input-card-4-bullets-text-1-051">
            <a:extLst>
              <a:ext uri="{FF2B5EF4-FFF2-40B4-BE49-F238E27FC236}">
                <a16:creationId xmlns:a16="http://schemas.microsoft.com/office/drawing/2014/main" id="{53919815-FE3E-4306-ACB7-10FC7CE99DA6}"/>
              </a:ext>
            </a:extLst>
          </p:cNvPr>
          <p:cNvSpPr>
            <a:spLocks noGrp="1"/>
          </p:cNvSpPr>
          <p:nvPr/>
        </p:nvSpPr>
        <p:spPr>
          <a:xfrm>
            <a:off x="857250" y="8115630"/>
            <a:ext cx="2705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现行票制与服务成本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2" name="input-card-4-bullets-dot-2-052">
            <a:extLst>
              <a:ext uri="{FF2B5EF4-FFF2-40B4-BE49-F238E27FC236}">
                <a16:creationId xmlns:a16="http://schemas.microsoft.com/office/drawing/2014/main" id="{7AE00027-B5EF-4F17-B64D-6B48736843B7}"/>
              </a:ext>
            </a:extLst>
          </p:cNvPr>
          <p:cNvSpPr>
            <a:spLocks noGrp="1"/>
          </p:cNvSpPr>
          <p:nvPr/>
        </p:nvSpPr>
        <p:spPr>
          <a:xfrm>
            <a:off x="742950" y="8524253"/>
            <a:ext cx="49530" cy="49530"/>
          </a:xfrm>
          <a:prstGeom prst="ellipse">
            <a:avLst/>
          </a:prstGeom>
          <a:solidFill>
            <a:srgbClr val="2E66B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input-card-4-bullets-text-2-053">
            <a:extLst>
              <a:ext uri="{FF2B5EF4-FFF2-40B4-BE49-F238E27FC236}">
                <a16:creationId xmlns:a16="http://schemas.microsoft.com/office/drawing/2014/main" id="{B5E41775-E905-480F-B15E-A15961B49E30}"/>
              </a:ext>
            </a:extLst>
          </p:cNvPr>
          <p:cNvSpPr>
            <a:spLocks noGrp="1"/>
          </p:cNvSpPr>
          <p:nvPr/>
        </p:nvSpPr>
        <p:spPr>
          <a:xfrm>
            <a:off x="857250" y="8439480"/>
            <a:ext cx="27051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各出行方式排放因子</a:t>
            </a:r>
            <a:endParaRPr sz="1600" b="0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5" name="agent-module-055">
            <a:extLst>
              <a:ext uri="{FF2B5EF4-FFF2-40B4-BE49-F238E27FC236}">
                <a16:creationId xmlns:a16="http://schemas.microsoft.com/office/drawing/2014/main" id="{5598CE83-9DC2-45F5-9A36-3F62555C5237}"/>
              </a:ext>
            </a:extLst>
          </p:cNvPr>
          <p:cNvSpPr>
            <a:spLocks noGrp="1"/>
          </p:cNvSpPr>
          <p:nvPr/>
        </p:nvSpPr>
        <p:spPr>
          <a:xfrm>
            <a:off x="4857750" y="1714500"/>
            <a:ext cx="11334750" cy="4057650"/>
          </a:xfrm>
          <a:prstGeom prst="roundRect">
            <a:avLst>
              <a:gd name="adj" fmla="val 4110"/>
            </a:avLst>
          </a:prstGeom>
          <a:solidFill>
            <a:srgbClr val="FBFBFB"/>
          </a:solidFill>
          <a:ln w="1714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agent-module-title-056">
            <a:extLst>
              <a:ext uri="{FF2B5EF4-FFF2-40B4-BE49-F238E27FC236}">
                <a16:creationId xmlns:a16="http://schemas.microsoft.com/office/drawing/2014/main" id="{90B35E52-1B1F-4F5E-A510-B55E4125B714}"/>
              </a:ext>
            </a:extLst>
          </p:cNvPr>
          <p:cNvSpPr>
            <a:spLocks noGrp="1"/>
          </p:cNvSpPr>
          <p:nvPr/>
        </p:nvSpPr>
        <p:spPr>
          <a:xfrm>
            <a:off x="5048250" y="1812921"/>
            <a:ext cx="1095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个体层面：</a:t>
            </a:r>
            <a:r>
              <a:rPr sz="20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智能体决策与状态演化</a:t>
            </a:r>
            <a:endParaRPr sz="20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57" name="mechanism-group-057">
            <a:extLst>
              <a:ext uri="{FF2B5EF4-FFF2-40B4-BE49-F238E27FC236}">
                <a16:creationId xmlns:a16="http://schemas.microsoft.com/office/drawing/2014/main" id="{3617E090-B873-47DA-88C0-2B44670154AE}"/>
              </a:ext>
            </a:extLst>
          </p:cNvPr>
          <p:cNvSpPr>
            <a:spLocks noGrp="1"/>
          </p:cNvSpPr>
          <p:nvPr/>
        </p:nvSpPr>
        <p:spPr>
          <a:xfrm>
            <a:off x="5048250" y="2303232"/>
            <a:ext cx="10953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mechanism-card-1-body-058">
            <a:extLst>
              <a:ext uri="{FF2B5EF4-FFF2-40B4-BE49-F238E27FC236}">
                <a16:creationId xmlns:a16="http://schemas.microsoft.com/office/drawing/2014/main" id="{C716DA19-8CB5-40E3-900A-4011194E46E3}"/>
              </a:ext>
            </a:extLst>
          </p:cNvPr>
          <p:cNvSpPr>
            <a:spLocks noGrp="1"/>
          </p:cNvSpPr>
          <p:nvPr/>
        </p:nvSpPr>
        <p:spPr>
          <a:xfrm>
            <a:off x="5238750" y="2493732"/>
            <a:ext cx="30956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mechanism-card-1-line-1-060">
            <a:extLst>
              <a:ext uri="{FF2B5EF4-FFF2-40B4-BE49-F238E27FC236}">
                <a16:creationId xmlns:a16="http://schemas.microsoft.com/office/drawing/2014/main" id="{3E856181-B4A0-4D16-8C9A-596C6B404EA4}"/>
              </a:ext>
            </a:extLst>
          </p:cNvPr>
          <p:cNvSpPr>
            <a:spLocks noGrp="1"/>
          </p:cNvSpPr>
          <p:nvPr/>
        </p:nvSpPr>
        <p:spPr>
          <a:xfrm>
            <a:off x="5381625" y="2912832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endParaRPr sz="1238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1" name="mechanism-card-1-line-2-061">
            <a:extLst>
              <a:ext uri="{FF2B5EF4-FFF2-40B4-BE49-F238E27FC236}">
                <a16:creationId xmlns:a16="http://schemas.microsoft.com/office/drawing/2014/main" id="{28E9325D-6998-4A97-B4BF-0A3FF2D23786}"/>
              </a:ext>
            </a:extLst>
          </p:cNvPr>
          <p:cNvSpPr>
            <a:spLocks noGrp="1"/>
          </p:cNvSpPr>
          <p:nvPr/>
        </p:nvSpPr>
        <p:spPr>
          <a:xfrm>
            <a:off x="5381625" y="2941407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营销投放与</a:t>
            </a: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Bass口碑传播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2" name="mechanism-card-2-body-062">
            <a:extLst>
              <a:ext uri="{FF2B5EF4-FFF2-40B4-BE49-F238E27FC236}">
                <a16:creationId xmlns:a16="http://schemas.microsoft.com/office/drawing/2014/main" id="{CB6883D8-10E2-45C9-87BC-8B5143C7976E}"/>
              </a:ext>
            </a:extLst>
          </p:cNvPr>
          <p:cNvSpPr>
            <a:spLocks noGrp="1"/>
          </p:cNvSpPr>
          <p:nvPr/>
        </p:nvSpPr>
        <p:spPr>
          <a:xfrm>
            <a:off x="8789501" y="2493732"/>
            <a:ext cx="319561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mechanism-card-2-line-1-064">
            <a:extLst>
              <a:ext uri="{FF2B5EF4-FFF2-40B4-BE49-F238E27FC236}">
                <a16:creationId xmlns:a16="http://schemas.microsoft.com/office/drawing/2014/main" id="{DCD3737B-CD0B-45DF-9A7D-A4509C818065}"/>
              </a:ext>
            </a:extLst>
          </p:cNvPr>
          <p:cNvSpPr>
            <a:spLocks noGrp="1"/>
          </p:cNvSpPr>
          <p:nvPr/>
        </p:nvSpPr>
        <p:spPr>
          <a:xfrm>
            <a:off x="8953500" y="2998557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试用积累</a:t>
            </a:r>
            <a:r>
              <a:rPr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 → </a:t>
            </a: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是否订阅</a:t>
            </a:r>
            <a:r>
              <a:rPr lang="zh-CN" altLang="en-US" sz="140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→ 四类套餐选择</a:t>
            </a:r>
          </a:p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6" name="mechanism-card-3-body-066">
            <a:extLst>
              <a:ext uri="{FF2B5EF4-FFF2-40B4-BE49-F238E27FC236}">
                <a16:creationId xmlns:a16="http://schemas.microsoft.com/office/drawing/2014/main" id="{0F810C90-9AD3-44F1-B53B-74338D629413}"/>
              </a:ext>
            </a:extLst>
          </p:cNvPr>
          <p:cNvSpPr>
            <a:spLocks noGrp="1"/>
          </p:cNvSpPr>
          <p:nvPr/>
        </p:nvSpPr>
        <p:spPr>
          <a:xfrm>
            <a:off x="12382500" y="2493732"/>
            <a:ext cx="30956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mechanism-card-3-line-1-068">
            <a:extLst>
              <a:ext uri="{FF2B5EF4-FFF2-40B4-BE49-F238E27FC236}">
                <a16:creationId xmlns:a16="http://schemas.microsoft.com/office/drawing/2014/main" id="{AD81F475-A493-408C-9918-D30DE66AF40D}"/>
              </a:ext>
            </a:extLst>
          </p:cNvPr>
          <p:cNvSpPr>
            <a:spLocks noGrp="1"/>
          </p:cNvSpPr>
          <p:nvPr/>
        </p:nvSpPr>
        <p:spPr>
          <a:xfrm>
            <a:off x="12525375" y="2912832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账期末月度续订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69" name="mechanism-card-3-line-2-069">
            <a:extLst>
              <a:ext uri="{FF2B5EF4-FFF2-40B4-BE49-F238E27FC236}">
                <a16:creationId xmlns:a16="http://schemas.microsoft.com/office/drawing/2014/main" id="{ED58CCEB-2F1C-4B8A-910A-0288C6EF911B}"/>
              </a:ext>
            </a:extLst>
          </p:cNvPr>
          <p:cNvSpPr>
            <a:spLocks noGrp="1"/>
          </p:cNvSpPr>
          <p:nvPr/>
        </p:nvSpPr>
        <p:spPr>
          <a:xfrm>
            <a:off x="12525375" y="3212683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已订阅状态</a:t>
            </a:r>
            <a:r>
              <a:rPr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→ </a:t>
            </a: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已流失</a:t>
            </a:r>
            <a:r>
              <a:rPr lang="zh-CN" altLang="en-US"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状态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70" name="mechanism-1-to-2-line-070">
            <a:extLst>
              <a:ext uri="{FF2B5EF4-FFF2-40B4-BE49-F238E27FC236}">
                <a16:creationId xmlns:a16="http://schemas.microsoft.com/office/drawing/2014/main" id="{49022791-648E-4367-A837-DE74967F3CFC}"/>
              </a:ext>
            </a:extLst>
          </p:cNvPr>
          <p:cNvSpPr>
            <a:spLocks noGrp="1"/>
          </p:cNvSpPr>
          <p:nvPr/>
        </p:nvSpPr>
        <p:spPr>
          <a:xfrm>
            <a:off x="8334375" y="3074758"/>
            <a:ext cx="333375" cy="0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mechanism-1-to-2-head-071">
            <a:extLst>
              <a:ext uri="{FF2B5EF4-FFF2-40B4-BE49-F238E27FC236}">
                <a16:creationId xmlns:a16="http://schemas.microsoft.com/office/drawing/2014/main" id="{A631CD86-75EB-45D8-87D0-B014EA59EA95}"/>
              </a:ext>
            </a:extLst>
          </p:cNvPr>
          <p:cNvSpPr>
            <a:spLocks noGrp="1"/>
          </p:cNvSpPr>
          <p:nvPr/>
        </p:nvSpPr>
        <p:spPr>
          <a:xfrm rot="5400000">
            <a:off x="8637101" y="2998557"/>
            <a:ext cx="152400" cy="15240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mechanism-2-to-3-line-072">
            <a:extLst>
              <a:ext uri="{FF2B5EF4-FFF2-40B4-BE49-F238E27FC236}">
                <a16:creationId xmlns:a16="http://schemas.microsoft.com/office/drawing/2014/main" id="{0B1EFB51-BA66-4EFF-BF2C-5A9014376330}"/>
              </a:ext>
            </a:extLst>
          </p:cNvPr>
          <p:cNvSpPr>
            <a:spLocks noGrp="1"/>
          </p:cNvSpPr>
          <p:nvPr/>
        </p:nvSpPr>
        <p:spPr>
          <a:xfrm>
            <a:off x="11985116" y="3074852"/>
            <a:ext cx="330327" cy="0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mechanism-2-to-3-head-073">
            <a:extLst>
              <a:ext uri="{FF2B5EF4-FFF2-40B4-BE49-F238E27FC236}">
                <a16:creationId xmlns:a16="http://schemas.microsoft.com/office/drawing/2014/main" id="{318FB72B-C570-4DE9-B147-BBE300CFBAE8}"/>
              </a:ext>
            </a:extLst>
          </p:cNvPr>
          <p:cNvSpPr>
            <a:spLocks noGrp="1"/>
          </p:cNvSpPr>
          <p:nvPr/>
        </p:nvSpPr>
        <p:spPr>
          <a:xfrm rot="5400000">
            <a:off x="12294108" y="2998557"/>
            <a:ext cx="152400" cy="15240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tate-group-074">
            <a:extLst>
              <a:ext uri="{FF2B5EF4-FFF2-40B4-BE49-F238E27FC236}">
                <a16:creationId xmlns:a16="http://schemas.microsoft.com/office/drawing/2014/main" id="{68BED5C1-481A-4A35-BE01-162CE855442A}"/>
              </a:ext>
            </a:extLst>
          </p:cNvPr>
          <p:cNvSpPr>
            <a:spLocks noGrp="1"/>
          </p:cNvSpPr>
          <p:nvPr/>
        </p:nvSpPr>
        <p:spPr>
          <a:xfrm>
            <a:off x="5048250" y="3922482"/>
            <a:ext cx="10953750" cy="18288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4288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tate-group-variable-note-076">
            <a:extLst>
              <a:ext uri="{FF2B5EF4-FFF2-40B4-BE49-F238E27FC236}">
                <a16:creationId xmlns:a16="http://schemas.microsoft.com/office/drawing/2014/main" id="{97688D8E-B627-420C-9756-87D12E69DF93}"/>
              </a:ext>
            </a:extLst>
          </p:cNvPr>
          <p:cNvSpPr>
            <a:spLocks noGrp="1"/>
          </p:cNvSpPr>
          <p:nvPr/>
        </p:nvSpPr>
        <p:spPr>
          <a:xfrm>
            <a:off x="8953500" y="3989157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  <a:buNone/>
              <a:defRPr sz="1088" b="0" i="0">
                <a:solidFill>
                  <a:srgbClr val="777C82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智能体属性</a:t>
            </a:r>
            <a:r>
              <a:rPr sz="1600" b="0" i="0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更新：试用次数／当前套餐</a:t>
            </a:r>
            <a:r>
              <a:rPr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／</a:t>
            </a:r>
            <a:r>
              <a:rPr lang="zh-CN" altLang="en-US" sz="160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套餐有效期</a:t>
            </a:r>
            <a:r>
              <a:rPr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／</a:t>
            </a:r>
            <a:r>
              <a:rPr sz="1600" b="0" i="0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曾订阅指示／流失次数</a:t>
            </a:r>
            <a:endParaRPr sz="1600" b="0" i="0" dirty="0">
              <a:solidFill>
                <a:srgbClr val="777C82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77" name="state-0-pill-077">
            <a:extLst>
              <a:ext uri="{FF2B5EF4-FFF2-40B4-BE49-F238E27FC236}">
                <a16:creationId xmlns:a16="http://schemas.microsoft.com/office/drawing/2014/main" id="{B8DD9712-5805-4496-ABA9-51C228B1BE19}"/>
              </a:ext>
            </a:extLst>
          </p:cNvPr>
          <p:cNvSpPr>
            <a:spLocks noGrp="1"/>
          </p:cNvSpPr>
          <p:nvPr/>
        </p:nvSpPr>
        <p:spPr>
          <a:xfrm>
            <a:off x="5286375" y="4761438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tate-0-label-080">
            <a:extLst>
              <a:ext uri="{FF2B5EF4-FFF2-40B4-BE49-F238E27FC236}">
                <a16:creationId xmlns:a16="http://schemas.microsoft.com/office/drawing/2014/main" id="{4FF6DC2D-F992-410B-8BA4-1CD9F745D56A}"/>
              </a:ext>
            </a:extLst>
          </p:cNvPr>
          <p:cNvSpPr>
            <a:spLocks noGrp="1"/>
          </p:cNvSpPr>
          <p:nvPr/>
        </p:nvSpPr>
        <p:spPr>
          <a:xfrm>
            <a:off x="5514975" y="4770963"/>
            <a:ext cx="100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未</a:t>
            </a:r>
            <a:r>
              <a:rPr lang="zh-CN" altLang="en-US" sz="1600" b="1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</a:t>
            </a:r>
            <a:endParaRPr sz="16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81" name="state-1-pill-081">
            <a:extLst>
              <a:ext uri="{FF2B5EF4-FFF2-40B4-BE49-F238E27FC236}">
                <a16:creationId xmlns:a16="http://schemas.microsoft.com/office/drawing/2014/main" id="{EE9D21E8-D4D3-4811-BC34-EEE4B0403068}"/>
              </a:ext>
            </a:extLst>
          </p:cNvPr>
          <p:cNvSpPr>
            <a:spLocks noGrp="1"/>
          </p:cNvSpPr>
          <p:nvPr/>
        </p:nvSpPr>
        <p:spPr>
          <a:xfrm>
            <a:off x="7429500" y="4761438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tate-1-label-084">
            <a:extLst>
              <a:ext uri="{FF2B5EF4-FFF2-40B4-BE49-F238E27FC236}">
                <a16:creationId xmlns:a16="http://schemas.microsoft.com/office/drawing/2014/main" id="{11C067FD-14A9-4BAA-AF5E-09DD17F85D5F}"/>
              </a:ext>
            </a:extLst>
          </p:cNvPr>
          <p:cNvSpPr>
            <a:spLocks noGrp="1"/>
          </p:cNvSpPr>
          <p:nvPr/>
        </p:nvSpPr>
        <p:spPr>
          <a:xfrm>
            <a:off x="7665451" y="4770963"/>
            <a:ext cx="100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</a:t>
            </a:r>
            <a:r>
              <a:rPr lang="zh-CN" altLang="en-US" sz="16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</a:t>
            </a:r>
            <a:endParaRPr sz="135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85" name="state-2-pill-085">
            <a:extLst>
              <a:ext uri="{FF2B5EF4-FFF2-40B4-BE49-F238E27FC236}">
                <a16:creationId xmlns:a16="http://schemas.microsoft.com/office/drawing/2014/main" id="{0CC24C47-9325-4877-BDC4-6793C066C4EC}"/>
              </a:ext>
            </a:extLst>
          </p:cNvPr>
          <p:cNvSpPr>
            <a:spLocks noGrp="1"/>
          </p:cNvSpPr>
          <p:nvPr/>
        </p:nvSpPr>
        <p:spPr>
          <a:xfrm>
            <a:off x="9572625" y="4761438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tate-2-label-088">
            <a:extLst>
              <a:ext uri="{FF2B5EF4-FFF2-40B4-BE49-F238E27FC236}">
                <a16:creationId xmlns:a16="http://schemas.microsoft.com/office/drawing/2014/main" id="{827FC08A-3058-4E00-832E-82460624A17D}"/>
              </a:ext>
            </a:extLst>
          </p:cNvPr>
          <p:cNvSpPr>
            <a:spLocks noGrp="1"/>
          </p:cNvSpPr>
          <p:nvPr/>
        </p:nvSpPr>
        <p:spPr>
          <a:xfrm>
            <a:off x="9829800" y="4770963"/>
            <a:ext cx="100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试用中</a:t>
            </a:r>
            <a:endParaRPr sz="135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89" name="state-3-pill-089">
            <a:extLst>
              <a:ext uri="{FF2B5EF4-FFF2-40B4-BE49-F238E27FC236}">
                <a16:creationId xmlns:a16="http://schemas.microsoft.com/office/drawing/2014/main" id="{7CF2A518-4240-4D9B-AD11-F0ADDFFA7615}"/>
              </a:ext>
            </a:extLst>
          </p:cNvPr>
          <p:cNvSpPr>
            <a:spLocks noGrp="1"/>
          </p:cNvSpPr>
          <p:nvPr/>
        </p:nvSpPr>
        <p:spPr>
          <a:xfrm>
            <a:off x="11715750" y="4761438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tate-3-label-092">
            <a:extLst>
              <a:ext uri="{FF2B5EF4-FFF2-40B4-BE49-F238E27FC236}">
                <a16:creationId xmlns:a16="http://schemas.microsoft.com/office/drawing/2014/main" id="{D1B0410E-0611-44DE-83B8-8ACB2A8B453E}"/>
              </a:ext>
            </a:extLst>
          </p:cNvPr>
          <p:cNvSpPr>
            <a:spLocks noGrp="1"/>
          </p:cNvSpPr>
          <p:nvPr/>
        </p:nvSpPr>
        <p:spPr>
          <a:xfrm>
            <a:off x="11947208" y="4770963"/>
            <a:ext cx="100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已订阅</a:t>
            </a:r>
            <a:endParaRPr sz="16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93" name="state-4-pill-093">
            <a:extLst>
              <a:ext uri="{FF2B5EF4-FFF2-40B4-BE49-F238E27FC236}">
                <a16:creationId xmlns:a16="http://schemas.microsoft.com/office/drawing/2014/main" id="{46E578A9-1E6E-4D15-A06E-1EF0722AA1DC}"/>
              </a:ext>
            </a:extLst>
          </p:cNvPr>
          <p:cNvSpPr>
            <a:spLocks noGrp="1"/>
          </p:cNvSpPr>
          <p:nvPr/>
        </p:nvSpPr>
        <p:spPr>
          <a:xfrm>
            <a:off x="13858875" y="4761438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C00000">
              <a:alpha val="9259"/>
            </a:srgbClr>
          </a:solidFill>
          <a:ln w="13335">
            <a:solidFill>
              <a:srgbClr val="C00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state-4-label-096">
            <a:extLst>
              <a:ext uri="{FF2B5EF4-FFF2-40B4-BE49-F238E27FC236}">
                <a16:creationId xmlns:a16="http://schemas.microsoft.com/office/drawing/2014/main" id="{02BFB0FB-CFF5-42EE-BE2A-346D3FD8A8FE}"/>
              </a:ext>
            </a:extLst>
          </p:cNvPr>
          <p:cNvSpPr>
            <a:spLocks noGrp="1"/>
          </p:cNvSpPr>
          <p:nvPr/>
        </p:nvSpPr>
        <p:spPr>
          <a:xfrm>
            <a:off x="14116050" y="4770963"/>
            <a:ext cx="100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6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已流失</a:t>
            </a:r>
            <a:endParaRPr sz="16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97" name="state-0-to-1-line-097">
            <a:extLst>
              <a:ext uri="{FF2B5EF4-FFF2-40B4-BE49-F238E27FC236}">
                <a16:creationId xmlns:a16="http://schemas.microsoft.com/office/drawing/2014/main" id="{1721478D-4D88-4017-A1ED-795535E7488F}"/>
              </a:ext>
            </a:extLst>
          </p:cNvPr>
          <p:cNvSpPr>
            <a:spLocks noGrp="1"/>
          </p:cNvSpPr>
          <p:nvPr/>
        </p:nvSpPr>
        <p:spPr>
          <a:xfrm>
            <a:off x="6810375" y="5028138"/>
            <a:ext cx="537210" cy="95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state-0-to-1-head-098">
            <a:extLst>
              <a:ext uri="{FF2B5EF4-FFF2-40B4-BE49-F238E27FC236}">
                <a16:creationId xmlns:a16="http://schemas.microsoft.com/office/drawing/2014/main" id="{E937AF28-EFBE-4B8B-A107-A12AC1754F5C}"/>
              </a:ext>
            </a:extLst>
          </p:cNvPr>
          <p:cNvSpPr>
            <a:spLocks noGrp="1"/>
          </p:cNvSpPr>
          <p:nvPr/>
        </p:nvSpPr>
        <p:spPr>
          <a:xfrm rot="5400000">
            <a:off x="7327583" y="4956701"/>
            <a:ext cx="142875" cy="142875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tate-1-to-2-line-099">
            <a:extLst>
              <a:ext uri="{FF2B5EF4-FFF2-40B4-BE49-F238E27FC236}">
                <a16:creationId xmlns:a16="http://schemas.microsoft.com/office/drawing/2014/main" id="{4091EC11-2BFF-4AC0-8CAA-F52E4C550A3F}"/>
              </a:ext>
            </a:extLst>
          </p:cNvPr>
          <p:cNvSpPr>
            <a:spLocks noGrp="1"/>
          </p:cNvSpPr>
          <p:nvPr/>
        </p:nvSpPr>
        <p:spPr>
          <a:xfrm>
            <a:off x="8953500" y="5028138"/>
            <a:ext cx="537210" cy="95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tate-1-to-2-head-100">
            <a:extLst>
              <a:ext uri="{FF2B5EF4-FFF2-40B4-BE49-F238E27FC236}">
                <a16:creationId xmlns:a16="http://schemas.microsoft.com/office/drawing/2014/main" id="{93A0FFE3-5DA0-4717-8D70-21E30F9A4AD9}"/>
              </a:ext>
            </a:extLst>
          </p:cNvPr>
          <p:cNvSpPr>
            <a:spLocks noGrp="1"/>
          </p:cNvSpPr>
          <p:nvPr/>
        </p:nvSpPr>
        <p:spPr>
          <a:xfrm rot="5400000">
            <a:off x="9470708" y="4956701"/>
            <a:ext cx="142875" cy="142875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tate-2-to-3-line-101">
            <a:extLst>
              <a:ext uri="{FF2B5EF4-FFF2-40B4-BE49-F238E27FC236}">
                <a16:creationId xmlns:a16="http://schemas.microsoft.com/office/drawing/2014/main" id="{6690305C-06B9-4644-BF3B-28261B9CA8C0}"/>
              </a:ext>
            </a:extLst>
          </p:cNvPr>
          <p:cNvSpPr>
            <a:spLocks noGrp="1"/>
          </p:cNvSpPr>
          <p:nvPr/>
        </p:nvSpPr>
        <p:spPr>
          <a:xfrm>
            <a:off x="11096625" y="5028138"/>
            <a:ext cx="537210" cy="95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state-2-to-3-head-102">
            <a:extLst>
              <a:ext uri="{FF2B5EF4-FFF2-40B4-BE49-F238E27FC236}">
                <a16:creationId xmlns:a16="http://schemas.microsoft.com/office/drawing/2014/main" id="{7D72F084-AB03-47DD-9907-6A7AFAEF634F}"/>
              </a:ext>
            </a:extLst>
          </p:cNvPr>
          <p:cNvSpPr>
            <a:spLocks noGrp="1"/>
          </p:cNvSpPr>
          <p:nvPr/>
        </p:nvSpPr>
        <p:spPr>
          <a:xfrm rot="5400000">
            <a:off x="11613833" y="4956701"/>
            <a:ext cx="142875" cy="142875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state-3-to-4-line-103">
            <a:extLst>
              <a:ext uri="{FF2B5EF4-FFF2-40B4-BE49-F238E27FC236}">
                <a16:creationId xmlns:a16="http://schemas.microsoft.com/office/drawing/2014/main" id="{7E86E80A-91E9-4A36-9474-D6465C762F5A}"/>
              </a:ext>
            </a:extLst>
          </p:cNvPr>
          <p:cNvSpPr>
            <a:spLocks noGrp="1"/>
          </p:cNvSpPr>
          <p:nvPr/>
        </p:nvSpPr>
        <p:spPr>
          <a:xfrm>
            <a:off x="13239750" y="5028138"/>
            <a:ext cx="537210" cy="95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tate-3-to-4-head-104">
            <a:extLst>
              <a:ext uri="{FF2B5EF4-FFF2-40B4-BE49-F238E27FC236}">
                <a16:creationId xmlns:a16="http://schemas.microsoft.com/office/drawing/2014/main" id="{3513C101-8790-44C8-8F9E-080A82EBAEA1}"/>
              </a:ext>
            </a:extLst>
          </p:cNvPr>
          <p:cNvSpPr>
            <a:spLocks noGrp="1"/>
          </p:cNvSpPr>
          <p:nvPr/>
        </p:nvSpPr>
        <p:spPr>
          <a:xfrm rot="5400000">
            <a:off x="13756958" y="4956701"/>
            <a:ext cx="142875" cy="142875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enew-loop-left-105">
            <a:extLst>
              <a:ext uri="{FF2B5EF4-FFF2-40B4-BE49-F238E27FC236}">
                <a16:creationId xmlns:a16="http://schemas.microsoft.com/office/drawing/2014/main" id="{705A3428-A322-4AB7-9668-F4D4F8B0ABEA}"/>
              </a:ext>
            </a:extLst>
          </p:cNvPr>
          <p:cNvSpPr>
            <a:spLocks noGrp="1"/>
          </p:cNvSpPr>
          <p:nvPr/>
        </p:nvSpPr>
        <p:spPr>
          <a:xfrm flipV="1">
            <a:off x="12306301" y="4629057"/>
            <a:ext cx="0" cy="132380"/>
          </a:xfrm>
          <a:prstGeom prst="line">
            <a:avLst/>
          </a:prstGeom>
          <a:noFill/>
          <a:ln w="19050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renew-loop-top-106">
            <a:extLst>
              <a:ext uri="{FF2B5EF4-FFF2-40B4-BE49-F238E27FC236}">
                <a16:creationId xmlns:a16="http://schemas.microsoft.com/office/drawing/2014/main" id="{4616E224-CA98-4ECB-BDF7-7C8E923CB462}"/>
              </a:ext>
            </a:extLst>
          </p:cNvPr>
          <p:cNvSpPr>
            <a:spLocks noGrp="1"/>
          </p:cNvSpPr>
          <p:nvPr/>
        </p:nvSpPr>
        <p:spPr>
          <a:xfrm>
            <a:off x="12306300" y="4618563"/>
            <a:ext cx="628650" cy="95"/>
          </a:xfrm>
          <a:prstGeom prst="line">
            <a:avLst/>
          </a:prstGeom>
          <a:noFill/>
          <a:ln w="19050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renew-loop-right-107">
            <a:extLst>
              <a:ext uri="{FF2B5EF4-FFF2-40B4-BE49-F238E27FC236}">
                <a16:creationId xmlns:a16="http://schemas.microsoft.com/office/drawing/2014/main" id="{CB313130-2E41-458B-98DE-07BB66B00B58}"/>
              </a:ext>
            </a:extLst>
          </p:cNvPr>
          <p:cNvSpPr>
            <a:spLocks noGrp="1"/>
          </p:cNvSpPr>
          <p:nvPr/>
        </p:nvSpPr>
        <p:spPr>
          <a:xfrm>
            <a:off x="12935045" y="4618703"/>
            <a:ext cx="0" cy="133210"/>
          </a:xfrm>
          <a:prstGeom prst="line">
            <a:avLst/>
          </a:prstGeom>
          <a:noFill/>
          <a:ln w="19050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new-loop-head-108">
            <a:extLst>
              <a:ext uri="{FF2B5EF4-FFF2-40B4-BE49-F238E27FC236}">
                <a16:creationId xmlns:a16="http://schemas.microsoft.com/office/drawing/2014/main" id="{9F9523AB-61CC-4B7B-8907-54B1A418C485}"/>
              </a:ext>
            </a:extLst>
          </p:cNvPr>
          <p:cNvSpPr>
            <a:spLocks noGrp="1"/>
          </p:cNvSpPr>
          <p:nvPr/>
        </p:nvSpPr>
        <p:spPr>
          <a:xfrm rot="10800000">
            <a:off x="12868275" y="4732863"/>
            <a:ext cx="133350" cy="13335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try-down-109">
            <a:extLst>
              <a:ext uri="{FF2B5EF4-FFF2-40B4-BE49-F238E27FC236}">
                <a16:creationId xmlns:a16="http://schemas.microsoft.com/office/drawing/2014/main" id="{9BF33E56-9C0C-4854-AB81-3274185AFA54}"/>
              </a:ext>
            </a:extLst>
          </p:cNvPr>
          <p:cNvSpPr>
            <a:spLocks noGrp="1"/>
          </p:cNvSpPr>
          <p:nvPr/>
        </p:nvSpPr>
        <p:spPr>
          <a:xfrm>
            <a:off x="14620875" y="5313888"/>
            <a:ext cx="95" cy="295275"/>
          </a:xfrm>
          <a:prstGeom prst="line">
            <a:avLst/>
          </a:prstGeom>
          <a:noFill/>
          <a:ln w="18098">
            <a:solidFill>
              <a:srgbClr val="C00000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etry-back-110">
            <a:extLst>
              <a:ext uri="{FF2B5EF4-FFF2-40B4-BE49-F238E27FC236}">
                <a16:creationId xmlns:a16="http://schemas.microsoft.com/office/drawing/2014/main" id="{FD519553-1294-4313-A117-2FC8E880B1A4}"/>
              </a:ext>
            </a:extLst>
          </p:cNvPr>
          <p:cNvSpPr>
            <a:spLocks noGrp="1"/>
          </p:cNvSpPr>
          <p:nvPr/>
        </p:nvSpPr>
        <p:spPr>
          <a:xfrm>
            <a:off x="10334625" y="5609163"/>
            <a:ext cx="4286250" cy="95"/>
          </a:xfrm>
          <a:prstGeom prst="line">
            <a:avLst/>
          </a:prstGeom>
          <a:noFill/>
          <a:ln w="18098">
            <a:solidFill>
              <a:srgbClr val="C00000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try-up-111">
            <a:extLst>
              <a:ext uri="{FF2B5EF4-FFF2-40B4-BE49-F238E27FC236}">
                <a16:creationId xmlns:a16="http://schemas.microsoft.com/office/drawing/2014/main" id="{7EDD4DEC-237B-43C1-8E51-3B50E20F03AD}"/>
              </a:ext>
            </a:extLst>
          </p:cNvPr>
          <p:cNvSpPr>
            <a:spLocks noGrp="1"/>
          </p:cNvSpPr>
          <p:nvPr/>
        </p:nvSpPr>
        <p:spPr>
          <a:xfrm flipV="1">
            <a:off x="10334625" y="5323413"/>
            <a:ext cx="95" cy="285750"/>
          </a:xfrm>
          <a:prstGeom prst="line">
            <a:avLst/>
          </a:prstGeom>
          <a:noFill/>
          <a:ln w="18098">
            <a:solidFill>
              <a:srgbClr val="C00000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retry-head-112">
            <a:extLst>
              <a:ext uri="{FF2B5EF4-FFF2-40B4-BE49-F238E27FC236}">
                <a16:creationId xmlns:a16="http://schemas.microsoft.com/office/drawing/2014/main" id="{14F0592E-12DA-4879-9E9D-A73661E7659D}"/>
              </a:ext>
            </a:extLst>
          </p:cNvPr>
          <p:cNvSpPr>
            <a:spLocks noGrp="1"/>
          </p:cNvSpPr>
          <p:nvPr/>
        </p:nvSpPr>
        <p:spPr>
          <a:xfrm>
            <a:off x="10267950" y="5209113"/>
            <a:ext cx="133350" cy="133350"/>
          </a:xfrm>
          <a:prstGeom prst="triangle">
            <a:avLst/>
          </a:prstGeom>
          <a:solidFill>
            <a:srgbClr val="C00000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ransition-label-1-113">
            <a:extLst>
              <a:ext uri="{FF2B5EF4-FFF2-40B4-BE49-F238E27FC236}">
                <a16:creationId xmlns:a16="http://schemas.microsoft.com/office/drawing/2014/main" id="{40E24D77-5B74-406E-9A44-1705A55433E9}"/>
              </a:ext>
            </a:extLst>
          </p:cNvPr>
          <p:cNvSpPr>
            <a:spLocks noGrp="1"/>
          </p:cNvSpPr>
          <p:nvPr/>
        </p:nvSpPr>
        <p:spPr>
          <a:xfrm>
            <a:off x="6591300" y="4475688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营销+口碑</a:t>
            </a:r>
            <a:endParaRPr sz="16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4" name="transition-label-2-114">
            <a:extLst>
              <a:ext uri="{FF2B5EF4-FFF2-40B4-BE49-F238E27FC236}">
                <a16:creationId xmlns:a16="http://schemas.microsoft.com/office/drawing/2014/main" id="{7A22A9DC-F62B-4D0A-A5E8-FB32EC9F988A}"/>
              </a:ext>
            </a:extLst>
          </p:cNvPr>
          <p:cNvSpPr>
            <a:spLocks noGrp="1"/>
          </p:cNvSpPr>
          <p:nvPr/>
        </p:nvSpPr>
        <p:spPr>
          <a:xfrm>
            <a:off x="8791575" y="4475688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发生试用</a:t>
            </a:r>
            <a:endParaRPr sz="16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5" name="transition-label-3-115">
            <a:extLst>
              <a:ext uri="{FF2B5EF4-FFF2-40B4-BE49-F238E27FC236}">
                <a16:creationId xmlns:a16="http://schemas.microsoft.com/office/drawing/2014/main" id="{C4A544A2-CF8F-475A-9EA1-F0EDD04FEFD2}"/>
              </a:ext>
            </a:extLst>
          </p:cNvPr>
          <p:cNvSpPr>
            <a:spLocks noGrp="1"/>
          </p:cNvSpPr>
          <p:nvPr/>
        </p:nvSpPr>
        <p:spPr>
          <a:xfrm>
            <a:off x="10934700" y="4504358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订阅套餐</a:t>
            </a:r>
            <a:endParaRPr sz="16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6" name="transition-label-4-116">
            <a:extLst>
              <a:ext uri="{FF2B5EF4-FFF2-40B4-BE49-F238E27FC236}">
                <a16:creationId xmlns:a16="http://schemas.microsoft.com/office/drawing/2014/main" id="{5C18934E-1562-4FD6-9F94-39B1D7950DB6}"/>
              </a:ext>
            </a:extLst>
          </p:cNvPr>
          <p:cNvSpPr>
            <a:spLocks noGrp="1"/>
          </p:cNvSpPr>
          <p:nvPr/>
        </p:nvSpPr>
        <p:spPr>
          <a:xfrm>
            <a:off x="12982575" y="4475688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未续订</a:t>
            </a:r>
            <a:endParaRPr sz="16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7" name="renew-label-117">
            <a:extLst>
              <a:ext uri="{FF2B5EF4-FFF2-40B4-BE49-F238E27FC236}">
                <a16:creationId xmlns:a16="http://schemas.microsoft.com/office/drawing/2014/main" id="{B5162FBF-F6C2-4104-A08E-DF97A6E4F9DE}"/>
              </a:ext>
            </a:extLst>
          </p:cNvPr>
          <p:cNvSpPr>
            <a:spLocks noGrp="1"/>
          </p:cNvSpPr>
          <p:nvPr/>
        </p:nvSpPr>
        <p:spPr>
          <a:xfrm>
            <a:off x="12220575" y="4389963"/>
            <a:ext cx="80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续订</a:t>
            </a:r>
            <a:endParaRPr sz="16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18" name="retry-label-bg-118">
            <a:extLst>
              <a:ext uri="{FF2B5EF4-FFF2-40B4-BE49-F238E27FC236}">
                <a16:creationId xmlns:a16="http://schemas.microsoft.com/office/drawing/2014/main" id="{2281A966-E5D3-45C8-8074-E75FE159E2C0}"/>
              </a:ext>
            </a:extLst>
          </p:cNvPr>
          <p:cNvSpPr>
            <a:spLocks noGrp="1"/>
          </p:cNvSpPr>
          <p:nvPr/>
        </p:nvSpPr>
        <p:spPr>
          <a:xfrm>
            <a:off x="11049000" y="5494863"/>
            <a:ext cx="2905125" cy="238125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simulation-module-120">
            <a:extLst>
              <a:ext uri="{FF2B5EF4-FFF2-40B4-BE49-F238E27FC236}">
                <a16:creationId xmlns:a16="http://schemas.microsoft.com/office/drawing/2014/main" id="{431B7770-9451-42E7-984F-76BA1D01522E}"/>
              </a:ext>
            </a:extLst>
          </p:cNvPr>
          <p:cNvSpPr>
            <a:spLocks noGrp="1"/>
          </p:cNvSpPr>
          <p:nvPr/>
        </p:nvSpPr>
        <p:spPr>
          <a:xfrm>
            <a:off x="4857750" y="6068004"/>
            <a:ext cx="11334750" cy="3074178"/>
          </a:xfrm>
          <a:prstGeom prst="roundRect">
            <a:avLst>
              <a:gd name="adj" fmla="val 5732"/>
            </a:avLst>
          </a:prstGeom>
          <a:solidFill>
            <a:srgbClr val="FBFBFB"/>
          </a:solidFill>
          <a:ln w="1714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imulation-title-121">
            <a:extLst>
              <a:ext uri="{FF2B5EF4-FFF2-40B4-BE49-F238E27FC236}">
                <a16:creationId xmlns:a16="http://schemas.microsoft.com/office/drawing/2014/main" id="{4FBED134-97A9-4332-8AEB-0CB0B4A2B29A}"/>
              </a:ext>
            </a:extLst>
          </p:cNvPr>
          <p:cNvSpPr>
            <a:spLocks noGrp="1"/>
          </p:cNvSpPr>
          <p:nvPr/>
        </p:nvSpPr>
        <p:spPr>
          <a:xfrm>
            <a:off x="5048250" y="61341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城市仿真层面：时间步进</a:t>
            </a:r>
            <a:r>
              <a:rPr sz="20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仿真进程</a:t>
            </a:r>
            <a:endParaRPr sz="20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22" name="simulation-subtitle-122">
            <a:extLst>
              <a:ext uri="{FF2B5EF4-FFF2-40B4-BE49-F238E27FC236}">
                <a16:creationId xmlns:a16="http://schemas.microsoft.com/office/drawing/2014/main" id="{E9808384-F36B-49E1-B0D5-D1E75BAC596A}"/>
              </a:ext>
            </a:extLst>
          </p:cNvPr>
          <p:cNvSpPr>
            <a:spLocks noGrp="1"/>
          </p:cNvSpPr>
          <p:nvPr/>
        </p:nvSpPr>
        <p:spPr>
          <a:xfrm>
            <a:off x="5048250" y="6521873"/>
            <a:ext cx="10953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6个半年策略阶段</a:t>
            </a:r>
            <a:r>
              <a:rPr lang="zh-CN" altLang="en-US" sz="16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以周为单位步进（</a:t>
            </a:r>
            <a:r>
              <a:rPr sz="16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 每阶段26周</a:t>
            </a:r>
            <a:r>
              <a:rPr lang="zh-CN" altLang="en-US" sz="16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）</a:t>
            </a:r>
            <a:endParaRPr sz="16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23" name="precompute-card-body-123">
            <a:extLst>
              <a:ext uri="{FF2B5EF4-FFF2-40B4-BE49-F238E27FC236}">
                <a16:creationId xmlns:a16="http://schemas.microsoft.com/office/drawing/2014/main" id="{FAA2D951-A0DF-4018-9043-CC319DF75BD5}"/>
              </a:ext>
            </a:extLst>
          </p:cNvPr>
          <p:cNvSpPr>
            <a:spLocks noGrp="1"/>
          </p:cNvSpPr>
          <p:nvPr/>
        </p:nvSpPr>
        <p:spPr>
          <a:xfrm>
            <a:off x="5143500" y="6856937"/>
            <a:ext cx="2381250" cy="16872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precompute-card-title-124">
            <a:extLst>
              <a:ext uri="{FF2B5EF4-FFF2-40B4-BE49-F238E27FC236}">
                <a16:creationId xmlns:a16="http://schemas.microsoft.com/office/drawing/2014/main" id="{657D48D9-A085-478E-9967-41D146A23EA3}"/>
              </a:ext>
            </a:extLst>
          </p:cNvPr>
          <p:cNvSpPr>
            <a:spLocks noGrp="1"/>
          </p:cNvSpPr>
          <p:nvPr/>
        </p:nvSpPr>
        <p:spPr>
          <a:xfrm>
            <a:off x="5514975" y="6902812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阶段初预计算</a:t>
            </a:r>
            <a:endParaRPr kumimoji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precompute-bullets-dot-1-125">
            <a:extLst>
              <a:ext uri="{FF2B5EF4-FFF2-40B4-BE49-F238E27FC236}">
                <a16:creationId xmlns:a16="http://schemas.microsoft.com/office/drawing/2014/main" id="{7BFBEAFD-596D-4C8B-A509-ADF8086DDC0F}"/>
              </a:ext>
            </a:extLst>
          </p:cNvPr>
          <p:cNvSpPr>
            <a:spLocks noGrp="1"/>
          </p:cNvSpPr>
          <p:nvPr/>
        </p:nvSpPr>
        <p:spPr>
          <a:xfrm>
            <a:off x="5314950" y="7380880"/>
            <a:ext cx="49530" cy="49530"/>
          </a:xfrm>
          <a:prstGeom prst="ellips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precompute-bullets-text-1-126">
            <a:extLst>
              <a:ext uri="{FF2B5EF4-FFF2-40B4-BE49-F238E27FC236}">
                <a16:creationId xmlns:a16="http://schemas.microsoft.com/office/drawing/2014/main" id="{FCE2D9C2-0850-4016-ABDA-89CC90A76220}"/>
              </a:ext>
            </a:extLst>
          </p:cNvPr>
          <p:cNvSpPr>
            <a:spLocks noGrp="1"/>
          </p:cNvSpPr>
          <p:nvPr/>
        </p:nvSpPr>
        <p:spPr>
          <a:xfrm>
            <a:off x="5357812" y="7244425"/>
            <a:ext cx="217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sz="1400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更新</a:t>
            </a:r>
            <a:r>
              <a:rPr kumimoji="1" lang="zh-CN" altLang="en-US" sz="1400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各分区策略变量</a:t>
            </a:r>
            <a:r>
              <a:rPr kumimoji="1" sz="1400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与套餐价格</a:t>
            </a:r>
            <a:endParaRPr kumimoji="1" sz="1400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precompute-bullets-dot-2-127">
            <a:extLst>
              <a:ext uri="{FF2B5EF4-FFF2-40B4-BE49-F238E27FC236}">
                <a16:creationId xmlns:a16="http://schemas.microsoft.com/office/drawing/2014/main" id="{03275082-CE8F-4FF2-95E8-EB8B2811C5F2}"/>
              </a:ext>
            </a:extLst>
          </p:cNvPr>
          <p:cNvSpPr>
            <a:spLocks noGrp="1"/>
          </p:cNvSpPr>
          <p:nvPr/>
        </p:nvSpPr>
        <p:spPr>
          <a:xfrm>
            <a:off x="5314950" y="7861919"/>
            <a:ext cx="49530" cy="49530"/>
          </a:xfrm>
          <a:prstGeom prst="ellips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precompute-bullets-text-2-128">
            <a:extLst>
              <a:ext uri="{FF2B5EF4-FFF2-40B4-BE49-F238E27FC236}">
                <a16:creationId xmlns:a16="http://schemas.microsoft.com/office/drawing/2014/main" id="{A5AF0DCD-0B67-4720-806E-F937FA29187A}"/>
              </a:ext>
            </a:extLst>
          </p:cNvPr>
          <p:cNvSpPr>
            <a:spLocks noGrp="1"/>
          </p:cNvSpPr>
          <p:nvPr/>
        </p:nvSpPr>
        <p:spPr>
          <a:xfrm>
            <a:off x="5381624" y="7712079"/>
            <a:ext cx="2147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智能体</a:t>
            </a:r>
            <a:r>
              <a:rPr kumimoji="1" sz="1400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行为概率与最优套餐</a:t>
            </a:r>
            <a:r>
              <a:rPr kumimoji="1" lang="zh-CN" altLang="en-US" sz="1400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更新</a:t>
            </a:r>
            <a:endParaRPr kumimoji="1" sz="1400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precompute-bullets-dot-3-129">
            <a:extLst>
              <a:ext uri="{FF2B5EF4-FFF2-40B4-BE49-F238E27FC236}">
                <a16:creationId xmlns:a16="http://schemas.microsoft.com/office/drawing/2014/main" id="{96545F6B-5154-479B-8E9E-25AD126DD76B}"/>
              </a:ext>
            </a:extLst>
          </p:cNvPr>
          <p:cNvSpPr>
            <a:spLocks noGrp="1"/>
          </p:cNvSpPr>
          <p:nvPr/>
        </p:nvSpPr>
        <p:spPr>
          <a:xfrm>
            <a:off x="5314950" y="8350733"/>
            <a:ext cx="49530" cy="49530"/>
          </a:xfrm>
          <a:prstGeom prst="ellips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precompute-bullets-text-3-130">
            <a:extLst>
              <a:ext uri="{FF2B5EF4-FFF2-40B4-BE49-F238E27FC236}">
                <a16:creationId xmlns:a16="http://schemas.microsoft.com/office/drawing/2014/main" id="{477A7F92-F73D-42CA-AB03-F3B36C9F6C51}"/>
              </a:ext>
            </a:extLst>
          </p:cNvPr>
          <p:cNvSpPr>
            <a:spLocks noGrp="1"/>
          </p:cNvSpPr>
          <p:nvPr/>
        </p:nvSpPr>
        <p:spPr>
          <a:xfrm>
            <a:off x="5429250" y="8261198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10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kumimoji="1" sz="1400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营销预算空间分配</a:t>
            </a:r>
            <a:endParaRPr kumimoji="1" sz="1400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1" name="weekly-loop-card-131">
            <a:extLst>
              <a:ext uri="{FF2B5EF4-FFF2-40B4-BE49-F238E27FC236}">
                <a16:creationId xmlns:a16="http://schemas.microsoft.com/office/drawing/2014/main" id="{0818AD93-3D16-4899-BBCB-851E1A7FA134}"/>
              </a:ext>
            </a:extLst>
          </p:cNvPr>
          <p:cNvSpPr>
            <a:spLocks noGrp="1"/>
          </p:cNvSpPr>
          <p:nvPr/>
        </p:nvSpPr>
        <p:spPr>
          <a:xfrm>
            <a:off x="7886700" y="6856182"/>
            <a:ext cx="55626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weekly-loop-title-132">
            <a:extLst>
              <a:ext uri="{FF2B5EF4-FFF2-40B4-BE49-F238E27FC236}">
                <a16:creationId xmlns:a16="http://schemas.microsoft.com/office/drawing/2014/main" id="{06EC738F-84F1-4872-98C1-971558584B27}"/>
              </a:ext>
            </a:extLst>
          </p:cNvPr>
          <p:cNvSpPr>
            <a:spLocks noGrp="1"/>
          </p:cNvSpPr>
          <p:nvPr/>
        </p:nvSpPr>
        <p:spPr>
          <a:xfrm>
            <a:off x="8334375" y="6896809"/>
            <a:ext cx="477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阶段内</a:t>
            </a:r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周循环</a:t>
            </a:r>
            <a:endParaRPr kumimoji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weekly-step-1-133">
            <a:extLst>
              <a:ext uri="{FF2B5EF4-FFF2-40B4-BE49-F238E27FC236}">
                <a16:creationId xmlns:a16="http://schemas.microsoft.com/office/drawing/2014/main" id="{CD431A96-EAC5-4565-BF5A-550D2A768BDE}"/>
              </a:ext>
            </a:extLst>
          </p:cNvPr>
          <p:cNvSpPr>
            <a:spLocks noGrp="1"/>
          </p:cNvSpPr>
          <p:nvPr/>
        </p:nvSpPr>
        <p:spPr>
          <a:xfrm>
            <a:off x="8096250" y="7418157"/>
            <a:ext cx="1190625" cy="723900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weekly-step-1-title-134">
            <a:extLst>
              <a:ext uri="{FF2B5EF4-FFF2-40B4-BE49-F238E27FC236}">
                <a16:creationId xmlns:a16="http://schemas.microsoft.com/office/drawing/2014/main" id="{D701E621-A6D9-4843-B5E5-4216181B23E1}"/>
              </a:ext>
            </a:extLst>
          </p:cNvPr>
          <p:cNvSpPr>
            <a:spLocks noGrp="1"/>
          </p:cNvSpPr>
          <p:nvPr/>
        </p:nvSpPr>
        <p:spPr>
          <a:xfrm>
            <a:off x="8143875" y="7431603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4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认知抽样</a:t>
            </a:r>
            <a:endParaRPr sz="14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5" name="weekly-step-1-sub-135">
            <a:extLst>
              <a:ext uri="{FF2B5EF4-FFF2-40B4-BE49-F238E27FC236}">
                <a16:creationId xmlns:a16="http://schemas.microsoft.com/office/drawing/2014/main" id="{9E4C6965-2C2C-4B88-B5C4-A4CBF368E329}"/>
              </a:ext>
            </a:extLst>
          </p:cNvPr>
          <p:cNvSpPr>
            <a:spLocks noGrp="1"/>
          </p:cNvSpPr>
          <p:nvPr/>
        </p:nvSpPr>
        <p:spPr>
          <a:xfrm>
            <a:off x="8143875" y="7808682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认知</a:t>
            </a: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扩散</a:t>
            </a:r>
            <a:endParaRPr lang="en-US"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营销</a:t>
            </a: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触达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6" name="weekly-step-2-136">
            <a:extLst>
              <a:ext uri="{FF2B5EF4-FFF2-40B4-BE49-F238E27FC236}">
                <a16:creationId xmlns:a16="http://schemas.microsoft.com/office/drawing/2014/main" id="{9CA07968-DD51-47C6-8F3C-2CBCC3960B9B}"/>
              </a:ext>
            </a:extLst>
          </p:cNvPr>
          <p:cNvSpPr>
            <a:spLocks noGrp="1"/>
          </p:cNvSpPr>
          <p:nvPr/>
        </p:nvSpPr>
        <p:spPr>
          <a:xfrm>
            <a:off x="9401175" y="7418157"/>
            <a:ext cx="1190625" cy="723900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weekly-step-2-title-137">
            <a:extLst>
              <a:ext uri="{FF2B5EF4-FFF2-40B4-BE49-F238E27FC236}">
                <a16:creationId xmlns:a16="http://schemas.microsoft.com/office/drawing/2014/main" id="{FA6D1BE5-8EFE-4CF8-9F90-F7581FCF1B08}"/>
              </a:ext>
            </a:extLst>
          </p:cNvPr>
          <p:cNvSpPr>
            <a:spLocks noGrp="1"/>
          </p:cNvSpPr>
          <p:nvPr/>
        </p:nvSpPr>
        <p:spPr>
          <a:xfrm>
            <a:off x="9448800" y="7431603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4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试用累积</a:t>
            </a:r>
            <a:endParaRPr sz="14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8" name="weekly-step-2-sub-138">
            <a:extLst>
              <a:ext uri="{FF2B5EF4-FFF2-40B4-BE49-F238E27FC236}">
                <a16:creationId xmlns:a16="http://schemas.microsoft.com/office/drawing/2014/main" id="{7A6300F9-9D35-4D64-8448-2F865670ADEB}"/>
              </a:ext>
            </a:extLst>
          </p:cNvPr>
          <p:cNvSpPr>
            <a:spLocks noGrp="1"/>
          </p:cNvSpPr>
          <p:nvPr/>
        </p:nvSpPr>
        <p:spPr>
          <a:xfrm>
            <a:off x="9448800" y="7808682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更新</a:t>
            </a:r>
            <a:r>
              <a:rPr lang="zh-CN" altLang="en-US"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试用</a:t>
            </a: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次数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39" name="weekly-step-3-139">
            <a:extLst>
              <a:ext uri="{FF2B5EF4-FFF2-40B4-BE49-F238E27FC236}">
                <a16:creationId xmlns:a16="http://schemas.microsoft.com/office/drawing/2014/main" id="{944215F6-1BC1-4185-9883-9EF86BFE67A3}"/>
              </a:ext>
            </a:extLst>
          </p:cNvPr>
          <p:cNvSpPr>
            <a:spLocks noGrp="1"/>
          </p:cNvSpPr>
          <p:nvPr/>
        </p:nvSpPr>
        <p:spPr>
          <a:xfrm>
            <a:off x="10706100" y="7418157"/>
            <a:ext cx="1190625" cy="723900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weekly-step-3-title-140">
            <a:extLst>
              <a:ext uri="{FF2B5EF4-FFF2-40B4-BE49-F238E27FC236}">
                <a16:creationId xmlns:a16="http://schemas.microsoft.com/office/drawing/2014/main" id="{76F4B24C-156E-4780-A5CC-64693977D94E}"/>
              </a:ext>
            </a:extLst>
          </p:cNvPr>
          <p:cNvSpPr>
            <a:spLocks noGrp="1"/>
          </p:cNvSpPr>
          <p:nvPr/>
        </p:nvSpPr>
        <p:spPr>
          <a:xfrm>
            <a:off x="10753725" y="7431603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sz="1400" b="1" i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订阅套餐</a:t>
            </a:r>
          </a:p>
        </p:txBody>
      </p:sp>
      <p:sp>
        <p:nvSpPr>
          <p:cNvPr id="141" name="weekly-step-3-sub-141">
            <a:extLst>
              <a:ext uri="{FF2B5EF4-FFF2-40B4-BE49-F238E27FC236}">
                <a16:creationId xmlns:a16="http://schemas.microsoft.com/office/drawing/2014/main" id="{F3839AC9-F0EF-4FEB-A335-AE0803CF7603}"/>
              </a:ext>
            </a:extLst>
          </p:cNvPr>
          <p:cNvSpPr>
            <a:spLocks noGrp="1"/>
          </p:cNvSpPr>
          <p:nvPr/>
        </p:nvSpPr>
        <p:spPr>
          <a:xfrm>
            <a:off x="10753725" y="7808682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选择</a:t>
            </a:r>
            <a:r>
              <a:rPr lang="zh-CN" altLang="en-US"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最优</a:t>
            </a: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2" name="weekly-step-4-142">
            <a:extLst>
              <a:ext uri="{FF2B5EF4-FFF2-40B4-BE49-F238E27FC236}">
                <a16:creationId xmlns:a16="http://schemas.microsoft.com/office/drawing/2014/main" id="{00AC920E-64AA-4E9F-85B4-6014FBBD47BD}"/>
              </a:ext>
            </a:extLst>
          </p:cNvPr>
          <p:cNvSpPr>
            <a:spLocks noGrp="1"/>
          </p:cNvSpPr>
          <p:nvPr/>
        </p:nvSpPr>
        <p:spPr>
          <a:xfrm>
            <a:off x="12011025" y="7418157"/>
            <a:ext cx="1190625" cy="723900"/>
          </a:xfrm>
          <a:prstGeom prst="roundRect">
            <a:avLst>
              <a:gd name="adj" fmla="val 10526"/>
            </a:avLst>
          </a:prstGeom>
          <a:solidFill>
            <a:srgbClr val="F1F2F4"/>
          </a:solidFill>
          <a:ln w="10478">
            <a:solidFill>
              <a:srgbClr val="858585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weekly-step-4-title-143">
            <a:extLst>
              <a:ext uri="{FF2B5EF4-FFF2-40B4-BE49-F238E27FC236}">
                <a16:creationId xmlns:a16="http://schemas.microsoft.com/office/drawing/2014/main" id="{D62D0BB0-167D-4DE7-91B1-F1B721982267}"/>
              </a:ext>
            </a:extLst>
          </p:cNvPr>
          <p:cNvSpPr>
            <a:spLocks noGrp="1"/>
          </p:cNvSpPr>
          <p:nvPr/>
        </p:nvSpPr>
        <p:spPr>
          <a:xfrm>
            <a:off x="12058650" y="7431603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38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b="1" i="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套餐</a:t>
            </a:r>
            <a:r>
              <a:rPr sz="1400" b="1" i="0" dirty="0" err="1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续订</a:t>
            </a:r>
            <a:endParaRPr sz="1400" b="1" i="0" dirty="0">
              <a:solidFill>
                <a:srgbClr val="171717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4" name="weekly-step-4-sub-144">
            <a:extLst>
              <a:ext uri="{FF2B5EF4-FFF2-40B4-BE49-F238E27FC236}">
                <a16:creationId xmlns:a16="http://schemas.microsoft.com/office/drawing/2014/main" id="{8B899A25-9418-45C7-9B2E-706449EE8C23}"/>
              </a:ext>
            </a:extLst>
          </p:cNvPr>
          <p:cNvSpPr>
            <a:spLocks noGrp="1"/>
          </p:cNvSpPr>
          <p:nvPr/>
        </p:nvSpPr>
        <p:spPr>
          <a:xfrm>
            <a:off x="12058650" y="7808682"/>
            <a:ext cx="1095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b="0" i="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用户</a:t>
            </a:r>
            <a:endParaRPr lang="en-US" altLang="zh-CN"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1013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sz="1400" b="0" i="0" dirty="0" err="1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留存／流失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5" name="weekly-update-note-145">
            <a:extLst>
              <a:ext uri="{FF2B5EF4-FFF2-40B4-BE49-F238E27FC236}">
                <a16:creationId xmlns:a16="http://schemas.microsoft.com/office/drawing/2014/main" id="{A865701C-4F13-4035-86DC-0AE9F71AC0F6}"/>
              </a:ext>
            </a:extLst>
          </p:cNvPr>
          <p:cNvSpPr>
            <a:spLocks noGrp="1"/>
          </p:cNvSpPr>
          <p:nvPr/>
        </p:nvSpPr>
        <p:spPr>
          <a:xfrm>
            <a:off x="8096250" y="8246832"/>
            <a:ext cx="514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777C82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每个仿真步后</a:t>
            </a:r>
            <a:r>
              <a:rPr sz="1600" b="0" i="0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更新</a:t>
            </a:r>
            <a:r>
              <a:rPr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：</a:t>
            </a:r>
            <a:r>
              <a:rPr lang="zh-CN" altLang="en-US"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</a:t>
            </a:r>
            <a:r>
              <a:rPr sz="1600" b="0" i="0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状态</a:t>
            </a:r>
            <a:r>
              <a:rPr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、</a:t>
            </a:r>
            <a:r>
              <a:rPr lang="zh-CN" altLang="en-US"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各</a:t>
            </a:r>
            <a:r>
              <a:rPr sz="1600" b="0" i="0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分区订阅规模与扩散份额</a:t>
            </a:r>
            <a:endParaRPr sz="1600" b="0" i="0" dirty="0">
              <a:solidFill>
                <a:srgbClr val="777C82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46" name="snapshot-card-body-146">
            <a:extLst>
              <a:ext uri="{FF2B5EF4-FFF2-40B4-BE49-F238E27FC236}">
                <a16:creationId xmlns:a16="http://schemas.microsoft.com/office/drawing/2014/main" id="{916865EB-94BB-4D57-854E-85C3B65DA097}"/>
              </a:ext>
            </a:extLst>
          </p:cNvPr>
          <p:cNvSpPr>
            <a:spLocks noGrp="1"/>
          </p:cNvSpPr>
          <p:nvPr/>
        </p:nvSpPr>
        <p:spPr>
          <a:xfrm>
            <a:off x="13792200" y="7027632"/>
            <a:ext cx="2095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85858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snapshot-card-title-147">
            <a:extLst>
              <a:ext uri="{FF2B5EF4-FFF2-40B4-BE49-F238E27FC236}">
                <a16:creationId xmlns:a16="http://schemas.microsoft.com/office/drawing/2014/main" id="{CEE4C07E-35B6-4C58-A8B6-CED7BB08D046}"/>
              </a:ext>
            </a:extLst>
          </p:cNvPr>
          <p:cNvSpPr>
            <a:spLocks noGrp="1"/>
          </p:cNvSpPr>
          <p:nvPr/>
        </p:nvSpPr>
        <p:spPr>
          <a:xfrm>
            <a:off x="13925550" y="710383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阶段末</a:t>
            </a:r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目标输出</a:t>
            </a:r>
            <a:endParaRPr kumimoji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9" name="snapshot-note-149">
            <a:extLst>
              <a:ext uri="{FF2B5EF4-FFF2-40B4-BE49-F238E27FC236}">
                <a16:creationId xmlns:a16="http://schemas.microsoft.com/office/drawing/2014/main" id="{68A1A0DF-4632-4D24-BE40-3CD3F172AAB4}"/>
              </a:ext>
            </a:extLst>
          </p:cNvPr>
          <p:cNvSpPr>
            <a:spLocks noGrp="1"/>
          </p:cNvSpPr>
          <p:nvPr/>
        </p:nvSpPr>
        <p:spPr>
          <a:xfrm>
            <a:off x="13906500" y="7493004"/>
            <a:ext cx="1866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各分区</a:t>
            </a:r>
            <a:endParaRPr kumimoji="1" lang="en-US" altLang="zh-CN" sz="1400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采纳率、净收入、碳减排</a:t>
            </a:r>
            <a:r>
              <a:rPr kumimoji="1" sz="1400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三目标</a:t>
            </a:r>
            <a:r>
              <a:rPr kumimoji="1" lang="zh-CN" altLang="en-US" sz="1400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值</a:t>
            </a:r>
            <a:endParaRPr kumimoji="1" sz="1400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sz="1400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进入阶段</a:t>
            </a:r>
            <a:r>
              <a:rPr kumimoji="1" sz="1400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k + 1</a:t>
            </a:r>
          </a:p>
        </p:txBody>
      </p:sp>
      <p:sp>
        <p:nvSpPr>
          <p:cNvPr id="150" name="precompute-to-weekly-line-150">
            <a:extLst>
              <a:ext uri="{FF2B5EF4-FFF2-40B4-BE49-F238E27FC236}">
                <a16:creationId xmlns:a16="http://schemas.microsoft.com/office/drawing/2014/main" id="{E2249974-1B41-4930-AAF7-CA485E8D3CDC}"/>
              </a:ext>
            </a:extLst>
          </p:cNvPr>
          <p:cNvSpPr>
            <a:spLocks noGrp="1"/>
          </p:cNvSpPr>
          <p:nvPr/>
        </p:nvSpPr>
        <p:spPr>
          <a:xfrm>
            <a:off x="7518004" y="7740834"/>
            <a:ext cx="294894" cy="95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precompute-to-weekly-head-151">
            <a:extLst>
              <a:ext uri="{FF2B5EF4-FFF2-40B4-BE49-F238E27FC236}">
                <a16:creationId xmlns:a16="http://schemas.microsoft.com/office/drawing/2014/main" id="{E737CC40-6327-49A4-8506-DC48DC28C492}"/>
              </a:ext>
            </a:extLst>
          </p:cNvPr>
          <p:cNvSpPr>
            <a:spLocks noGrp="1"/>
          </p:cNvSpPr>
          <p:nvPr/>
        </p:nvSpPr>
        <p:spPr>
          <a:xfrm rot="5400000">
            <a:off x="7798308" y="7665807"/>
            <a:ext cx="152400" cy="15240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weekly-to-snapshot-line-152">
            <a:extLst>
              <a:ext uri="{FF2B5EF4-FFF2-40B4-BE49-F238E27FC236}">
                <a16:creationId xmlns:a16="http://schemas.microsoft.com/office/drawing/2014/main" id="{7BEB6803-DFB1-4422-B5E0-3A8EFFAF708D}"/>
              </a:ext>
            </a:extLst>
          </p:cNvPr>
          <p:cNvSpPr>
            <a:spLocks noGrp="1"/>
          </p:cNvSpPr>
          <p:nvPr/>
        </p:nvSpPr>
        <p:spPr>
          <a:xfrm>
            <a:off x="13449300" y="7742007"/>
            <a:ext cx="275844" cy="95"/>
          </a:xfrm>
          <a:prstGeom prst="line">
            <a:avLst/>
          </a:prstGeom>
          <a:noFill/>
          <a:ln w="21908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weekly-to-snapshot-head-153">
            <a:extLst>
              <a:ext uri="{FF2B5EF4-FFF2-40B4-BE49-F238E27FC236}">
                <a16:creationId xmlns:a16="http://schemas.microsoft.com/office/drawing/2014/main" id="{CD241AE6-101F-4380-AE4A-6ECF28A1B253}"/>
              </a:ext>
            </a:extLst>
          </p:cNvPr>
          <p:cNvSpPr>
            <a:spLocks noGrp="1"/>
          </p:cNvSpPr>
          <p:nvPr/>
        </p:nvSpPr>
        <p:spPr>
          <a:xfrm rot="5400000">
            <a:off x="13703808" y="7665807"/>
            <a:ext cx="152400" cy="15240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weekly-step-1-line-154">
            <a:extLst>
              <a:ext uri="{FF2B5EF4-FFF2-40B4-BE49-F238E27FC236}">
                <a16:creationId xmlns:a16="http://schemas.microsoft.com/office/drawing/2014/main" id="{AE4F8E14-55C5-43CC-A7DC-CA70E9FC91ED}"/>
              </a:ext>
            </a:extLst>
          </p:cNvPr>
          <p:cNvSpPr>
            <a:spLocks noGrp="1"/>
          </p:cNvSpPr>
          <p:nvPr/>
        </p:nvSpPr>
        <p:spPr>
          <a:xfrm>
            <a:off x="9286875" y="7780107"/>
            <a:ext cx="73533" cy="95"/>
          </a:xfrm>
          <a:prstGeom prst="line">
            <a:avLst/>
          </a:prstGeom>
          <a:noFill/>
          <a:ln w="1714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weekly-step-1-head-155">
            <a:extLst>
              <a:ext uri="{FF2B5EF4-FFF2-40B4-BE49-F238E27FC236}">
                <a16:creationId xmlns:a16="http://schemas.microsoft.com/office/drawing/2014/main" id="{06681387-8B27-4F6E-835B-34B53838B2B0}"/>
              </a:ext>
            </a:extLst>
          </p:cNvPr>
          <p:cNvSpPr>
            <a:spLocks noGrp="1"/>
          </p:cNvSpPr>
          <p:nvPr/>
        </p:nvSpPr>
        <p:spPr>
          <a:xfrm rot="5400000">
            <a:off x="9344406" y="7722957"/>
            <a:ext cx="114300" cy="11430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weekly-step-2-line-156">
            <a:extLst>
              <a:ext uri="{FF2B5EF4-FFF2-40B4-BE49-F238E27FC236}">
                <a16:creationId xmlns:a16="http://schemas.microsoft.com/office/drawing/2014/main" id="{30A2BF47-0D46-492C-A9F8-02AB2CDD2550}"/>
              </a:ext>
            </a:extLst>
          </p:cNvPr>
          <p:cNvSpPr>
            <a:spLocks noGrp="1"/>
          </p:cNvSpPr>
          <p:nvPr/>
        </p:nvSpPr>
        <p:spPr>
          <a:xfrm>
            <a:off x="10591800" y="7780107"/>
            <a:ext cx="73533" cy="95"/>
          </a:xfrm>
          <a:prstGeom prst="line">
            <a:avLst/>
          </a:prstGeom>
          <a:noFill/>
          <a:ln w="1714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weekly-step-2-head-157">
            <a:extLst>
              <a:ext uri="{FF2B5EF4-FFF2-40B4-BE49-F238E27FC236}">
                <a16:creationId xmlns:a16="http://schemas.microsoft.com/office/drawing/2014/main" id="{0B2CC59A-B519-4C0C-BCBC-7377B88B15C2}"/>
              </a:ext>
            </a:extLst>
          </p:cNvPr>
          <p:cNvSpPr>
            <a:spLocks noGrp="1"/>
          </p:cNvSpPr>
          <p:nvPr/>
        </p:nvSpPr>
        <p:spPr>
          <a:xfrm rot="5400000">
            <a:off x="10649331" y="7722957"/>
            <a:ext cx="114300" cy="11430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weekly-step-3-line-158">
            <a:extLst>
              <a:ext uri="{FF2B5EF4-FFF2-40B4-BE49-F238E27FC236}">
                <a16:creationId xmlns:a16="http://schemas.microsoft.com/office/drawing/2014/main" id="{6117F549-98BF-4A12-B9D8-394617A8CACB}"/>
              </a:ext>
            </a:extLst>
          </p:cNvPr>
          <p:cNvSpPr>
            <a:spLocks noGrp="1"/>
          </p:cNvSpPr>
          <p:nvPr/>
        </p:nvSpPr>
        <p:spPr>
          <a:xfrm>
            <a:off x="11896725" y="7780107"/>
            <a:ext cx="73533" cy="95"/>
          </a:xfrm>
          <a:prstGeom prst="line">
            <a:avLst/>
          </a:prstGeom>
          <a:noFill/>
          <a:ln w="1714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weekly-step-3-head-159">
            <a:extLst>
              <a:ext uri="{FF2B5EF4-FFF2-40B4-BE49-F238E27FC236}">
                <a16:creationId xmlns:a16="http://schemas.microsoft.com/office/drawing/2014/main" id="{E9F94774-1C21-43ED-9F8F-71D10C3C073D}"/>
              </a:ext>
            </a:extLst>
          </p:cNvPr>
          <p:cNvSpPr>
            <a:spLocks noGrp="1"/>
          </p:cNvSpPr>
          <p:nvPr/>
        </p:nvSpPr>
        <p:spPr>
          <a:xfrm rot="5400000">
            <a:off x="11954256" y="7722957"/>
            <a:ext cx="114300" cy="114300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stage-feedback-down-160">
            <a:extLst>
              <a:ext uri="{FF2B5EF4-FFF2-40B4-BE49-F238E27FC236}">
                <a16:creationId xmlns:a16="http://schemas.microsoft.com/office/drawing/2014/main" id="{BD1CB796-6F47-445A-8733-238A1920DD2B}"/>
              </a:ext>
            </a:extLst>
          </p:cNvPr>
          <p:cNvSpPr>
            <a:spLocks noGrp="1"/>
          </p:cNvSpPr>
          <p:nvPr/>
        </p:nvSpPr>
        <p:spPr>
          <a:xfrm>
            <a:off x="14859000" y="8437332"/>
            <a:ext cx="95" cy="428625"/>
          </a:xfrm>
          <a:prstGeom prst="line">
            <a:avLst/>
          </a:prstGeom>
          <a:noFill/>
          <a:ln w="17145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stage-feedback-back-161">
            <a:extLst>
              <a:ext uri="{FF2B5EF4-FFF2-40B4-BE49-F238E27FC236}">
                <a16:creationId xmlns:a16="http://schemas.microsoft.com/office/drawing/2014/main" id="{FA4A2A5F-8F4F-4246-806A-820584403665}"/>
              </a:ext>
            </a:extLst>
          </p:cNvPr>
          <p:cNvSpPr>
            <a:spLocks noGrp="1"/>
          </p:cNvSpPr>
          <p:nvPr/>
        </p:nvSpPr>
        <p:spPr>
          <a:xfrm>
            <a:off x="6334125" y="8865957"/>
            <a:ext cx="8524875" cy="95"/>
          </a:xfrm>
          <a:prstGeom prst="line">
            <a:avLst/>
          </a:prstGeom>
          <a:noFill/>
          <a:ln w="17145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stage-feedback-up-162">
            <a:extLst>
              <a:ext uri="{FF2B5EF4-FFF2-40B4-BE49-F238E27FC236}">
                <a16:creationId xmlns:a16="http://schemas.microsoft.com/office/drawing/2014/main" id="{395D8998-5651-4920-A1B9-D506E7ED9DD7}"/>
              </a:ext>
            </a:extLst>
          </p:cNvPr>
          <p:cNvSpPr>
            <a:spLocks noGrp="1"/>
          </p:cNvSpPr>
          <p:nvPr/>
        </p:nvSpPr>
        <p:spPr>
          <a:xfrm flipV="1">
            <a:off x="6334126" y="8648937"/>
            <a:ext cx="0" cy="217019"/>
          </a:xfrm>
          <a:prstGeom prst="line">
            <a:avLst/>
          </a:prstGeom>
          <a:noFill/>
          <a:ln w="17145">
            <a:solidFill>
              <a:srgbClr val="858585"/>
            </a:solidFill>
            <a:prstDash val="dash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stage-feedback-head-163">
            <a:extLst>
              <a:ext uri="{FF2B5EF4-FFF2-40B4-BE49-F238E27FC236}">
                <a16:creationId xmlns:a16="http://schemas.microsoft.com/office/drawing/2014/main" id="{F21549B9-772A-4CAF-B95D-E1A9B1869E1A}"/>
              </a:ext>
            </a:extLst>
          </p:cNvPr>
          <p:cNvSpPr>
            <a:spLocks noGrp="1"/>
          </p:cNvSpPr>
          <p:nvPr/>
        </p:nvSpPr>
        <p:spPr>
          <a:xfrm>
            <a:off x="6267450" y="8540348"/>
            <a:ext cx="133350" cy="133350"/>
          </a:xfrm>
          <a:prstGeom prst="triangle">
            <a:avLst/>
          </a:prstGeom>
          <a:solidFill>
            <a:srgbClr val="858585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stage-feedback-label-bg-164">
            <a:extLst>
              <a:ext uri="{FF2B5EF4-FFF2-40B4-BE49-F238E27FC236}">
                <a16:creationId xmlns:a16="http://schemas.microsoft.com/office/drawing/2014/main" id="{2513FEE4-F05F-4E02-915F-1D064A77042E}"/>
              </a:ext>
            </a:extLst>
          </p:cNvPr>
          <p:cNvSpPr>
            <a:spLocks noGrp="1"/>
          </p:cNvSpPr>
          <p:nvPr/>
        </p:nvSpPr>
        <p:spPr>
          <a:xfrm>
            <a:off x="8905875" y="8732607"/>
            <a:ext cx="3524250" cy="257175"/>
          </a:xfrm>
          <a:prstGeom prst="roundRect">
            <a:avLst>
              <a:gd name="adj" fmla="val 48148"/>
            </a:avLst>
          </a:prstGeom>
          <a:solidFill>
            <a:srgbClr val="FBFBF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stage-feedback-label-165">
            <a:extLst>
              <a:ext uri="{FF2B5EF4-FFF2-40B4-BE49-F238E27FC236}">
                <a16:creationId xmlns:a16="http://schemas.microsoft.com/office/drawing/2014/main" id="{4ABE30B2-7452-4AB3-98B3-64A5300EEC18}"/>
              </a:ext>
            </a:extLst>
          </p:cNvPr>
          <p:cNvSpPr>
            <a:spLocks noGrp="1"/>
          </p:cNvSpPr>
          <p:nvPr/>
        </p:nvSpPr>
        <p:spPr>
          <a:xfrm>
            <a:off x="8953500" y="8732607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50" b="0" i="0">
                <a:solidFill>
                  <a:srgbClr val="777C82"/>
                </a:solidFill>
                <a:latin typeface="Songti SC"/>
                <a:ea typeface="Songti SC"/>
                <a:cs typeface="Songti SC"/>
              </a:defRPr>
            </a:pPr>
            <a:r>
              <a:rPr sz="1600" b="0" i="0" dirty="0" err="1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阶段</a:t>
            </a:r>
            <a:r>
              <a:rPr sz="1600" b="0" i="0" dirty="0">
                <a:solidFill>
                  <a:srgbClr val="777C82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 k + 1：更新当期推广策略并继续推进</a:t>
            </a:r>
          </a:p>
        </p:txBody>
      </p:sp>
      <p:sp>
        <p:nvSpPr>
          <p:cNvPr id="166" name="output-card-1-166">
            <a:extLst>
              <a:ext uri="{FF2B5EF4-FFF2-40B4-BE49-F238E27FC236}">
                <a16:creationId xmlns:a16="http://schemas.microsoft.com/office/drawing/2014/main" id="{A7EAD253-A872-4257-86D9-B397F9296B5B}"/>
              </a:ext>
            </a:extLst>
          </p:cNvPr>
          <p:cNvSpPr>
            <a:spLocks noGrp="1"/>
          </p:cNvSpPr>
          <p:nvPr/>
        </p:nvSpPr>
        <p:spPr>
          <a:xfrm>
            <a:off x="17459325" y="3428324"/>
            <a:ext cx="2895600" cy="1257300"/>
          </a:xfrm>
          <a:prstGeom prst="roundRect">
            <a:avLst>
              <a:gd name="adj" fmla="val 9091"/>
            </a:avLst>
          </a:prstGeom>
          <a:solidFill>
            <a:srgbClr val="EAF4E5"/>
          </a:solidFill>
          <a:ln w="13335">
            <a:solidFill>
              <a:srgbClr val="86B9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output-card-1-badge-167">
            <a:extLst>
              <a:ext uri="{FF2B5EF4-FFF2-40B4-BE49-F238E27FC236}">
                <a16:creationId xmlns:a16="http://schemas.microsoft.com/office/drawing/2014/main" id="{D7E3A5E5-8460-47A6-87FC-6AD34D285F77}"/>
              </a:ext>
            </a:extLst>
          </p:cNvPr>
          <p:cNvSpPr>
            <a:spLocks noGrp="1"/>
          </p:cNvSpPr>
          <p:nvPr/>
        </p:nvSpPr>
        <p:spPr>
          <a:xfrm>
            <a:off x="17621250" y="3580724"/>
            <a:ext cx="400050" cy="400050"/>
          </a:xfrm>
          <a:prstGeom prst="ellipse">
            <a:avLst/>
          </a:prstGeom>
          <a:solidFill>
            <a:srgbClr val="65B43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output-card-1-badge-text-168">
            <a:extLst>
              <a:ext uri="{FF2B5EF4-FFF2-40B4-BE49-F238E27FC236}">
                <a16:creationId xmlns:a16="http://schemas.microsoft.com/office/drawing/2014/main" id="{D0F42F6E-802C-42A1-973D-0D2F10A18E20}"/>
              </a:ext>
            </a:extLst>
          </p:cNvPr>
          <p:cNvSpPr>
            <a:spLocks noGrp="1"/>
          </p:cNvSpPr>
          <p:nvPr/>
        </p:nvSpPr>
        <p:spPr>
          <a:xfrm>
            <a:off x="17621250" y="3580724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1275" b="1" i="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1</a:t>
            </a:r>
            <a:endParaRPr sz="1275" b="1" i="0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69" name="output-card-1-title-169">
            <a:extLst>
              <a:ext uri="{FF2B5EF4-FFF2-40B4-BE49-F238E27FC236}">
                <a16:creationId xmlns:a16="http://schemas.microsoft.com/office/drawing/2014/main" id="{5EC87F26-5828-4EB0-9DCD-A537CEBCEDF3}"/>
              </a:ext>
            </a:extLst>
          </p:cNvPr>
          <p:cNvSpPr>
            <a:spLocks noGrp="1"/>
          </p:cNvSpPr>
          <p:nvPr/>
        </p:nvSpPr>
        <p:spPr>
          <a:xfrm>
            <a:off x="17984915" y="3571199"/>
            <a:ext cx="184442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用户采纳率</a:t>
            </a:r>
            <a:endParaRPr sz="2000" b="1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70" name="output-card-1-line-1-170">
            <a:extLst>
              <a:ext uri="{FF2B5EF4-FFF2-40B4-BE49-F238E27FC236}">
                <a16:creationId xmlns:a16="http://schemas.microsoft.com/office/drawing/2014/main" id="{FE79E3A9-1FCD-438E-AB68-2C8504428CA3}"/>
              </a:ext>
            </a:extLst>
          </p:cNvPr>
          <p:cNvSpPr>
            <a:spLocks noGrp="1"/>
          </p:cNvSpPr>
          <p:nvPr/>
        </p:nvSpPr>
        <p:spPr>
          <a:xfrm>
            <a:off x="17621250" y="4085549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当前订阅者</a:t>
            </a:r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占比</a:t>
            </a:r>
          </a:p>
        </p:txBody>
      </p:sp>
      <p:sp>
        <p:nvSpPr>
          <p:cNvPr id="172" name="output-card-2-172">
            <a:extLst>
              <a:ext uri="{FF2B5EF4-FFF2-40B4-BE49-F238E27FC236}">
                <a16:creationId xmlns:a16="http://schemas.microsoft.com/office/drawing/2014/main" id="{1A0FE549-C586-4C6F-B173-FE64E781BAC9}"/>
              </a:ext>
            </a:extLst>
          </p:cNvPr>
          <p:cNvSpPr>
            <a:spLocks noGrp="1"/>
          </p:cNvSpPr>
          <p:nvPr/>
        </p:nvSpPr>
        <p:spPr>
          <a:xfrm>
            <a:off x="17459325" y="4914224"/>
            <a:ext cx="2895600" cy="1257300"/>
          </a:xfrm>
          <a:prstGeom prst="roundRect">
            <a:avLst>
              <a:gd name="adj" fmla="val 9091"/>
            </a:avLst>
          </a:prstGeom>
          <a:solidFill>
            <a:srgbClr val="EAF4E5"/>
          </a:solidFill>
          <a:ln w="13335">
            <a:solidFill>
              <a:srgbClr val="86B9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output-card-2-badge-173">
            <a:extLst>
              <a:ext uri="{FF2B5EF4-FFF2-40B4-BE49-F238E27FC236}">
                <a16:creationId xmlns:a16="http://schemas.microsoft.com/office/drawing/2014/main" id="{25090132-5080-4E4D-933D-1F52C93C13A7}"/>
              </a:ext>
            </a:extLst>
          </p:cNvPr>
          <p:cNvSpPr>
            <a:spLocks noGrp="1"/>
          </p:cNvSpPr>
          <p:nvPr/>
        </p:nvSpPr>
        <p:spPr>
          <a:xfrm>
            <a:off x="17621250" y="5066624"/>
            <a:ext cx="400050" cy="400050"/>
          </a:xfrm>
          <a:prstGeom prst="ellipse">
            <a:avLst/>
          </a:prstGeom>
          <a:solidFill>
            <a:srgbClr val="65B43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output-card-2-badge-text-174">
            <a:extLst>
              <a:ext uri="{FF2B5EF4-FFF2-40B4-BE49-F238E27FC236}">
                <a16:creationId xmlns:a16="http://schemas.microsoft.com/office/drawing/2014/main" id="{434FE159-DA0D-48B4-9EBF-6EC4848F91F5}"/>
              </a:ext>
            </a:extLst>
          </p:cNvPr>
          <p:cNvSpPr>
            <a:spLocks noGrp="1"/>
          </p:cNvSpPr>
          <p:nvPr/>
        </p:nvSpPr>
        <p:spPr>
          <a:xfrm>
            <a:off x="17621250" y="5066624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1275" b="1" i="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2</a:t>
            </a:r>
            <a:endParaRPr sz="1275" b="1" i="0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75" name="output-card-2-title-175">
            <a:extLst>
              <a:ext uri="{FF2B5EF4-FFF2-40B4-BE49-F238E27FC236}">
                <a16:creationId xmlns:a16="http://schemas.microsoft.com/office/drawing/2014/main" id="{0687C076-B5E2-4631-9A29-62598508D0B8}"/>
              </a:ext>
            </a:extLst>
          </p:cNvPr>
          <p:cNvSpPr>
            <a:spLocks noGrp="1"/>
          </p:cNvSpPr>
          <p:nvPr/>
        </p:nvSpPr>
        <p:spPr>
          <a:xfrm>
            <a:off x="18097500" y="5057099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平台净收入</a:t>
            </a:r>
            <a:endParaRPr sz="2000" b="1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76" name="output-card-2-line-1-176">
            <a:extLst>
              <a:ext uri="{FF2B5EF4-FFF2-40B4-BE49-F238E27FC236}">
                <a16:creationId xmlns:a16="http://schemas.microsoft.com/office/drawing/2014/main" id="{A2B09F8E-773A-4966-B365-0EA4BD3CBC1A}"/>
              </a:ext>
            </a:extLst>
          </p:cNvPr>
          <p:cNvSpPr>
            <a:spLocks noGrp="1"/>
          </p:cNvSpPr>
          <p:nvPr/>
        </p:nvSpPr>
        <p:spPr>
          <a:xfrm>
            <a:off x="17621250" y="5482887"/>
            <a:ext cx="2571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订阅收入</a:t>
            </a:r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减</a:t>
            </a:r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服务成本</a:t>
            </a:r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减营销支出</a:t>
            </a:r>
            <a:endParaRPr kumimoji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output-card-3-178">
            <a:extLst>
              <a:ext uri="{FF2B5EF4-FFF2-40B4-BE49-F238E27FC236}">
                <a16:creationId xmlns:a16="http://schemas.microsoft.com/office/drawing/2014/main" id="{576BD6BE-BA63-4BB3-91DC-06E604D4A44C}"/>
              </a:ext>
            </a:extLst>
          </p:cNvPr>
          <p:cNvSpPr>
            <a:spLocks noGrp="1"/>
          </p:cNvSpPr>
          <p:nvPr/>
        </p:nvSpPr>
        <p:spPr>
          <a:xfrm>
            <a:off x="17459325" y="6400124"/>
            <a:ext cx="2895600" cy="1257300"/>
          </a:xfrm>
          <a:prstGeom prst="roundRect">
            <a:avLst>
              <a:gd name="adj" fmla="val 9091"/>
            </a:avLst>
          </a:prstGeom>
          <a:solidFill>
            <a:srgbClr val="EAF4E5"/>
          </a:solidFill>
          <a:ln w="13335">
            <a:solidFill>
              <a:srgbClr val="86B9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output-card-3-badge-179">
            <a:extLst>
              <a:ext uri="{FF2B5EF4-FFF2-40B4-BE49-F238E27FC236}">
                <a16:creationId xmlns:a16="http://schemas.microsoft.com/office/drawing/2014/main" id="{CF32CD53-E01A-4912-950B-EBF90126854F}"/>
              </a:ext>
            </a:extLst>
          </p:cNvPr>
          <p:cNvSpPr>
            <a:spLocks noGrp="1"/>
          </p:cNvSpPr>
          <p:nvPr/>
        </p:nvSpPr>
        <p:spPr>
          <a:xfrm>
            <a:off x="17621250" y="6552524"/>
            <a:ext cx="400050" cy="400050"/>
          </a:xfrm>
          <a:prstGeom prst="ellipse">
            <a:avLst/>
          </a:prstGeom>
          <a:solidFill>
            <a:srgbClr val="65B43B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output-card-3-badge-text-180">
            <a:extLst>
              <a:ext uri="{FF2B5EF4-FFF2-40B4-BE49-F238E27FC236}">
                <a16:creationId xmlns:a16="http://schemas.microsoft.com/office/drawing/2014/main" id="{943C9569-C510-41DC-8BB1-17AD6DC4C8D5}"/>
              </a:ext>
            </a:extLst>
          </p:cNvPr>
          <p:cNvSpPr>
            <a:spLocks noGrp="1"/>
          </p:cNvSpPr>
          <p:nvPr/>
        </p:nvSpPr>
        <p:spPr>
          <a:xfrm>
            <a:off x="17621250" y="6552524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zh-CN" sz="1275" b="1" i="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3</a:t>
            </a:r>
            <a:endParaRPr sz="1275" b="1" i="0" dirty="0">
              <a:solidFill>
                <a:srgbClr val="FFFFFF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81" name="output-card-3-title-181">
            <a:extLst>
              <a:ext uri="{FF2B5EF4-FFF2-40B4-BE49-F238E27FC236}">
                <a16:creationId xmlns:a16="http://schemas.microsoft.com/office/drawing/2014/main" id="{F2C234A4-5EC4-4919-BF29-A48E3EE85D36}"/>
              </a:ext>
            </a:extLst>
          </p:cNvPr>
          <p:cNvSpPr>
            <a:spLocks noGrp="1"/>
          </p:cNvSpPr>
          <p:nvPr/>
        </p:nvSpPr>
        <p:spPr>
          <a:xfrm>
            <a:off x="18097500" y="6542999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dirty="0" err="1">
                <a:solidFill>
                  <a:srgbClr val="3F8521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碳减排</a:t>
            </a:r>
            <a:endParaRPr sz="2000" b="1" dirty="0">
              <a:solidFill>
                <a:srgbClr val="3F8521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182" name="output-card-3-line-1-182">
            <a:extLst>
              <a:ext uri="{FF2B5EF4-FFF2-40B4-BE49-F238E27FC236}">
                <a16:creationId xmlns:a16="http://schemas.microsoft.com/office/drawing/2014/main" id="{F39F2FDE-9970-42DF-9EE6-1F411CBE88C5}"/>
              </a:ext>
            </a:extLst>
          </p:cNvPr>
          <p:cNvSpPr>
            <a:spLocks noGrp="1"/>
          </p:cNvSpPr>
          <p:nvPr/>
        </p:nvSpPr>
        <p:spPr>
          <a:xfrm>
            <a:off x="17621250" y="7057349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私家车出行转向MaaS</a:t>
            </a:r>
            <a:endParaRPr kumimoji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output-card-3-line-2-183">
            <a:extLst>
              <a:ext uri="{FF2B5EF4-FFF2-40B4-BE49-F238E27FC236}">
                <a16:creationId xmlns:a16="http://schemas.microsoft.com/office/drawing/2014/main" id="{B13F9B7E-547F-4145-A8C0-27CD9687C066}"/>
              </a:ext>
            </a:extLst>
          </p:cNvPr>
          <p:cNvSpPr>
            <a:spLocks noGrp="1"/>
          </p:cNvSpPr>
          <p:nvPr/>
        </p:nvSpPr>
        <p:spPr>
          <a:xfrm>
            <a:off x="17621250" y="7295474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dirty="0" err="1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的累计减排</a:t>
            </a:r>
            <a:endParaRPr kumimoji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7" name="右箭头 186">
            <a:extLst>
              <a:ext uri="{FF2B5EF4-FFF2-40B4-BE49-F238E27FC236}">
                <a16:creationId xmlns:a16="http://schemas.microsoft.com/office/drawing/2014/main" id="{97A98D7A-D14B-725D-0C6C-D927396030AA}"/>
              </a:ext>
            </a:extLst>
          </p:cNvPr>
          <p:cNvSpPr/>
          <p:nvPr/>
        </p:nvSpPr>
        <p:spPr>
          <a:xfrm>
            <a:off x="4146115" y="4313540"/>
            <a:ext cx="425885" cy="668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右箭头 187">
            <a:extLst>
              <a:ext uri="{FF2B5EF4-FFF2-40B4-BE49-F238E27FC236}">
                <a16:creationId xmlns:a16="http://schemas.microsoft.com/office/drawing/2014/main" id="{BBAD90BF-B004-802B-330A-8046FAB52126}"/>
              </a:ext>
            </a:extLst>
          </p:cNvPr>
          <p:cNvSpPr/>
          <p:nvPr/>
        </p:nvSpPr>
        <p:spPr>
          <a:xfrm>
            <a:off x="16621125" y="4384025"/>
            <a:ext cx="425885" cy="668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5E49A971-6CF6-F36B-6A8F-BAA23EFED824}"/>
              </a:ext>
            </a:extLst>
          </p:cNvPr>
          <p:cNvSpPr txBox="1"/>
          <p:nvPr/>
        </p:nvSpPr>
        <p:spPr>
          <a:xfrm>
            <a:off x="740353" y="1541098"/>
            <a:ext cx="2796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智能体数据</a:t>
            </a: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09BD6D0-E91B-37C5-9185-D6DFE48B80F7}"/>
              </a:ext>
            </a:extLst>
          </p:cNvPr>
          <p:cNvSpPr txBox="1"/>
          <p:nvPr/>
        </p:nvSpPr>
        <p:spPr>
          <a:xfrm>
            <a:off x="716108" y="3569625"/>
            <a:ext cx="2796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行为与扩散参数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FC2561E-84A4-DAD8-D22A-635D6D9EB5FB}"/>
              </a:ext>
            </a:extLst>
          </p:cNvPr>
          <p:cNvSpPr txBox="1"/>
          <p:nvPr/>
        </p:nvSpPr>
        <p:spPr>
          <a:xfrm>
            <a:off x="709180" y="5573221"/>
            <a:ext cx="2796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动态推广策略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1FE5F3EF-5407-F180-E910-17995B683953}"/>
              </a:ext>
            </a:extLst>
          </p:cNvPr>
          <p:cNvSpPr txBox="1"/>
          <p:nvPr/>
        </p:nvSpPr>
        <p:spPr>
          <a:xfrm>
            <a:off x="773690" y="7679374"/>
            <a:ext cx="2796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463" b="1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目标核算参数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34AE9D3F-D590-3BCF-32F5-9827556DA494}"/>
              </a:ext>
            </a:extLst>
          </p:cNvPr>
          <p:cNvSpPr txBox="1"/>
          <p:nvPr/>
        </p:nvSpPr>
        <p:spPr>
          <a:xfrm>
            <a:off x="5372100" y="1130012"/>
            <a:ext cx="10479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171717"/>
                </a:solidFill>
                <a:latin typeface="Songti SC"/>
                <a:ea typeface="Songti SC"/>
                <a:cs typeface="Songti SC"/>
              </a:defRPr>
            </a:pPr>
            <a:r>
              <a:rPr lang="en-US" altLang="zh-CN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年规划期：</a:t>
            </a:r>
            <a:r>
              <a:rPr lang="en-US" altLang="zh-CN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个半年策略阶段（</a:t>
            </a:r>
            <a:r>
              <a:rPr lang="en" altLang="zh-CN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k = 1, …, 6</a:t>
            </a:r>
            <a:r>
              <a:rPr lang="zh-CN" altLang="en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）</a:t>
            </a:r>
            <a:r>
              <a:rPr lang="en" altLang="zh-CN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× </a:t>
            </a:r>
            <a:r>
              <a:rPr lang="zh-CN" altLang="en-US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每阶段</a:t>
            </a:r>
            <a:r>
              <a:rPr lang="en-US" altLang="zh-CN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26</a:t>
            </a:r>
            <a:r>
              <a:rPr lang="zh-CN" altLang="en-US" sz="2000" dirty="0">
                <a:solidFill>
                  <a:srgbClr val="171717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周</a:t>
            </a:r>
          </a:p>
        </p:txBody>
      </p:sp>
      <p:sp>
        <p:nvSpPr>
          <p:cNvPr id="200" name="mechanism-card-1-line-2-061">
            <a:extLst>
              <a:ext uri="{FF2B5EF4-FFF2-40B4-BE49-F238E27FC236}">
                <a16:creationId xmlns:a16="http://schemas.microsoft.com/office/drawing/2014/main" id="{A01996BB-63E5-6428-2A3C-F9FA823B396A}"/>
              </a:ext>
            </a:extLst>
          </p:cNvPr>
          <p:cNvSpPr>
            <a:spLocks noGrp="1"/>
          </p:cNvSpPr>
          <p:nvPr/>
        </p:nvSpPr>
        <p:spPr>
          <a:xfrm>
            <a:off x="5381625" y="3230653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未认知状态→已认知状态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2E73D1F-B0B6-D6A5-B3FB-8005F6148FB0}"/>
              </a:ext>
            </a:extLst>
          </p:cNvPr>
          <p:cNvSpPr txBox="1"/>
          <p:nvPr/>
        </p:nvSpPr>
        <p:spPr>
          <a:xfrm>
            <a:off x="5934075" y="2531288"/>
            <a:ext cx="166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MaaS</a:t>
            </a:r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认知扩散</a:t>
            </a: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EA8CFB8F-F506-D9C7-AAE7-0347BA1005D5}"/>
              </a:ext>
            </a:extLst>
          </p:cNvPr>
          <p:cNvSpPr txBox="1"/>
          <p:nvPr/>
        </p:nvSpPr>
        <p:spPr>
          <a:xfrm>
            <a:off x="9489900" y="2508246"/>
            <a:ext cx="194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多阶段采纳决策</a:t>
            </a:r>
          </a:p>
        </p:txBody>
      </p:sp>
      <p:sp>
        <p:nvSpPr>
          <p:cNvPr id="203" name="mechanism-card-1-line-2-061">
            <a:extLst>
              <a:ext uri="{FF2B5EF4-FFF2-40B4-BE49-F238E27FC236}">
                <a16:creationId xmlns:a16="http://schemas.microsoft.com/office/drawing/2014/main" id="{B91C21B2-65C5-CD11-CE8F-3E4826B3E2FC}"/>
              </a:ext>
            </a:extLst>
          </p:cNvPr>
          <p:cNvSpPr>
            <a:spLocks noGrp="1"/>
          </p:cNvSpPr>
          <p:nvPr/>
        </p:nvSpPr>
        <p:spPr>
          <a:xfrm>
            <a:off x="8929687" y="3208107"/>
            <a:ext cx="2809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400" dirty="0">
                <a:solidFill>
                  <a:srgbClr val="555A60"/>
                </a:solidFill>
                <a:latin typeface="Times New Roman" panose="02020603050405020304" pitchFamily="18" charset="0"/>
                <a:ea typeface="Songti SC"/>
                <a:cs typeface="Times New Roman" panose="02020603050405020304" pitchFamily="18" charset="0"/>
              </a:rPr>
              <a:t>已认知状态→试用中状态→已订阅状态</a:t>
            </a:r>
            <a:endParaRPr sz="1400" b="0" i="0" dirty="0">
              <a:solidFill>
                <a:srgbClr val="555A60"/>
              </a:solidFill>
              <a:latin typeface="Times New Roman" panose="02020603050405020304" pitchFamily="18" charset="0"/>
              <a:ea typeface="Songti SC"/>
              <a:cs typeface="Times New Roman" panose="02020603050405020304" pitchFamily="18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CA0185CD-2A54-E026-DF1F-1F50739E48E9}"/>
              </a:ext>
            </a:extLst>
          </p:cNvPr>
          <p:cNvSpPr txBox="1"/>
          <p:nvPr/>
        </p:nvSpPr>
        <p:spPr>
          <a:xfrm>
            <a:off x="12956999" y="2515151"/>
            <a:ext cx="194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用户留存与流失</a:t>
            </a: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09B67E9D-EEC6-BF8F-1605-FC51B83A3EC9}"/>
              </a:ext>
            </a:extLst>
          </p:cNvPr>
          <p:cNvSpPr txBox="1"/>
          <p:nvPr/>
        </p:nvSpPr>
        <p:spPr>
          <a:xfrm>
            <a:off x="5182014" y="3967768"/>
            <a:ext cx="265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用户状态相互转化过程</a:t>
            </a: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1CE1B406-F6F7-C416-4A60-27A2EC5C54F9}"/>
              </a:ext>
            </a:extLst>
          </p:cNvPr>
          <p:cNvSpPr txBox="1"/>
          <p:nvPr/>
        </p:nvSpPr>
        <p:spPr>
          <a:xfrm>
            <a:off x="11053764" y="5294838"/>
            <a:ext cx="3003801" cy="58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buNone/>
              <a:defRPr sz="1600" b="0" i="0">
                <a:solidFill>
                  <a:srgbClr val="555A60"/>
                </a:solidFill>
                <a:latin typeface="Songti SC"/>
                <a:ea typeface="Songti SC"/>
                <a:cs typeface="Songti SC"/>
              </a:defRPr>
            </a:lvl1pPr>
          </a:lstStyle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重新开始试用（试用次数清零）</a:t>
            </a:r>
          </a:p>
        </p:txBody>
      </p:sp>
      <p:sp>
        <p:nvSpPr>
          <p:cNvPr id="207" name="agent-to-simulation-line-011">
            <a:extLst>
              <a:ext uri="{FF2B5EF4-FFF2-40B4-BE49-F238E27FC236}">
                <a16:creationId xmlns:a16="http://schemas.microsoft.com/office/drawing/2014/main" id="{288D7296-F803-B676-2421-0A58AD440F20}"/>
              </a:ext>
            </a:extLst>
          </p:cNvPr>
          <p:cNvSpPr>
            <a:spLocks noGrp="1"/>
          </p:cNvSpPr>
          <p:nvPr/>
        </p:nvSpPr>
        <p:spPr>
          <a:xfrm>
            <a:off x="10548938" y="3732272"/>
            <a:ext cx="0" cy="147121"/>
          </a:xfrm>
          <a:prstGeom prst="line">
            <a:avLst/>
          </a:prstGeom>
          <a:noFill/>
          <a:ln w="20955">
            <a:solidFill>
              <a:srgbClr val="414141"/>
            </a:solidFill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agent-to-simulation-head-012">
            <a:extLst>
              <a:ext uri="{FF2B5EF4-FFF2-40B4-BE49-F238E27FC236}">
                <a16:creationId xmlns:a16="http://schemas.microsoft.com/office/drawing/2014/main" id="{33F84210-12F5-75B9-F6C3-38EC54B3C0F5}"/>
              </a:ext>
            </a:extLst>
          </p:cNvPr>
          <p:cNvSpPr>
            <a:spLocks noGrp="1"/>
          </p:cNvSpPr>
          <p:nvPr/>
        </p:nvSpPr>
        <p:spPr>
          <a:xfrm rot="10800000">
            <a:off x="10487025" y="3790032"/>
            <a:ext cx="123825" cy="123825"/>
          </a:xfrm>
          <a:prstGeom prst="triangle">
            <a:avLst/>
          </a:prstGeom>
          <a:solidFill>
            <a:srgbClr val="414141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2937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330</Words>
  <Application>Microsoft Macintosh PowerPoint</Application>
  <DocSecurity>0</DocSecurity>
  <PresentationFormat>自定义</PresentationFormat>
  <Paragraphs>82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赫 郝</cp:lastModifiedBy>
  <cp:revision>2</cp:revision>
  <dcterms:created xsi:type="dcterms:W3CDTF">2026-08-11T03:54:34Z</dcterms:created>
  <dcterms:modified xsi:type="dcterms:W3CDTF">2026-08-11T07:32:20Z</dcterms:modified>
</cp:coreProperties>
</file>