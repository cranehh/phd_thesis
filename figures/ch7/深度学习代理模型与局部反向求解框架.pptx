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14630400" cy="97536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7811505-07ED-C149-A584-E474562EA434}" v="14" dt="2026-08-11T08:57:43.78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>
        <p:scale>
          <a:sx n="90" d="100"/>
          <a:sy n="90" d="100"/>
        </p:scale>
        <p:origin x="144" y="-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赫 郝" userId="eac1196edf7977d1" providerId="LiveId" clId="{06512E50-0563-545E-8A2D-AA85B947D58D}"/>
    <pc:docChg chg="undo custSel modSld">
      <pc:chgData name="赫 郝" userId="eac1196edf7977d1" providerId="LiveId" clId="{06512E50-0563-545E-8A2D-AA85B947D58D}" dt="2026-08-11T08:57:46.702" v="1344" actId="20577"/>
      <pc:docMkLst>
        <pc:docMk/>
      </pc:docMkLst>
      <pc:sldChg chg="addSp delSp modSp mod">
        <pc:chgData name="赫 郝" userId="eac1196edf7977d1" providerId="LiveId" clId="{06512E50-0563-545E-8A2D-AA85B947D58D}" dt="2026-08-11T08:57:46.702" v="1344" actId="20577"/>
        <pc:sldMkLst>
          <pc:docMk/>
          <pc:sldMk cId="1787457782" sldId="256"/>
        </pc:sldMkLst>
        <pc:spChg chg="add mod">
          <ac:chgData name="赫 郝" userId="eac1196edf7977d1" providerId="LiveId" clId="{06512E50-0563-545E-8A2D-AA85B947D58D}" dt="2026-08-11T08:09:09.314" v="116" actId="1076"/>
          <ac:spMkLst>
            <pc:docMk/>
            <pc:sldMk cId="1787457782" sldId="256"/>
            <ac:spMk id="2" creationId="{CA5B2C59-A031-FD02-B531-780F6C46F1CB}"/>
          </ac:spMkLst>
        </pc:spChg>
        <pc:spChg chg="del">
          <ac:chgData name="赫 郝" userId="eac1196edf7977d1" providerId="LiveId" clId="{06512E50-0563-545E-8A2D-AA85B947D58D}" dt="2026-08-11T08:06:26.361" v="0" actId="478"/>
          <ac:spMkLst>
            <pc:docMk/>
            <pc:sldMk cId="1787457782" sldId="256"/>
            <ac:spMk id="3" creationId="{84005816-2D12-4B68-9075-3EBD279B11D0}"/>
          </ac:spMkLst>
        </pc:spChg>
        <pc:spChg chg="del">
          <ac:chgData name="赫 郝" userId="eac1196edf7977d1" providerId="LiveId" clId="{06512E50-0563-545E-8A2D-AA85B947D58D}" dt="2026-08-11T08:06:26.361" v="0" actId="478"/>
          <ac:spMkLst>
            <pc:docMk/>
            <pc:sldMk cId="1787457782" sldId="256"/>
            <ac:spMk id="4" creationId="{966D5890-BB63-4319-B6A0-CCBAF902F419}"/>
          </ac:spMkLst>
        </pc:spChg>
        <pc:spChg chg="mod">
          <ac:chgData name="赫 郝" userId="eac1196edf7977d1" providerId="LiveId" clId="{06512E50-0563-545E-8A2D-AA85B947D58D}" dt="2026-08-11T08:15:51.141" v="242" actId="208"/>
          <ac:spMkLst>
            <pc:docMk/>
            <pc:sldMk cId="1787457782" sldId="256"/>
            <ac:spMk id="5" creationId="{AC89A87B-E811-4A95-9FF5-E96279DE58BE}"/>
          </ac:spMkLst>
        </pc:spChg>
        <pc:spChg chg="add mod">
          <ac:chgData name="赫 郝" userId="eac1196edf7977d1" providerId="LiveId" clId="{06512E50-0563-545E-8A2D-AA85B947D58D}" dt="2026-08-11T08:27:45.395" v="606" actId="108"/>
          <ac:spMkLst>
            <pc:docMk/>
            <pc:sldMk cId="1787457782" sldId="256"/>
            <ac:spMk id="6" creationId="{1065EFBD-4A1E-324D-ECDD-D59C9F2CE8EC}"/>
          </ac:spMkLst>
        </pc:spChg>
        <pc:spChg chg="mod">
          <ac:chgData name="赫 郝" userId="eac1196edf7977d1" providerId="LiveId" clId="{06512E50-0563-545E-8A2D-AA85B947D58D}" dt="2026-08-11T08:28:48.507" v="641" actId="693"/>
          <ac:spMkLst>
            <pc:docMk/>
            <pc:sldMk cId="1787457782" sldId="256"/>
            <ac:spMk id="7" creationId="{ED006F59-3661-4A07-828B-37376C896241}"/>
          </ac:spMkLst>
        </pc:spChg>
        <pc:spChg chg="add mod">
          <ac:chgData name="赫 郝" userId="eac1196edf7977d1" providerId="LiveId" clId="{06512E50-0563-545E-8A2D-AA85B947D58D}" dt="2026-08-11T08:26:06.390" v="568" actId="20577"/>
          <ac:spMkLst>
            <pc:docMk/>
            <pc:sldMk cId="1787457782" sldId="256"/>
            <ac:spMk id="8" creationId="{A73D17A8-BF62-E517-A253-976875431779}"/>
          </ac:spMkLst>
        </pc:spChg>
        <pc:spChg chg="add del mod">
          <ac:chgData name="赫 郝" userId="eac1196edf7977d1" providerId="LiveId" clId="{06512E50-0563-545E-8A2D-AA85B947D58D}" dt="2026-08-11T08:53:41.550" v="1204" actId="208"/>
          <ac:spMkLst>
            <pc:docMk/>
            <pc:sldMk cId="1787457782" sldId="256"/>
            <ac:spMk id="9" creationId="{9EAE57AB-9BA3-443A-8B19-1EFB2FE9BCFB}"/>
          </ac:spMkLst>
        </pc:spChg>
        <pc:spChg chg="add mod">
          <ac:chgData name="赫 郝" userId="eac1196edf7977d1" providerId="LiveId" clId="{06512E50-0563-545E-8A2D-AA85B947D58D}" dt="2026-08-11T08:37:53.063" v="683" actId="1076"/>
          <ac:spMkLst>
            <pc:docMk/>
            <pc:sldMk cId="1787457782" sldId="256"/>
            <ac:spMk id="10" creationId="{3B584BBE-8D48-E69E-B5C2-00A60FAA6733}"/>
          </ac:spMkLst>
        </pc:spChg>
        <pc:spChg chg="add mod">
          <ac:chgData name="赫 郝" userId="eac1196edf7977d1" providerId="LiveId" clId="{06512E50-0563-545E-8A2D-AA85B947D58D}" dt="2026-08-11T08:40:56.597" v="770" actId="14100"/>
          <ac:spMkLst>
            <pc:docMk/>
            <pc:sldMk cId="1787457782" sldId="256"/>
            <ac:spMk id="11" creationId="{FC238ED5-51D6-085F-29E0-ECEFDFBAF586}"/>
          </ac:spMkLst>
        </pc:spChg>
        <pc:spChg chg="mod">
          <ac:chgData name="赫 郝" userId="eac1196edf7977d1" providerId="LiveId" clId="{06512E50-0563-545E-8A2D-AA85B947D58D}" dt="2026-08-11T08:55:38.966" v="1290" actId="207"/>
          <ac:spMkLst>
            <pc:docMk/>
            <pc:sldMk cId="1787457782" sldId="256"/>
            <ac:spMk id="12" creationId="{CBAC0DE4-7D21-4BC2-9F2D-FE4BD23C62BB}"/>
          </ac:spMkLst>
        </pc:spChg>
        <pc:spChg chg="del mod">
          <ac:chgData name="赫 郝" userId="eac1196edf7977d1" providerId="LiveId" clId="{06512E50-0563-545E-8A2D-AA85B947D58D}" dt="2026-08-11T08:09:05.703" v="115" actId="478"/>
          <ac:spMkLst>
            <pc:docMk/>
            <pc:sldMk cId="1787457782" sldId="256"/>
            <ac:spMk id="13" creationId="{53D90E94-7823-4770-9014-46B14C87A1BE}"/>
          </ac:spMkLst>
        </pc:spChg>
        <pc:spChg chg="del mod">
          <ac:chgData name="赫 郝" userId="eac1196edf7977d1" providerId="LiveId" clId="{06512E50-0563-545E-8A2D-AA85B947D58D}" dt="2026-08-11T08:07:07.161" v="27" actId="478"/>
          <ac:spMkLst>
            <pc:docMk/>
            <pc:sldMk cId="1787457782" sldId="256"/>
            <ac:spMk id="14" creationId="{8B5620DB-0067-45FD-997E-EE70992A6FE1}"/>
          </ac:spMkLst>
        </pc:spChg>
        <pc:spChg chg="del mod">
          <ac:chgData name="赫 郝" userId="eac1196edf7977d1" providerId="LiveId" clId="{06512E50-0563-545E-8A2D-AA85B947D58D}" dt="2026-08-11T08:09:05.703" v="115" actId="478"/>
          <ac:spMkLst>
            <pc:docMk/>
            <pc:sldMk cId="1787457782" sldId="256"/>
            <ac:spMk id="15" creationId="{533B3A5E-B133-4D39-9BD2-3A856E78F926}"/>
          </ac:spMkLst>
        </pc:spChg>
        <pc:spChg chg="del mod">
          <ac:chgData name="赫 郝" userId="eac1196edf7977d1" providerId="LiveId" clId="{06512E50-0563-545E-8A2D-AA85B947D58D}" dt="2026-08-11T08:09:48.847" v="129" actId="478"/>
          <ac:spMkLst>
            <pc:docMk/>
            <pc:sldMk cId="1787457782" sldId="256"/>
            <ac:spMk id="16" creationId="{E2B486B9-FCDA-47E6-A18A-8975EA3CFD26}"/>
          </ac:spMkLst>
        </pc:spChg>
        <pc:spChg chg="mod">
          <ac:chgData name="赫 郝" userId="eac1196edf7977d1" providerId="LiveId" clId="{06512E50-0563-545E-8A2D-AA85B947D58D}" dt="2026-08-11T08:09:19.451" v="119" actId="122"/>
          <ac:spMkLst>
            <pc:docMk/>
            <pc:sldMk cId="1787457782" sldId="256"/>
            <ac:spMk id="17" creationId="{816A1C30-B85E-4176-8BD0-40E9C409E5D5}"/>
          </ac:spMkLst>
        </pc:spChg>
        <pc:spChg chg="add del">
          <ac:chgData name="赫 郝" userId="eac1196edf7977d1" providerId="LiveId" clId="{06512E50-0563-545E-8A2D-AA85B947D58D}" dt="2026-08-11T08:09:38.513" v="124" actId="478"/>
          <ac:spMkLst>
            <pc:docMk/>
            <pc:sldMk cId="1787457782" sldId="256"/>
            <ac:spMk id="18" creationId="{D94D1D1F-EC90-4035-8AC9-865E265AF307}"/>
          </ac:spMkLst>
        </pc:spChg>
        <pc:spChg chg="add mod">
          <ac:chgData name="赫 郝" userId="eac1196edf7977d1" providerId="LiveId" clId="{06512E50-0563-545E-8A2D-AA85B947D58D}" dt="2026-08-11T08:40:56.597" v="770" actId="14100"/>
          <ac:spMkLst>
            <pc:docMk/>
            <pc:sldMk cId="1787457782" sldId="256"/>
            <ac:spMk id="19" creationId="{A83A95AC-33EB-F9E1-4000-79D7015B4F84}"/>
          </ac:spMkLst>
        </pc:spChg>
        <pc:spChg chg="mod">
          <ac:chgData name="赫 郝" userId="eac1196edf7977d1" providerId="LiveId" clId="{06512E50-0563-545E-8A2D-AA85B947D58D}" dt="2026-08-11T08:09:26.062" v="121" actId="122"/>
          <ac:spMkLst>
            <pc:docMk/>
            <pc:sldMk cId="1787457782" sldId="256"/>
            <ac:spMk id="20" creationId="{D2A06CBB-758E-4447-BD36-FFEED47328AF}"/>
          </ac:spMkLst>
        </pc:spChg>
        <pc:spChg chg="add mod">
          <ac:chgData name="赫 郝" userId="eac1196edf7977d1" providerId="LiveId" clId="{06512E50-0563-545E-8A2D-AA85B947D58D}" dt="2026-08-11T08:42:39.133" v="860" actId="14100"/>
          <ac:spMkLst>
            <pc:docMk/>
            <pc:sldMk cId="1787457782" sldId="256"/>
            <ac:spMk id="21" creationId="{8046DB9E-5871-4791-29C1-6033B224AFB5}"/>
          </ac:spMkLst>
        </pc:spChg>
        <pc:spChg chg="del">
          <ac:chgData name="赫 郝" userId="eac1196edf7977d1" providerId="LiveId" clId="{06512E50-0563-545E-8A2D-AA85B947D58D}" dt="2026-08-11T08:10:05.726" v="131" actId="478"/>
          <ac:spMkLst>
            <pc:docMk/>
            <pc:sldMk cId="1787457782" sldId="256"/>
            <ac:spMk id="22" creationId="{4313AE2A-DECD-4FC3-B21E-E87D4597FAB4}"/>
          </ac:spMkLst>
        </pc:spChg>
        <pc:spChg chg="add mod">
          <ac:chgData name="赫 郝" userId="eac1196edf7977d1" providerId="LiveId" clId="{06512E50-0563-545E-8A2D-AA85B947D58D}" dt="2026-08-11T08:48:03.505" v="952" actId="571"/>
          <ac:spMkLst>
            <pc:docMk/>
            <pc:sldMk cId="1787457782" sldId="256"/>
            <ac:spMk id="23" creationId="{FD924434-1FBA-5539-B2AF-87667709E965}"/>
          </ac:spMkLst>
        </pc:spChg>
        <pc:spChg chg="mod">
          <ac:chgData name="赫 郝" userId="eac1196edf7977d1" providerId="LiveId" clId="{06512E50-0563-545E-8A2D-AA85B947D58D}" dt="2026-08-11T08:57:05.064" v="1317" actId="1076"/>
          <ac:spMkLst>
            <pc:docMk/>
            <pc:sldMk cId="1787457782" sldId="256"/>
            <ac:spMk id="24" creationId="{7EB272C1-7DF4-4850-B85F-131F4F3D0030}"/>
          </ac:spMkLst>
        </pc:spChg>
        <pc:spChg chg="add mod">
          <ac:chgData name="赫 郝" userId="eac1196edf7977d1" providerId="LiveId" clId="{06512E50-0563-545E-8A2D-AA85B947D58D}" dt="2026-08-11T08:48:09.324" v="969" actId="20577"/>
          <ac:spMkLst>
            <pc:docMk/>
            <pc:sldMk cId="1787457782" sldId="256"/>
            <ac:spMk id="25" creationId="{8CED3AB1-667F-48E8-8770-9F0756AF1EC7}"/>
          </ac:spMkLst>
        </pc:spChg>
        <pc:spChg chg="del">
          <ac:chgData name="赫 郝" userId="eac1196edf7977d1" providerId="LiveId" clId="{06512E50-0563-545E-8A2D-AA85B947D58D}" dt="2026-08-11T08:37:03.097" v="658" actId="478"/>
          <ac:spMkLst>
            <pc:docMk/>
            <pc:sldMk cId="1787457782" sldId="256"/>
            <ac:spMk id="26" creationId="{A4230029-DA4F-4075-9A57-B2A046B8C14D}"/>
          </ac:spMkLst>
        </pc:spChg>
        <pc:spChg chg="add mod">
          <ac:chgData name="赫 郝" userId="eac1196edf7977d1" providerId="LiveId" clId="{06512E50-0563-545E-8A2D-AA85B947D58D}" dt="2026-08-11T08:51:12.684" v="1183" actId="14100"/>
          <ac:spMkLst>
            <pc:docMk/>
            <pc:sldMk cId="1787457782" sldId="256"/>
            <ac:spMk id="27" creationId="{D3F52BCA-6D42-AADA-9AF5-431AAE62CC0F}"/>
          </ac:spMkLst>
        </pc:spChg>
        <pc:spChg chg="add mod">
          <ac:chgData name="赫 郝" userId="eac1196edf7977d1" providerId="LiveId" clId="{06512E50-0563-545E-8A2D-AA85B947D58D}" dt="2026-08-11T08:57:31.367" v="1326" actId="1076"/>
          <ac:spMkLst>
            <pc:docMk/>
            <pc:sldMk cId="1787457782" sldId="256"/>
            <ac:spMk id="30" creationId="{FC6C2749-547D-A539-9030-7D021EE981AD}"/>
          </ac:spMkLst>
        </pc:spChg>
        <pc:spChg chg="mod">
          <ac:chgData name="赫 郝" userId="eac1196edf7977d1" providerId="LiveId" clId="{06512E50-0563-545E-8A2D-AA85B947D58D}" dt="2026-08-11T08:42:18.670" v="853" actId="1035"/>
          <ac:spMkLst>
            <pc:docMk/>
            <pc:sldMk cId="1787457782" sldId="256"/>
            <ac:spMk id="31" creationId="{713891C6-3394-45F0-A9BF-DEE5C58CB9DB}"/>
          </ac:spMkLst>
        </pc:spChg>
        <pc:spChg chg="add mod">
          <ac:chgData name="赫 郝" userId="eac1196edf7977d1" providerId="LiveId" clId="{06512E50-0563-545E-8A2D-AA85B947D58D}" dt="2026-08-11T08:57:46.702" v="1344" actId="20577"/>
          <ac:spMkLst>
            <pc:docMk/>
            <pc:sldMk cId="1787457782" sldId="256"/>
            <ac:spMk id="32" creationId="{C5DC37A1-2C1F-E22D-CD5D-0AC331A005BF}"/>
          </ac:spMkLst>
        </pc:spChg>
        <pc:spChg chg="mod">
          <ac:chgData name="赫 郝" userId="eac1196edf7977d1" providerId="LiveId" clId="{06512E50-0563-545E-8A2D-AA85B947D58D}" dt="2026-08-11T08:29:15.672" v="648" actId="207"/>
          <ac:spMkLst>
            <pc:docMk/>
            <pc:sldMk cId="1787457782" sldId="256"/>
            <ac:spMk id="33" creationId="{B044835F-34C0-4CAB-8337-D7A7BEB05FB5}"/>
          </ac:spMkLst>
        </pc:spChg>
        <pc:spChg chg="mod">
          <ac:chgData name="赫 郝" userId="eac1196edf7977d1" providerId="LiveId" clId="{06512E50-0563-545E-8A2D-AA85B947D58D}" dt="2026-08-11T08:42:18.670" v="853" actId="1035"/>
          <ac:spMkLst>
            <pc:docMk/>
            <pc:sldMk cId="1787457782" sldId="256"/>
            <ac:spMk id="35" creationId="{F80429CC-FF20-4A89-AE6C-888BD668C77D}"/>
          </ac:spMkLst>
        </pc:spChg>
        <pc:spChg chg="mod">
          <ac:chgData name="赫 郝" userId="eac1196edf7977d1" providerId="LiveId" clId="{06512E50-0563-545E-8A2D-AA85B947D58D}" dt="2026-08-11T08:42:18.670" v="853" actId="1035"/>
          <ac:spMkLst>
            <pc:docMk/>
            <pc:sldMk cId="1787457782" sldId="256"/>
            <ac:spMk id="41" creationId="{B86E59F1-798B-4EB7-9890-C22CE04DBE1B}"/>
          </ac:spMkLst>
        </pc:spChg>
        <pc:spChg chg="mod">
          <ac:chgData name="赫 郝" userId="eac1196edf7977d1" providerId="LiveId" clId="{06512E50-0563-545E-8A2D-AA85B947D58D}" dt="2026-08-11T08:42:18.670" v="853" actId="1035"/>
          <ac:spMkLst>
            <pc:docMk/>
            <pc:sldMk cId="1787457782" sldId="256"/>
            <ac:spMk id="51" creationId="{C2AD4704-CDA3-42C4-B4F7-FFDDE46EA6B2}"/>
          </ac:spMkLst>
        </pc:spChg>
        <pc:spChg chg="mod">
          <ac:chgData name="赫 郝" userId="eac1196edf7977d1" providerId="LiveId" clId="{06512E50-0563-545E-8A2D-AA85B947D58D}" dt="2026-08-11T08:37:09.382" v="661" actId="1076"/>
          <ac:spMkLst>
            <pc:docMk/>
            <pc:sldMk cId="1787457782" sldId="256"/>
            <ac:spMk id="62" creationId="{7FF59E62-B671-42F8-872D-2CA015E77A28}"/>
          </ac:spMkLst>
        </pc:spChg>
        <pc:spChg chg="del">
          <ac:chgData name="赫 郝" userId="eac1196edf7977d1" providerId="LiveId" clId="{06512E50-0563-545E-8A2D-AA85B947D58D}" dt="2026-08-11T08:53:48.085" v="1205" actId="478"/>
          <ac:spMkLst>
            <pc:docMk/>
            <pc:sldMk cId="1787457782" sldId="256"/>
            <ac:spMk id="66" creationId="{CEF2FAA3-4009-4E53-A446-C7133D3283EB}"/>
          </ac:spMkLst>
        </pc:spChg>
        <pc:spChg chg="mod">
          <ac:chgData name="赫 郝" userId="eac1196edf7977d1" providerId="LiveId" clId="{06512E50-0563-545E-8A2D-AA85B947D58D}" dt="2026-08-11T08:28:14.294" v="633" actId="108"/>
          <ac:spMkLst>
            <pc:docMk/>
            <pc:sldMk cId="1787457782" sldId="256"/>
            <ac:spMk id="71" creationId="{B6DC2D07-1BA7-48CC-92F6-6E07C1B6B6A4}"/>
          </ac:spMkLst>
        </pc:spChg>
        <pc:spChg chg="mod">
          <ac:chgData name="赫 郝" userId="eac1196edf7977d1" providerId="LiveId" clId="{06512E50-0563-545E-8A2D-AA85B947D58D}" dt="2026-08-11T08:28:14.957" v="634" actId="108"/>
          <ac:spMkLst>
            <pc:docMk/>
            <pc:sldMk cId="1787457782" sldId="256"/>
            <ac:spMk id="72" creationId="{D48980FE-13D0-48DE-A450-32F6A3749BDA}"/>
          </ac:spMkLst>
        </pc:spChg>
        <pc:spChg chg="del">
          <ac:chgData name="赫 郝" userId="eac1196edf7977d1" providerId="LiveId" clId="{06512E50-0563-545E-8A2D-AA85B947D58D}" dt="2026-08-11T08:07:07.161" v="27" actId="478"/>
          <ac:spMkLst>
            <pc:docMk/>
            <pc:sldMk cId="1787457782" sldId="256"/>
            <ac:spMk id="74" creationId="{BBC590AA-0969-4E03-983C-6836AF6F9A0F}"/>
          </ac:spMkLst>
        </pc:spChg>
        <pc:spChg chg="mod">
          <ac:chgData name="赫 郝" userId="eac1196edf7977d1" providerId="LiveId" clId="{06512E50-0563-545E-8A2D-AA85B947D58D}" dt="2026-08-11T08:29:23.026" v="649" actId="207"/>
          <ac:spMkLst>
            <pc:docMk/>
            <pc:sldMk cId="1787457782" sldId="256"/>
            <ac:spMk id="75" creationId="{75E947FB-DCF7-4279-B241-29356DA83D00}"/>
          </ac:spMkLst>
        </pc:spChg>
        <pc:spChg chg="mod">
          <ac:chgData name="赫 郝" userId="eac1196edf7977d1" providerId="LiveId" clId="{06512E50-0563-545E-8A2D-AA85B947D58D}" dt="2026-08-11T08:23:51.780" v="493" actId="12"/>
          <ac:spMkLst>
            <pc:docMk/>
            <pc:sldMk cId="1787457782" sldId="256"/>
            <ac:spMk id="83" creationId="{C6716AC1-8A89-4DBE-83C8-F2536DB59F37}"/>
          </ac:spMkLst>
        </pc:spChg>
        <pc:spChg chg="del">
          <ac:chgData name="赫 郝" userId="eac1196edf7977d1" providerId="LiveId" clId="{06512E50-0563-545E-8A2D-AA85B947D58D}" dt="2026-08-11T08:50:51.793" v="1176" actId="478"/>
          <ac:spMkLst>
            <pc:docMk/>
            <pc:sldMk cId="1787457782" sldId="256"/>
            <ac:spMk id="84" creationId="{CDC2B1A4-25F0-4D09-8C41-62E8FBF371BC}"/>
          </ac:spMkLst>
        </pc:spChg>
        <pc:spChg chg="del">
          <ac:chgData name="赫 郝" userId="eac1196edf7977d1" providerId="LiveId" clId="{06512E50-0563-545E-8A2D-AA85B947D58D}" dt="2026-08-11T08:07:16.654" v="46" actId="478"/>
          <ac:spMkLst>
            <pc:docMk/>
            <pc:sldMk cId="1787457782" sldId="256"/>
            <ac:spMk id="85" creationId="{D566DDF8-64D3-4070-BC3A-691A602B1561}"/>
          </ac:spMkLst>
        </pc:spChg>
        <pc:spChg chg="mod">
          <ac:chgData name="赫 郝" userId="eac1196edf7977d1" providerId="LiveId" clId="{06512E50-0563-545E-8A2D-AA85B947D58D}" dt="2026-08-11T08:28:12.723" v="631" actId="108"/>
          <ac:spMkLst>
            <pc:docMk/>
            <pc:sldMk cId="1787457782" sldId="256"/>
            <ac:spMk id="87" creationId="{84E06385-F8C6-4A69-80AD-A80B7B07B1F1}"/>
          </ac:spMkLst>
        </pc:spChg>
        <pc:spChg chg="mod">
          <ac:chgData name="赫 郝" userId="eac1196edf7977d1" providerId="LiveId" clId="{06512E50-0563-545E-8A2D-AA85B947D58D}" dt="2026-08-11T08:15:08.342" v="233" actId="1076"/>
          <ac:spMkLst>
            <pc:docMk/>
            <pc:sldMk cId="1787457782" sldId="256"/>
            <ac:spMk id="91" creationId="{44958DE0-DB7A-42AD-AB73-C4D0CC2F0CD0}"/>
          </ac:spMkLst>
        </pc:spChg>
        <pc:spChg chg="mod">
          <ac:chgData name="赫 郝" userId="eac1196edf7977d1" providerId="LiveId" clId="{06512E50-0563-545E-8A2D-AA85B947D58D}" dt="2026-08-11T08:14:15.743" v="154" actId="20577"/>
          <ac:spMkLst>
            <pc:docMk/>
            <pc:sldMk cId="1787457782" sldId="256"/>
            <ac:spMk id="92" creationId="{3A594AA6-01C1-40C6-AD3F-7B0426F44100}"/>
          </ac:spMkLst>
        </pc:spChg>
        <pc:spChg chg="del">
          <ac:chgData name="赫 郝" userId="eac1196edf7977d1" providerId="LiveId" clId="{06512E50-0563-545E-8A2D-AA85B947D58D}" dt="2026-08-11T08:07:07.161" v="27" actId="478"/>
          <ac:spMkLst>
            <pc:docMk/>
            <pc:sldMk cId="1787457782" sldId="256"/>
            <ac:spMk id="94" creationId="{D3F28438-EDC3-465D-99FD-74B8CE52E62F}"/>
          </ac:spMkLst>
        </pc:spChg>
        <pc:spChg chg="del">
          <ac:chgData name="赫 郝" userId="eac1196edf7977d1" providerId="LiveId" clId="{06512E50-0563-545E-8A2D-AA85B947D58D}" dt="2026-08-11T08:07:07.161" v="27" actId="478"/>
          <ac:spMkLst>
            <pc:docMk/>
            <pc:sldMk cId="1787457782" sldId="256"/>
            <ac:spMk id="96" creationId="{648DA8D4-C12A-415F-9169-D7BEF1D78B21}"/>
          </ac:spMkLst>
        </pc:spChg>
        <pc:spChg chg="mod">
          <ac:chgData name="赫 郝" userId="eac1196edf7977d1" providerId="LiveId" clId="{06512E50-0563-545E-8A2D-AA85B947D58D}" dt="2026-08-11T08:39:52.922" v="742" actId="20577"/>
          <ac:spMkLst>
            <pc:docMk/>
            <pc:sldMk cId="1787457782" sldId="256"/>
            <ac:spMk id="98" creationId="{0DBCFD8E-5BFB-41E1-8589-A1DB84890AEA}"/>
          </ac:spMkLst>
        </pc:spChg>
        <pc:spChg chg="mod">
          <ac:chgData name="赫 郝" userId="eac1196edf7977d1" providerId="LiveId" clId="{06512E50-0563-545E-8A2D-AA85B947D58D}" dt="2026-08-11T08:40:01.308" v="766" actId="20577"/>
          <ac:spMkLst>
            <pc:docMk/>
            <pc:sldMk cId="1787457782" sldId="256"/>
            <ac:spMk id="100" creationId="{48954E37-B487-4963-A541-4191E5F99275}"/>
          </ac:spMkLst>
        </pc:spChg>
        <pc:spChg chg="mod">
          <ac:chgData name="赫 郝" userId="eac1196edf7977d1" providerId="LiveId" clId="{06512E50-0563-545E-8A2D-AA85B947D58D}" dt="2026-08-11T08:28:13.628" v="632" actId="108"/>
          <ac:spMkLst>
            <pc:docMk/>
            <pc:sldMk cId="1787457782" sldId="256"/>
            <ac:spMk id="103" creationId="{24014730-6D99-4DFB-BFF2-B60BC3E242D5}"/>
          </ac:spMkLst>
        </pc:spChg>
        <pc:spChg chg="mod">
          <ac:chgData name="赫 郝" userId="eac1196edf7977d1" providerId="LiveId" clId="{06512E50-0563-545E-8A2D-AA85B947D58D}" dt="2026-08-11T08:37:53.063" v="683" actId="1076"/>
          <ac:spMkLst>
            <pc:docMk/>
            <pc:sldMk cId="1787457782" sldId="256"/>
            <ac:spMk id="104" creationId="{5CE0E33D-5372-438A-A6D8-A5DBD719BD40}"/>
          </ac:spMkLst>
        </pc:spChg>
        <pc:spChg chg="mod">
          <ac:chgData name="赫 郝" userId="eac1196edf7977d1" providerId="LiveId" clId="{06512E50-0563-545E-8A2D-AA85B947D58D}" dt="2026-08-11T08:17:21.058" v="320" actId="1076"/>
          <ac:spMkLst>
            <pc:docMk/>
            <pc:sldMk cId="1787457782" sldId="256"/>
            <ac:spMk id="106" creationId="{8ED3241D-801E-45BC-ADD2-3E42583051BD}"/>
          </ac:spMkLst>
        </pc:spChg>
        <pc:spChg chg="del">
          <ac:chgData name="赫 郝" userId="eac1196edf7977d1" providerId="LiveId" clId="{06512E50-0563-545E-8A2D-AA85B947D58D}" dt="2026-08-11T08:07:51.062" v="73" actId="478"/>
          <ac:spMkLst>
            <pc:docMk/>
            <pc:sldMk cId="1787457782" sldId="256"/>
            <ac:spMk id="107" creationId="{0B4207BA-8C7D-4352-915C-4970644AD4EC}"/>
          </ac:spMkLst>
        </pc:spChg>
        <pc:spChg chg="mod">
          <ac:chgData name="赫 郝" userId="eac1196edf7977d1" providerId="LiveId" clId="{06512E50-0563-545E-8A2D-AA85B947D58D}" dt="2026-08-11T08:23:45.839" v="491" actId="12"/>
          <ac:spMkLst>
            <pc:docMk/>
            <pc:sldMk cId="1787457782" sldId="256"/>
            <ac:spMk id="110" creationId="{6DE922C6-0F8D-46BE-8A57-D051E7E12B34}"/>
          </ac:spMkLst>
        </pc:spChg>
        <pc:spChg chg="del mod">
          <ac:chgData name="赫 郝" userId="eac1196edf7977d1" providerId="LiveId" clId="{06512E50-0563-545E-8A2D-AA85B947D58D}" dt="2026-08-11T08:47:08.306" v="936" actId="478"/>
          <ac:spMkLst>
            <pc:docMk/>
            <pc:sldMk cId="1787457782" sldId="256"/>
            <ac:spMk id="111" creationId="{A9814522-E159-41E7-8700-395D8EF77670}"/>
          </ac:spMkLst>
        </pc:spChg>
        <pc:spChg chg="mod">
          <ac:chgData name="赫 郝" userId="eac1196edf7977d1" providerId="LiveId" clId="{06512E50-0563-545E-8A2D-AA85B947D58D}" dt="2026-08-11T08:24:02.437" v="496" actId="1076"/>
          <ac:spMkLst>
            <pc:docMk/>
            <pc:sldMk cId="1787457782" sldId="256"/>
            <ac:spMk id="116" creationId="{A33115DB-A150-4739-B556-B1CBC5AB1896}"/>
          </ac:spMkLst>
        </pc:spChg>
        <pc:spChg chg="mod">
          <ac:chgData name="赫 郝" userId="eac1196edf7977d1" providerId="LiveId" clId="{06512E50-0563-545E-8A2D-AA85B947D58D}" dt="2026-08-11T08:24:16.074" v="500" actId="20577"/>
          <ac:spMkLst>
            <pc:docMk/>
            <pc:sldMk cId="1787457782" sldId="256"/>
            <ac:spMk id="117" creationId="{AFDFF00D-8B88-4FF4-A864-D6944F823A09}"/>
          </ac:spMkLst>
        </pc:spChg>
        <pc:spChg chg="mod">
          <ac:chgData name="赫 郝" userId="eac1196edf7977d1" providerId="LiveId" clId="{06512E50-0563-545E-8A2D-AA85B947D58D}" dt="2026-08-11T08:26:52.310" v="583" actId="108"/>
          <ac:spMkLst>
            <pc:docMk/>
            <pc:sldMk cId="1787457782" sldId="256"/>
            <ac:spMk id="119" creationId="{D6903D43-1734-44D0-89A9-57671F9A3597}"/>
          </ac:spMkLst>
        </pc:spChg>
        <pc:spChg chg="del mod">
          <ac:chgData name="赫 郝" userId="eac1196edf7977d1" providerId="LiveId" clId="{06512E50-0563-545E-8A2D-AA85B947D58D}" dt="2026-08-11T08:29:06.720" v="643" actId="478"/>
          <ac:spMkLst>
            <pc:docMk/>
            <pc:sldMk cId="1787457782" sldId="256"/>
            <ac:spMk id="121" creationId="{96AD43C7-E6A5-4049-8C07-D0814B84364B}"/>
          </ac:spMkLst>
        </pc:spChg>
        <pc:spChg chg="mod">
          <ac:chgData name="赫 郝" userId="eac1196edf7977d1" providerId="LiveId" clId="{06512E50-0563-545E-8A2D-AA85B947D58D}" dt="2026-08-11T08:10:58.995" v="133" actId="20577"/>
          <ac:spMkLst>
            <pc:docMk/>
            <pc:sldMk cId="1787457782" sldId="256"/>
            <ac:spMk id="123" creationId="{94B8E059-58B0-4E00-815D-C0964F36D91C}"/>
          </ac:spMkLst>
        </pc:spChg>
        <pc:spChg chg="mod">
          <ac:chgData name="赫 郝" userId="eac1196edf7977d1" providerId="LiveId" clId="{06512E50-0563-545E-8A2D-AA85B947D58D}" dt="2026-08-11T08:27:46.998" v="608" actId="108"/>
          <ac:spMkLst>
            <pc:docMk/>
            <pc:sldMk cId="1787457782" sldId="256"/>
            <ac:spMk id="126" creationId="{A105C356-B2D9-4288-BCA1-88301FB94836}"/>
          </ac:spMkLst>
        </pc:spChg>
        <pc:spChg chg="mod">
          <ac:chgData name="赫 郝" userId="eac1196edf7977d1" providerId="LiveId" clId="{06512E50-0563-545E-8A2D-AA85B947D58D}" dt="2026-08-11T08:25:55.167" v="556" actId="1076"/>
          <ac:spMkLst>
            <pc:docMk/>
            <pc:sldMk cId="1787457782" sldId="256"/>
            <ac:spMk id="136" creationId="{ADA2CE48-7AB7-466A-83E5-CFC045C27E62}"/>
          </ac:spMkLst>
        </pc:spChg>
        <pc:spChg chg="mod">
          <ac:chgData name="赫 郝" userId="eac1196edf7977d1" providerId="LiveId" clId="{06512E50-0563-545E-8A2D-AA85B947D58D}" dt="2026-08-11T08:06:41.260" v="5" actId="2711"/>
          <ac:spMkLst>
            <pc:docMk/>
            <pc:sldMk cId="1787457782" sldId="256"/>
            <ac:spMk id="138" creationId="{050E2869-59D2-4C26-B714-4FA81A8DAED5}"/>
          </ac:spMkLst>
        </pc:spChg>
        <pc:spChg chg="mod">
          <ac:chgData name="赫 郝" userId="eac1196edf7977d1" providerId="LiveId" clId="{06512E50-0563-545E-8A2D-AA85B947D58D}" dt="2026-08-11T08:27:46.164" v="607" actId="108"/>
          <ac:spMkLst>
            <pc:docMk/>
            <pc:sldMk cId="1787457782" sldId="256"/>
            <ac:spMk id="139" creationId="{93229E11-501B-42CC-B3AF-FEE4639BEA7E}"/>
          </ac:spMkLst>
        </pc:spChg>
        <pc:spChg chg="mod">
          <ac:chgData name="赫 郝" userId="eac1196edf7977d1" providerId="LiveId" clId="{06512E50-0563-545E-8A2D-AA85B947D58D}" dt="2026-08-11T08:25:55.167" v="556" actId="1076"/>
          <ac:spMkLst>
            <pc:docMk/>
            <pc:sldMk cId="1787457782" sldId="256"/>
            <ac:spMk id="140" creationId="{A6A1EABD-E031-4D39-905E-D8B306B7124C}"/>
          </ac:spMkLst>
        </pc:spChg>
        <pc:spChg chg="mod">
          <ac:chgData name="赫 郝" userId="eac1196edf7977d1" providerId="LiveId" clId="{06512E50-0563-545E-8A2D-AA85B947D58D}" dt="2026-08-11T08:25:44.006" v="555" actId="1076"/>
          <ac:spMkLst>
            <pc:docMk/>
            <pc:sldMk cId="1787457782" sldId="256"/>
            <ac:spMk id="142" creationId="{D9F65BC4-BC28-4612-9455-EEAE8E35D620}"/>
          </ac:spMkLst>
        </pc:spChg>
        <pc:spChg chg="del">
          <ac:chgData name="赫 郝" userId="eac1196edf7977d1" providerId="LiveId" clId="{06512E50-0563-545E-8A2D-AA85B947D58D}" dt="2026-08-11T08:29:08.340" v="644" actId="478"/>
          <ac:spMkLst>
            <pc:docMk/>
            <pc:sldMk cId="1787457782" sldId="256"/>
            <ac:spMk id="145" creationId="{9EA3C54C-AE09-40D4-8096-E212DABE910C}"/>
          </ac:spMkLst>
        </pc:spChg>
        <pc:spChg chg="mod">
          <ac:chgData name="赫 郝" userId="eac1196edf7977d1" providerId="LiveId" clId="{06512E50-0563-545E-8A2D-AA85B947D58D}" dt="2026-08-11T08:11:00.957" v="134" actId="20577"/>
          <ac:spMkLst>
            <pc:docMk/>
            <pc:sldMk cId="1787457782" sldId="256"/>
            <ac:spMk id="147" creationId="{566C171B-1551-459E-A15F-4CA1BDB8CFDD}"/>
          </ac:spMkLst>
        </pc:spChg>
        <pc:spChg chg="mod">
          <ac:chgData name="赫 郝" userId="eac1196edf7977d1" providerId="LiveId" clId="{06512E50-0563-545E-8A2D-AA85B947D58D}" dt="2026-08-11T08:42:18.670" v="853" actId="1035"/>
          <ac:spMkLst>
            <pc:docMk/>
            <pc:sldMk cId="1787457782" sldId="256"/>
            <ac:spMk id="152" creationId="{EAF67F72-CB66-4D4E-8FE6-5CBDC57B058E}"/>
          </ac:spMkLst>
        </pc:spChg>
        <pc:spChg chg="mod">
          <ac:chgData name="赫 郝" userId="eac1196edf7977d1" providerId="LiveId" clId="{06512E50-0563-545E-8A2D-AA85B947D58D}" dt="2026-08-11T08:42:18.670" v="853" actId="1035"/>
          <ac:spMkLst>
            <pc:docMk/>
            <pc:sldMk cId="1787457782" sldId="256"/>
            <ac:spMk id="153" creationId="{1D633C34-95E3-49D1-A10F-B601BBB125E9}"/>
          </ac:spMkLst>
        </pc:spChg>
        <pc:spChg chg="mod">
          <ac:chgData name="赫 郝" userId="eac1196edf7977d1" providerId="LiveId" clId="{06512E50-0563-545E-8A2D-AA85B947D58D}" dt="2026-08-11T08:42:18.670" v="853" actId="1035"/>
          <ac:spMkLst>
            <pc:docMk/>
            <pc:sldMk cId="1787457782" sldId="256"/>
            <ac:spMk id="155" creationId="{BEE33829-9E8F-4309-A6D0-3D30260F5966}"/>
          </ac:spMkLst>
        </pc:spChg>
        <pc:spChg chg="mod">
          <ac:chgData name="赫 郝" userId="eac1196edf7977d1" providerId="LiveId" clId="{06512E50-0563-545E-8A2D-AA85B947D58D}" dt="2026-08-11T08:42:18.670" v="853" actId="1035"/>
          <ac:spMkLst>
            <pc:docMk/>
            <pc:sldMk cId="1787457782" sldId="256"/>
            <ac:spMk id="156" creationId="{997E5C30-DEEC-49C5-ABF8-628D2E4CEACF}"/>
          </ac:spMkLst>
        </pc:spChg>
        <pc:spChg chg="mod">
          <ac:chgData name="赫 郝" userId="eac1196edf7977d1" providerId="LiveId" clId="{06512E50-0563-545E-8A2D-AA85B947D58D}" dt="2026-08-11T08:42:18.670" v="853" actId="1035"/>
          <ac:spMkLst>
            <pc:docMk/>
            <pc:sldMk cId="1787457782" sldId="256"/>
            <ac:spMk id="158" creationId="{DBEE7B1B-5E1C-409B-B76F-1146AD7DF2E6}"/>
          </ac:spMkLst>
        </pc:spChg>
        <pc:spChg chg="del">
          <ac:chgData name="赫 郝" userId="eac1196edf7977d1" providerId="LiveId" clId="{06512E50-0563-545E-8A2D-AA85B947D58D}" dt="2026-08-11T08:25:06.746" v="525" actId="478"/>
          <ac:spMkLst>
            <pc:docMk/>
            <pc:sldMk cId="1787457782" sldId="256"/>
            <ac:spMk id="159" creationId="{A0839D47-1868-454D-BFFA-6267B16E5603}"/>
          </ac:spMkLst>
        </pc:spChg>
        <pc:spChg chg="del">
          <ac:chgData name="赫 郝" userId="eac1196edf7977d1" providerId="LiveId" clId="{06512E50-0563-545E-8A2D-AA85B947D58D}" dt="2026-08-11T08:47:29.944" v="940" actId="478"/>
          <ac:spMkLst>
            <pc:docMk/>
            <pc:sldMk cId="1787457782" sldId="256"/>
            <ac:spMk id="160" creationId="{3CBEDC1C-F912-444A-89A9-0BD1AE17700C}"/>
          </ac:spMkLst>
        </pc:spChg>
        <pc:spChg chg="del">
          <ac:chgData name="赫 郝" userId="eac1196edf7977d1" providerId="LiveId" clId="{06512E50-0563-545E-8A2D-AA85B947D58D}" dt="2026-08-11T08:47:16.608" v="937" actId="478"/>
          <ac:spMkLst>
            <pc:docMk/>
            <pc:sldMk cId="1787457782" sldId="256"/>
            <ac:spMk id="161" creationId="{1E18B854-36D5-4EE6-BE76-D0E23CE6670A}"/>
          </ac:spMkLst>
        </pc:spChg>
        <pc:spChg chg="mod">
          <ac:chgData name="赫 郝" userId="eac1196edf7977d1" providerId="LiveId" clId="{06512E50-0563-545E-8A2D-AA85B947D58D}" dt="2026-08-11T08:44:55.299" v="892" actId="1076"/>
          <ac:spMkLst>
            <pc:docMk/>
            <pc:sldMk cId="1787457782" sldId="256"/>
            <ac:spMk id="162" creationId="{C10767AF-B68C-4A60-A117-AF6102D965D2}"/>
          </ac:spMkLst>
        </pc:spChg>
        <pc:spChg chg="mod">
          <ac:chgData name="赫 郝" userId="eac1196edf7977d1" providerId="LiveId" clId="{06512E50-0563-545E-8A2D-AA85B947D58D}" dt="2026-08-11T08:42:21.182" v="854" actId="1076"/>
          <ac:spMkLst>
            <pc:docMk/>
            <pc:sldMk cId="1787457782" sldId="256"/>
            <ac:spMk id="166" creationId="{F991927E-7FEC-4660-8353-1BDF068E7087}"/>
          </ac:spMkLst>
        </pc:spChg>
        <pc:spChg chg="mod">
          <ac:chgData name="赫 郝" userId="eac1196edf7977d1" providerId="LiveId" clId="{06512E50-0563-545E-8A2D-AA85B947D58D}" dt="2026-08-11T08:42:41.676" v="861" actId="207"/>
          <ac:spMkLst>
            <pc:docMk/>
            <pc:sldMk cId="1787457782" sldId="256"/>
            <ac:spMk id="168" creationId="{4558ABC4-9A86-4F92-ADDA-29F60874C555}"/>
          </ac:spMkLst>
        </pc:spChg>
        <pc:spChg chg="del">
          <ac:chgData name="赫 郝" userId="eac1196edf7977d1" providerId="LiveId" clId="{06512E50-0563-545E-8A2D-AA85B947D58D}" dt="2026-08-11T08:29:09.168" v="645" actId="478"/>
          <ac:spMkLst>
            <pc:docMk/>
            <pc:sldMk cId="1787457782" sldId="256"/>
            <ac:spMk id="171" creationId="{2F37C6B1-791F-4429-ABF8-9B94C9A7ACD0}"/>
          </ac:spMkLst>
        </pc:spChg>
        <pc:spChg chg="mod">
          <ac:chgData name="赫 郝" userId="eac1196edf7977d1" providerId="LiveId" clId="{06512E50-0563-545E-8A2D-AA85B947D58D}" dt="2026-08-11T08:44:21.186" v="863"/>
          <ac:spMkLst>
            <pc:docMk/>
            <pc:sldMk cId="1787457782" sldId="256"/>
            <ac:spMk id="173" creationId="{51E6D48E-EF9C-4FFE-9336-53FF26CBAFC4}"/>
          </ac:spMkLst>
        </pc:spChg>
        <pc:spChg chg="del">
          <ac:chgData name="赫 郝" userId="eac1196edf7977d1" providerId="LiveId" clId="{06512E50-0563-545E-8A2D-AA85B947D58D}" dt="2026-08-11T08:44:33.420" v="864" actId="478"/>
          <ac:spMkLst>
            <pc:docMk/>
            <pc:sldMk cId="1787457782" sldId="256"/>
            <ac:spMk id="176" creationId="{6449BF8D-7524-4BB2-A021-5C1F8CFF7A16}"/>
          </ac:spMkLst>
        </pc:spChg>
        <pc:spChg chg="mod">
          <ac:chgData name="赫 郝" userId="eac1196edf7977d1" providerId="LiveId" clId="{06512E50-0563-545E-8A2D-AA85B947D58D}" dt="2026-08-11T08:44:48.500" v="890" actId="14100"/>
          <ac:spMkLst>
            <pc:docMk/>
            <pc:sldMk cId="1787457782" sldId="256"/>
            <ac:spMk id="177" creationId="{6A720FF4-17B7-4619-9AE4-D5F1BA8F6E94}"/>
          </ac:spMkLst>
        </pc:spChg>
        <pc:spChg chg="mod">
          <ac:chgData name="赫 郝" userId="eac1196edf7977d1" providerId="LiveId" clId="{06512E50-0563-545E-8A2D-AA85B947D58D}" dt="2026-08-11T08:44:58.593" v="893" actId="1076"/>
          <ac:spMkLst>
            <pc:docMk/>
            <pc:sldMk cId="1787457782" sldId="256"/>
            <ac:spMk id="178" creationId="{E7817637-7289-4C44-B9F1-03B542C37092}"/>
          </ac:spMkLst>
        </pc:spChg>
        <pc:spChg chg="mod">
          <ac:chgData name="赫 郝" userId="eac1196edf7977d1" providerId="LiveId" clId="{06512E50-0563-545E-8A2D-AA85B947D58D}" dt="2026-08-11T08:45:37.378" v="896" actId="1076"/>
          <ac:spMkLst>
            <pc:docMk/>
            <pc:sldMk cId="1787457782" sldId="256"/>
            <ac:spMk id="180" creationId="{9A8EA90D-C7F7-45FB-973D-7054B2537208}"/>
          </ac:spMkLst>
        </pc:spChg>
        <pc:spChg chg="mod">
          <ac:chgData name="赫 郝" userId="eac1196edf7977d1" providerId="LiveId" clId="{06512E50-0563-545E-8A2D-AA85B947D58D}" dt="2026-08-11T08:48:35.379" v="993" actId="1076"/>
          <ac:spMkLst>
            <pc:docMk/>
            <pc:sldMk cId="1787457782" sldId="256"/>
            <ac:spMk id="181" creationId="{1D6010E3-625D-4A91-995B-4684A64A034B}"/>
          </ac:spMkLst>
        </pc:spChg>
        <pc:spChg chg="mod">
          <ac:chgData name="赫 郝" userId="eac1196edf7977d1" providerId="LiveId" clId="{06512E50-0563-545E-8A2D-AA85B947D58D}" dt="2026-08-11T08:37:59.467" v="685" actId="1076"/>
          <ac:spMkLst>
            <pc:docMk/>
            <pc:sldMk cId="1787457782" sldId="256"/>
            <ac:spMk id="183" creationId="{FD0BC1BD-95FF-4AEA-8DEF-50A2B3798020}"/>
          </ac:spMkLst>
        </pc:spChg>
        <pc:spChg chg="mod">
          <ac:chgData name="赫 郝" userId="eac1196edf7977d1" providerId="LiveId" clId="{06512E50-0563-545E-8A2D-AA85B947D58D}" dt="2026-08-11T08:48:39.781" v="995" actId="1076"/>
          <ac:spMkLst>
            <pc:docMk/>
            <pc:sldMk cId="1787457782" sldId="256"/>
            <ac:spMk id="188" creationId="{B56B960B-B73F-44E9-96BC-E77CAA06BFE2}"/>
          </ac:spMkLst>
        </pc:spChg>
        <pc:spChg chg="del">
          <ac:chgData name="赫 郝" userId="eac1196edf7977d1" providerId="LiveId" clId="{06512E50-0563-545E-8A2D-AA85B947D58D}" dt="2026-08-11T08:29:10.029" v="646" actId="478"/>
          <ac:spMkLst>
            <pc:docMk/>
            <pc:sldMk cId="1787457782" sldId="256"/>
            <ac:spMk id="189" creationId="{C26B1650-0772-486C-BD97-5AD14DDBB356}"/>
          </ac:spMkLst>
        </pc:spChg>
        <pc:spChg chg="mod">
          <ac:chgData name="赫 郝" userId="eac1196edf7977d1" providerId="LiveId" clId="{06512E50-0563-545E-8A2D-AA85B947D58D}" dt="2026-08-11T08:50:22.790" v="1113"/>
          <ac:spMkLst>
            <pc:docMk/>
            <pc:sldMk cId="1787457782" sldId="256"/>
            <ac:spMk id="191" creationId="{3BCE6DE4-78DC-4046-9E2F-E14A00FE3CBD}"/>
          </ac:spMkLst>
        </pc:spChg>
        <pc:spChg chg="mod">
          <ac:chgData name="赫 郝" userId="eac1196edf7977d1" providerId="LiveId" clId="{06512E50-0563-545E-8A2D-AA85B947D58D}" dt="2026-08-11T08:52:46.884" v="1194" actId="108"/>
          <ac:spMkLst>
            <pc:docMk/>
            <pc:sldMk cId="1787457782" sldId="256"/>
            <ac:spMk id="192" creationId="{C41DD4D9-A275-4405-B6C7-D276D49180B1}"/>
          </ac:spMkLst>
        </pc:spChg>
        <pc:spChg chg="mod">
          <ac:chgData name="赫 郝" userId="eac1196edf7977d1" providerId="LiveId" clId="{06512E50-0563-545E-8A2D-AA85B947D58D}" dt="2026-08-11T08:29:15.672" v="648" actId="207"/>
          <ac:spMkLst>
            <pc:docMk/>
            <pc:sldMk cId="1787457782" sldId="256"/>
            <ac:spMk id="193" creationId="{D9C0AF9C-D0CA-4A4C-BBD9-5293FC018BF9}"/>
          </ac:spMkLst>
        </pc:spChg>
        <pc:spChg chg="mod">
          <ac:chgData name="赫 郝" userId="eac1196edf7977d1" providerId="LiveId" clId="{06512E50-0563-545E-8A2D-AA85B947D58D}" dt="2026-08-11T08:50:12.521" v="1111" actId="1076"/>
          <ac:spMkLst>
            <pc:docMk/>
            <pc:sldMk cId="1787457782" sldId="256"/>
            <ac:spMk id="194" creationId="{D29AAAAE-30C7-4BFB-A199-249BFD4F9AC2}"/>
          </ac:spMkLst>
        </pc:spChg>
        <pc:spChg chg="mod">
          <ac:chgData name="赫 郝" userId="eac1196edf7977d1" providerId="LiveId" clId="{06512E50-0563-545E-8A2D-AA85B947D58D}" dt="2026-08-11T08:50:08.392" v="1110" actId="14100"/>
          <ac:spMkLst>
            <pc:docMk/>
            <pc:sldMk cId="1787457782" sldId="256"/>
            <ac:spMk id="195" creationId="{6EC5E2F9-7504-4C69-ADD7-4DD8C35E7308}"/>
          </ac:spMkLst>
        </pc:spChg>
        <pc:spChg chg="mod">
          <ac:chgData name="赫 郝" userId="eac1196edf7977d1" providerId="LiveId" clId="{06512E50-0563-545E-8A2D-AA85B947D58D}" dt="2026-08-11T08:49:59.404" v="1107" actId="14100"/>
          <ac:spMkLst>
            <pc:docMk/>
            <pc:sldMk cId="1787457782" sldId="256"/>
            <ac:spMk id="203" creationId="{C1E418FB-9F00-4A1D-8F50-5C3FE04CCBF9}"/>
          </ac:spMkLst>
        </pc:spChg>
        <pc:spChg chg="mod">
          <ac:chgData name="赫 郝" userId="eac1196edf7977d1" providerId="LiveId" clId="{06512E50-0563-545E-8A2D-AA85B947D58D}" dt="2026-08-11T08:51:22.151" v="1185" actId="108"/>
          <ac:spMkLst>
            <pc:docMk/>
            <pc:sldMk cId="1787457782" sldId="256"/>
            <ac:spMk id="204" creationId="{143B272E-3BA7-4FF7-BAF4-97D0923962CE}"/>
          </ac:spMkLst>
        </pc:spChg>
        <pc:spChg chg="mod">
          <ac:chgData name="赫 郝" userId="eac1196edf7977d1" providerId="LiveId" clId="{06512E50-0563-545E-8A2D-AA85B947D58D}" dt="2026-08-11T08:50:56.696" v="1177" actId="1076"/>
          <ac:spMkLst>
            <pc:docMk/>
            <pc:sldMk cId="1787457782" sldId="256"/>
            <ac:spMk id="207" creationId="{FD07DC2D-68E8-4FBA-8064-AA966C577AF3}"/>
          </ac:spMkLst>
        </pc:spChg>
        <pc:spChg chg="mod">
          <ac:chgData name="赫 郝" userId="eac1196edf7977d1" providerId="LiveId" clId="{06512E50-0563-545E-8A2D-AA85B947D58D}" dt="2026-08-11T08:51:23.333" v="1186" actId="108"/>
          <ac:spMkLst>
            <pc:docMk/>
            <pc:sldMk cId="1787457782" sldId="256"/>
            <ac:spMk id="208" creationId="{8D92421C-95D9-464E-A66F-A3C4C1C9EE5D}"/>
          </ac:spMkLst>
        </pc:spChg>
        <pc:spChg chg="mod">
          <ac:chgData name="赫 郝" userId="eac1196edf7977d1" providerId="LiveId" clId="{06512E50-0563-545E-8A2D-AA85B947D58D}" dt="2026-08-11T08:50:56.696" v="1177" actId="1076"/>
          <ac:spMkLst>
            <pc:docMk/>
            <pc:sldMk cId="1787457782" sldId="256"/>
            <ac:spMk id="214" creationId="{6B511851-D816-41AC-B85A-87CD67A86D29}"/>
          </ac:spMkLst>
        </pc:spChg>
        <pc:spChg chg="mod">
          <ac:chgData name="赫 郝" userId="eac1196edf7977d1" providerId="LiveId" clId="{06512E50-0563-545E-8A2D-AA85B947D58D}" dt="2026-08-11T08:51:24.446" v="1187" actId="108"/>
          <ac:spMkLst>
            <pc:docMk/>
            <pc:sldMk cId="1787457782" sldId="256"/>
            <ac:spMk id="215" creationId="{FB8F3D38-3E1E-4481-874D-61C7B1C52BB3}"/>
          </ac:spMkLst>
        </pc:spChg>
        <pc:spChg chg="mod">
          <ac:chgData name="赫 郝" userId="eac1196edf7977d1" providerId="LiveId" clId="{06512E50-0563-545E-8A2D-AA85B947D58D}" dt="2026-08-11T08:29:15.672" v="648" actId="207"/>
          <ac:spMkLst>
            <pc:docMk/>
            <pc:sldMk cId="1787457782" sldId="256"/>
            <ac:spMk id="219" creationId="{76E2F5B3-A9FE-4951-891F-14E8D7CA6A5C}"/>
          </ac:spMkLst>
        </pc:spChg>
        <pc:spChg chg="del mod">
          <ac:chgData name="赫 郝" userId="eac1196edf7977d1" providerId="LiveId" clId="{06512E50-0563-545E-8A2D-AA85B947D58D}" dt="2026-08-11T08:29:11.225" v="647" actId="478"/>
          <ac:spMkLst>
            <pc:docMk/>
            <pc:sldMk cId="1787457782" sldId="256"/>
            <ac:spMk id="221" creationId="{923B59D0-1CEB-4AD9-A682-FB5BBB8DB2A1}"/>
          </ac:spMkLst>
        </pc:spChg>
        <pc:spChg chg="mod">
          <ac:chgData name="赫 郝" userId="eac1196edf7977d1" providerId="LiveId" clId="{06512E50-0563-545E-8A2D-AA85B947D58D}" dt="2026-08-11T08:29:15.672" v="648" actId="207"/>
          <ac:spMkLst>
            <pc:docMk/>
            <pc:sldMk cId="1787457782" sldId="256"/>
            <ac:spMk id="223" creationId="{291713DF-1878-490F-8162-D36568A10867}"/>
          </ac:spMkLst>
        </pc:spChg>
        <pc:spChg chg="del">
          <ac:chgData name="赫 郝" userId="eac1196edf7977d1" providerId="LiveId" clId="{06512E50-0563-545E-8A2D-AA85B947D58D}" dt="2026-08-11T08:26:42.862" v="581" actId="478"/>
          <ac:spMkLst>
            <pc:docMk/>
            <pc:sldMk cId="1787457782" sldId="256"/>
            <ac:spMk id="226" creationId="{8EB0FCB3-5A52-4E8D-84FA-4BC839CE621A}"/>
          </ac:spMkLst>
        </pc:spChg>
        <pc:spChg chg="mod">
          <ac:chgData name="赫 郝" userId="eac1196edf7977d1" providerId="LiveId" clId="{06512E50-0563-545E-8A2D-AA85B947D58D}" dt="2026-08-11T08:38:37.153" v="686" actId="1076"/>
          <ac:spMkLst>
            <pc:docMk/>
            <pc:sldMk cId="1787457782" sldId="256"/>
            <ac:spMk id="230" creationId="{EDA8F87B-3869-4878-BAAA-B345D34B9A9E}"/>
          </ac:spMkLst>
        </pc:spChg>
        <pc:spChg chg="del mod">
          <ac:chgData name="赫 郝" userId="eac1196edf7977d1" providerId="LiveId" clId="{06512E50-0563-545E-8A2D-AA85B947D58D}" dt="2026-08-11T08:37:40.270" v="676" actId="478"/>
          <ac:spMkLst>
            <pc:docMk/>
            <pc:sldMk cId="1787457782" sldId="256"/>
            <ac:spMk id="231" creationId="{06C913E6-D8CD-4CAC-91B6-D9EDFB31F3CC}"/>
          </ac:spMkLst>
        </pc:spChg>
        <pc:spChg chg="mod">
          <ac:chgData name="赫 郝" userId="eac1196edf7977d1" providerId="LiveId" clId="{06512E50-0563-545E-8A2D-AA85B947D58D}" dt="2026-08-11T08:42:18.670" v="853" actId="1035"/>
          <ac:spMkLst>
            <pc:docMk/>
            <pc:sldMk cId="1787457782" sldId="256"/>
            <ac:spMk id="234" creationId="{FAC4AB38-3C68-41ED-AFDE-123F3969C8C9}"/>
          </ac:spMkLst>
        </pc:spChg>
        <pc:spChg chg="mod">
          <ac:chgData name="赫 郝" userId="eac1196edf7977d1" providerId="LiveId" clId="{06512E50-0563-545E-8A2D-AA85B947D58D}" dt="2026-08-11T08:23:48.851" v="492" actId="12"/>
          <ac:spMkLst>
            <pc:docMk/>
            <pc:sldMk cId="1787457782" sldId="256"/>
            <ac:spMk id="238" creationId="{41829ABC-84FF-40EF-A284-5FBFEBCDA4A5}"/>
          </ac:spMkLst>
        </pc:spChg>
        <pc:spChg chg="del mod">
          <ac:chgData name="赫 郝" userId="eac1196edf7977d1" providerId="LiveId" clId="{06512E50-0563-545E-8A2D-AA85B947D58D}" dt="2026-08-11T08:40:44.985" v="767" actId="478"/>
          <ac:spMkLst>
            <pc:docMk/>
            <pc:sldMk cId="1787457782" sldId="256"/>
            <ac:spMk id="242" creationId="{7940272E-D3BF-49DB-B1D2-863B9752418D}"/>
          </ac:spMkLst>
        </pc:spChg>
        <pc:spChg chg="del">
          <ac:chgData name="赫 郝" userId="eac1196edf7977d1" providerId="LiveId" clId="{06512E50-0563-545E-8A2D-AA85B947D58D}" dt="2026-08-11T08:24:21.489" v="501" actId="478"/>
          <ac:spMkLst>
            <pc:docMk/>
            <pc:sldMk cId="1787457782" sldId="256"/>
            <ac:spMk id="244" creationId="{327EE8B9-A3FF-493A-B594-1005547514DD}"/>
          </ac:spMkLst>
        </pc:spChg>
        <pc:spChg chg="mod">
          <ac:chgData name="赫 郝" userId="eac1196edf7977d1" providerId="LiveId" clId="{06512E50-0563-545E-8A2D-AA85B947D58D}" dt="2026-08-11T08:41:24.083" v="782" actId="1076"/>
          <ac:spMkLst>
            <pc:docMk/>
            <pc:sldMk cId="1787457782" sldId="256"/>
            <ac:spMk id="247" creationId="{96778419-0503-4148-9730-2D3E769F1F33}"/>
          </ac:spMkLst>
        </pc:spChg>
        <pc:spChg chg="mod">
          <ac:chgData name="赫 郝" userId="eac1196edf7977d1" providerId="LiveId" clId="{06512E50-0563-545E-8A2D-AA85B947D58D}" dt="2026-08-11T08:44:50.755" v="891" actId="1076"/>
          <ac:spMkLst>
            <pc:docMk/>
            <pc:sldMk cId="1787457782" sldId="256"/>
            <ac:spMk id="248" creationId="{F1191B65-E071-49EF-A136-AB2C705E32D4}"/>
          </ac:spMkLst>
        </pc:spChg>
        <pc:spChg chg="del">
          <ac:chgData name="赫 郝" userId="eac1196edf7977d1" providerId="LiveId" clId="{06512E50-0563-545E-8A2D-AA85B947D58D}" dt="2026-08-11T08:37:54.280" v="684" actId="478"/>
          <ac:spMkLst>
            <pc:docMk/>
            <pc:sldMk cId="1787457782" sldId="256"/>
            <ac:spMk id="251" creationId="{E4A0D27F-F2EE-4711-973B-AAAFCADA11BD}"/>
          </ac:spMkLst>
        </pc:spChg>
        <pc:spChg chg="mod">
          <ac:chgData name="赫 郝" userId="eac1196edf7977d1" providerId="LiveId" clId="{06512E50-0563-545E-8A2D-AA85B947D58D}" dt="2026-08-11T08:48:46.521" v="996" actId="1076"/>
          <ac:spMkLst>
            <pc:docMk/>
            <pc:sldMk cId="1787457782" sldId="256"/>
            <ac:spMk id="255" creationId="{95669CA2-0378-4422-AE49-AE31645C13B1}"/>
          </ac:spMkLst>
        </pc:spChg>
        <pc:spChg chg="mod">
          <ac:chgData name="赫 郝" userId="eac1196edf7977d1" providerId="LiveId" clId="{06512E50-0563-545E-8A2D-AA85B947D58D}" dt="2026-08-11T08:28:08.677" v="628" actId="108"/>
          <ac:spMkLst>
            <pc:docMk/>
            <pc:sldMk cId="1787457782" sldId="256"/>
            <ac:spMk id="261" creationId="{AF53FBD8-4FF0-45F4-A0C9-C94FF061F134}"/>
          </ac:spMkLst>
        </pc:spChg>
        <pc:spChg chg="mod">
          <ac:chgData name="赫 郝" userId="eac1196edf7977d1" providerId="LiveId" clId="{06512E50-0563-545E-8A2D-AA85B947D58D}" dt="2026-08-11T08:54:15.542" v="1208" actId="108"/>
          <ac:spMkLst>
            <pc:docMk/>
            <pc:sldMk cId="1787457782" sldId="256"/>
            <ac:spMk id="264" creationId="{27EE12BF-1224-4680-949C-14DF269765DE}"/>
          </ac:spMkLst>
        </pc:spChg>
        <pc:spChg chg="mod">
          <ac:chgData name="赫 郝" userId="eac1196edf7977d1" providerId="LiveId" clId="{06512E50-0563-545E-8A2D-AA85B947D58D}" dt="2026-08-11T08:52:43.752" v="1193" actId="108"/>
          <ac:spMkLst>
            <pc:docMk/>
            <pc:sldMk cId="1787457782" sldId="256"/>
            <ac:spMk id="266" creationId="{43734D3C-F7A2-4795-92F8-4B56D4AFF7E3}"/>
          </ac:spMkLst>
        </pc:spChg>
        <pc:spChg chg="mod">
          <ac:chgData name="赫 郝" userId="eac1196edf7977d1" providerId="LiveId" clId="{06512E50-0563-545E-8A2D-AA85B947D58D}" dt="2026-08-11T08:28:10.164" v="629" actId="108"/>
          <ac:spMkLst>
            <pc:docMk/>
            <pc:sldMk cId="1787457782" sldId="256"/>
            <ac:spMk id="270" creationId="{2D58BF90-8530-431B-AC02-C0362B780ED9}"/>
          </ac:spMkLst>
        </pc:spChg>
        <pc:spChg chg="mod">
          <ac:chgData name="赫 郝" userId="eac1196edf7977d1" providerId="LiveId" clId="{06512E50-0563-545E-8A2D-AA85B947D58D}" dt="2026-08-11T08:29:49.023" v="656" actId="20577"/>
          <ac:spMkLst>
            <pc:docMk/>
            <pc:sldMk cId="1787457782" sldId="256"/>
            <ac:spMk id="274" creationId="{4349914D-72C1-4D03-9FCB-2507DF564AC6}"/>
          </ac:spMkLst>
        </pc:spChg>
        <pc:spChg chg="mod">
          <ac:chgData name="赫 郝" userId="eac1196edf7977d1" providerId="LiveId" clId="{06512E50-0563-545E-8A2D-AA85B947D58D}" dt="2026-08-11T08:28:11.219" v="630" actId="108"/>
          <ac:spMkLst>
            <pc:docMk/>
            <pc:sldMk cId="1787457782" sldId="256"/>
            <ac:spMk id="287" creationId="{E800C7B6-95DF-498B-BBF8-4D2A27D3F9EE}"/>
          </ac:spMkLst>
        </pc:spChg>
        <pc:spChg chg="mod">
          <ac:chgData name="赫 郝" userId="eac1196edf7977d1" providerId="LiveId" clId="{06512E50-0563-545E-8A2D-AA85B947D58D}" dt="2026-08-11T08:54:07.750" v="1207" actId="108"/>
          <ac:spMkLst>
            <pc:docMk/>
            <pc:sldMk cId="1787457782" sldId="256"/>
            <ac:spMk id="291" creationId="{FC9474E2-11ED-4B03-8701-30BBF4F70C09}"/>
          </ac:spMkLst>
        </pc:spChg>
        <pc:spChg chg="del">
          <ac:chgData name="赫 郝" userId="eac1196edf7977d1" providerId="LiveId" clId="{06512E50-0563-545E-8A2D-AA85B947D58D}" dt="2026-08-11T08:53:48.085" v="1205" actId="478"/>
          <ac:spMkLst>
            <pc:docMk/>
            <pc:sldMk cId="1787457782" sldId="256"/>
            <ac:spMk id="292" creationId="{9F20D5CE-3C87-47F3-A4BC-496E17B132DE}"/>
          </ac:spMkLst>
        </pc:spChg>
        <pc:spChg chg="del">
          <ac:chgData name="赫 郝" userId="eac1196edf7977d1" providerId="LiveId" clId="{06512E50-0563-545E-8A2D-AA85B947D58D}" dt="2026-08-11T08:53:48.085" v="1205" actId="478"/>
          <ac:spMkLst>
            <pc:docMk/>
            <pc:sldMk cId="1787457782" sldId="256"/>
            <ac:spMk id="293" creationId="{2925C4E5-4D12-438C-AD7E-776B6E56457A}"/>
          </ac:spMkLst>
        </pc:spChg>
        <pc:spChg chg="del">
          <ac:chgData name="赫 郝" userId="eac1196edf7977d1" providerId="LiveId" clId="{06512E50-0563-545E-8A2D-AA85B947D58D}" dt="2026-08-11T08:53:48.085" v="1205" actId="478"/>
          <ac:spMkLst>
            <pc:docMk/>
            <pc:sldMk cId="1787457782" sldId="256"/>
            <ac:spMk id="295" creationId="{A85FA6C0-3059-4848-9780-4024073C162A}"/>
          </ac:spMkLst>
        </pc:spChg>
        <pc:spChg chg="del">
          <ac:chgData name="赫 郝" userId="eac1196edf7977d1" providerId="LiveId" clId="{06512E50-0563-545E-8A2D-AA85B947D58D}" dt="2026-08-11T08:53:48.085" v="1205" actId="478"/>
          <ac:spMkLst>
            <pc:docMk/>
            <pc:sldMk cId="1787457782" sldId="256"/>
            <ac:spMk id="296" creationId="{77D89991-76BE-4FAA-932E-A4471947B8DE}"/>
          </ac:spMkLst>
        </pc:spChg>
        <pc:spChg chg="mod">
          <ac:chgData name="赫 郝" userId="eac1196edf7977d1" providerId="LiveId" clId="{06512E50-0563-545E-8A2D-AA85B947D58D}" dt="2026-08-11T08:52:33.579" v="1192" actId="14100"/>
          <ac:spMkLst>
            <pc:docMk/>
            <pc:sldMk cId="1787457782" sldId="256"/>
            <ac:spMk id="297" creationId="{BB8E5976-9B09-4B9C-8480-3AF96CD2C878}"/>
          </ac:spMkLst>
        </pc:spChg>
        <pc:spChg chg="mod">
          <ac:chgData name="赫 郝" userId="eac1196edf7977d1" providerId="LiveId" clId="{06512E50-0563-545E-8A2D-AA85B947D58D}" dt="2026-08-11T08:50:56.696" v="1177" actId="1076"/>
          <ac:spMkLst>
            <pc:docMk/>
            <pc:sldMk cId="1787457782" sldId="256"/>
            <ac:spMk id="301" creationId="{44EC5AD3-FED7-4459-BE03-28590537085C}"/>
          </ac:spMkLst>
        </pc:spChg>
        <pc:spChg chg="mod">
          <ac:chgData name="赫 郝" userId="eac1196edf7977d1" providerId="LiveId" clId="{06512E50-0563-545E-8A2D-AA85B947D58D}" dt="2026-08-11T08:57:22.081" v="1322" actId="1076"/>
          <ac:spMkLst>
            <pc:docMk/>
            <pc:sldMk cId="1787457782" sldId="256"/>
            <ac:spMk id="306" creationId="{B04132A4-169E-40CD-BB31-4D0E5DD0145F}"/>
          </ac:spMkLst>
        </pc:spChg>
        <pc:spChg chg="mod">
          <ac:chgData name="赫 郝" userId="eac1196edf7977d1" providerId="LiveId" clId="{06512E50-0563-545E-8A2D-AA85B947D58D}" dt="2026-08-11T08:57:22.081" v="1322" actId="1076"/>
          <ac:spMkLst>
            <pc:docMk/>
            <pc:sldMk cId="1787457782" sldId="256"/>
            <ac:spMk id="308" creationId="{F84E643A-8E4F-492D-810A-4100B4E18BAC}"/>
          </ac:spMkLst>
        </pc:spChg>
        <pc:spChg chg="mod">
          <ac:chgData name="赫 郝" userId="eac1196edf7977d1" providerId="LiveId" clId="{06512E50-0563-545E-8A2D-AA85B947D58D}" dt="2026-08-11T08:50:56.696" v="1177" actId="1076"/>
          <ac:spMkLst>
            <pc:docMk/>
            <pc:sldMk cId="1787457782" sldId="256"/>
            <ac:spMk id="310" creationId="{D378E49A-7456-45A6-AAE1-2D3A9A56DECD}"/>
          </ac:spMkLst>
        </pc:spChg>
        <pc:spChg chg="mod">
          <ac:chgData name="赫 郝" userId="eac1196edf7977d1" providerId="LiveId" clId="{06512E50-0563-545E-8A2D-AA85B947D58D}" dt="2026-08-11T08:57:17.675" v="1321" actId="1076"/>
          <ac:spMkLst>
            <pc:docMk/>
            <pc:sldMk cId="1787457782" sldId="256"/>
            <ac:spMk id="312" creationId="{7B673DC6-51EA-4FCC-B973-254723FA1855}"/>
          </ac:spMkLst>
        </pc:spChg>
        <pc:spChg chg="mod">
          <ac:chgData name="赫 郝" userId="eac1196edf7977d1" providerId="LiveId" clId="{06512E50-0563-545E-8A2D-AA85B947D58D}" dt="2026-08-11T08:57:17.675" v="1321" actId="1076"/>
          <ac:spMkLst>
            <pc:docMk/>
            <pc:sldMk cId="1787457782" sldId="256"/>
            <ac:spMk id="314" creationId="{AF082168-8BB2-45A0-9970-DEA66E7D222C}"/>
          </ac:spMkLst>
        </pc:spChg>
        <pc:spChg chg="mod">
          <ac:chgData name="赫 郝" userId="eac1196edf7977d1" providerId="LiveId" clId="{06512E50-0563-545E-8A2D-AA85B947D58D}" dt="2026-08-11T08:48:46.521" v="996" actId="1076"/>
          <ac:spMkLst>
            <pc:docMk/>
            <pc:sldMk cId="1787457782" sldId="256"/>
            <ac:spMk id="316" creationId="{16EC2303-FB32-441F-96D9-997C15F3CDDD}"/>
          </ac:spMkLst>
        </pc:spChg>
        <pc:spChg chg="mod">
          <ac:chgData name="赫 郝" userId="eac1196edf7977d1" providerId="LiveId" clId="{06512E50-0563-545E-8A2D-AA85B947D58D}" dt="2026-08-11T08:57:11.819" v="1320" actId="1076"/>
          <ac:spMkLst>
            <pc:docMk/>
            <pc:sldMk cId="1787457782" sldId="256"/>
            <ac:spMk id="317" creationId="{B0F9CC44-8B59-42EA-A2BF-CCCE760B8468}"/>
          </ac:spMkLst>
        </pc:spChg>
        <pc:spChg chg="mod">
          <ac:chgData name="赫 郝" userId="eac1196edf7977d1" providerId="LiveId" clId="{06512E50-0563-545E-8A2D-AA85B947D58D}" dt="2026-08-11T08:57:11.819" v="1320" actId="1076"/>
          <ac:spMkLst>
            <pc:docMk/>
            <pc:sldMk cId="1787457782" sldId="256"/>
            <ac:spMk id="319" creationId="{B359C48F-8383-49C3-805E-D19312D6DCD3}"/>
          </ac:spMkLst>
        </pc:spChg>
        <pc:spChg chg="mod">
          <ac:chgData name="赫 郝" userId="eac1196edf7977d1" providerId="LiveId" clId="{06512E50-0563-545E-8A2D-AA85B947D58D}" dt="2026-08-11T08:56:55.312" v="1314" actId="1038"/>
          <ac:spMkLst>
            <pc:docMk/>
            <pc:sldMk cId="1787457782" sldId="256"/>
            <ac:spMk id="325" creationId="{F2B8EF23-83E0-4AA0-9FB4-74549DFB4B39}"/>
          </ac:spMkLst>
        </pc:spChg>
        <pc:spChg chg="mod">
          <ac:chgData name="赫 郝" userId="eac1196edf7977d1" providerId="LiveId" clId="{06512E50-0563-545E-8A2D-AA85B947D58D}" dt="2026-08-11T08:57:35.703" v="1327" actId="14100"/>
          <ac:spMkLst>
            <pc:docMk/>
            <pc:sldMk cId="1787457782" sldId="256"/>
            <ac:spMk id="328" creationId="{C34C779D-360F-48DC-8E45-DFA31BDC3CD8}"/>
          </ac:spMkLst>
        </pc:spChg>
        <pc:spChg chg="mod">
          <ac:chgData name="赫 郝" userId="eac1196edf7977d1" providerId="LiveId" clId="{06512E50-0563-545E-8A2D-AA85B947D58D}" dt="2026-08-11T08:57:38.562" v="1328" actId="1076"/>
          <ac:spMkLst>
            <pc:docMk/>
            <pc:sldMk cId="1787457782" sldId="256"/>
            <ac:spMk id="331" creationId="{69278125-0E90-4D51-B1C6-112C05C3F0BF}"/>
          </ac:spMkLst>
        </pc:spChg>
        <pc:spChg chg="mod">
          <ac:chgData name="赫 郝" userId="eac1196edf7977d1" providerId="LiveId" clId="{06512E50-0563-545E-8A2D-AA85B947D58D}" dt="2026-08-11T08:28:05.318" v="626" actId="108"/>
          <ac:spMkLst>
            <pc:docMk/>
            <pc:sldMk cId="1787457782" sldId="256"/>
            <ac:spMk id="336" creationId="{C20D8549-7551-49BE-9BA1-465B4961BDF5}"/>
          </ac:spMkLst>
        </pc:spChg>
        <pc:spChg chg="del mod">
          <ac:chgData name="赫 郝" userId="eac1196edf7977d1" providerId="LiveId" clId="{06512E50-0563-545E-8A2D-AA85B947D58D}" dt="2026-08-11T08:53:10.519" v="1201" actId="478"/>
          <ac:spMkLst>
            <pc:docMk/>
            <pc:sldMk cId="1787457782" sldId="256"/>
            <ac:spMk id="339" creationId="{B498CC5D-AEF1-46C3-B777-479BF0941CC6}"/>
          </ac:spMkLst>
        </pc:spChg>
        <pc:spChg chg="mod">
          <ac:chgData name="赫 郝" userId="eac1196edf7977d1" providerId="LiveId" clId="{06512E50-0563-545E-8A2D-AA85B947D58D}" dt="2026-08-11T08:28:04.033" v="625" actId="108"/>
          <ac:spMkLst>
            <pc:docMk/>
            <pc:sldMk cId="1787457782" sldId="256"/>
            <ac:spMk id="343" creationId="{D3801DCC-4F5B-4704-8BE9-7B7CF0D98548}"/>
          </ac:spMkLst>
        </pc:spChg>
        <pc:spChg chg="mod">
          <ac:chgData name="赫 郝" userId="eac1196edf7977d1" providerId="LiveId" clId="{06512E50-0563-545E-8A2D-AA85B947D58D}" dt="2026-08-11T08:56:51.093" v="1308" actId="14100"/>
          <ac:spMkLst>
            <pc:docMk/>
            <pc:sldMk cId="1787457782" sldId="256"/>
            <ac:spMk id="344" creationId="{BBCFC533-3BB1-41F0-8865-E455CA2A2C3E}"/>
          </ac:spMkLst>
        </pc:spChg>
        <pc:spChg chg="del">
          <ac:chgData name="赫 郝" userId="eac1196edf7977d1" providerId="LiveId" clId="{06512E50-0563-545E-8A2D-AA85B947D58D}" dt="2026-08-11T08:06:26.361" v="0" actId="478"/>
          <ac:spMkLst>
            <pc:docMk/>
            <pc:sldMk cId="1787457782" sldId="256"/>
            <ac:spMk id="352" creationId="{FAC58C08-2A58-43D2-BAB8-B28085D40C4C}"/>
          </ac:spMkLst>
        </pc:spChg>
        <pc:picChg chg="add mod">
          <ac:chgData name="赫 郝" userId="eac1196edf7977d1" providerId="LiveId" clId="{06512E50-0563-545E-8A2D-AA85B947D58D}" dt="2026-08-11T08:57:00.021" v="1315" actId="14100"/>
          <ac:picMkLst>
            <pc:docMk/>
            <pc:sldMk cId="1787457782" sldId="256"/>
            <ac:picMk id="28" creationId="{6910677A-B487-E0CD-0B05-247ED15AB5A6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input-frame-004">
            <a:extLst>
              <a:ext uri="{FF2B5EF4-FFF2-40B4-BE49-F238E27FC236}">
                <a16:creationId xmlns:a16="http://schemas.microsoft.com/office/drawing/2014/main" id="{AC89A87B-E811-4A95-9FF5-E96279DE58BE}"/>
              </a:ext>
            </a:extLst>
          </p:cNvPr>
          <p:cNvSpPr>
            <a:spLocks noGrp="1"/>
          </p:cNvSpPr>
          <p:nvPr/>
        </p:nvSpPr>
        <p:spPr>
          <a:xfrm>
            <a:off x="228600" y="933450"/>
            <a:ext cx="2324100" cy="5791200"/>
          </a:xfrm>
          <a:prstGeom prst="roundRect">
            <a:avLst>
              <a:gd name="adj" fmla="val 5738"/>
            </a:avLst>
          </a:prstGeom>
          <a:solidFill>
            <a:srgbClr val="FFFFFF"/>
          </a:solidFill>
          <a:ln w="14288">
            <a:solidFill>
              <a:schemeClr val="bg2">
                <a:lumMod val="50000"/>
              </a:schemeClr>
            </a:solidFill>
            <a:prstDash val="dash"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architecture-frame-007">
            <a:extLst>
              <a:ext uri="{FF2B5EF4-FFF2-40B4-BE49-F238E27FC236}">
                <a16:creationId xmlns:a16="http://schemas.microsoft.com/office/drawing/2014/main" id="{ED006F59-3661-4A07-828B-37376C896241}"/>
              </a:ext>
            </a:extLst>
          </p:cNvPr>
          <p:cNvSpPr>
            <a:spLocks noGrp="1"/>
          </p:cNvSpPr>
          <p:nvPr/>
        </p:nvSpPr>
        <p:spPr>
          <a:xfrm>
            <a:off x="2686050" y="933450"/>
            <a:ext cx="8305800" cy="5791200"/>
          </a:xfrm>
          <a:prstGeom prst="roundRect">
            <a:avLst>
              <a:gd name="adj" fmla="val 2303"/>
            </a:avLst>
          </a:prstGeom>
          <a:solidFill>
            <a:srgbClr val="FFFFFF"/>
          </a:solidFill>
          <a:ln w="14288">
            <a:solidFill>
              <a:srgbClr val="4A77BE"/>
            </a:solidFill>
            <a:prstDash val="dash"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7" name="architecture-title-009">
            <a:extLst>
              <a:ext uri="{FF2B5EF4-FFF2-40B4-BE49-F238E27FC236}">
                <a16:creationId xmlns:a16="http://schemas.microsoft.com/office/drawing/2014/main" id="{816A1C30-B85E-4176-8BD0-40E9C409E5D5}"/>
              </a:ext>
            </a:extLst>
          </p:cNvPr>
          <p:cNvSpPr>
            <a:spLocks noGrp="1"/>
          </p:cNvSpPr>
          <p:nvPr/>
        </p:nvSpPr>
        <p:spPr>
          <a:xfrm>
            <a:off x="2781300" y="981075"/>
            <a:ext cx="81153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b="1" dirty="0" err="1">
                <a:latin typeface="SimSun" panose="02010600030101010101" pitchFamily="2" charset="-122"/>
                <a:ea typeface="SimSun" panose="02010600030101010101" pitchFamily="2" charset="-122"/>
              </a:rPr>
              <a:t>深度学习代理模型架构</a:t>
            </a:r>
            <a:endParaRPr kumimoji="1" b="1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9" name="inverse-frame-010">
            <a:extLst>
              <a:ext uri="{FF2B5EF4-FFF2-40B4-BE49-F238E27FC236}">
                <a16:creationId xmlns:a16="http://schemas.microsoft.com/office/drawing/2014/main" id="{9EAE57AB-9BA3-443A-8B19-1EFB2FE9BCFB}"/>
              </a:ext>
            </a:extLst>
          </p:cNvPr>
          <p:cNvSpPr>
            <a:spLocks noGrp="1"/>
          </p:cNvSpPr>
          <p:nvPr/>
        </p:nvSpPr>
        <p:spPr>
          <a:xfrm>
            <a:off x="11144250" y="933450"/>
            <a:ext cx="3257550" cy="5791200"/>
          </a:xfrm>
          <a:prstGeom prst="roundRect">
            <a:avLst>
              <a:gd name="adj" fmla="val 4094"/>
            </a:avLst>
          </a:prstGeom>
          <a:solidFill>
            <a:srgbClr val="FFFFFF"/>
          </a:solidFill>
          <a:ln w="14288">
            <a:solidFill>
              <a:schemeClr val="accent6">
                <a:lumMod val="60000"/>
                <a:lumOff val="40000"/>
              </a:schemeClr>
            </a:solidFill>
            <a:prstDash val="dash"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0" name="inverse-title-012">
            <a:extLst>
              <a:ext uri="{FF2B5EF4-FFF2-40B4-BE49-F238E27FC236}">
                <a16:creationId xmlns:a16="http://schemas.microsoft.com/office/drawing/2014/main" id="{D2A06CBB-758E-4447-BD36-FFEED47328AF}"/>
              </a:ext>
            </a:extLst>
          </p:cNvPr>
          <p:cNvSpPr>
            <a:spLocks noGrp="1"/>
          </p:cNvSpPr>
          <p:nvPr/>
        </p:nvSpPr>
        <p:spPr>
          <a:xfrm>
            <a:off x="11239500" y="981075"/>
            <a:ext cx="306705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b="1" dirty="0">
                <a:latin typeface="SimSun" panose="02010600030101010101" pitchFamily="2" charset="-122"/>
                <a:ea typeface="SimSun" panose="02010600030101010101" pitchFamily="2" charset="-122"/>
              </a:rPr>
              <a:t>信赖域内</a:t>
            </a:r>
            <a:r>
              <a:rPr kumimoji="1" b="1" dirty="0" err="1">
                <a:latin typeface="SimSun" panose="02010600030101010101" pitchFamily="2" charset="-122"/>
                <a:ea typeface="SimSun" panose="02010600030101010101" pitchFamily="2" charset="-122"/>
              </a:rPr>
              <a:t>反向求解</a:t>
            </a:r>
            <a:endParaRPr kumimoji="1" b="1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12" name="training-frame-013">
            <a:extLst>
              <a:ext uri="{FF2B5EF4-FFF2-40B4-BE49-F238E27FC236}">
                <a16:creationId xmlns:a16="http://schemas.microsoft.com/office/drawing/2014/main" id="{CBAC0DE4-7D21-4BC2-9F2D-FE4BD23C62BB}"/>
              </a:ext>
            </a:extLst>
          </p:cNvPr>
          <p:cNvSpPr>
            <a:spLocks noGrp="1"/>
          </p:cNvSpPr>
          <p:nvPr/>
        </p:nvSpPr>
        <p:spPr>
          <a:xfrm>
            <a:off x="2686050" y="6896100"/>
            <a:ext cx="8305800" cy="2371725"/>
          </a:xfrm>
          <a:prstGeom prst="roundRect">
            <a:avLst>
              <a:gd name="adj" fmla="val 5072"/>
            </a:avLst>
          </a:prstGeom>
          <a:noFill/>
          <a:ln w="14288">
            <a:solidFill>
              <a:srgbClr val="4A77BE"/>
            </a:solidFill>
            <a:prstDash val="dash"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4" name="training-title-015">
            <a:extLst>
              <a:ext uri="{FF2B5EF4-FFF2-40B4-BE49-F238E27FC236}">
                <a16:creationId xmlns:a16="http://schemas.microsoft.com/office/drawing/2014/main" id="{7EB272C1-7DF4-4850-B85F-131F4F3D0030}"/>
              </a:ext>
            </a:extLst>
          </p:cNvPr>
          <p:cNvSpPr>
            <a:spLocks noGrp="1"/>
          </p:cNvSpPr>
          <p:nvPr/>
        </p:nvSpPr>
        <p:spPr>
          <a:xfrm>
            <a:off x="2781300" y="6943725"/>
            <a:ext cx="81153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b="1" dirty="0" err="1">
                <a:latin typeface="SimSun" panose="02010600030101010101" pitchFamily="2" charset="-122"/>
                <a:ea typeface="SimSun" panose="02010600030101010101" pitchFamily="2" charset="-122"/>
              </a:rPr>
              <a:t>损失函数与训练策略</a:t>
            </a:r>
            <a:endParaRPr kumimoji="1" b="1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62" name="flow-right-017">
            <a:extLst>
              <a:ext uri="{FF2B5EF4-FFF2-40B4-BE49-F238E27FC236}">
                <a16:creationId xmlns:a16="http://schemas.microsoft.com/office/drawing/2014/main" id="{7FF59E62-B671-42F8-872D-2CA015E77A28}"/>
              </a:ext>
            </a:extLst>
          </p:cNvPr>
          <p:cNvSpPr>
            <a:spLocks noGrp="1"/>
          </p:cNvSpPr>
          <p:nvPr/>
        </p:nvSpPr>
        <p:spPr>
          <a:xfrm>
            <a:off x="2552700" y="3629025"/>
            <a:ext cx="133350" cy="171450"/>
          </a:xfrm>
          <a:prstGeom prst="rightArrow">
            <a:avLst/>
          </a:prstGeom>
          <a:solidFill>
            <a:srgbClr val="4A77BE"/>
          </a:solidFill>
          <a:ln w="0">
            <a:solidFill>
              <a:srgbClr val="4A77BE"/>
            </a:solidFill>
            <a:prstDash val="solid"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94" name="flow-right-018">
            <a:extLst>
              <a:ext uri="{FF2B5EF4-FFF2-40B4-BE49-F238E27FC236}">
                <a16:creationId xmlns:a16="http://schemas.microsoft.com/office/drawing/2014/main" id="{A1B0A9E7-3E41-4589-896B-C4EB731005C2}"/>
              </a:ext>
            </a:extLst>
          </p:cNvPr>
          <p:cNvSpPr>
            <a:spLocks noGrp="1"/>
          </p:cNvSpPr>
          <p:nvPr/>
        </p:nvSpPr>
        <p:spPr>
          <a:xfrm>
            <a:off x="10991850" y="3695700"/>
            <a:ext cx="152400" cy="190500"/>
          </a:xfrm>
          <a:prstGeom prst="rightArrow">
            <a:avLst/>
          </a:prstGeom>
          <a:solidFill>
            <a:srgbClr val="4A77BE"/>
          </a:solidFill>
          <a:ln w="0">
            <a:solidFill>
              <a:srgbClr val="4A77BE"/>
            </a:solidFill>
            <a:prstDash val="solid"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97" name="flow-down-019">
            <a:extLst>
              <a:ext uri="{FF2B5EF4-FFF2-40B4-BE49-F238E27FC236}">
                <a16:creationId xmlns:a16="http://schemas.microsoft.com/office/drawing/2014/main" id="{BB8E5976-9B09-4B9C-8480-3AF96CD2C878}"/>
              </a:ext>
            </a:extLst>
          </p:cNvPr>
          <p:cNvSpPr>
            <a:spLocks noGrp="1"/>
          </p:cNvSpPr>
          <p:nvPr/>
        </p:nvSpPr>
        <p:spPr>
          <a:xfrm rot="10800000">
            <a:off x="6581775" y="6744322"/>
            <a:ext cx="171450" cy="142251"/>
          </a:xfrm>
          <a:prstGeom prst="downArrow">
            <a:avLst>
              <a:gd name="adj1" fmla="val 42936"/>
              <a:gd name="adj2" fmla="val 50000"/>
            </a:avLst>
          </a:prstGeom>
          <a:solidFill>
            <a:srgbClr val="4A77BE"/>
          </a:solidFill>
          <a:ln w="0">
            <a:solidFill>
              <a:srgbClr val="4A77BE"/>
            </a:solidFill>
            <a:prstDash val="solid"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2" name="input-policy-020">
            <a:extLst>
              <a:ext uri="{FF2B5EF4-FFF2-40B4-BE49-F238E27FC236}">
                <a16:creationId xmlns:a16="http://schemas.microsoft.com/office/drawing/2014/main" id="{D48980FE-13D0-48DE-A450-32F6A3749BDA}"/>
              </a:ext>
            </a:extLst>
          </p:cNvPr>
          <p:cNvSpPr>
            <a:spLocks noGrp="1"/>
          </p:cNvSpPr>
          <p:nvPr/>
        </p:nvSpPr>
        <p:spPr>
          <a:xfrm>
            <a:off x="342900" y="1504950"/>
            <a:ext cx="2095500" cy="866775"/>
          </a:xfrm>
          <a:prstGeom prst="roundRect">
            <a:avLst>
              <a:gd name="adj" fmla="val 10000"/>
            </a:avLst>
          </a:prstGeom>
          <a:noFill/>
          <a:ln w="14288">
            <a:solidFill>
              <a:schemeClr val="bg2">
                <a:lumMod val="50000"/>
              </a:schemeClr>
            </a:solidFill>
            <a:prstDash val="solid"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5" name="policy-title-021">
            <a:extLst>
              <a:ext uri="{FF2B5EF4-FFF2-40B4-BE49-F238E27FC236}">
                <a16:creationId xmlns:a16="http://schemas.microsoft.com/office/drawing/2014/main" id="{75E947FB-DCF7-4279-B241-29356DA83D00}"/>
              </a:ext>
            </a:extLst>
          </p:cNvPr>
          <p:cNvSpPr>
            <a:spLocks noGrp="1"/>
          </p:cNvSpPr>
          <p:nvPr/>
        </p:nvSpPr>
        <p:spPr>
          <a:xfrm>
            <a:off x="619125" y="1562100"/>
            <a:ext cx="15811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ctr">
              <a:buNone/>
              <a:defRPr sz="1575" b="1">
                <a:solidFill>
                  <a:srgbClr val="204E79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 dirty="0" err="1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待评估</a:t>
            </a:r>
            <a:r>
              <a:rPr lang="zh-CN" altLang="en-US" sz="1575" b="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推广</a:t>
            </a:r>
            <a:r>
              <a:rPr sz="1575" b="1" dirty="0" err="1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策略</a:t>
            </a:r>
            <a:endParaRPr sz="1575" b="1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3" name="policy-body-027">
            <a:extLst>
              <a:ext uri="{FF2B5EF4-FFF2-40B4-BE49-F238E27FC236}">
                <a16:creationId xmlns:a16="http://schemas.microsoft.com/office/drawing/2014/main" id="{C6716AC1-8A89-4DBE-83C8-F2536DB59F37}"/>
              </a:ext>
            </a:extLst>
          </p:cNvPr>
          <p:cNvSpPr>
            <a:spLocks noGrp="1"/>
          </p:cNvSpPr>
          <p:nvPr/>
        </p:nvSpPr>
        <p:spPr>
          <a:xfrm>
            <a:off x="438150" y="1883492"/>
            <a:ext cx="1905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sz="1425" dirty="0" err="1">
                <a:solidFill>
                  <a:srgbClr val="182A3A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阶段</a:t>
            </a:r>
            <a:r>
              <a:rPr sz="1425" dirty="0">
                <a:solidFill>
                  <a:srgbClr val="182A3A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× </a:t>
            </a:r>
            <a:r>
              <a:rPr sz="1425" dirty="0" err="1">
                <a:solidFill>
                  <a:srgbClr val="182A3A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分区</a:t>
            </a:r>
            <a:r>
              <a:rPr sz="1425" dirty="0">
                <a:solidFill>
                  <a:srgbClr val="182A3A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× </a:t>
            </a:r>
            <a:r>
              <a:rPr sz="1425" dirty="0" err="1">
                <a:solidFill>
                  <a:srgbClr val="182A3A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策略变量</a:t>
            </a:r>
            <a:endParaRPr sz="1425" dirty="0">
              <a:solidFill>
                <a:srgbClr val="182A3A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1" name="input-context-028">
            <a:extLst>
              <a:ext uri="{FF2B5EF4-FFF2-40B4-BE49-F238E27FC236}">
                <a16:creationId xmlns:a16="http://schemas.microsoft.com/office/drawing/2014/main" id="{B6DC2D07-1BA7-48CC-92F6-6E07C1B6B6A4}"/>
              </a:ext>
            </a:extLst>
          </p:cNvPr>
          <p:cNvSpPr>
            <a:spLocks noGrp="1"/>
          </p:cNvSpPr>
          <p:nvPr/>
        </p:nvSpPr>
        <p:spPr>
          <a:xfrm>
            <a:off x="342900" y="2555005"/>
            <a:ext cx="2095500" cy="1216895"/>
          </a:xfrm>
          <a:prstGeom prst="roundRect">
            <a:avLst>
              <a:gd name="adj" fmla="val 11111"/>
            </a:avLst>
          </a:prstGeom>
          <a:noFill/>
          <a:ln w="14288">
            <a:solidFill>
              <a:schemeClr val="bg2">
                <a:lumMod val="50000"/>
              </a:schemeClr>
            </a:solidFill>
            <a:prstDash val="solid"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1" name="context-title-029">
            <a:extLst>
              <a:ext uri="{FF2B5EF4-FFF2-40B4-BE49-F238E27FC236}">
                <a16:creationId xmlns:a16="http://schemas.microsoft.com/office/drawing/2014/main" id="{44958DE0-DB7A-42AD-AB73-C4D0CC2F0CD0}"/>
              </a:ext>
            </a:extLst>
          </p:cNvPr>
          <p:cNvSpPr>
            <a:spLocks noGrp="1"/>
          </p:cNvSpPr>
          <p:nvPr/>
        </p:nvSpPr>
        <p:spPr>
          <a:xfrm>
            <a:off x="457200" y="2563378"/>
            <a:ext cx="18669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ctr">
              <a:buNone/>
              <a:defRPr sz="1575" b="1">
                <a:solidFill>
                  <a:srgbClr val="204E79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 dirty="0" err="1">
                <a:solidFill>
                  <a:srgbClr val="204E79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外生情境</a:t>
            </a:r>
            <a:r>
              <a:rPr lang="zh-CN" altLang="en-US" sz="1575" b="1" dirty="0">
                <a:solidFill>
                  <a:srgbClr val="204E79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变量</a:t>
            </a:r>
            <a:endParaRPr sz="1575" b="1" dirty="0">
              <a:solidFill>
                <a:srgbClr val="204E79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2" name="context-formula-030">
            <a:extLst>
              <a:ext uri="{FF2B5EF4-FFF2-40B4-BE49-F238E27FC236}">
                <a16:creationId xmlns:a16="http://schemas.microsoft.com/office/drawing/2014/main" id="{3A594AA6-01C1-40C6-AD3F-7B0426F44100}"/>
              </a:ext>
            </a:extLst>
          </p:cNvPr>
          <p:cNvSpPr>
            <a:spLocks noGrp="1"/>
          </p:cNvSpPr>
          <p:nvPr/>
        </p:nvSpPr>
        <p:spPr>
          <a:xfrm>
            <a:off x="457200" y="3067050"/>
            <a:ext cx="18669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ctr">
              <a:buNone/>
              <a:defRPr sz="1725" b="1">
                <a:solidFill>
                  <a:srgbClr val="204E79"/>
                </a:solidFill>
                <a:latin typeface="Times New Roman"/>
                <a:ea typeface="Times New Roman"/>
                <a:cs typeface="Times New Roman"/>
              </a:defRPr>
            </a:pPr>
            <a:endParaRPr sz="1725" b="1" dirty="0">
              <a:solidFill>
                <a:srgbClr val="204E79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38" name="context-body-031">
            <a:extLst>
              <a:ext uri="{FF2B5EF4-FFF2-40B4-BE49-F238E27FC236}">
                <a16:creationId xmlns:a16="http://schemas.microsoft.com/office/drawing/2014/main" id="{41829ABC-84FF-40EF-A284-5FBFEBCDA4A5}"/>
              </a:ext>
            </a:extLst>
          </p:cNvPr>
          <p:cNvSpPr>
            <a:spLocks noGrp="1"/>
          </p:cNvSpPr>
          <p:nvPr/>
        </p:nvSpPr>
        <p:spPr>
          <a:xfrm>
            <a:off x="419100" y="3106839"/>
            <a:ext cx="19431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marL="285750" indent="-285750" algn="ctr">
              <a:buFont typeface="Arial" panose="020B0604020202020204" pitchFamily="34" charset="0"/>
              <a:buChar char="•"/>
              <a:defRPr sz="1425" b="0">
                <a:solidFill>
                  <a:srgbClr val="182A3A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 dirty="0" err="1">
                <a:solidFill>
                  <a:srgbClr val="182A3A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城市</a:t>
            </a:r>
            <a:r>
              <a:rPr lang="zh-CN" altLang="en-US" sz="1425" b="0" dirty="0">
                <a:solidFill>
                  <a:srgbClr val="182A3A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社会经济结构与出行模式</a:t>
            </a:r>
            <a:endParaRPr lang="en-US" altLang="zh-CN" sz="1425" b="0" dirty="0">
              <a:solidFill>
                <a:srgbClr val="182A3A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marL="285750" indent="-285750" algn="ctr">
              <a:buFont typeface="Arial" panose="020B0604020202020204" pitchFamily="34" charset="0"/>
              <a:buChar char="•"/>
              <a:defRPr sz="1425" b="0">
                <a:solidFill>
                  <a:srgbClr val="182A3A"/>
                </a:solidFill>
                <a:latin typeface="PingFang SC"/>
                <a:ea typeface="PingFang SC"/>
                <a:cs typeface="PingFang SC"/>
              </a:defRPr>
            </a:pPr>
            <a:r>
              <a:rPr lang="zh-CN" altLang="en-US" sz="1425" b="0" dirty="0">
                <a:solidFill>
                  <a:srgbClr val="182A3A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各</a:t>
            </a:r>
            <a:r>
              <a:rPr sz="1425" b="0" dirty="0" err="1">
                <a:solidFill>
                  <a:srgbClr val="182A3A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分区</a:t>
            </a:r>
            <a:r>
              <a:rPr lang="zh-CN" altLang="en-US" sz="1425" dirty="0">
                <a:solidFill>
                  <a:srgbClr val="182A3A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社会经济结构与出行模式</a:t>
            </a:r>
            <a:endParaRPr sz="1425" b="0" dirty="0">
              <a:solidFill>
                <a:srgbClr val="182A3A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3" name="input-dctx-032">
            <a:extLst>
              <a:ext uri="{FF2B5EF4-FFF2-40B4-BE49-F238E27FC236}">
                <a16:creationId xmlns:a16="http://schemas.microsoft.com/office/drawing/2014/main" id="{24014730-6D99-4DFB-BFF2-B60BC3E242D5}"/>
              </a:ext>
            </a:extLst>
          </p:cNvPr>
          <p:cNvSpPr>
            <a:spLocks noGrp="1"/>
          </p:cNvSpPr>
          <p:nvPr/>
        </p:nvSpPr>
        <p:spPr>
          <a:xfrm>
            <a:off x="342900" y="3955180"/>
            <a:ext cx="2095500" cy="978787"/>
          </a:xfrm>
          <a:prstGeom prst="roundRect">
            <a:avLst>
              <a:gd name="adj" fmla="val 7792"/>
            </a:avLst>
          </a:prstGeom>
          <a:noFill/>
          <a:ln w="14288">
            <a:solidFill>
              <a:schemeClr val="bg2">
                <a:lumMod val="50000"/>
              </a:schemeClr>
            </a:solidFill>
            <a:prstDash val="solid"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6" name="dctx-title-033">
            <a:extLst>
              <a:ext uri="{FF2B5EF4-FFF2-40B4-BE49-F238E27FC236}">
                <a16:creationId xmlns:a16="http://schemas.microsoft.com/office/drawing/2014/main" id="{8ED3241D-801E-45BC-ADD2-3E42583051BD}"/>
              </a:ext>
            </a:extLst>
          </p:cNvPr>
          <p:cNvSpPr>
            <a:spLocks noGrp="1"/>
          </p:cNvSpPr>
          <p:nvPr/>
        </p:nvSpPr>
        <p:spPr>
          <a:xfrm>
            <a:off x="457200" y="4062412"/>
            <a:ext cx="18669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ctr">
              <a:buNone/>
              <a:defRPr sz="1575" b="1">
                <a:solidFill>
                  <a:srgbClr val="204E79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 dirty="0" err="1">
                <a:solidFill>
                  <a:srgbClr val="204E79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已评估策略</a:t>
            </a:r>
            <a:r>
              <a:rPr lang="zh-CN" altLang="en-US" sz="1575" b="1" dirty="0">
                <a:solidFill>
                  <a:srgbClr val="204E79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集合</a:t>
            </a:r>
            <a:endParaRPr sz="1575" b="1" dirty="0">
              <a:solidFill>
                <a:srgbClr val="204E79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0" name="dctx-body-035">
            <a:extLst>
              <a:ext uri="{FF2B5EF4-FFF2-40B4-BE49-F238E27FC236}">
                <a16:creationId xmlns:a16="http://schemas.microsoft.com/office/drawing/2014/main" id="{6DE922C6-0F8D-46BE-8A57-D051E7E12B34}"/>
              </a:ext>
            </a:extLst>
          </p:cNvPr>
          <p:cNvSpPr>
            <a:spLocks noGrp="1"/>
          </p:cNvSpPr>
          <p:nvPr/>
        </p:nvSpPr>
        <p:spPr>
          <a:xfrm>
            <a:off x="419100" y="4312757"/>
            <a:ext cx="19431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marL="285750" indent="-285750" algn="ctr">
              <a:buFont typeface="Arial" panose="020B0604020202020204" pitchFamily="34" charset="0"/>
              <a:buChar char="•"/>
              <a:defRPr sz="1425" b="0">
                <a:solidFill>
                  <a:srgbClr val="182A3A"/>
                </a:solidFill>
                <a:latin typeface="PingFang SC"/>
                <a:ea typeface="PingFang SC"/>
                <a:cs typeface="PingFang SC"/>
              </a:defRPr>
            </a:pPr>
            <a:r>
              <a:rPr lang="zh-CN" altLang="en-US" sz="1425" b="0" dirty="0">
                <a:solidFill>
                  <a:srgbClr val="182A3A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各分区推广策略</a:t>
            </a:r>
            <a:endParaRPr lang="en-US" altLang="zh-CN" sz="1425" b="0" dirty="0">
              <a:solidFill>
                <a:srgbClr val="182A3A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marL="285750" indent="-285750" algn="ctr">
              <a:buFont typeface="Arial" panose="020B0604020202020204" pitchFamily="34" charset="0"/>
              <a:buChar char="•"/>
              <a:defRPr sz="1425" b="0">
                <a:solidFill>
                  <a:srgbClr val="182A3A"/>
                </a:solidFill>
                <a:latin typeface="PingFang SC"/>
                <a:ea typeface="PingFang SC"/>
                <a:cs typeface="PingFang SC"/>
              </a:defRPr>
            </a:pPr>
            <a:r>
              <a:rPr lang="zh-CN" altLang="en-US" sz="1425" dirty="0">
                <a:solidFill>
                  <a:srgbClr val="182A3A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各分区目标输出</a:t>
            </a:r>
            <a:endParaRPr sz="1425" b="0" dirty="0">
              <a:solidFill>
                <a:srgbClr val="182A3A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7" name="input-prior-036">
            <a:extLst>
              <a:ext uri="{FF2B5EF4-FFF2-40B4-BE49-F238E27FC236}">
                <a16:creationId xmlns:a16="http://schemas.microsoft.com/office/drawing/2014/main" id="{84E06385-F8C6-4A69-80AD-A80B7B07B1F1}"/>
              </a:ext>
            </a:extLst>
          </p:cNvPr>
          <p:cNvSpPr>
            <a:spLocks noGrp="1"/>
          </p:cNvSpPr>
          <p:nvPr/>
        </p:nvSpPr>
        <p:spPr>
          <a:xfrm>
            <a:off x="342900" y="5041200"/>
            <a:ext cx="2095500" cy="1531050"/>
          </a:xfrm>
          <a:prstGeom prst="roundRect">
            <a:avLst>
              <a:gd name="adj" fmla="val 10000"/>
            </a:avLst>
          </a:prstGeom>
          <a:noFill/>
          <a:ln w="14288">
            <a:solidFill>
              <a:schemeClr val="bg2">
                <a:lumMod val="50000"/>
              </a:schemeClr>
            </a:solidFill>
            <a:prstDash val="solid"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6" name="prior-title-037">
            <a:extLst>
              <a:ext uri="{FF2B5EF4-FFF2-40B4-BE49-F238E27FC236}">
                <a16:creationId xmlns:a16="http://schemas.microsoft.com/office/drawing/2014/main" id="{A33115DB-A150-4739-B556-B1CBC5AB1896}"/>
              </a:ext>
            </a:extLst>
          </p:cNvPr>
          <p:cNvSpPr>
            <a:spLocks noGrp="1"/>
          </p:cNvSpPr>
          <p:nvPr/>
        </p:nvSpPr>
        <p:spPr>
          <a:xfrm>
            <a:off x="457200" y="5112569"/>
            <a:ext cx="18669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ctr">
              <a:buNone/>
              <a:defRPr sz="1575" b="1">
                <a:solidFill>
                  <a:srgbClr val="204E79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 dirty="0" err="1">
                <a:solidFill>
                  <a:srgbClr val="204E79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物理先验监督标签</a:t>
            </a:r>
            <a:endParaRPr sz="1575" b="1" dirty="0">
              <a:solidFill>
                <a:srgbClr val="204E79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7" name="prior-body-038">
            <a:extLst>
              <a:ext uri="{FF2B5EF4-FFF2-40B4-BE49-F238E27FC236}">
                <a16:creationId xmlns:a16="http://schemas.microsoft.com/office/drawing/2014/main" id="{AFDFF00D-8B88-4FF4-A864-D6944F823A09}"/>
              </a:ext>
            </a:extLst>
          </p:cNvPr>
          <p:cNvSpPr>
            <a:spLocks noGrp="1"/>
          </p:cNvSpPr>
          <p:nvPr/>
        </p:nvSpPr>
        <p:spPr>
          <a:xfrm>
            <a:off x="375656" y="5491163"/>
            <a:ext cx="2068087" cy="981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marL="285750" indent="-285750" algn="ctr">
              <a:buFont typeface="Arial" panose="020B0604020202020204" pitchFamily="34" charset="0"/>
              <a:buChar char="•"/>
              <a:defRPr sz="1425" b="0">
                <a:solidFill>
                  <a:srgbClr val="182A3A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 dirty="0" err="1">
                <a:solidFill>
                  <a:srgbClr val="182A3A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解析代理</a:t>
            </a:r>
            <a:r>
              <a:rPr lang="zh-CN" altLang="en-US" sz="1425" b="0" dirty="0">
                <a:solidFill>
                  <a:srgbClr val="182A3A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输出中间过程量</a:t>
            </a:r>
            <a:endParaRPr sz="1425" b="0" dirty="0">
              <a:solidFill>
                <a:srgbClr val="182A3A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marL="285750" indent="-285750" algn="ctr">
              <a:buFont typeface="Arial" panose="020B0604020202020204" pitchFamily="34" charset="0"/>
              <a:buChar char="•"/>
              <a:defRPr sz="1425" b="0">
                <a:solidFill>
                  <a:srgbClr val="182A3A"/>
                </a:solidFill>
                <a:latin typeface="PingFang SC"/>
                <a:ea typeface="PingFang SC"/>
                <a:cs typeface="PingFang SC"/>
              </a:defRPr>
            </a:pPr>
            <a:r>
              <a:rPr lang="zh-CN" altLang="en-US" sz="1425" b="0" dirty="0">
                <a:solidFill>
                  <a:srgbClr val="182A3A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仿真模型输出的目标值</a:t>
            </a:r>
            <a:endParaRPr sz="1425" b="0" dirty="0">
              <a:solidFill>
                <a:srgbClr val="182A3A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9" name="module-21-039">
            <a:extLst>
              <a:ext uri="{FF2B5EF4-FFF2-40B4-BE49-F238E27FC236}">
                <a16:creationId xmlns:a16="http://schemas.microsoft.com/office/drawing/2014/main" id="{D6903D43-1734-44D0-89A9-57671F9A3597}"/>
              </a:ext>
            </a:extLst>
          </p:cNvPr>
          <p:cNvSpPr>
            <a:spLocks noGrp="1"/>
          </p:cNvSpPr>
          <p:nvPr/>
        </p:nvSpPr>
        <p:spPr>
          <a:xfrm>
            <a:off x="2819400" y="1485900"/>
            <a:ext cx="1600200" cy="257175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4288">
            <a:solidFill>
              <a:srgbClr val="7CA6D9"/>
            </a:solidFill>
            <a:prstDash val="solid"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23" name="module-21-title-041">
            <a:extLst>
              <a:ext uri="{FF2B5EF4-FFF2-40B4-BE49-F238E27FC236}">
                <a16:creationId xmlns:a16="http://schemas.microsoft.com/office/drawing/2014/main" id="{94B8E059-58B0-4E00-815D-C0964F36D91C}"/>
              </a:ext>
            </a:extLst>
          </p:cNvPr>
          <p:cNvSpPr>
            <a:spLocks noGrp="1"/>
          </p:cNvSpPr>
          <p:nvPr/>
        </p:nvSpPr>
        <p:spPr>
          <a:xfrm>
            <a:off x="2895600" y="1524000"/>
            <a:ext cx="1447800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ctr">
              <a:buNone/>
              <a:defRPr sz="1575" b="1">
                <a:solidFill>
                  <a:srgbClr val="204E79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 dirty="0" err="1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分区时序</a:t>
            </a:r>
            <a:endParaRPr sz="1575" b="1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algn="ctr">
              <a:buNone/>
              <a:defRPr sz="1575" b="1">
                <a:solidFill>
                  <a:srgbClr val="204E79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 dirty="0" err="1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策略编码器</a:t>
            </a:r>
            <a:endParaRPr sz="1575" b="1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26" name="mini-step-043">
            <a:extLst>
              <a:ext uri="{FF2B5EF4-FFF2-40B4-BE49-F238E27FC236}">
                <a16:creationId xmlns:a16="http://schemas.microsoft.com/office/drawing/2014/main" id="{A105C356-B2D9-4288-BCA1-88301FB94836}"/>
              </a:ext>
            </a:extLst>
          </p:cNvPr>
          <p:cNvSpPr>
            <a:spLocks noGrp="1"/>
          </p:cNvSpPr>
          <p:nvPr/>
        </p:nvSpPr>
        <p:spPr>
          <a:xfrm>
            <a:off x="2933700" y="2524125"/>
            <a:ext cx="1371600" cy="371475"/>
          </a:xfrm>
          <a:prstGeom prst="roundRect">
            <a:avLst>
              <a:gd name="adj" fmla="val 20513"/>
            </a:avLst>
          </a:prstGeom>
          <a:noFill/>
          <a:ln w="14288">
            <a:solidFill>
              <a:schemeClr val="bg2">
                <a:lumMod val="50000"/>
              </a:schemeClr>
            </a:solidFill>
            <a:prstDash val="solid"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36" name="mini-step-label-044">
            <a:extLst>
              <a:ext uri="{FF2B5EF4-FFF2-40B4-BE49-F238E27FC236}">
                <a16:creationId xmlns:a16="http://schemas.microsoft.com/office/drawing/2014/main" id="{ADA2CE48-7AB7-466A-83E5-CFC045C27E62}"/>
              </a:ext>
            </a:extLst>
          </p:cNvPr>
          <p:cNvSpPr>
            <a:spLocks noGrp="1"/>
          </p:cNvSpPr>
          <p:nvPr/>
        </p:nvSpPr>
        <p:spPr>
          <a:xfrm>
            <a:off x="2962275" y="2543175"/>
            <a:ext cx="13144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ctr">
              <a:buNone/>
              <a:defRPr sz="1425" b="1">
                <a:solidFill>
                  <a:srgbClr val="182A3A"/>
                </a:solidFill>
                <a:latin typeface="PingFang SC"/>
                <a:ea typeface="PingFang SC"/>
                <a:cs typeface="PingFang SC"/>
              </a:defRPr>
            </a:pPr>
            <a:r>
              <a:rPr lang="zh-CN" altLang="en-US" sz="1425" b="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多层</a:t>
            </a:r>
            <a:r>
              <a:rPr sz="1425" b="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1D-CNN</a:t>
            </a:r>
          </a:p>
        </p:txBody>
      </p:sp>
      <p:sp>
        <p:nvSpPr>
          <p:cNvPr id="139" name="mini-step-046">
            <a:extLst>
              <a:ext uri="{FF2B5EF4-FFF2-40B4-BE49-F238E27FC236}">
                <a16:creationId xmlns:a16="http://schemas.microsoft.com/office/drawing/2014/main" id="{93229E11-501B-42CC-B3AF-FEE4639BEA7E}"/>
              </a:ext>
            </a:extLst>
          </p:cNvPr>
          <p:cNvSpPr>
            <a:spLocks noGrp="1"/>
          </p:cNvSpPr>
          <p:nvPr/>
        </p:nvSpPr>
        <p:spPr>
          <a:xfrm>
            <a:off x="2933700" y="3100802"/>
            <a:ext cx="1371600" cy="371475"/>
          </a:xfrm>
          <a:prstGeom prst="roundRect">
            <a:avLst>
              <a:gd name="adj" fmla="val 20513"/>
            </a:avLst>
          </a:prstGeom>
          <a:noFill/>
          <a:ln w="14288">
            <a:solidFill>
              <a:schemeClr val="bg2">
                <a:lumMod val="50000"/>
              </a:schemeClr>
            </a:solidFill>
            <a:prstDash val="solid"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40" name="mini-step-label-047">
            <a:extLst>
              <a:ext uri="{FF2B5EF4-FFF2-40B4-BE49-F238E27FC236}">
                <a16:creationId xmlns:a16="http://schemas.microsoft.com/office/drawing/2014/main" id="{A6A1EABD-E031-4D39-905E-D8B306B7124C}"/>
              </a:ext>
            </a:extLst>
          </p:cNvPr>
          <p:cNvSpPr>
            <a:spLocks noGrp="1"/>
          </p:cNvSpPr>
          <p:nvPr/>
        </p:nvSpPr>
        <p:spPr>
          <a:xfrm>
            <a:off x="2962275" y="3119852"/>
            <a:ext cx="13144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ctr">
              <a:buNone/>
              <a:defRPr sz="1425" b="1">
                <a:solidFill>
                  <a:srgbClr val="182A3A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 dirty="0" err="1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展平</a:t>
            </a:r>
            <a:r>
              <a:rPr sz="1425" b="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+ </a:t>
            </a:r>
            <a:r>
              <a:rPr sz="1425" b="1" dirty="0" err="1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投影</a:t>
            </a:r>
            <a:endParaRPr sz="1425" b="1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42" name="module-21-foot-048">
            <a:extLst>
              <a:ext uri="{FF2B5EF4-FFF2-40B4-BE49-F238E27FC236}">
                <a16:creationId xmlns:a16="http://schemas.microsoft.com/office/drawing/2014/main" id="{D9F65BC4-BC28-4612-9455-EEAE8E35D620}"/>
              </a:ext>
            </a:extLst>
          </p:cNvPr>
          <p:cNvSpPr>
            <a:spLocks noGrp="1"/>
          </p:cNvSpPr>
          <p:nvPr/>
        </p:nvSpPr>
        <p:spPr>
          <a:xfrm>
            <a:off x="2881312" y="2111573"/>
            <a:ext cx="15144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400" b="1" dirty="0">
                <a:latin typeface="SimSun" panose="02010600030101010101" pitchFamily="2" charset="-122"/>
                <a:ea typeface="SimSun" panose="02010600030101010101" pitchFamily="2" charset="-122"/>
              </a:rPr>
              <a:t>各分区</a:t>
            </a:r>
            <a:r>
              <a:rPr kumimoji="1" sz="1400" b="1" dirty="0" err="1">
                <a:latin typeface="SimSun" panose="02010600030101010101" pitchFamily="2" charset="-122"/>
                <a:ea typeface="SimSun" panose="02010600030101010101" pitchFamily="2" charset="-122"/>
              </a:rPr>
              <a:t>共享参数</a:t>
            </a:r>
            <a:endParaRPr kumimoji="1" sz="1400" b="1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143" name="module-23-049">
            <a:extLst>
              <a:ext uri="{FF2B5EF4-FFF2-40B4-BE49-F238E27FC236}">
                <a16:creationId xmlns:a16="http://schemas.microsoft.com/office/drawing/2014/main" id="{BC648949-8DCF-4E6C-A02E-35B8CC4B8D89}"/>
              </a:ext>
            </a:extLst>
          </p:cNvPr>
          <p:cNvSpPr>
            <a:spLocks noGrp="1"/>
          </p:cNvSpPr>
          <p:nvPr/>
        </p:nvSpPr>
        <p:spPr>
          <a:xfrm>
            <a:off x="4552950" y="1485900"/>
            <a:ext cx="1695450" cy="2571750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4288">
            <a:solidFill>
              <a:srgbClr val="7CA6D9"/>
            </a:solidFill>
            <a:prstDash val="solid"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47" name="module-23-title-051">
            <a:extLst>
              <a:ext uri="{FF2B5EF4-FFF2-40B4-BE49-F238E27FC236}">
                <a16:creationId xmlns:a16="http://schemas.microsoft.com/office/drawing/2014/main" id="{566C171B-1551-459E-A15F-4CA1BDB8CFDD}"/>
              </a:ext>
            </a:extLst>
          </p:cNvPr>
          <p:cNvSpPr>
            <a:spLocks noGrp="1"/>
          </p:cNvSpPr>
          <p:nvPr/>
        </p:nvSpPr>
        <p:spPr>
          <a:xfrm>
            <a:off x="4629150" y="1524000"/>
            <a:ext cx="1543050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ctr">
              <a:buNone/>
              <a:defRPr sz="1575" b="1">
                <a:solidFill>
                  <a:srgbClr val="204E79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 dirty="0" err="1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跨区交互</a:t>
            </a:r>
            <a:endParaRPr sz="1575" b="1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algn="ctr">
              <a:buNone/>
              <a:defRPr sz="1575" b="1">
                <a:solidFill>
                  <a:srgbClr val="204E79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 dirty="0" err="1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编码器</a:t>
            </a:r>
            <a:endParaRPr sz="1575" b="1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47" name="zone-reps-052">
            <a:extLst>
              <a:ext uri="{FF2B5EF4-FFF2-40B4-BE49-F238E27FC236}">
                <a16:creationId xmlns:a16="http://schemas.microsoft.com/office/drawing/2014/main" id="{96778419-0503-4148-9730-2D3E769F1F33}"/>
              </a:ext>
            </a:extLst>
          </p:cNvPr>
          <p:cNvSpPr>
            <a:spLocks noGrp="1"/>
          </p:cNvSpPr>
          <p:nvPr/>
        </p:nvSpPr>
        <p:spPr>
          <a:xfrm>
            <a:off x="4667250" y="2048708"/>
            <a:ext cx="1485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ctr">
              <a:buNone/>
              <a:defRPr sz="1500" b="1">
                <a:solidFill>
                  <a:srgbClr val="182A3A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 dirty="0" err="1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分区</a:t>
            </a:r>
            <a:r>
              <a:rPr lang="zh-CN" altLang="en-US" sz="1500" b="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策略</a:t>
            </a:r>
            <a:r>
              <a:rPr sz="1500" b="1" dirty="0" err="1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表征</a:t>
            </a:r>
            <a:endParaRPr sz="1500" b="1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5" name="mhsa-left-053">
            <a:extLst>
              <a:ext uri="{FF2B5EF4-FFF2-40B4-BE49-F238E27FC236}">
                <a16:creationId xmlns:a16="http://schemas.microsoft.com/office/drawing/2014/main" id="{F80429CC-FF20-4A89-AE6C-888BD668C77D}"/>
              </a:ext>
            </a:extLst>
          </p:cNvPr>
          <p:cNvSpPr>
            <a:spLocks noGrp="1"/>
          </p:cNvSpPr>
          <p:nvPr/>
        </p:nvSpPr>
        <p:spPr>
          <a:xfrm>
            <a:off x="4705350" y="2666653"/>
            <a:ext cx="123825" cy="123825"/>
          </a:xfrm>
          <a:prstGeom prst="ellipse">
            <a:avLst/>
          </a:prstGeom>
          <a:solidFill>
            <a:srgbClr val="E8F3E3"/>
          </a:solidFill>
          <a:ln w="9525">
            <a:solidFill>
              <a:srgbClr val="8FBC7F"/>
            </a:solidFill>
            <a:prstDash val="solid"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1" name="mhsa-right-054">
            <a:extLst>
              <a:ext uri="{FF2B5EF4-FFF2-40B4-BE49-F238E27FC236}">
                <a16:creationId xmlns:a16="http://schemas.microsoft.com/office/drawing/2014/main" id="{713891C6-3394-45F0-A9BF-DEE5C58CB9DB}"/>
              </a:ext>
            </a:extLst>
          </p:cNvPr>
          <p:cNvSpPr>
            <a:spLocks noGrp="1"/>
          </p:cNvSpPr>
          <p:nvPr/>
        </p:nvSpPr>
        <p:spPr>
          <a:xfrm>
            <a:off x="5962650" y="2666653"/>
            <a:ext cx="123825" cy="123825"/>
          </a:xfrm>
          <a:prstGeom prst="ellipse">
            <a:avLst/>
          </a:prstGeom>
          <a:solidFill>
            <a:srgbClr val="E3EDF9"/>
          </a:solidFill>
          <a:ln w="9525">
            <a:solidFill>
              <a:srgbClr val="7CA6D9"/>
            </a:solidFill>
            <a:prstDash val="solid"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38" name="mhsa-left-055">
            <a:extLst>
              <a:ext uri="{FF2B5EF4-FFF2-40B4-BE49-F238E27FC236}">
                <a16:creationId xmlns:a16="http://schemas.microsoft.com/office/drawing/2014/main" id="{050E2869-59D2-4C26-B714-4FA81A8DAED5}"/>
              </a:ext>
            </a:extLst>
          </p:cNvPr>
          <p:cNvSpPr>
            <a:spLocks noGrp="1"/>
          </p:cNvSpPr>
          <p:nvPr/>
        </p:nvSpPr>
        <p:spPr>
          <a:xfrm>
            <a:off x="4705350" y="3000028"/>
            <a:ext cx="123825" cy="123825"/>
          </a:xfrm>
          <a:prstGeom prst="ellipse">
            <a:avLst/>
          </a:prstGeom>
          <a:solidFill>
            <a:srgbClr val="E8F3E3"/>
          </a:solidFill>
          <a:ln w="9525">
            <a:solidFill>
              <a:srgbClr val="8FBC7F"/>
            </a:solidFill>
            <a:prstDash val="solid"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1" name="mhsa-right-056">
            <a:extLst>
              <a:ext uri="{FF2B5EF4-FFF2-40B4-BE49-F238E27FC236}">
                <a16:creationId xmlns:a16="http://schemas.microsoft.com/office/drawing/2014/main" id="{B86E59F1-798B-4EB7-9890-C22CE04DBE1B}"/>
              </a:ext>
            </a:extLst>
          </p:cNvPr>
          <p:cNvSpPr>
            <a:spLocks noGrp="1"/>
          </p:cNvSpPr>
          <p:nvPr/>
        </p:nvSpPr>
        <p:spPr>
          <a:xfrm>
            <a:off x="5962650" y="3000028"/>
            <a:ext cx="123825" cy="123825"/>
          </a:xfrm>
          <a:prstGeom prst="ellipse">
            <a:avLst/>
          </a:prstGeom>
          <a:solidFill>
            <a:srgbClr val="E3EDF9"/>
          </a:solidFill>
          <a:ln w="9525">
            <a:solidFill>
              <a:srgbClr val="7CA6D9"/>
            </a:solidFill>
            <a:prstDash val="solid"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34" name="mhsa-left-057">
            <a:extLst>
              <a:ext uri="{FF2B5EF4-FFF2-40B4-BE49-F238E27FC236}">
                <a16:creationId xmlns:a16="http://schemas.microsoft.com/office/drawing/2014/main" id="{FAC4AB38-3C68-41ED-AFDE-123F3969C8C9}"/>
              </a:ext>
            </a:extLst>
          </p:cNvPr>
          <p:cNvSpPr>
            <a:spLocks noGrp="1"/>
          </p:cNvSpPr>
          <p:nvPr/>
        </p:nvSpPr>
        <p:spPr>
          <a:xfrm>
            <a:off x="4705350" y="3333403"/>
            <a:ext cx="123825" cy="123825"/>
          </a:xfrm>
          <a:prstGeom prst="ellipse">
            <a:avLst/>
          </a:prstGeom>
          <a:solidFill>
            <a:srgbClr val="E8F3E3"/>
          </a:solidFill>
          <a:ln w="9525">
            <a:solidFill>
              <a:srgbClr val="8FBC7F"/>
            </a:solidFill>
            <a:prstDash val="solid"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1" name="mhsa-right-058">
            <a:extLst>
              <a:ext uri="{FF2B5EF4-FFF2-40B4-BE49-F238E27FC236}">
                <a16:creationId xmlns:a16="http://schemas.microsoft.com/office/drawing/2014/main" id="{C2AD4704-CDA3-42C4-B4F7-FFDDE46EA6B2}"/>
              </a:ext>
            </a:extLst>
          </p:cNvPr>
          <p:cNvSpPr>
            <a:spLocks noGrp="1"/>
          </p:cNvSpPr>
          <p:nvPr/>
        </p:nvSpPr>
        <p:spPr>
          <a:xfrm>
            <a:off x="5962650" y="3333403"/>
            <a:ext cx="123825" cy="123825"/>
          </a:xfrm>
          <a:prstGeom prst="ellipse">
            <a:avLst/>
          </a:prstGeom>
          <a:solidFill>
            <a:srgbClr val="E3EDF9"/>
          </a:solidFill>
          <a:ln w="9525">
            <a:solidFill>
              <a:srgbClr val="7CA6D9"/>
            </a:solidFill>
            <a:prstDash val="solid"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50" name="mhsa-edge-059">
            <a:extLst>
              <a:ext uri="{FF2B5EF4-FFF2-40B4-BE49-F238E27FC236}">
                <a16:creationId xmlns:a16="http://schemas.microsoft.com/office/drawing/2014/main" id="{04646595-6A1C-434B-A7C7-C1ECF4DD1E08}"/>
              </a:ext>
            </a:extLst>
          </p:cNvPr>
          <p:cNvSpPr>
            <a:spLocks noGrp="1"/>
          </p:cNvSpPr>
          <p:nvPr/>
        </p:nvSpPr>
        <p:spPr>
          <a:xfrm>
            <a:off x="4829175" y="2723803"/>
            <a:ext cx="1133475" cy="9525"/>
          </a:xfrm>
          <a:prstGeom prst="line">
            <a:avLst/>
          </a:prstGeom>
          <a:noFill/>
          <a:ln w="16193">
            <a:solidFill>
              <a:srgbClr val="4A77BE"/>
            </a:solidFill>
            <a:prstDash val="solid"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55" name="mhsa-edge-060">
            <a:extLst>
              <a:ext uri="{FF2B5EF4-FFF2-40B4-BE49-F238E27FC236}">
                <a16:creationId xmlns:a16="http://schemas.microsoft.com/office/drawing/2014/main" id="{BEE33829-9E8F-4309-A6D0-3D30260F5966}"/>
              </a:ext>
            </a:extLst>
          </p:cNvPr>
          <p:cNvSpPr>
            <a:spLocks noGrp="1"/>
          </p:cNvSpPr>
          <p:nvPr/>
        </p:nvSpPr>
        <p:spPr>
          <a:xfrm>
            <a:off x="4829175" y="2723803"/>
            <a:ext cx="1133475" cy="333375"/>
          </a:xfrm>
          <a:prstGeom prst="line">
            <a:avLst/>
          </a:prstGeom>
          <a:noFill/>
          <a:ln w="9525">
            <a:solidFill>
              <a:srgbClr val="B7C0C8"/>
            </a:solidFill>
            <a:prstDash val="solid"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52" name="mhsa-edge-061">
            <a:extLst>
              <a:ext uri="{FF2B5EF4-FFF2-40B4-BE49-F238E27FC236}">
                <a16:creationId xmlns:a16="http://schemas.microsoft.com/office/drawing/2014/main" id="{EAF67F72-CB66-4D4E-8FE6-5CBDC57B058E}"/>
              </a:ext>
            </a:extLst>
          </p:cNvPr>
          <p:cNvSpPr>
            <a:spLocks noGrp="1"/>
          </p:cNvSpPr>
          <p:nvPr/>
        </p:nvSpPr>
        <p:spPr>
          <a:xfrm>
            <a:off x="4829175" y="2723803"/>
            <a:ext cx="1133475" cy="666750"/>
          </a:xfrm>
          <a:prstGeom prst="line">
            <a:avLst/>
          </a:prstGeom>
          <a:noFill/>
          <a:ln w="9525">
            <a:solidFill>
              <a:srgbClr val="B7C0C8"/>
            </a:solidFill>
            <a:prstDash val="solid"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57" name="mhsa-edge-062">
            <a:extLst>
              <a:ext uri="{FF2B5EF4-FFF2-40B4-BE49-F238E27FC236}">
                <a16:creationId xmlns:a16="http://schemas.microsoft.com/office/drawing/2014/main" id="{688EE3D4-B831-4565-A53A-E4636B75AEC1}"/>
              </a:ext>
            </a:extLst>
          </p:cNvPr>
          <p:cNvSpPr>
            <a:spLocks noGrp="1"/>
          </p:cNvSpPr>
          <p:nvPr/>
        </p:nvSpPr>
        <p:spPr>
          <a:xfrm flipV="1">
            <a:off x="4829175" y="2723803"/>
            <a:ext cx="1133475" cy="333375"/>
          </a:xfrm>
          <a:prstGeom prst="line">
            <a:avLst/>
          </a:prstGeom>
          <a:noFill/>
          <a:ln w="9525">
            <a:solidFill>
              <a:srgbClr val="B7C0C8"/>
            </a:solidFill>
            <a:prstDash val="solid"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58" name="mhsa-edge-063">
            <a:extLst>
              <a:ext uri="{FF2B5EF4-FFF2-40B4-BE49-F238E27FC236}">
                <a16:creationId xmlns:a16="http://schemas.microsoft.com/office/drawing/2014/main" id="{DBEE7B1B-5E1C-409B-B76F-1146AD7DF2E6}"/>
              </a:ext>
            </a:extLst>
          </p:cNvPr>
          <p:cNvSpPr>
            <a:spLocks noGrp="1"/>
          </p:cNvSpPr>
          <p:nvPr/>
        </p:nvSpPr>
        <p:spPr>
          <a:xfrm>
            <a:off x="4829175" y="3057178"/>
            <a:ext cx="1133475" cy="9525"/>
          </a:xfrm>
          <a:prstGeom prst="line">
            <a:avLst/>
          </a:prstGeom>
          <a:noFill/>
          <a:ln w="16193">
            <a:solidFill>
              <a:srgbClr val="4A77BE"/>
            </a:solidFill>
            <a:prstDash val="solid"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51" name="mhsa-edge-064">
            <a:extLst>
              <a:ext uri="{FF2B5EF4-FFF2-40B4-BE49-F238E27FC236}">
                <a16:creationId xmlns:a16="http://schemas.microsoft.com/office/drawing/2014/main" id="{3A5D39D8-A717-4F9A-A1AB-8F1686E1A2AE}"/>
              </a:ext>
            </a:extLst>
          </p:cNvPr>
          <p:cNvSpPr>
            <a:spLocks noGrp="1"/>
          </p:cNvSpPr>
          <p:nvPr/>
        </p:nvSpPr>
        <p:spPr>
          <a:xfrm>
            <a:off x="4829175" y="3057178"/>
            <a:ext cx="1133475" cy="333375"/>
          </a:xfrm>
          <a:prstGeom prst="line">
            <a:avLst/>
          </a:prstGeom>
          <a:noFill/>
          <a:ln w="9525">
            <a:solidFill>
              <a:srgbClr val="B7C0C8"/>
            </a:solidFill>
            <a:prstDash val="solid"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56" name="mhsa-edge-065">
            <a:extLst>
              <a:ext uri="{FF2B5EF4-FFF2-40B4-BE49-F238E27FC236}">
                <a16:creationId xmlns:a16="http://schemas.microsoft.com/office/drawing/2014/main" id="{997E5C30-DEEC-49C5-ABF8-628D2E4CEACF}"/>
              </a:ext>
            </a:extLst>
          </p:cNvPr>
          <p:cNvSpPr>
            <a:spLocks noGrp="1"/>
          </p:cNvSpPr>
          <p:nvPr/>
        </p:nvSpPr>
        <p:spPr>
          <a:xfrm flipV="1">
            <a:off x="4829175" y="2723803"/>
            <a:ext cx="1133475" cy="666750"/>
          </a:xfrm>
          <a:prstGeom prst="line">
            <a:avLst/>
          </a:prstGeom>
          <a:noFill/>
          <a:ln w="9525">
            <a:solidFill>
              <a:srgbClr val="B7C0C8"/>
            </a:solidFill>
            <a:prstDash val="solid"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53" name="mhsa-edge-066">
            <a:extLst>
              <a:ext uri="{FF2B5EF4-FFF2-40B4-BE49-F238E27FC236}">
                <a16:creationId xmlns:a16="http://schemas.microsoft.com/office/drawing/2014/main" id="{1D633C34-95E3-49D1-A10F-B601BBB125E9}"/>
              </a:ext>
            </a:extLst>
          </p:cNvPr>
          <p:cNvSpPr>
            <a:spLocks noGrp="1"/>
          </p:cNvSpPr>
          <p:nvPr/>
        </p:nvSpPr>
        <p:spPr>
          <a:xfrm flipV="1">
            <a:off x="4829175" y="3057178"/>
            <a:ext cx="1133475" cy="333375"/>
          </a:xfrm>
          <a:prstGeom prst="line">
            <a:avLst/>
          </a:prstGeom>
          <a:noFill/>
          <a:ln w="9525">
            <a:solidFill>
              <a:srgbClr val="B7C0C8"/>
            </a:solidFill>
            <a:prstDash val="solid"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54" name="mhsa-edge-067">
            <a:extLst>
              <a:ext uri="{FF2B5EF4-FFF2-40B4-BE49-F238E27FC236}">
                <a16:creationId xmlns:a16="http://schemas.microsoft.com/office/drawing/2014/main" id="{C9E56202-58C2-44C6-8EC8-DE8BA78FDB57}"/>
              </a:ext>
            </a:extLst>
          </p:cNvPr>
          <p:cNvSpPr>
            <a:spLocks noGrp="1"/>
          </p:cNvSpPr>
          <p:nvPr/>
        </p:nvSpPr>
        <p:spPr>
          <a:xfrm>
            <a:off x="4829175" y="3390553"/>
            <a:ext cx="1133475" cy="9525"/>
          </a:xfrm>
          <a:prstGeom prst="line">
            <a:avLst/>
          </a:prstGeom>
          <a:noFill/>
          <a:ln w="16193">
            <a:solidFill>
              <a:srgbClr val="4A77BE"/>
            </a:solidFill>
            <a:prstDash val="solid"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66" name="mhsa-label-068">
            <a:extLst>
              <a:ext uri="{FF2B5EF4-FFF2-40B4-BE49-F238E27FC236}">
                <a16:creationId xmlns:a16="http://schemas.microsoft.com/office/drawing/2014/main" id="{F991927E-7FEC-4660-8353-1BDF068E7087}"/>
              </a:ext>
            </a:extLst>
          </p:cNvPr>
          <p:cNvSpPr>
            <a:spLocks noGrp="1"/>
          </p:cNvSpPr>
          <p:nvPr/>
        </p:nvSpPr>
        <p:spPr>
          <a:xfrm>
            <a:off x="4900612" y="2424545"/>
            <a:ext cx="10572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ctr">
              <a:buNone/>
              <a:defRPr sz="1500" b="1">
                <a:solidFill>
                  <a:srgbClr val="204E79"/>
                </a:solidFill>
                <a:latin typeface="PingFang SC"/>
                <a:ea typeface="PingFang SC"/>
                <a:cs typeface="PingFang SC"/>
              </a:defRPr>
            </a:pPr>
            <a:r>
              <a:rPr lang="zh-CN" altLang="en-US" sz="1500" b="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多头注意力</a:t>
            </a:r>
            <a:endParaRPr sz="1500" b="1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68" name="module-23-foot-069">
            <a:extLst>
              <a:ext uri="{FF2B5EF4-FFF2-40B4-BE49-F238E27FC236}">
                <a16:creationId xmlns:a16="http://schemas.microsoft.com/office/drawing/2014/main" id="{4558ABC4-9A86-4F92-ADDA-29F60874C555}"/>
              </a:ext>
            </a:extLst>
          </p:cNvPr>
          <p:cNvSpPr>
            <a:spLocks noGrp="1"/>
          </p:cNvSpPr>
          <p:nvPr/>
        </p:nvSpPr>
        <p:spPr>
          <a:xfrm>
            <a:off x="4686300" y="3533775"/>
            <a:ext cx="1428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ctr"/>
            <a:r>
              <a:rPr sz="1575" b="1" dirty="0" err="1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残差</a:t>
            </a:r>
            <a:r>
              <a:rPr lang="zh-CN" altLang="en-US" sz="1575" b="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连接与层归一化</a:t>
            </a:r>
            <a:endParaRPr sz="1575" b="1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19" name="module-22-070">
            <a:extLst>
              <a:ext uri="{FF2B5EF4-FFF2-40B4-BE49-F238E27FC236}">
                <a16:creationId xmlns:a16="http://schemas.microsoft.com/office/drawing/2014/main" id="{76E2F5B3-A9FE-4951-891F-14E8D7CA6A5C}"/>
              </a:ext>
            </a:extLst>
          </p:cNvPr>
          <p:cNvSpPr>
            <a:spLocks noGrp="1"/>
          </p:cNvSpPr>
          <p:nvPr/>
        </p:nvSpPr>
        <p:spPr>
          <a:xfrm>
            <a:off x="2819400" y="4191000"/>
            <a:ext cx="3429000" cy="238125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4288">
            <a:solidFill>
              <a:srgbClr val="7CA6D9"/>
            </a:solidFill>
            <a:prstDash val="solid"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23" name="module-22-title-072">
            <a:extLst>
              <a:ext uri="{FF2B5EF4-FFF2-40B4-BE49-F238E27FC236}">
                <a16:creationId xmlns:a16="http://schemas.microsoft.com/office/drawing/2014/main" id="{291713DF-1878-490F-8162-D36568A10867}"/>
              </a:ext>
            </a:extLst>
          </p:cNvPr>
          <p:cNvSpPr>
            <a:spLocks noGrp="1"/>
          </p:cNvSpPr>
          <p:nvPr/>
        </p:nvSpPr>
        <p:spPr>
          <a:xfrm>
            <a:off x="2914650" y="4248150"/>
            <a:ext cx="3238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ctr">
              <a:buNone/>
              <a:defRPr sz="1650" b="1">
                <a:solidFill>
                  <a:srgbClr val="204E79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 dirty="0" err="1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外生</a:t>
            </a:r>
            <a:r>
              <a:rPr lang="zh-CN" altLang="en-US" sz="1650" b="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变量</a:t>
            </a:r>
            <a:r>
              <a:rPr sz="1650" b="1" dirty="0" err="1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编码器</a:t>
            </a:r>
            <a:endParaRPr sz="1650" b="1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4" name="mini-step-074">
            <a:extLst>
              <a:ext uri="{FF2B5EF4-FFF2-40B4-BE49-F238E27FC236}">
                <a16:creationId xmlns:a16="http://schemas.microsoft.com/office/drawing/2014/main" id="{5CE0E33D-5372-438A-A6D8-A5DBD719BD40}"/>
              </a:ext>
            </a:extLst>
          </p:cNvPr>
          <p:cNvSpPr>
            <a:spLocks noGrp="1"/>
          </p:cNvSpPr>
          <p:nvPr/>
        </p:nvSpPr>
        <p:spPr>
          <a:xfrm>
            <a:off x="3638550" y="4705350"/>
            <a:ext cx="1790700" cy="371475"/>
          </a:xfrm>
          <a:prstGeom prst="roundRect">
            <a:avLst>
              <a:gd name="adj" fmla="val 20513"/>
            </a:avLst>
          </a:prstGeom>
          <a:noFill/>
          <a:ln w="14288">
            <a:solidFill>
              <a:schemeClr val="bg2">
                <a:lumMod val="50000"/>
              </a:schemeClr>
            </a:solidFill>
            <a:prstDash val="solid"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83" name="context-city-077">
            <a:extLst>
              <a:ext uri="{FF2B5EF4-FFF2-40B4-BE49-F238E27FC236}">
                <a16:creationId xmlns:a16="http://schemas.microsoft.com/office/drawing/2014/main" id="{FD0BC1BD-95FF-4AEA-8DEF-50A2B3798020}"/>
              </a:ext>
            </a:extLst>
          </p:cNvPr>
          <p:cNvSpPr>
            <a:spLocks noGrp="1"/>
          </p:cNvSpPr>
          <p:nvPr/>
        </p:nvSpPr>
        <p:spPr>
          <a:xfrm>
            <a:off x="2971800" y="5472112"/>
            <a:ext cx="1485900" cy="523875"/>
          </a:xfrm>
          <a:prstGeom prst="roundRect">
            <a:avLst>
              <a:gd name="adj" fmla="val 14545"/>
            </a:avLst>
          </a:prstGeom>
          <a:noFill/>
          <a:ln w="14288">
            <a:solidFill>
              <a:schemeClr val="bg2">
                <a:lumMod val="50000"/>
              </a:schemeClr>
            </a:solidFill>
            <a:prstDash val="solid"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30" name="context-zone-078">
            <a:extLst>
              <a:ext uri="{FF2B5EF4-FFF2-40B4-BE49-F238E27FC236}">
                <a16:creationId xmlns:a16="http://schemas.microsoft.com/office/drawing/2014/main" id="{EDA8F87B-3869-4878-BAAA-B345D34B9A9E}"/>
              </a:ext>
            </a:extLst>
          </p:cNvPr>
          <p:cNvSpPr>
            <a:spLocks noGrp="1"/>
          </p:cNvSpPr>
          <p:nvPr/>
        </p:nvSpPr>
        <p:spPr>
          <a:xfrm>
            <a:off x="4610100" y="5472112"/>
            <a:ext cx="1485900" cy="523875"/>
          </a:xfrm>
          <a:prstGeom prst="roundRect">
            <a:avLst>
              <a:gd name="adj" fmla="val 14545"/>
            </a:avLst>
          </a:prstGeom>
          <a:noFill/>
          <a:ln w="14288">
            <a:solidFill>
              <a:schemeClr val="bg2">
                <a:lumMod val="50000"/>
              </a:schemeClr>
            </a:solidFill>
            <a:prstDash val="solid"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8" name="city-output-079">
            <a:extLst>
              <a:ext uri="{FF2B5EF4-FFF2-40B4-BE49-F238E27FC236}">
                <a16:creationId xmlns:a16="http://schemas.microsoft.com/office/drawing/2014/main" id="{0DBCFD8E-5BFB-41E1-8589-A1DB84890AEA}"/>
              </a:ext>
            </a:extLst>
          </p:cNvPr>
          <p:cNvSpPr>
            <a:spLocks noGrp="1"/>
          </p:cNvSpPr>
          <p:nvPr/>
        </p:nvSpPr>
        <p:spPr>
          <a:xfrm>
            <a:off x="3028950" y="5529262"/>
            <a:ext cx="137160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ctr">
              <a:buNone/>
              <a:defRPr sz="1425" b="1">
                <a:solidFill>
                  <a:srgbClr val="182A3A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 dirty="0" err="1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城市</a:t>
            </a:r>
            <a:r>
              <a:rPr lang="zh-CN" altLang="en-US" sz="1425" b="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级外生变量嵌入</a:t>
            </a:r>
            <a:endParaRPr sz="1425" b="1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0" name="zone-output-080">
            <a:extLst>
              <a:ext uri="{FF2B5EF4-FFF2-40B4-BE49-F238E27FC236}">
                <a16:creationId xmlns:a16="http://schemas.microsoft.com/office/drawing/2014/main" id="{48954E37-B487-4963-A541-4191E5F99275}"/>
              </a:ext>
            </a:extLst>
          </p:cNvPr>
          <p:cNvSpPr>
            <a:spLocks noGrp="1"/>
          </p:cNvSpPr>
          <p:nvPr/>
        </p:nvSpPr>
        <p:spPr>
          <a:xfrm>
            <a:off x="4667250" y="5529262"/>
            <a:ext cx="137160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ctr">
              <a:buNone/>
              <a:defRPr sz="1425" b="1">
                <a:solidFill>
                  <a:srgbClr val="182A3A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 dirty="0" err="1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分区</a:t>
            </a:r>
            <a:r>
              <a:rPr lang="zh-CN" altLang="en-US" sz="1425" b="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外生变量</a:t>
            </a:r>
            <a:endParaRPr sz="1425" b="1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88" name="module-24-082">
            <a:extLst>
              <a:ext uri="{FF2B5EF4-FFF2-40B4-BE49-F238E27FC236}">
                <a16:creationId xmlns:a16="http://schemas.microsoft.com/office/drawing/2014/main" id="{B56B960B-B73F-44E9-96BC-E77CAA06BFE2}"/>
              </a:ext>
            </a:extLst>
          </p:cNvPr>
          <p:cNvSpPr>
            <a:spLocks noGrp="1"/>
          </p:cNvSpPr>
          <p:nvPr/>
        </p:nvSpPr>
        <p:spPr>
          <a:xfrm>
            <a:off x="6381750" y="1485900"/>
            <a:ext cx="1943100" cy="508635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4288">
            <a:solidFill>
              <a:srgbClr val="7CA6D9"/>
            </a:solidFill>
            <a:prstDash val="solid"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73" name="module-24-title-084">
            <a:extLst>
              <a:ext uri="{FF2B5EF4-FFF2-40B4-BE49-F238E27FC236}">
                <a16:creationId xmlns:a16="http://schemas.microsoft.com/office/drawing/2014/main" id="{51E6D48E-EF9C-4FFE-9336-53FF26CBAFC4}"/>
              </a:ext>
            </a:extLst>
          </p:cNvPr>
          <p:cNvSpPr>
            <a:spLocks noGrp="1"/>
          </p:cNvSpPr>
          <p:nvPr/>
        </p:nvSpPr>
        <p:spPr>
          <a:xfrm>
            <a:off x="6457950" y="1533525"/>
            <a:ext cx="17907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ctr">
              <a:buNone/>
              <a:defRPr sz="1575" b="1">
                <a:solidFill>
                  <a:srgbClr val="204E79"/>
                </a:solidFill>
                <a:latin typeface="PingFang SC"/>
                <a:ea typeface="PingFang SC"/>
                <a:cs typeface="PingFang SC"/>
              </a:defRPr>
            </a:pPr>
            <a:r>
              <a:rPr lang="zh-CN" altLang="en-US" sz="1575" b="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基于已评估策略的条件推断模块</a:t>
            </a:r>
          </a:p>
        </p:txBody>
      </p:sp>
      <p:sp>
        <p:nvSpPr>
          <p:cNvPr id="248" name="query-label-085">
            <a:extLst>
              <a:ext uri="{FF2B5EF4-FFF2-40B4-BE49-F238E27FC236}">
                <a16:creationId xmlns:a16="http://schemas.microsoft.com/office/drawing/2014/main" id="{F1191B65-E071-49EF-A136-AB2C705E32D4}"/>
              </a:ext>
            </a:extLst>
          </p:cNvPr>
          <p:cNvSpPr>
            <a:spLocks noGrp="1"/>
          </p:cNvSpPr>
          <p:nvPr/>
        </p:nvSpPr>
        <p:spPr>
          <a:xfrm>
            <a:off x="6534150" y="2266950"/>
            <a:ext cx="1638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ctr">
              <a:buNone/>
              <a:defRPr sz="1500" b="1">
                <a:solidFill>
                  <a:srgbClr val="182A3A"/>
                </a:solidFill>
                <a:latin typeface="PingFang SC"/>
                <a:ea typeface="PingFang SC"/>
                <a:cs typeface="PingFang SC"/>
              </a:defRPr>
            </a:pPr>
            <a:r>
              <a:rPr lang="zh-CN" altLang="en-US" sz="1500" b="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待评估策略</a:t>
            </a:r>
            <a:r>
              <a:rPr sz="1500" b="1" dirty="0" err="1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查询向量</a:t>
            </a:r>
            <a:r>
              <a:rPr lang="zh-CN" altLang="en-US" sz="1500" b="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构建</a:t>
            </a:r>
            <a:endParaRPr sz="1500" b="1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77" name="query-card-086">
            <a:extLst>
              <a:ext uri="{FF2B5EF4-FFF2-40B4-BE49-F238E27FC236}">
                <a16:creationId xmlns:a16="http://schemas.microsoft.com/office/drawing/2014/main" id="{6A720FF4-17B7-4619-9AE4-D5F1BA8F6E94}"/>
              </a:ext>
            </a:extLst>
          </p:cNvPr>
          <p:cNvSpPr>
            <a:spLocks noGrp="1"/>
          </p:cNvSpPr>
          <p:nvPr/>
        </p:nvSpPr>
        <p:spPr>
          <a:xfrm>
            <a:off x="6534150" y="2097809"/>
            <a:ext cx="1638300" cy="597766"/>
          </a:xfrm>
          <a:prstGeom prst="roundRect">
            <a:avLst>
              <a:gd name="adj" fmla="val 16000"/>
            </a:avLst>
          </a:prstGeom>
          <a:noFill/>
          <a:ln w="14288">
            <a:solidFill>
              <a:schemeClr val="bg2">
                <a:lumMod val="50000"/>
              </a:schemeClr>
            </a:solidFill>
            <a:prstDash val="solid"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62" name="flow-down-088">
            <a:extLst>
              <a:ext uri="{FF2B5EF4-FFF2-40B4-BE49-F238E27FC236}">
                <a16:creationId xmlns:a16="http://schemas.microsoft.com/office/drawing/2014/main" id="{C10767AF-B68C-4A60-A117-AF6102D965D2}"/>
              </a:ext>
            </a:extLst>
          </p:cNvPr>
          <p:cNvSpPr>
            <a:spLocks noGrp="1"/>
          </p:cNvSpPr>
          <p:nvPr/>
        </p:nvSpPr>
        <p:spPr>
          <a:xfrm>
            <a:off x="7905750" y="3038475"/>
            <a:ext cx="190500" cy="238125"/>
          </a:xfrm>
          <a:prstGeom prst="downArrow">
            <a:avLst/>
          </a:prstGeom>
          <a:solidFill>
            <a:srgbClr val="4A77BE"/>
          </a:solidFill>
          <a:ln w="0">
            <a:solidFill>
              <a:srgbClr val="4A77BE"/>
            </a:solidFill>
            <a:prstDash val="solid"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78" name="retrieval-label-089">
            <a:extLst>
              <a:ext uri="{FF2B5EF4-FFF2-40B4-BE49-F238E27FC236}">
                <a16:creationId xmlns:a16="http://schemas.microsoft.com/office/drawing/2014/main" id="{E7817637-7289-4C44-B9F1-03B542C37092}"/>
              </a:ext>
            </a:extLst>
          </p:cNvPr>
          <p:cNvSpPr>
            <a:spLocks noGrp="1"/>
          </p:cNvSpPr>
          <p:nvPr/>
        </p:nvSpPr>
        <p:spPr>
          <a:xfrm>
            <a:off x="6353175" y="3009900"/>
            <a:ext cx="171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ctr">
              <a:buNone/>
              <a:defRPr sz="1500" b="1">
                <a:solidFill>
                  <a:srgbClr val="182A3A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 dirty="0" err="1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交叉注意力检索</a:t>
            </a:r>
            <a:endParaRPr sz="1500" b="1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80" name="retrieval-card-090">
            <a:extLst>
              <a:ext uri="{FF2B5EF4-FFF2-40B4-BE49-F238E27FC236}">
                <a16:creationId xmlns:a16="http://schemas.microsoft.com/office/drawing/2014/main" id="{9A8EA90D-C7F7-45FB-973D-7054B2537208}"/>
              </a:ext>
            </a:extLst>
          </p:cNvPr>
          <p:cNvSpPr>
            <a:spLocks noGrp="1"/>
          </p:cNvSpPr>
          <p:nvPr/>
        </p:nvSpPr>
        <p:spPr>
          <a:xfrm>
            <a:off x="6534150" y="3490912"/>
            <a:ext cx="1638300" cy="476250"/>
          </a:xfrm>
          <a:prstGeom prst="roundRect">
            <a:avLst>
              <a:gd name="adj" fmla="val 16000"/>
            </a:avLst>
          </a:prstGeom>
          <a:noFill/>
          <a:ln w="14288">
            <a:solidFill>
              <a:schemeClr val="bg2">
                <a:lumMod val="50000"/>
              </a:schemeClr>
            </a:solidFill>
            <a:prstDash val="solid"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66" name="retrieval-formula-091">
            <a:extLst>
              <a:ext uri="{FF2B5EF4-FFF2-40B4-BE49-F238E27FC236}">
                <a16:creationId xmlns:a16="http://schemas.microsoft.com/office/drawing/2014/main" id="{43734D3C-F7A2-4795-92F8-4B56D4AFF7E3}"/>
              </a:ext>
            </a:extLst>
          </p:cNvPr>
          <p:cNvSpPr>
            <a:spLocks noGrp="1"/>
          </p:cNvSpPr>
          <p:nvPr/>
        </p:nvSpPr>
        <p:spPr>
          <a:xfrm>
            <a:off x="6581775" y="3557587"/>
            <a:ext cx="15430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ctr">
              <a:buNone/>
              <a:defRPr sz="1575" b="1">
                <a:solidFill>
                  <a:srgbClr val="204E79"/>
                </a:solidFill>
                <a:latin typeface="Times New Roman"/>
                <a:ea typeface="Times New Roman"/>
                <a:cs typeface="Times New Roman"/>
              </a:defRPr>
            </a:pPr>
            <a:r>
              <a:rPr lang="zh-CN" altLang="en-US" sz="1500" b="1" dirty="0">
                <a:solidFill>
                  <a:srgbClr val="182A3A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已评估策略表征</a:t>
            </a:r>
            <a:endParaRPr sz="1500" b="1" dirty="0">
              <a:solidFill>
                <a:srgbClr val="182A3A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81" name="posterior-label-093">
            <a:extLst>
              <a:ext uri="{FF2B5EF4-FFF2-40B4-BE49-F238E27FC236}">
                <a16:creationId xmlns:a16="http://schemas.microsoft.com/office/drawing/2014/main" id="{1D6010E3-625D-4A91-995B-4684A64A034B}"/>
              </a:ext>
            </a:extLst>
          </p:cNvPr>
          <p:cNvSpPr>
            <a:spLocks noGrp="1"/>
          </p:cNvSpPr>
          <p:nvPr/>
        </p:nvSpPr>
        <p:spPr>
          <a:xfrm>
            <a:off x="6153150" y="5324474"/>
            <a:ext cx="16383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ctr">
              <a:buNone/>
              <a:defRPr sz="1575" b="1">
                <a:solidFill>
                  <a:srgbClr val="182A3A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 dirty="0" err="1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后验</a:t>
            </a:r>
            <a:r>
              <a:rPr lang="zh-CN" altLang="en-US" sz="1575" b="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潜变量</a:t>
            </a:r>
            <a:endParaRPr sz="1575" b="1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16" name="condition-result-095">
            <a:extLst>
              <a:ext uri="{FF2B5EF4-FFF2-40B4-BE49-F238E27FC236}">
                <a16:creationId xmlns:a16="http://schemas.microsoft.com/office/drawing/2014/main" id="{16EC2303-FB32-441F-96D9-997C15F3CDDD}"/>
              </a:ext>
            </a:extLst>
          </p:cNvPr>
          <p:cNvSpPr>
            <a:spLocks noGrp="1"/>
          </p:cNvSpPr>
          <p:nvPr/>
        </p:nvSpPr>
        <p:spPr>
          <a:xfrm>
            <a:off x="6638925" y="4353214"/>
            <a:ext cx="1371600" cy="552450"/>
          </a:xfrm>
          <a:prstGeom prst="roundRect">
            <a:avLst>
              <a:gd name="adj" fmla="val 17241"/>
            </a:avLst>
          </a:prstGeom>
          <a:noFill/>
          <a:ln w="14288">
            <a:solidFill>
              <a:schemeClr val="bg2">
                <a:lumMod val="50000"/>
              </a:schemeClr>
            </a:solidFill>
            <a:prstDash val="solid"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55" name="condition-formula-096">
            <a:extLst>
              <a:ext uri="{FF2B5EF4-FFF2-40B4-BE49-F238E27FC236}">
                <a16:creationId xmlns:a16="http://schemas.microsoft.com/office/drawing/2014/main" id="{95669CA2-0378-4422-AE49-AE31645C13B1}"/>
              </a:ext>
            </a:extLst>
          </p:cNvPr>
          <p:cNvSpPr>
            <a:spLocks noGrp="1"/>
          </p:cNvSpPr>
          <p:nvPr/>
        </p:nvSpPr>
        <p:spPr>
          <a:xfrm>
            <a:off x="6600825" y="4429414"/>
            <a:ext cx="14668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ctr"/>
            <a:r>
              <a:rPr lang="zh-CN" altLang="en-US" sz="1500" b="1" dirty="0">
                <a:solidFill>
                  <a:srgbClr val="182A3A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已评估策略条件下当前策略预测</a:t>
            </a:r>
          </a:p>
        </p:txBody>
      </p:sp>
      <p:sp>
        <p:nvSpPr>
          <p:cNvPr id="187" name="module-25-098">
            <a:extLst>
              <a:ext uri="{FF2B5EF4-FFF2-40B4-BE49-F238E27FC236}">
                <a16:creationId xmlns:a16="http://schemas.microsoft.com/office/drawing/2014/main" id="{FA75C8FC-D036-4107-9E9A-ADCF32039279}"/>
              </a:ext>
            </a:extLst>
          </p:cNvPr>
          <p:cNvSpPr>
            <a:spLocks noGrp="1"/>
          </p:cNvSpPr>
          <p:nvPr/>
        </p:nvSpPr>
        <p:spPr>
          <a:xfrm>
            <a:off x="8458200" y="1485900"/>
            <a:ext cx="2400300" cy="508635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4288">
            <a:solidFill>
              <a:srgbClr val="7CA6D9"/>
            </a:solidFill>
            <a:prstDash val="solid"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91" name="module-25-title-100">
            <a:extLst>
              <a:ext uri="{FF2B5EF4-FFF2-40B4-BE49-F238E27FC236}">
                <a16:creationId xmlns:a16="http://schemas.microsoft.com/office/drawing/2014/main" id="{3BCE6DE4-78DC-4046-9E2F-E14A00FE3CBD}"/>
              </a:ext>
            </a:extLst>
          </p:cNvPr>
          <p:cNvSpPr>
            <a:spLocks noGrp="1"/>
          </p:cNvSpPr>
          <p:nvPr/>
        </p:nvSpPr>
        <p:spPr>
          <a:xfrm>
            <a:off x="8553450" y="1533525"/>
            <a:ext cx="22098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ctr">
              <a:buNone/>
              <a:defRPr sz="1575" b="1">
                <a:solidFill>
                  <a:srgbClr val="204E79"/>
                </a:solidFill>
                <a:latin typeface="PingFang SC"/>
                <a:ea typeface="PingFang SC"/>
                <a:cs typeface="PingFang SC"/>
              </a:defRPr>
            </a:pPr>
            <a:r>
              <a:rPr lang="zh-CN" altLang="en-US" sz="1575" b="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基于物理先验的目标解码器</a:t>
            </a:r>
          </a:p>
        </p:txBody>
      </p:sp>
      <p:sp>
        <p:nvSpPr>
          <p:cNvPr id="194" name="decoder-input-label-101">
            <a:extLst>
              <a:ext uri="{FF2B5EF4-FFF2-40B4-BE49-F238E27FC236}">
                <a16:creationId xmlns:a16="http://schemas.microsoft.com/office/drawing/2014/main" id="{D29AAAAE-30C7-4BFB-A199-249BFD4F9AC2}"/>
              </a:ext>
            </a:extLst>
          </p:cNvPr>
          <p:cNvSpPr>
            <a:spLocks noGrp="1"/>
          </p:cNvSpPr>
          <p:nvPr/>
        </p:nvSpPr>
        <p:spPr>
          <a:xfrm>
            <a:off x="8610600" y="2085975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ctr">
              <a:buNone/>
              <a:defRPr sz="1500" b="1">
                <a:solidFill>
                  <a:srgbClr val="182A3A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 dirty="0" err="1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联合输入</a:t>
            </a:r>
            <a:r>
              <a:rPr lang="zh-CN" altLang="en-US" sz="1500" b="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构造</a:t>
            </a:r>
            <a:endParaRPr sz="1500" b="1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03" name="decoder-input-card-102">
            <a:extLst>
              <a:ext uri="{FF2B5EF4-FFF2-40B4-BE49-F238E27FC236}">
                <a16:creationId xmlns:a16="http://schemas.microsoft.com/office/drawing/2014/main" id="{C1E418FB-9F00-4A1D-8F50-5C3FE04CCBF9}"/>
              </a:ext>
            </a:extLst>
          </p:cNvPr>
          <p:cNvSpPr>
            <a:spLocks noGrp="1"/>
          </p:cNvSpPr>
          <p:nvPr/>
        </p:nvSpPr>
        <p:spPr>
          <a:xfrm>
            <a:off x="8591550" y="2085975"/>
            <a:ext cx="2133600" cy="1019175"/>
          </a:xfrm>
          <a:prstGeom prst="roundRect">
            <a:avLst>
              <a:gd name="adj" fmla="val 12903"/>
            </a:avLst>
          </a:prstGeom>
          <a:noFill/>
          <a:ln w="14288">
            <a:solidFill>
              <a:schemeClr val="bg2">
                <a:lumMod val="50000"/>
              </a:schemeClr>
            </a:solidFill>
            <a:prstDash val="solid"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95" name="decoder-input-formula-103">
            <a:extLst>
              <a:ext uri="{FF2B5EF4-FFF2-40B4-BE49-F238E27FC236}">
                <a16:creationId xmlns:a16="http://schemas.microsoft.com/office/drawing/2014/main" id="{6EC5E2F9-7504-4C69-ADD7-4DD8C35E7308}"/>
              </a:ext>
            </a:extLst>
          </p:cNvPr>
          <p:cNvSpPr>
            <a:spLocks noGrp="1"/>
          </p:cNvSpPr>
          <p:nvPr/>
        </p:nvSpPr>
        <p:spPr>
          <a:xfrm>
            <a:off x="8610600" y="2438400"/>
            <a:ext cx="2066925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ctr">
              <a:buNone/>
              <a:defRPr sz="1500" b="1">
                <a:solidFill>
                  <a:srgbClr val="204E79"/>
                </a:solidFill>
                <a:latin typeface="Times New Roman"/>
                <a:ea typeface="Times New Roman"/>
                <a:cs typeface="Times New Roman"/>
              </a:defRPr>
            </a:pPr>
            <a:r>
              <a:rPr lang="zh-CN" altLang="en-US" sz="1500" b="1" dirty="0">
                <a:solidFill>
                  <a:srgbClr val="182A3A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当前策略表征、分区嵌入、外生变量、已评估策略条件</a:t>
            </a:r>
            <a:endParaRPr sz="1500" b="1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64" name="flow-down-104">
            <a:extLst>
              <a:ext uri="{FF2B5EF4-FFF2-40B4-BE49-F238E27FC236}">
                <a16:creationId xmlns:a16="http://schemas.microsoft.com/office/drawing/2014/main" id="{05DC053C-97A7-4067-AFB3-933B4390C9B8}"/>
              </a:ext>
            </a:extLst>
          </p:cNvPr>
          <p:cNvSpPr>
            <a:spLocks noGrp="1"/>
          </p:cNvSpPr>
          <p:nvPr/>
        </p:nvSpPr>
        <p:spPr>
          <a:xfrm>
            <a:off x="9563100" y="3152775"/>
            <a:ext cx="190500" cy="247650"/>
          </a:xfrm>
          <a:prstGeom prst="downArrow">
            <a:avLst/>
          </a:prstGeom>
          <a:solidFill>
            <a:srgbClr val="4A77BE"/>
          </a:solidFill>
          <a:ln w="0">
            <a:solidFill>
              <a:srgbClr val="4A77BE"/>
            </a:solidFill>
            <a:prstDash val="solid"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93" name="mini-step-105">
            <a:extLst>
              <a:ext uri="{FF2B5EF4-FFF2-40B4-BE49-F238E27FC236}">
                <a16:creationId xmlns:a16="http://schemas.microsoft.com/office/drawing/2014/main" id="{D9C0AF9C-D0CA-4A4C-BBD9-5293FC018BF9}"/>
              </a:ext>
            </a:extLst>
          </p:cNvPr>
          <p:cNvSpPr>
            <a:spLocks noGrp="1"/>
          </p:cNvSpPr>
          <p:nvPr/>
        </p:nvSpPr>
        <p:spPr>
          <a:xfrm>
            <a:off x="8810625" y="3457575"/>
            <a:ext cx="1695450" cy="371475"/>
          </a:xfrm>
          <a:prstGeom prst="roundRect">
            <a:avLst>
              <a:gd name="adj" fmla="val 20513"/>
            </a:avLst>
          </a:prstGeom>
          <a:noFill/>
          <a:ln w="14288">
            <a:solidFill>
              <a:schemeClr val="bg2">
                <a:lumMod val="50000"/>
              </a:schemeClr>
            </a:solidFill>
            <a:prstDash val="solid"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92" name="mini-step-label-106">
            <a:extLst>
              <a:ext uri="{FF2B5EF4-FFF2-40B4-BE49-F238E27FC236}">
                <a16:creationId xmlns:a16="http://schemas.microsoft.com/office/drawing/2014/main" id="{C41DD4D9-A275-4405-B6C7-D276D49180B1}"/>
              </a:ext>
            </a:extLst>
          </p:cNvPr>
          <p:cNvSpPr>
            <a:spLocks noGrp="1"/>
          </p:cNvSpPr>
          <p:nvPr/>
        </p:nvSpPr>
        <p:spPr>
          <a:xfrm>
            <a:off x="8839200" y="3476625"/>
            <a:ext cx="16383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ctr">
              <a:defRPr sz="1575" b="1">
                <a:solidFill>
                  <a:srgbClr val="204E79"/>
                </a:solidFill>
                <a:latin typeface="Times New Roman"/>
                <a:ea typeface="Times New Roman"/>
                <a:cs typeface="Times New Roman"/>
              </a:defRPr>
            </a:pPr>
            <a:r>
              <a:rPr lang="zh-CN" altLang="en-US" sz="1500" b="1" dirty="0">
                <a:solidFill>
                  <a:srgbClr val="182A3A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分区</a:t>
            </a:r>
            <a:r>
              <a:rPr sz="1500" b="1" dirty="0" err="1">
                <a:solidFill>
                  <a:srgbClr val="182A3A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共享解码器</a:t>
            </a:r>
            <a:endParaRPr sz="1500" b="1" dirty="0">
              <a:solidFill>
                <a:srgbClr val="182A3A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63" name="flow-down-107">
            <a:extLst>
              <a:ext uri="{FF2B5EF4-FFF2-40B4-BE49-F238E27FC236}">
                <a16:creationId xmlns:a16="http://schemas.microsoft.com/office/drawing/2014/main" id="{1F260FC3-ED16-42B2-86B1-033B2AB32257}"/>
              </a:ext>
            </a:extLst>
          </p:cNvPr>
          <p:cNvSpPr>
            <a:spLocks noGrp="1"/>
          </p:cNvSpPr>
          <p:nvPr/>
        </p:nvSpPr>
        <p:spPr>
          <a:xfrm>
            <a:off x="9563100" y="3857625"/>
            <a:ext cx="190500" cy="247650"/>
          </a:xfrm>
          <a:prstGeom prst="downArrow">
            <a:avLst/>
          </a:prstGeom>
          <a:solidFill>
            <a:srgbClr val="4A77BE"/>
          </a:solidFill>
          <a:ln w="0">
            <a:solidFill>
              <a:srgbClr val="4A77BE"/>
            </a:solidFill>
            <a:prstDash val="solid"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10" name="prediction-label-108">
            <a:extLst>
              <a:ext uri="{FF2B5EF4-FFF2-40B4-BE49-F238E27FC236}">
                <a16:creationId xmlns:a16="http://schemas.microsoft.com/office/drawing/2014/main" id="{D378E49A-7456-45A6-AAE1-2D3A9A56DECD}"/>
              </a:ext>
            </a:extLst>
          </p:cNvPr>
          <p:cNvSpPr>
            <a:spLocks noGrp="1"/>
          </p:cNvSpPr>
          <p:nvPr/>
        </p:nvSpPr>
        <p:spPr>
          <a:xfrm>
            <a:off x="8610600" y="4276725"/>
            <a:ext cx="20955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ctr">
              <a:buNone/>
              <a:defRPr sz="1575" b="1">
                <a:solidFill>
                  <a:srgbClr val="182A3A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多目标预测</a:t>
            </a:r>
          </a:p>
        </p:txBody>
      </p:sp>
      <p:sp>
        <p:nvSpPr>
          <p:cNvPr id="207" name="output-process-109">
            <a:extLst>
              <a:ext uri="{FF2B5EF4-FFF2-40B4-BE49-F238E27FC236}">
                <a16:creationId xmlns:a16="http://schemas.microsoft.com/office/drawing/2014/main" id="{FD07DC2D-68E8-4FBA-8064-AA966C577AF3}"/>
              </a:ext>
            </a:extLst>
          </p:cNvPr>
          <p:cNvSpPr>
            <a:spLocks noGrp="1"/>
          </p:cNvSpPr>
          <p:nvPr/>
        </p:nvSpPr>
        <p:spPr>
          <a:xfrm>
            <a:off x="8629650" y="4629150"/>
            <a:ext cx="2057400" cy="504825"/>
          </a:xfrm>
          <a:prstGeom prst="roundRect">
            <a:avLst>
              <a:gd name="adj" fmla="val 15094"/>
            </a:avLst>
          </a:prstGeom>
          <a:noFill/>
          <a:ln w="14288">
            <a:solidFill>
              <a:schemeClr val="bg2">
                <a:lumMod val="50000"/>
              </a:schemeClr>
            </a:solidFill>
            <a:prstDash val="solid"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14" name="output-stage-110">
            <a:extLst>
              <a:ext uri="{FF2B5EF4-FFF2-40B4-BE49-F238E27FC236}">
                <a16:creationId xmlns:a16="http://schemas.microsoft.com/office/drawing/2014/main" id="{6B511851-D816-41AC-B85A-87CD67A86D29}"/>
              </a:ext>
            </a:extLst>
          </p:cNvPr>
          <p:cNvSpPr>
            <a:spLocks noGrp="1"/>
          </p:cNvSpPr>
          <p:nvPr/>
        </p:nvSpPr>
        <p:spPr>
          <a:xfrm>
            <a:off x="8629650" y="5219700"/>
            <a:ext cx="2057400" cy="504825"/>
          </a:xfrm>
          <a:prstGeom prst="roundRect">
            <a:avLst>
              <a:gd name="adj" fmla="val 15094"/>
            </a:avLst>
          </a:prstGeom>
          <a:noFill/>
          <a:ln w="14288">
            <a:solidFill>
              <a:schemeClr val="bg2">
                <a:lumMod val="50000"/>
              </a:schemeClr>
            </a:solidFill>
            <a:prstDash val="solid"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01" name="output-city-111">
            <a:extLst>
              <a:ext uri="{FF2B5EF4-FFF2-40B4-BE49-F238E27FC236}">
                <a16:creationId xmlns:a16="http://schemas.microsoft.com/office/drawing/2014/main" id="{44EC5AD3-FED7-4459-BE03-28590537085C}"/>
              </a:ext>
            </a:extLst>
          </p:cNvPr>
          <p:cNvSpPr>
            <a:spLocks noGrp="1"/>
          </p:cNvSpPr>
          <p:nvPr/>
        </p:nvSpPr>
        <p:spPr>
          <a:xfrm>
            <a:off x="8629650" y="5810250"/>
            <a:ext cx="2057400" cy="504825"/>
          </a:xfrm>
          <a:prstGeom prst="roundRect">
            <a:avLst>
              <a:gd name="adj" fmla="val 15094"/>
            </a:avLst>
          </a:prstGeom>
          <a:noFill/>
          <a:ln w="14288">
            <a:solidFill>
              <a:schemeClr val="bg2">
                <a:lumMod val="50000"/>
              </a:schemeClr>
            </a:solidFill>
            <a:prstDash val="solid"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04" name="output-process-label-112">
            <a:extLst>
              <a:ext uri="{FF2B5EF4-FFF2-40B4-BE49-F238E27FC236}">
                <a16:creationId xmlns:a16="http://schemas.microsoft.com/office/drawing/2014/main" id="{143B272E-3BA7-4FF7-BAF4-97D0923962CE}"/>
              </a:ext>
            </a:extLst>
          </p:cNvPr>
          <p:cNvSpPr>
            <a:spLocks noGrp="1"/>
          </p:cNvSpPr>
          <p:nvPr/>
        </p:nvSpPr>
        <p:spPr>
          <a:xfrm>
            <a:off x="8686800" y="4686300"/>
            <a:ext cx="1943100" cy="390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ctr">
              <a:buNone/>
              <a:defRPr sz="1500" b="1">
                <a:solidFill>
                  <a:srgbClr val="204E79"/>
                </a:solidFill>
                <a:latin typeface="PingFang SC"/>
                <a:ea typeface="PingFang SC"/>
                <a:cs typeface="PingFang SC"/>
              </a:defRPr>
            </a:pPr>
            <a:r>
              <a:rPr lang="zh-CN" altLang="en-US" sz="1500" b="1" dirty="0">
                <a:solidFill>
                  <a:srgbClr val="182A3A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仿真中间</a:t>
            </a:r>
            <a:r>
              <a:rPr sz="1500" b="1" dirty="0" err="1">
                <a:solidFill>
                  <a:srgbClr val="182A3A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过程量</a:t>
            </a:r>
            <a:endParaRPr sz="1500" b="1" dirty="0">
              <a:solidFill>
                <a:srgbClr val="182A3A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08" name="output-stage-label-113">
            <a:extLst>
              <a:ext uri="{FF2B5EF4-FFF2-40B4-BE49-F238E27FC236}">
                <a16:creationId xmlns:a16="http://schemas.microsoft.com/office/drawing/2014/main" id="{8D92421C-95D9-464E-A66F-A3C4C1C9EE5D}"/>
              </a:ext>
            </a:extLst>
          </p:cNvPr>
          <p:cNvSpPr>
            <a:spLocks noGrp="1"/>
          </p:cNvSpPr>
          <p:nvPr/>
        </p:nvSpPr>
        <p:spPr>
          <a:xfrm>
            <a:off x="8686800" y="5276850"/>
            <a:ext cx="1943100" cy="390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ctr">
              <a:buNone/>
              <a:defRPr sz="1500" b="1">
                <a:solidFill>
                  <a:srgbClr val="204E79"/>
                </a:solidFill>
                <a:latin typeface="PingFang SC"/>
                <a:ea typeface="PingFang SC"/>
                <a:cs typeface="PingFang SC"/>
              </a:defRPr>
            </a:pPr>
            <a:r>
              <a:rPr lang="zh-CN" altLang="en-US" sz="1500" b="1" dirty="0">
                <a:solidFill>
                  <a:srgbClr val="182A3A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仿真</a:t>
            </a:r>
            <a:r>
              <a:rPr sz="1500" b="1" dirty="0" err="1">
                <a:solidFill>
                  <a:srgbClr val="182A3A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阶段目标</a:t>
            </a:r>
            <a:endParaRPr sz="1500" b="1" dirty="0">
              <a:solidFill>
                <a:srgbClr val="182A3A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15" name="output-city-label-114">
            <a:extLst>
              <a:ext uri="{FF2B5EF4-FFF2-40B4-BE49-F238E27FC236}">
                <a16:creationId xmlns:a16="http://schemas.microsoft.com/office/drawing/2014/main" id="{FB8F3D38-3E1E-4481-874D-61C7B1C52BB3}"/>
              </a:ext>
            </a:extLst>
          </p:cNvPr>
          <p:cNvSpPr>
            <a:spLocks noGrp="1"/>
          </p:cNvSpPr>
          <p:nvPr/>
        </p:nvSpPr>
        <p:spPr>
          <a:xfrm>
            <a:off x="8686800" y="5867400"/>
            <a:ext cx="1943100" cy="390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ctr">
              <a:buNone/>
              <a:defRPr sz="1500" b="1">
                <a:solidFill>
                  <a:srgbClr val="00A651"/>
                </a:solidFill>
                <a:latin typeface="PingFang SC"/>
                <a:ea typeface="PingFang SC"/>
                <a:cs typeface="PingFang SC"/>
              </a:defRPr>
            </a:pPr>
            <a:r>
              <a:rPr lang="zh-CN" altLang="en-US" sz="1500" b="1" dirty="0">
                <a:solidFill>
                  <a:srgbClr val="182A3A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仿真</a:t>
            </a:r>
            <a:r>
              <a:rPr sz="1500" b="1" dirty="0" err="1">
                <a:solidFill>
                  <a:srgbClr val="182A3A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城市级</a:t>
            </a:r>
            <a:r>
              <a:rPr lang="zh-CN" altLang="en-US" sz="1500" b="1" dirty="0">
                <a:solidFill>
                  <a:srgbClr val="182A3A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目标</a:t>
            </a:r>
            <a:endParaRPr sz="1500" b="1" dirty="0">
              <a:solidFill>
                <a:srgbClr val="182A3A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3" name="flow-right-116">
            <a:extLst>
              <a:ext uri="{FF2B5EF4-FFF2-40B4-BE49-F238E27FC236}">
                <a16:creationId xmlns:a16="http://schemas.microsoft.com/office/drawing/2014/main" id="{B044835F-34C0-4CAB-8337-D7A7BEB05FB5}"/>
              </a:ext>
            </a:extLst>
          </p:cNvPr>
          <p:cNvSpPr>
            <a:spLocks noGrp="1"/>
          </p:cNvSpPr>
          <p:nvPr/>
        </p:nvSpPr>
        <p:spPr>
          <a:xfrm>
            <a:off x="4400550" y="2838450"/>
            <a:ext cx="152400" cy="171450"/>
          </a:xfrm>
          <a:prstGeom prst="rightArrow">
            <a:avLst/>
          </a:prstGeom>
          <a:solidFill>
            <a:srgbClr val="4A77BE"/>
          </a:solidFill>
          <a:ln w="0">
            <a:solidFill>
              <a:srgbClr val="4A77BE"/>
            </a:solidFill>
            <a:prstDash val="solid"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5" name="flow-right-117">
            <a:extLst>
              <a:ext uri="{FF2B5EF4-FFF2-40B4-BE49-F238E27FC236}">
                <a16:creationId xmlns:a16="http://schemas.microsoft.com/office/drawing/2014/main" id="{7A1EFB00-68B4-48EE-85C4-3DA19D1B9A21}"/>
              </a:ext>
            </a:extLst>
          </p:cNvPr>
          <p:cNvSpPr>
            <a:spLocks noGrp="1"/>
          </p:cNvSpPr>
          <p:nvPr/>
        </p:nvSpPr>
        <p:spPr>
          <a:xfrm>
            <a:off x="6229350" y="2838450"/>
            <a:ext cx="152400" cy="171450"/>
          </a:xfrm>
          <a:prstGeom prst="rightArrow">
            <a:avLst/>
          </a:prstGeom>
          <a:solidFill>
            <a:srgbClr val="4A77BE"/>
          </a:solidFill>
          <a:ln w="0">
            <a:solidFill>
              <a:srgbClr val="4A77BE"/>
            </a:solidFill>
            <a:prstDash val="solid"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3" name="flow-right-118">
            <a:extLst>
              <a:ext uri="{FF2B5EF4-FFF2-40B4-BE49-F238E27FC236}">
                <a16:creationId xmlns:a16="http://schemas.microsoft.com/office/drawing/2014/main" id="{AC7AEAEB-7814-44C3-BBBD-1EFA94045685}"/>
              </a:ext>
            </a:extLst>
          </p:cNvPr>
          <p:cNvSpPr>
            <a:spLocks noGrp="1"/>
          </p:cNvSpPr>
          <p:nvPr/>
        </p:nvSpPr>
        <p:spPr>
          <a:xfrm>
            <a:off x="8305800" y="2838450"/>
            <a:ext cx="152400" cy="171450"/>
          </a:xfrm>
          <a:prstGeom prst="rightArrow">
            <a:avLst/>
          </a:prstGeom>
          <a:solidFill>
            <a:srgbClr val="4A77BE"/>
          </a:solidFill>
          <a:ln w="0">
            <a:solidFill>
              <a:srgbClr val="4A77BE"/>
            </a:solidFill>
            <a:prstDash val="solid"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61" name="inverse-41-119">
            <a:extLst>
              <a:ext uri="{FF2B5EF4-FFF2-40B4-BE49-F238E27FC236}">
                <a16:creationId xmlns:a16="http://schemas.microsoft.com/office/drawing/2014/main" id="{AF53FBD8-4FF0-45F4-A0C9-C94FF061F134}"/>
              </a:ext>
            </a:extLst>
          </p:cNvPr>
          <p:cNvSpPr>
            <a:spLocks noGrp="1"/>
          </p:cNvSpPr>
          <p:nvPr/>
        </p:nvSpPr>
        <p:spPr>
          <a:xfrm>
            <a:off x="11277600" y="1524000"/>
            <a:ext cx="2990850" cy="1562100"/>
          </a:xfrm>
          <a:prstGeom prst="roundRect">
            <a:avLst>
              <a:gd name="adj" fmla="val 7317"/>
            </a:avLst>
          </a:prstGeom>
          <a:noFill/>
          <a:ln w="14288">
            <a:solidFill>
              <a:schemeClr val="bg2">
                <a:lumMod val="50000"/>
              </a:schemeClr>
            </a:solidFill>
            <a:prstDash val="solid"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64" name="inverse-41-title-120">
            <a:extLst>
              <a:ext uri="{FF2B5EF4-FFF2-40B4-BE49-F238E27FC236}">
                <a16:creationId xmlns:a16="http://schemas.microsoft.com/office/drawing/2014/main" id="{27EE12BF-1224-4680-949C-14DF269765DE}"/>
              </a:ext>
            </a:extLst>
          </p:cNvPr>
          <p:cNvSpPr>
            <a:spLocks noGrp="1"/>
          </p:cNvSpPr>
          <p:nvPr/>
        </p:nvSpPr>
        <p:spPr>
          <a:xfrm>
            <a:off x="11372850" y="1581150"/>
            <a:ext cx="28003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ctr">
              <a:buNone/>
              <a:defRPr sz="1575" b="1">
                <a:solidFill>
                  <a:srgbClr val="204E79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 dirty="0" err="1">
                <a:solidFill>
                  <a:srgbClr val="204E79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固定信息与局部线性化</a:t>
            </a:r>
            <a:endParaRPr sz="1650" b="1" dirty="0">
              <a:solidFill>
                <a:srgbClr val="204E79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68" name="inverse-41-body-121">
            <a:extLst>
              <a:ext uri="{FF2B5EF4-FFF2-40B4-BE49-F238E27FC236}">
                <a16:creationId xmlns:a16="http://schemas.microsoft.com/office/drawing/2014/main" id="{3E9402F1-E481-424B-9F5C-4B1114EBF4AF}"/>
              </a:ext>
            </a:extLst>
          </p:cNvPr>
          <p:cNvSpPr>
            <a:spLocks noGrp="1"/>
          </p:cNvSpPr>
          <p:nvPr/>
        </p:nvSpPr>
        <p:spPr>
          <a:xfrm>
            <a:off x="11391900" y="2000250"/>
            <a:ext cx="27622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425" b="0">
                <a:solidFill>
                  <a:srgbClr val="182A3A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182A3A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决策：仅 Θ；网络冻结</a:t>
            </a:r>
          </a:p>
          <a:p>
            <a:pPr algn="l">
              <a:buNone/>
              <a:defRPr sz="1425" b="0">
                <a:solidFill>
                  <a:srgbClr val="182A3A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182A3A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预计算：D_ctx, s, c_g, c_z</a:t>
            </a:r>
          </a:p>
          <a:p>
            <a:pPr algn="l">
              <a:buNone/>
              <a:defRPr sz="1425" b="0">
                <a:solidFill>
                  <a:srgbClr val="182A3A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182A3A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局部冻结：注意力 / 统计量</a:t>
            </a:r>
          </a:p>
        </p:txBody>
      </p:sp>
      <p:sp>
        <p:nvSpPr>
          <p:cNvPr id="270" name="inverse-42-122">
            <a:extLst>
              <a:ext uri="{FF2B5EF4-FFF2-40B4-BE49-F238E27FC236}">
                <a16:creationId xmlns:a16="http://schemas.microsoft.com/office/drawing/2014/main" id="{2D58BF90-8530-431B-AC02-C0362B780ED9}"/>
              </a:ext>
            </a:extLst>
          </p:cNvPr>
          <p:cNvSpPr>
            <a:spLocks noGrp="1"/>
          </p:cNvSpPr>
          <p:nvPr/>
        </p:nvSpPr>
        <p:spPr>
          <a:xfrm>
            <a:off x="11277600" y="3200400"/>
            <a:ext cx="2990850" cy="1504950"/>
          </a:xfrm>
          <a:prstGeom prst="roundRect">
            <a:avLst>
              <a:gd name="adj" fmla="val 7595"/>
            </a:avLst>
          </a:prstGeom>
          <a:noFill/>
          <a:ln w="14288">
            <a:solidFill>
              <a:schemeClr val="bg2">
                <a:lumMod val="50000"/>
              </a:schemeClr>
            </a:solidFill>
            <a:prstDash val="solid"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74" name="inverse-42-title-123">
            <a:extLst>
              <a:ext uri="{FF2B5EF4-FFF2-40B4-BE49-F238E27FC236}">
                <a16:creationId xmlns:a16="http://schemas.microsoft.com/office/drawing/2014/main" id="{4349914D-72C1-4D03-9FCB-2507DF564AC6}"/>
              </a:ext>
            </a:extLst>
          </p:cNvPr>
          <p:cNvSpPr>
            <a:spLocks noGrp="1"/>
          </p:cNvSpPr>
          <p:nvPr/>
        </p:nvSpPr>
        <p:spPr>
          <a:xfrm>
            <a:off x="11372850" y="3257550"/>
            <a:ext cx="28003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ctr">
              <a:buNone/>
              <a:defRPr sz="1650" b="1">
                <a:solidFill>
                  <a:srgbClr val="204E79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 dirty="0" err="1">
                <a:solidFill>
                  <a:srgbClr val="204E79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ReLU</a:t>
            </a:r>
            <a:r>
              <a:rPr sz="1650" b="1" dirty="0">
                <a:solidFill>
                  <a:srgbClr val="204E79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sz="1650" b="1" dirty="0" err="1">
                <a:solidFill>
                  <a:srgbClr val="204E79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边界收紧</a:t>
            </a:r>
            <a:endParaRPr sz="1650" b="1" dirty="0">
              <a:solidFill>
                <a:srgbClr val="204E79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72" name="bounds-pipeline-124">
            <a:extLst>
              <a:ext uri="{FF2B5EF4-FFF2-40B4-BE49-F238E27FC236}">
                <a16:creationId xmlns:a16="http://schemas.microsoft.com/office/drawing/2014/main" id="{B8B11908-3842-4B4F-80F8-CFF5C32240EE}"/>
              </a:ext>
            </a:extLst>
          </p:cNvPr>
          <p:cNvSpPr>
            <a:spLocks noGrp="1"/>
          </p:cNvSpPr>
          <p:nvPr/>
        </p:nvSpPr>
        <p:spPr>
          <a:xfrm>
            <a:off x="11430000" y="3657600"/>
            <a:ext cx="2686050" cy="447675"/>
          </a:xfrm>
          <a:prstGeom prst="roundRect">
            <a:avLst>
              <a:gd name="adj" fmla="val 17021"/>
            </a:avLst>
          </a:prstGeom>
          <a:solidFill>
            <a:srgbClr val="FFFFFF"/>
          </a:solidFill>
          <a:ln w="14288">
            <a:solidFill>
              <a:srgbClr val="7CA6D9"/>
            </a:solidFill>
            <a:prstDash val="solid"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80" name="bounds-formula-125">
            <a:extLst>
              <a:ext uri="{FF2B5EF4-FFF2-40B4-BE49-F238E27FC236}">
                <a16:creationId xmlns:a16="http://schemas.microsoft.com/office/drawing/2014/main" id="{5DA981F4-0674-47C6-ACD0-4B72D53A8D9C}"/>
              </a:ext>
            </a:extLst>
          </p:cNvPr>
          <p:cNvSpPr>
            <a:spLocks noGrp="1"/>
          </p:cNvSpPr>
          <p:nvPr/>
        </p:nvSpPr>
        <p:spPr>
          <a:xfrm>
            <a:off x="11487150" y="3714750"/>
            <a:ext cx="25717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ctr">
              <a:buNone/>
              <a:defRPr sz="1500" b="1">
                <a:solidFill>
                  <a:srgbClr val="204E7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204E79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IBP → LP-PBT → CROWN</a:t>
            </a:r>
          </a:p>
        </p:txBody>
      </p:sp>
      <p:sp>
        <p:nvSpPr>
          <p:cNvPr id="285" name="inverse-42-body-126">
            <a:extLst>
              <a:ext uri="{FF2B5EF4-FFF2-40B4-BE49-F238E27FC236}">
                <a16:creationId xmlns:a16="http://schemas.microsoft.com/office/drawing/2014/main" id="{CAB52A1F-69DF-4B73-8839-757BFD07B763}"/>
              </a:ext>
            </a:extLst>
          </p:cNvPr>
          <p:cNvSpPr>
            <a:spLocks noGrp="1"/>
          </p:cNvSpPr>
          <p:nvPr/>
        </p:nvSpPr>
        <p:spPr>
          <a:xfrm>
            <a:off x="11410950" y="4210050"/>
            <a:ext cx="27241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ctr">
              <a:buNone/>
              <a:defRPr sz="1425" b="1">
                <a:solidFill>
                  <a:srgbClr val="182A3A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82A3A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边界取交  ·  稳定 / 混合节点分类</a:t>
            </a:r>
          </a:p>
        </p:txBody>
      </p:sp>
      <p:sp>
        <p:nvSpPr>
          <p:cNvPr id="287" name="inverse-43-127">
            <a:extLst>
              <a:ext uri="{FF2B5EF4-FFF2-40B4-BE49-F238E27FC236}">
                <a16:creationId xmlns:a16="http://schemas.microsoft.com/office/drawing/2014/main" id="{E800C7B6-95DF-498B-BBF8-4D2A27D3F9EE}"/>
              </a:ext>
            </a:extLst>
          </p:cNvPr>
          <p:cNvSpPr>
            <a:spLocks noGrp="1"/>
          </p:cNvSpPr>
          <p:nvPr/>
        </p:nvSpPr>
        <p:spPr>
          <a:xfrm>
            <a:off x="11277600" y="4819650"/>
            <a:ext cx="2990850" cy="1752600"/>
          </a:xfrm>
          <a:prstGeom prst="roundRect">
            <a:avLst>
              <a:gd name="adj" fmla="val 6522"/>
            </a:avLst>
          </a:prstGeom>
          <a:noFill/>
          <a:ln w="14288">
            <a:solidFill>
              <a:schemeClr val="bg2">
                <a:lumMod val="50000"/>
              </a:schemeClr>
            </a:solidFill>
            <a:prstDash val="solid"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91" name="inverse-43-title-128">
            <a:extLst>
              <a:ext uri="{FF2B5EF4-FFF2-40B4-BE49-F238E27FC236}">
                <a16:creationId xmlns:a16="http://schemas.microsoft.com/office/drawing/2014/main" id="{FC9474E2-11ED-4B03-8701-30BBF4F70C09}"/>
              </a:ext>
            </a:extLst>
          </p:cNvPr>
          <p:cNvSpPr>
            <a:spLocks noGrp="1"/>
          </p:cNvSpPr>
          <p:nvPr/>
        </p:nvSpPr>
        <p:spPr>
          <a:xfrm>
            <a:off x="11372850" y="4876800"/>
            <a:ext cx="28003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ctr">
              <a:buNone/>
              <a:defRPr sz="1650" b="1">
                <a:solidFill>
                  <a:srgbClr val="C00000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 dirty="0">
                <a:solidFill>
                  <a:srgbClr val="204E79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MIP </a:t>
            </a:r>
            <a:r>
              <a:rPr sz="1575" b="1" dirty="0" err="1">
                <a:solidFill>
                  <a:srgbClr val="204E79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精确编码</a:t>
            </a:r>
            <a:endParaRPr sz="1575" b="1" dirty="0">
              <a:solidFill>
                <a:srgbClr val="204E79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00" name="inverse-43-body-129">
            <a:extLst>
              <a:ext uri="{FF2B5EF4-FFF2-40B4-BE49-F238E27FC236}">
                <a16:creationId xmlns:a16="http://schemas.microsoft.com/office/drawing/2014/main" id="{66F674FC-082D-4BB6-9212-CA3061F32724}"/>
              </a:ext>
            </a:extLst>
          </p:cNvPr>
          <p:cNvSpPr>
            <a:spLocks noGrp="1"/>
          </p:cNvSpPr>
          <p:nvPr/>
        </p:nvSpPr>
        <p:spPr>
          <a:xfrm>
            <a:off x="11410950" y="5257800"/>
            <a:ext cx="27241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425" b="0">
                <a:solidFill>
                  <a:srgbClr val="182A3A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182A3A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稳定：线性约束</a:t>
            </a:r>
          </a:p>
          <a:p>
            <a:pPr algn="l">
              <a:buNone/>
              <a:defRPr sz="1425" b="0">
                <a:solidFill>
                  <a:srgbClr val="182A3A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182A3A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混合：Big-M + 二元 ζ</a:t>
            </a:r>
          </a:p>
          <a:p>
            <a:pPr algn="l">
              <a:buNone/>
              <a:defRPr sz="1425" b="0">
                <a:solidFill>
                  <a:srgbClr val="182A3A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182A3A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目标 / 约束 → Θ_trial</a:t>
            </a:r>
          </a:p>
        </p:txBody>
      </p:sp>
      <p:sp>
        <p:nvSpPr>
          <p:cNvPr id="306" name="loss-data-135">
            <a:extLst>
              <a:ext uri="{FF2B5EF4-FFF2-40B4-BE49-F238E27FC236}">
                <a16:creationId xmlns:a16="http://schemas.microsoft.com/office/drawing/2014/main" id="{B04132A4-169E-40CD-BB31-4D0E5DD0145F}"/>
              </a:ext>
            </a:extLst>
          </p:cNvPr>
          <p:cNvSpPr>
            <a:spLocks noGrp="1"/>
          </p:cNvSpPr>
          <p:nvPr/>
        </p:nvSpPr>
        <p:spPr>
          <a:xfrm>
            <a:off x="3305175" y="7486650"/>
            <a:ext cx="1447800" cy="742950"/>
          </a:xfrm>
          <a:prstGeom prst="roundRect">
            <a:avLst>
              <a:gd name="adj" fmla="val 10256"/>
            </a:avLst>
          </a:prstGeom>
          <a:noFill/>
          <a:ln w="14288">
            <a:solidFill>
              <a:schemeClr val="bg2">
                <a:lumMod val="50000"/>
              </a:schemeClr>
            </a:solidFill>
            <a:prstDash val="solid"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12" name="loss-kl-136">
            <a:extLst>
              <a:ext uri="{FF2B5EF4-FFF2-40B4-BE49-F238E27FC236}">
                <a16:creationId xmlns:a16="http://schemas.microsoft.com/office/drawing/2014/main" id="{7B673DC6-51EA-4FCC-B973-254723FA1855}"/>
              </a:ext>
            </a:extLst>
          </p:cNvPr>
          <p:cNvSpPr>
            <a:spLocks noGrp="1"/>
          </p:cNvSpPr>
          <p:nvPr/>
        </p:nvSpPr>
        <p:spPr>
          <a:xfrm>
            <a:off x="4900612" y="7486650"/>
            <a:ext cx="1409700" cy="742950"/>
          </a:xfrm>
          <a:prstGeom prst="roundRect">
            <a:avLst>
              <a:gd name="adj" fmla="val 10256"/>
            </a:avLst>
          </a:prstGeom>
          <a:noFill/>
          <a:ln w="14288">
            <a:solidFill>
              <a:schemeClr val="bg2">
                <a:lumMod val="50000"/>
              </a:schemeClr>
            </a:solidFill>
            <a:prstDash val="solid"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17" name="loss-box-137">
            <a:extLst>
              <a:ext uri="{FF2B5EF4-FFF2-40B4-BE49-F238E27FC236}">
                <a16:creationId xmlns:a16="http://schemas.microsoft.com/office/drawing/2014/main" id="{B0F9CC44-8B59-42EA-A2BF-CCCE760B8468}"/>
              </a:ext>
            </a:extLst>
          </p:cNvPr>
          <p:cNvSpPr>
            <a:spLocks noGrp="1"/>
          </p:cNvSpPr>
          <p:nvPr/>
        </p:nvSpPr>
        <p:spPr>
          <a:xfrm>
            <a:off x="6520428" y="7486650"/>
            <a:ext cx="1016269" cy="742950"/>
          </a:xfrm>
          <a:prstGeom prst="roundRect">
            <a:avLst>
              <a:gd name="adj" fmla="val 10256"/>
            </a:avLst>
          </a:prstGeom>
          <a:noFill/>
          <a:ln w="14288">
            <a:solidFill>
              <a:schemeClr val="bg2">
                <a:lumMod val="50000"/>
              </a:schemeClr>
            </a:solidFill>
            <a:prstDash val="solid"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44" name="loss-joint-138">
            <a:extLst>
              <a:ext uri="{FF2B5EF4-FFF2-40B4-BE49-F238E27FC236}">
                <a16:creationId xmlns:a16="http://schemas.microsoft.com/office/drawing/2014/main" id="{BBCFC533-3BB1-41F0-8865-E455CA2A2C3E}"/>
              </a:ext>
            </a:extLst>
          </p:cNvPr>
          <p:cNvSpPr>
            <a:spLocks noGrp="1"/>
          </p:cNvSpPr>
          <p:nvPr/>
        </p:nvSpPr>
        <p:spPr>
          <a:xfrm>
            <a:off x="7791450" y="7486650"/>
            <a:ext cx="3028950" cy="742950"/>
          </a:xfrm>
          <a:prstGeom prst="roundRect">
            <a:avLst>
              <a:gd name="adj" fmla="val 10256"/>
            </a:avLst>
          </a:prstGeom>
          <a:noFill/>
          <a:ln w="14288">
            <a:solidFill>
              <a:schemeClr val="bg2">
                <a:lumMod val="50000"/>
              </a:schemeClr>
            </a:solidFill>
            <a:prstDash val="solid"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08" name="loss-data-label-139">
            <a:extLst>
              <a:ext uri="{FF2B5EF4-FFF2-40B4-BE49-F238E27FC236}">
                <a16:creationId xmlns:a16="http://schemas.microsoft.com/office/drawing/2014/main" id="{F84E643A-8E4F-492D-810A-4100B4E18BAC}"/>
              </a:ext>
            </a:extLst>
          </p:cNvPr>
          <p:cNvSpPr>
            <a:spLocks noGrp="1"/>
          </p:cNvSpPr>
          <p:nvPr/>
        </p:nvSpPr>
        <p:spPr>
          <a:xfrm>
            <a:off x="3248025" y="7534275"/>
            <a:ext cx="15811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ctr">
              <a:buNone/>
              <a:defRPr sz="1425" b="1">
                <a:solidFill>
                  <a:srgbClr val="204E79"/>
                </a:solidFill>
                <a:latin typeface="Times New Roman"/>
                <a:ea typeface="Times New Roman"/>
                <a:cs typeface="Times New Roman"/>
              </a:defRPr>
            </a:pPr>
            <a:r>
              <a:rPr lang="zh-CN" altLang="en-US" sz="1500" b="1" dirty="0">
                <a:solidFill>
                  <a:srgbClr val="182A3A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中间</a:t>
            </a:r>
            <a:r>
              <a:rPr sz="1500" b="1" dirty="0" err="1">
                <a:solidFill>
                  <a:srgbClr val="182A3A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过程量</a:t>
            </a:r>
            <a:r>
              <a:rPr sz="1500" b="1" dirty="0">
                <a:solidFill>
                  <a:srgbClr val="182A3A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+ </a:t>
            </a:r>
            <a:r>
              <a:rPr sz="1500" b="1" dirty="0" err="1">
                <a:solidFill>
                  <a:srgbClr val="182A3A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阶段目标拟合</a:t>
            </a:r>
            <a:r>
              <a:rPr lang="zh-CN" altLang="en-US" sz="1500" b="1" dirty="0">
                <a:solidFill>
                  <a:srgbClr val="182A3A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损失</a:t>
            </a:r>
            <a:endParaRPr sz="1500" b="1" dirty="0">
              <a:solidFill>
                <a:srgbClr val="182A3A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14" name="loss-kl-label-140">
            <a:extLst>
              <a:ext uri="{FF2B5EF4-FFF2-40B4-BE49-F238E27FC236}">
                <a16:creationId xmlns:a16="http://schemas.microsoft.com/office/drawing/2014/main" id="{AF082168-8BB2-45A0-9970-DEA66E7D222C}"/>
              </a:ext>
            </a:extLst>
          </p:cNvPr>
          <p:cNvSpPr>
            <a:spLocks noGrp="1"/>
          </p:cNvSpPr>
          <p:nvPr/>
        </p:nvSpPr>
        <p:spPr>
          <a:xfrm>
            <a:off x="4957762" y="7534275"/>
            <a:ext cx="13144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ctr">
              <a:buNone/>
              <a:defRPr sz="1425" b="1">
                <a:solidFill>
                  <a:srgbClr val="204E79"/>
                </a:solidFill>
                <a:latin typeface="Times New Roman"/>
                <a:ea typeface="Times New Roman"/>
                <a:cs typeface="Times New Roman"/>
              </a:defRPr>
            </a:pPr>
            <a:r>
              <a:rPr lang="zh-CN" altLang="en-US" sz="1500" b="1" dirty="0">
                <a:solidFill>
                  <a:srgbClr val="182A3A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潜变量</a:t>
            </a:r>
            <a:r>
              <a:rPr sz="1500" b="1" dirty="0" err="1">
                <a:solidFill>
                  <a:srgbClr val="182A3A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条件后验一致性</a:t>
            </a:r>
            <a:r>
              <a:rPr lang="zh-CN" altLang="en-US" sz="1500" b="1" dirty="0">
                <a:solidFill>
                  <a:srgbClr val="182A3A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损失</a:t>
            </a:r>
            <a:endParaRPr sz="1500" b="1" dirty="0">
              <a:solidFill>
                <a:srgbClr val="182A3A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19" name="loss-box-label-141">
            <a:extLst>
              <a:ext uri="{FF2B5EF4-FFF2-40B4-BE49-F238E27FC236}">
                <a16:creationId xmlns:a16="http://schemas.microsoft.com/office/drawing/2014/main" id="{B359C48F-8383-49C3-805E-D19312D6DCD3}"/>
              </a:ext>
            </a:extLst>
          </p:cNvPr>
          <p:cNvSpPr>
            <a:spLocks noGrp="1"/>
          </p:cNvSpPr>
          <p:nvPr/>
        </p:nvSpPr>
        <p:spPr>
          <a:xfrm>
            <a:off x="6381750" y="7534275"/>
            <a:ext cx="13144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ctr">
              <a:buNone/>
              <a:defRPr sz="1425" b="1">
                <a:solidFill>
                  <a:srgbClr val="204E7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 dirty="0" err="1">
                <a:solidFill>
                  <a:srgbClr val="182A3A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反求</a:t>
            </a:r>
            <a:r>
              <a:rPr lang="zh-CN" altLang="en-US" sz="1500" b="1" dirty="0">
                <a:solidFill>
                  <a:srgbClr val="182A3A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求解</a:t>
            </a:r>
            <a:endParaRPr sz="1500" b="1" dirty="0">
              <a:solidFill>
                <a:srgbClr val="182A3A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algn="ctr">
              <a:buNone/>
              <a:defRPr sz="1425" b="1">
                <a:solidFill>
                  <a:srgbClr val="204E7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 dirty="0" err="1">
                <a:solidFill>
                  <a:srgbClr val="182A3A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可行性</a:t>
            </a:r>
            <a:r>
              <a:rPr lang="zh-CN" altLang="en-US" sz="1500" b="1" dirty="0">
                <a:solidFill>
                  <a:srgbClr val="182A3A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损失</a:t>
            </a:r>
            <a:endParaRPr sz="1500" b="1" dirty="0">
              <a:solidFill>
                <a:srgbClr val="182A3A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25" name="loss-joint-label-142">
            <a:extLst>
              <a:ext uri="{FF2B5EF4-FFF2-40B4-BE49-F238E27FC236}">
                <a16:creationId xmlns:a16="http://schemas.microsoft.com/office/drawing/2014/main" id="{F2B8EF23-83E0-4AA0-9FB4-74549DFB4B39}"/>
              </a:ext>
            </a:extLst>
          </p:cNvPr>
          <p:cNvSpPr>
            <a:spLocks noGrp="1"/>
          </p:cNvSpPr>
          <p:nvPr/>
        </p:nvSpPr>
        <p:spPr>
          <a:xfrm>
            <a:off x="7750443" y="7434262"/>
            <a:ext cx="30670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ctr">
              <a:buNone/>
              <a:defRPr sz="1425" b="1">
                <a:solidFill>
                  <a:srgbClr val="00A65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 dirty="0" err="1">
                <a:solidFill>
                  <a:srgbClr val="182A3A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联合损失</a:t>
            </a:r>
            <a:r>
              <a:rPr lang="zh-CN" altLang="en-US" sz="1500" b="1" dirty="0">
                <a:solidFill>
                  <a:srgbClr val="182A3A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函数</a:t>
            </a:r>
            <a:endParaRPr sz="1500" b="1" dirty="0">
              <a:solidFill>
                <a:srgbClr val="182A3A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algn="ctr">
              <a:buNone/>
              <a:defRPr sz="1425" b="1">
                <a:solidFill>
                  <a:srgbClr val="00A651"/>
                </a:solidFill>
                <a:latin typeface="Times New Roman"/>
                <a:ea typeface="Times New Roman"/>
                <a:cs typeface="Times New Roman"/>
              </a:defRPr>
            </a:pPr>
            <a:endParaRPr sz="1500" b="1" dirty="0">
              <a:solidFill>
                <a:srgbClr val="182A3A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28" name="train-stage-1-143">
            <a:extLst>
              <a:ext uri="{FF2B5EF4-FFF2-40B4-BE49-F238E27FC236}">
                <a16:creationId xmlns:a16="http://schemas.microsoft.com/office/drawing/2014/main" id="{C34C779D-360F-48DC-8E45-DFA31BDC3CD8}"/>
              </a:ext>
            </a:extLst>
          </p:cNvPr>
          <p:cNvSpPr>
            <a:spLocks noGrp="1"/>
          </p:cNvSpPr>
          <p:nvPr/>
        </p:nvSpPr>
        <p:spPr>
          <a:xfrm>
            <a:off x="3277892" y="8362950"/>
            <a:ext cx="2094208" cy="685800"/>
          </a:xfrm>
          <a:prstGeom prst="roundRect">
            <a:avLst>
              <a:gd name="adj" fmla="val 11111"/>
            </a:avLst>
          </a:prstGeom>
          <a:noFill/>
          <a:ln w="14288">
            <a:solidFill>
              <a:schemeClr val="bg2">
                <a:lumMod val="50000"/>
              </a:schemeClr>
            </a:solidFill>
            <a:prstDash val="solid"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36" name="train-stage-2-144">
            <a:extLst>
              <a:ext uri="{FF2B5EF4-FFF2-40B4-BE49-F238E27FC236}">
                <a16:creationId xmlns:a16="http://schemas.microsoft.com/office/drawing/2014/main" id="{C20D8549-7551-49BE-9BA1-465B4961BDF5}"/>
              </a:ext>
            </a:extLst>
          </p:cNvPr>
          <p:cNvSpPr>
            <a:spLocks noGrp="1"/>
          </p:cNvSpPr>
          <p:nvPr/>
        </p:nvSpPr>
        <p:spPr>
          <a:xfrm>
            <a:off x="5505450" y="8362950"/>
            <a:ext cx="2514600" cy="685800"/>
          </a:xfrm>
          <a:prstGeom prst="roundRect">
            <a:avLst>
              <a:gd name="adj" fmla="val 11111"/>
            </a:avLst>
          </a:prstGeom>
          <a:noFill/>
          <a:ln w="14288">
            <a:solidFill>
              <a:schemeClr val="bg2">
                <a:lumMod val="50000"/>
              </a:schemeClr>
            </a:solidFill>
            <a:prstDash val="solid"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43" name="train-stage-3-145">
            <a:extLst>
              <a:ext uri="{FF2B5EF4-FFF2-40B4-BE49-F238E27FC236}">
                <a16:creationId xmlns:a16="http://schemas.microsoft.com/office/drawing/2014/main" id="{D3801DCC-4F5B-4704-8BE9-7B7CF0D98548}"/>
              </a:ext>
            </a:extLst>
          </p:cNvPr>
          <p:cNvSpPr>
            <a:spLocks noGrp="1"/>
          </p:cNvSpPr>
          <p:nvPr/>
        </p:nvSpPr>
        <p:spPr>
          <a:xfrm>
            <a:off x="8153400" y="8362950"/>
            <a:ext cx="2667000" cy="685800"/>
          </a:xfrm>
          <a:prstGeom prst="roundRect">
            <a:avLst>
              <a:gd name="adj" fmla="val 11111"/>
            </a:avLst>
          </a:prstGeom>
          <a:noFill/>
          <a:ln w="14288">
            <a:solidFill>
              <a:schemeClr val="bg2">
                <a:lumMod val="50000"/>
              </a:schemeClr>
            </a:solidFill>
            <a:prstDash val="solid"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31" name="train-stage-1-label-146">
            <a:extLst>
              <a:ext uri="{FF2B5EF4-FFF2-40B4-BE49-F238E27FC236}">
                <a16:creationId xmlns:a16="http://schemas.microsoft.com/office/drawing/2014/main" id="{69278125-0E90-4D51-B1C6-112C05C3F0BF}"/>
              </a:ext>
            </a:extLst>
          </p:cNvPr>
          <p:cNvSpPr>
            <a:spLocks noGrp="1"/>
          </p:cNvSpPr>
          <p:nvPr/>
        </p:nvSpPr>
        <p:spPr>
          <a:xfrm>
            <a:off x="3028950" y="8420100"/>
            <a:ext cx="23622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ctr">
              <a:buNone/>
              <a:defRPr sz="1425" b="1">
                <a:solidFill>
                  <a:srgbClr val="182A3A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 dirty="0">
                <a:solidFill>
                  <a:srgbClr val="182A3A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① </a:t>
            </a:r>
            <a:r>
              <a:rPr sz="1425" b="1" dirty="0" err="1">
                <a:solidFill>
                  <a:srgbClr val="182A3A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解析代理预训练</a:t>
            </a:r>
            <a:endParaRPr sz="1425" b="1" dirty="0">
              <a:solidFill>
                <a:srgbClr val="182A3A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algn="ctr">
              <a:buNone/>
              <a:defRPr sz="1425" b="1">
                <a:solidFill>
                  <a:srgbClr val="182A3A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 dirty="0" err="1">
                <a:solidFill>
                  <a:srgbClr val="182A3A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学习全局趋势</a:t>
            </a:r>
            <a:endParaRPr sz="1425" b="1" dirty="0">
              <a:solidFill>
                <a:srgbClr val="182A3A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41" name="train-stage-2-label-147">
            <a:extLst>
              <a:ext uri="{FF2B5EF4-FFF2-40B4-BE49-F238E27FC236}">
                <a16:creationId xmlns:a16="http://schemas.microsoft.com/office/drawing/2014/main" id="{F1A18E68-F9EE-4368-80D5-F70A2E226D85}"/>
              </a:ext>
            </a:extLst>
          </p:cNvPr>
          <p:cNvSpPr>
            <a:spLocks noGrp="1"/>
          </p:cNvSpPr>
          <p:nvPr/>
        </p:nvSpPr>
        <p:spPr>
          <a:xfrm>
            <a:off x="5581650" y="8420100"/>
            <a:ext cx="23622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ctr">
              <a:buNone/>
              <a:defRPr sz="1425" b="1">
                <a:solidFill>
                  <a:srgbClr val="182A3A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82A3A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② 高保真微调</a:t>
            </a:r>
          </a:p>
          <a:p>
            <a:pPr algn="ctr">
              <a:buNone/>
              <a:defRPr sz="1425" b="1">
                <a:solidFill>
                  <a:srgbClr val="182A3A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82A3A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校正偏差与局部精度</a:t>
            </a:r>
          </a:p>
        </p:txBody>
      </p:sp>
      <p:sp>
        <p:nvSpPr>
          <p:cNvPr id="259" name="train-stage-3-label-148">
            <a:extLst>
              <a:ext uri="{FF2B5EF4-FFF2-40B4-BE49-F238E27FC236}">
                <a16:creationId xmlns:a16="http://schemas.microsoft.com/office/drawing/2014/main" id="{1D0AB31B-483A-4893-B103-E3AF5C8C2AA0}"/>
              </a:ext>
            </a:extLst>
          </p:cNvPr>
          <p:cNvSpPr>
            <a:spLocks noGrp="1"/>
          </p:cNvSpPr>
          <p:nvPr/>
        </p:nvSpPr>
        <p:spPr>
          <a:xfrm>
            <a:off x="8229600" y="8401050"/>
            <a:ext cx="25146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ctr">
              <a:buNone/>
              <a:defRPr sz="1425" b="1">
                <a:solidFill>
                  <a:srgbClr val="182A3A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82A3A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③ 迭代优化更新</a:t>
            </a:r>
          </a:p>
          <a:p>
            <a:pPr algn="ctr">
              <a:buNone/>
              <a:defRPr sz="1425" b="1">
                <a:solidFill>
                  <a:srgbClr val="182A3A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82A3A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Θ_trial → 高保真 ABM</a:t>
            </a:r>
          </a:p>
          <a:p>
            <a:pPr algn="ctr">
              <a:buNone/>
              <a:defRPr sz="1425" b="1">
                <a:solidFill>
                  <a:srgbClr val="182A3A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82A3A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新样本回灌 D_ctx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A5B2C59-A031-FD02-B531-780F6C46F1CB}"/>
              </a:ext>
            </a:extLst>
          </p:cNvPr>
          <p:cNvSpPr txBox="1"/>
          <p:nvPr/>
        </p:nvSpPr>
        <p:spPr>
          <a:xfrm>
            <a:off x="544551" y="1049893"/>
            <a:ext cx="18176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b="1" dirty="0">
                <a:latin typeface="SimSun" panose="02010600030101010101" pitchFamily="2" charset="-122"/>
                <a:ea typeface="SimSun" panose="02010600030101010101" pitchFamily="2" charset="-122"/>
              </a:rPr>
              <a:t>输入与监督数据</a:t>
            </a:r>
          </a:p>
        </p:txBody>
      </p:sp>
      <p:sp>
        <p:nvSpPr>
          <p:cNvPr id="6" name="mini-step-046">
            <a:extLst>
              <a:ext uri="{FF2B5EF4-FFF2-40B4-BE49-F238E27FC236}">
                <a16:creationId xmlns:a16="http://schemas.microsoft.com/office/drawing/2014/main" id="{1065EFBD-4A1E-324D-ECDD-D59C9F2CE8EC}"/>
              </a:ext>
            </a:extLst>
          </p:cNvPr>
          <p:cNvSpPr>
            <a:spLocks noGrp="1"/>
          </p:cNvSpPr>
          <p:nvPr/>
        </p:nvSpPr>
        <p:spPr>
          <a:xfrm>
            <a:off x="2933700" y="3664324"/>
            <a:ext cx="1371600" cy="371475"/>
          </a:xfrm>
          <a:prstGeom prst="roundRect">
            <a:avLst>
              <a:gd name="adj" fmla="val 20513"/>
            </a:avLst>
          </a:prstGeom>
          <a:noFill/>
          <a:ln w="14288">
            <a:solidFill>
              <a:schemeClr val="bg2">
                <a:lumMod val="50000"/>
              </a:schemeClr>
            </a:solidFill>
            <a:prstDash val="solid"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" name="mini-step-label-047">
            <a:extLst>
              <a:ext uri="{FF2B5EF4-FFF2-40B4-BE49-F238E27FC236}">
                <a16:creationId xmlns:a16="http://schemas.microsoft.com/office/drawing/2014/main" id="{A73D17A8-BF62-E517-A253-976875431779}"/>
              </a:ext>
            </a:extLst>
          </p:cNvPr>
          <p:cNvSpPr>
            <a:spLocks noGrp="1"/>
          </p:cNvSpPr>
          <p:nvPr/>
        </p:nvSpPr>
        <p:spPr>
          <a:xfrm>
            <a:off x="2962275" y="3683374"/>
            <a:ext cx="13144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ctr">
              <a:buNone/>
              <a:defRPr sz="1425" b="1">
                <a:solidFill>
                  <a:srgbClr val="182A3A"/>
                </a:solidFill>
                <a:latin typeface="PingFang SC"/>
                <a:ea typeface="PingFang SC"/>
                <a:cs typeface="PingFang SC"/>
              </a:defRPr>
            </a:pPr>
            <a:r>
              <a:rPr lang="en-US" altLang="zh-CN" sz="1425" b="1" dirty="0" err="1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ReLU</a:t>
            </a:r>
            <a:r>
              <a:rPr lang="zh-CN" altLang="en-US" sz="1425" b="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激活</a:t>
            </a:r>
            <a:endParaRPr sz="1425" b="1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" name="mini-step-label-044">
            <a:extLst>
              <a:ext uri="{FF2B5EF4-FFF2-40B4-BE49-F238E27FC236}">
                <a16:creationId xmlns:a16="http://schemas.microsoft.com/office/drawing/2014/main" id="{3B584BBE-8D48-E69E-B5C2-00A60FAA6733}"/>
              </a:ext>
            </a:extLst>
          </p:cNvPr>
          <p:cNvSpPr>
            <a:spLocks noGrp="1"/>
          </p:cNvSpPr>
          <p:nvPr/>
        </p:nvSpPr>
        <p:spPr>
          <a:xfrm>
            <a:off x="3857625" y="4705350"/>
            <a:ext cx="13144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ctr">
              <a:buNone/>
              <a:defRPr sz="1425" b="1">
                <a:solidFill>
                  <a:srgbClr val="182A3A"/>
                </a:solidFill>
                <a:latin typeface="PingFang SC"/>
                <a:ea typeface="PingFang SC"/>
                <a:cs typeface="PingFang SC"/>
              </a:defRPr>
            </a:pPr>
            <a:r>
              <a:rPr lang="zh-CN" altLang="en-US" sz="1425" b="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多层</a:t>
            </a:r>
            <a:r>
              <a:rPr sz="1425" b="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425" b="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MLP</a:t>
            </a:r>
            <a:endParaRPr sz="1425" b="1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" name="mini-step-046">
            <a:extLst>
              <a:ext uri="{FF2B5EF4-FFF2-40B4-BE49-F238E27FC236}">
                <a16:creationId xmlns:a16="http://schemas.microsoft.com/office/drawing/2014/main" id="{FC238ED5-51D6-085F-29E0-ECEFDFBAF586}"/>
              </a:ext>
            </a:extLst>
          </p:cNvPr>
          <p:cNvSpPr>
            <a:spLocks noGrp="1"/>
          </p:cNvSpPr>
          <p:nvPr/>
        </p:nvSpPr>
        <p:spPr>
          <a:xfrm>
            <a:off x="2971799" y="6119813"/>
            <a:ext cx="1520687" cy="371475"/>
          </a:xfrm>
          <a:prstGeom prst="roundRect">
            <a:avLst>
              <a:gd name="adj" fmla="val 20513"/>
            </a:avLst>
          </a:prstGeom>
          <a:noFill/>
          <a:ln w="14288">
            <a:solidFill>
              <a:schemeClr val="bg2">
                <a:lumMod val="50000"/>
              </a:schemeClr>
            </a:solidFill>
            <a:prstDash val="solid"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9" name="mini-step-label-047">
            <a:extLst>
              <a:ext uri="{FF2B5EF4-FFF2-40B4-BE49-F238E27FC236}">
                <a16:creationId xmlns:a16="http://schemas.microsoft.com/office/drawing/2014/main" id="{A83A95AC-33EB-F9E1-4000-79D7015B4F84}"/>
              </a:ext>
            </a:extLst>
          </p:cNvPr>
          <p:cNvSpPr>
            <a:spLocks noGrp="1"/>
          </p:cNvSpPr>
          <p:nvPr/>
        </p:nvSpPr>
        <p:spPr>
          <a:xfrm>
            <a:off x="3000374" y="6138863"/>
            <a:ext cx="145732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ctr">
              <a:buNone/>
              <a:defRPr sz="1425" b="1">
                <a:solidFill>
                  <a:srgbClr val="182A3A"/>
                </a:solidFill>
                <a:latin typeface="PingFang SC"/>
                <a:ea typeface="PingFang SC"/>
                <a:cs typeface="PingFang SC"/>
              </a:defRPr>
            </a:pPr>
            <a:r>
              <a:rPr lang="en-US" altLang="zh-CN" sz="1425" b="1" dirty="0" err="1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ReLU</a:t>
            </a:r>
            <a:r>
              <a:rPr lang="zh-CN" altLang="en-US" sz="1425" b="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激活</a:t>
            </a:r>
            <a:endParaRPr sz="1425" b="1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1" name="mini-step-043">
            <a:extLst>
              <a:ext uri="{FF2B5EF4-FFF2-40B4-BE49-F238E27FC236}">
                <a16:creationId xmlns:a16="http://schemas.microsoft.com/office/drawing/2014/main" id="{8046DB9E-5871-4791-29C1-6033B224AFB5}"/>
              </a:ext>
            </a:extLst>
          </p:cNvPr>
          <p:cNvSpPr>
            <a:spLocks noGrp="1"/>
          </p:cNvSpPr>
          <p:nvPr/>
        </p:nvSpPr>
        <p:spPr>
          <a:xfrm>
            <a:off x="4676774" y="3533428"/>
            <a:ext cx="1428749" cy="486122"/>
          </a:xfrm>
          <a:prstGeom prst="roundRect">
            <a:avLst>
              <a:gd name="adj" fmla="val 20513"/>
            </a:avLst>
          </a:prstGeom>
          <a:noFill/>
          <a:ln w="14288">
            <a:solidFill>
              <a:schemeClr val="bg2">
                <a:lumMod val="50000"/>
              </a:schemeClr>
            </a:solidFill>
            <a:prstDash val="solid"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3" name="condition-result-095">
            <a:extLst>
              <a:ext uri="{FF2B5EF4-FFF2-40B4-BE49-F238E27FC236}">
                <a16:creationId xmlns:a16="http://schemas.microsoft.com/office/drawing/2014/main" id="{FD924434-1FBA-5539-B2AF-87667709E965}"/>
              </a:ext>
            </a:extLst>
          </p:cNvPr>
          <p:cNvSpPr>
            <a:spLocks noGrp="1"/>
          </p:cNvSpPr>
          <p:nvPr/>
        </p:nvSpPr>
        <p:spPr>
          <a:xfrm>
            <a:off x="6667500" y="5895975"/>
            <a:ext cx="1371600" cy="552450"/>
          </a:xfrm>
          <a:prstGeom prst="roundRect">
            <a:avLst>
              <a:gd name="adj" fmla="val 17241"/>
            </a:avLst>
          </a:prstGeom>
          <a:noFill/>
          <a:ln w="14288">
            <a:solidFill>
              <a:schemeClr val="bg2">
                <a:lumMod val="50000"/>
              </a:schemeClr>
            </a:solidFill>
            <a:prstDash val="solid"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5" name="condition-formula-096">
            <a:extLst>
              <a:ext uri="{FF2B5EF4-FFF2-40B4-BE49-F238E27FC236}">
                <a16:creationId xmlns:a16="http://schemas.microsoft.com/office/drawing/2014/main" id="{8CED3AB1-667F-48E8-8770-9F0756AF1EC7}"/>
              </a:ext>
            </a:extLst>
          </p:cNvPr>
          <p:cNvSpPr>
            <a:spLocks noGrp="1"/>
          </p:cNvSpPr>
          <p:nvPr/>
        </p:nvSpPr>
        <p:spPr>
          <a:xfrm>
            <a:off x="6629400" y="5972175"/>
            <a:ext cx="14668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ctr"/>
            <a:r>
              <a:rPr lang="zh-CN" altLang="en-US" sz="1500" b="1" dirty="0">
                <a:solidFill>
                  <a:srgbClr val="182A3A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已评估策略全局表征</a:t>
            </a:r>
          </a:p>
        </p:txBody>
      </p:sp>
      <p:sp>
        <p:nvSpPr>
          <p:cNvPr id="27" name="training-frame-013">
            <a:extLst>
              <a:ext uri="{FF2B5EF4-FFF2-40B4-BE49-F238E27FC236}">
                <a16:creationId xmlns:a16="http://schemas.microsoft.com/office/drawing/2014/main" id="{D3F52BCA-6D42-AADA-9AF5-431AAE62CC0F}"/>
              </a:ext>
            </a:extLst>
          </p:cNvPr>
          <p:cNvSpPr>
            <a:spLocks noGrp="1"/>
          </p:cNvSpPr>
          <p:nvPr/>
        </p:nvSpPr>
        <p:spPr>
          <a:xfrm>
            <a:off x="8543924" y="4248150"/>
            <a:ext cx="2181225" cy="2171700"/>
          </a:xfrm>
          <a:prstGeom prst="roundRect">
            <a:avLst>
              <a:gd name="adj" fmla="val 5072"/>
            </a:avLst>
          </a:prstGeom>
          <a:noFill/>
          <a:ln w="14288">
            <a:solidFill>
              <a:srgbClr val="4A77BE"/>
            </a:solidFill>
            <a:prstDash val="dash"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28" name="图片 27">
            <a:extLst>
              <a:ext uri="{FF2B5EF4-FFF2-40B4-BE49-F238E27FC236}">
                <a16:creationId xmlns:a16="http://schemas.microsoft.com/office/drawing/2014/main" id="{6910677A-B487-E0CD-0B05-247ED15AB5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9892" y="7847406"/>
            <a:ext cx="2959169" cy="297017"/>
          </a:xfrm>
          <a:prstGeom prst="rect">
            <a:avLst/>
          </a:prstGeom>
        </p:spPr>
      </p:pic>
      <p:sp>
        <p:nvSpPr>
          <p:cNvPr id="30" name="文本框 29">
            <a:extLst>
              <a:ext uri="{FF2B5EF4-FFF2-40B4-BE49-F238E27FC236}">
                <a16:creationId xmlns:a16="http://schemas.microsoft.com/office/drawing/2014/main" id="{FC6C2749-547D-A539-9030-7D021EE981AD}"/>
              </a:ext>
            </a:extLst>
          </p:cNvPr>
          <p:cNvSpPr txBox="1"/>
          <p:nvPr/>
        </p:nvSpPr>
        <p:spPr>
          <a:xfrm>
            <a:off x="2686050" y="7496175"/>
            <a:ext cx="68257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1600" b="1" dirty="0">
                <a:latin typeface="SimSun" panose="02010600030101010101" pitchFamily="2" charset="-122"/>
                <a:ea typeface="SimSun" panose="02010600030101010101" pitchFamily="2" charset="-122"/>
              </a:rPr>
              <a:t>损失函数</a:t>
            </a:r>
            <a:endParaRPr lang="zh-CN" altLang="en-US" sz="1600" dirty="0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C5DC37A1-2C1F-E22D-CD5D-0AC331A005BF}"/>
              </a:ext>
            </a:extLst>
          </p:cNvPr>
          <p:cNvSpPr txBox="1"/>
          <p:nvPr/>
        </p:nvSpPr>
        <p:spPr>
          <a:xfrm>
            <a:off x="2686050" y="8413462"/>
            <a:ext cx="68257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1600" b="1" dirty="0">
                <a:latin typeface="SimSun" panose="02010600030101010101" pitchFamily="2" charset="-122"/>
                <a:ea typeface="SimSun" panose="02010600030101010101" pitchFamily="2" charset="-122"/>
              </a:rPr>
              <a:t>训练策略</a:t>
            </a:r>
            <a:endParaRPr lang="zh-CN" altLang="en-US" sz="1600" dirty="0"/>
          </a:p>
        </p:txBody>
      </p:sp>
    </p:spTree>
    <p:extLst>
      <p:ext uri="{BB962C8B-B14F-4D97-AF65-F5344CB8AC3E}">
        <p14:creationId xmlns:p14="http://schemas.microsoft.com/office/powerpoint/2010/main" val="178745778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267</Words>
  <Application>Microsoft Macintosh PowerPoint</Application>
  <DocSecurity>0</DocSecurity>
  <PresentationFormat>自定义</PresentationFormat>
  <Paragraphs>71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SimSun</vt:lpstr>
      <vt:lpstr>Arial</vt:lpstr>
      <vt:lpstr>Calibri</vt:lpstr>
      <vt:lpstr>Times New Roman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赫 郝</cp:lastModifiedBy>
  <cp:revision>1</cp:revision>
  <dcterms:created xsi:type="dcterms:W3CDTF">2026-08-11T08:00:18Z</dcterms:created>
  <dcterms:modified xsi:type="dcterms:W3CDTF">2026-08-11T08:57:54Z</dcterms:modified>
</cp:coreProperties>
</file>